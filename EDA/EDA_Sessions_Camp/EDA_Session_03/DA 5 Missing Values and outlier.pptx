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notesSlides/notesSlide1.xml" ContentType="application/vnd.openxmlformats-officedocument.presentationml.notesSlide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notesSlides/notesSlide2.xml" ContentType="application/vnd.openxmlformats-officedocument.presentationml.notesSlide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notesSlides/notesSlide3.xml" ContentType="application/vnd.openxmlformats-officedocument.presentationml.notesSlide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6" r:id="rId6"/>
    <p:sldId id="265" r:id="rId7"/>
    <p:sldId id="260" r:id="rId8"/>
    <p:sldId id="261" r:id="rId9"/>
    <p:sldId id="262" r:id="rId10"/>
    <p:sldId id="263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00.9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125 106 2561,'0'-24'4384,"0"22"-3942,0 1-266,0 0-1,0 0 0,1 0 1,-1 0-1,0-1 1,0 1-1,0 0 0,0 0 1,0 0-1,0 0 0,-1 0 1,1 0-1,0 0 0,0 0 1,-1 0-1,1 0 0,-1 0 1,1 0-1,-1 0 0,1 0 1,-2-2-1,-72 2 2402,35 9-1840,39-7-729,-1 0-1,1-1 1,-1 1 0,0 0 0,1-1 0,-1 1 0,1 0 0,0-1 0,-1 1-1,1 0 1,0 0 0,-1 0 0,1 0 0,0-1 0,0 1 0,0 0 0,0 0-1,-1 0 1,1 0 0,0-1 0,1 1 0,-1 0 0,0 0 0,0 0 0,0 0-1,1 0 1,4 19 70,4-19 95,-1 1-1,0-1 1,0-1-1,0 0 1,15-1-1,-1 0-14,-14-14 125,11 6-147,-19 9-137,1-1 1,-1 1-1,0 0 1,1 0-1,-1-1 1,0 1-1,1 0 1,-1 0-1,0-1 0,1 1 1,-1 0-1,0-1 1,0 1-1,1-1 1,-1 1-1,0 0 1,0-1-1,0 1 1,0-1-1,1 1 1,-1 0-1,0-1 0,0 1 1,0-1-1,0 1 1,0 0-1,0-1 1,0 1-1,0-1 1,0 1-1,0-1 1,-1 1-1,1 0 1,0-1-1,0 1 0,0-1 1,0 1-1,-1 0 1,1-1-1,0 1 1,0 0-1,-1-1 1,1 1-1,0 0 1,-1-1-1,1 1 1,0 0-1,-1 0 0,1-1 1,0 1-1,-1 0 1,1 0-1,-1 0 1,1-1-1,0 1 1,-1 0-1,-16-10-504,8-2-1185,-7-3-1273,-6 1 220,18 3-488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20.2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737 83 5891,'2'-2'302,"0"1"1,-1-1 0,1 0 0,-1 0 0,1 0-1,-1 0 1,0 0 0,1 0 0,-1 0-1,0 0 1,-1-1 0,1 1 0,0 0 0,-1-1-1,1 1 1,-1 0 0,1-1 0,-1 1-1,0-1 1,0 1 0,0 0 0,-1-3 0,1 0-205,-1 3-13,0 1 0,1-1 0,-1 1 0,0-1 0,0 1 0,0-1 0,-1 1 0,1 0 0,0-1 0,0 1 0,-1 0 0,1 0 0,-1 0 0,1 0 0,-1 0 0,1 0 0,-1 1 0,0-1 0,1 1 0,-1-1 0,0 1 0,1-1 0,-1 1 0,0 0 0,0 0 0,1 0 0,-1 0 0,0 0 0,-2 0 0,-37 16 1177,1 1-1,1 2 1,1 1-1,1 3 0,-56 43 1,73-51-1017,15-12-208,1 0 1,0 0-1,0 0 0,0 0 1,0 1-1,0 0 1,1 0-1,0 0 0,0 0 1,0 0-1,0 1 0,0-1 1,1 1-1,-2 6 1,-1 1 25,4-9-47,-1-1 0,1 1 0,0-1 0,-1 1 0,1-1 0,1 1 0,-1 0 0,0 0 0,1 0 0,-1-1 0,1 1-1,0 0 1,0 0 0,0 0 0,0 0 0,0 0 0,1-1 0,0 1 0,-1 0 0,1 0 0,0-1 0,0 1 0,0 0 0,1-1 0,-1 1 0,1-1-1,-1 1 1,1-1 0,0 0 0,2 3 0,13 11 55,-12-11-53,1 1-1,-1-1 1,1 0 0,0-1-1,0 1 1,1-1-1,-1 0 1,1-1-1,0 0 1,7 3-1,15 2-10,1 1 43,60 10 0,-33-11 0,27 1-47,-41 0 171,-38-7 10,-32 1-80,-26 8-82,-8 4 41,-16 13 186,32-13 51,-45 23 0,74-31-155,0 0 1,-1-1 0,-20 5-1,22-7 80,1 0-1,0 1 1,0 1-1,-15 8 0,-41 19 916,59-30-1023,0 1 1,1 1-1,-1 0 1,1 0 0,1 1-1,-1 1 1,1-1 0,0 1-1,0 1 1,-11 13 0,-49 46 127,69-66-241,-1 1 0,1 0 0,0-1 0,0 1 0,0 0 0,0 0 0,0-1 0,1 1 0,-1 0 0,0-1 0,1 1 0,-1 0 0,1-1 0,-1 1 0,1-1 0,0 1 0,0-1 0,0 1 0,0-1 0,0 1 0,0-1 0,0 0 0,0 0 0,0 0 1,1 1-1,-1-1 0,1 0 0,1 1 0,1 1-4,0 1 0,0-1 0,0 0 0,0 0 0,1 0 0,0-1 0,0 0 0,-1 1 0,11 1 0,51 5-606,0-2 0,0-4 0,1-3 0,-1-2 0,1-4 0,71-14 0,105-50-1893,-229 64 2428,0 0-1,-1-1 1,0-1 0,-1 0 0,0-1 0,0 0 0,18-18-1,1-5 172,26-37-1,-45 52 150,0-1-1,15-33 1,0 1 445,-20 38-273,-1 0-1,0 0 1,-1 0-1,-1-1 1,0 1-1,0-1 0,3-27 1,-4-2 1597,-2-51-1,-1 57-1732,-1 49-285,-1 10 0,2 0 0,0 0 0,1 1 0,6 32 0,0-36 0,-4-11 0,0-1 0,0 1 0,-1-1 0,0 1 0,-1 0 0,1 12 0,-1-9 0,-1 0 0,2-1 0,5 23 0,-5-23 0,1 1 0,-1-1 0,0 22 0,-1-22 0,0 0 0,1-1 0,0 1 0,6 17 0,-5-17 0,0 0 0,0-1 0,-1 1 0,1 19 0,-3 172-3185,0-200 3049,0 0 1,0 0 0,0-1-1,0 1 1,-1 0 0,1 0-1,-1-1 1,1 1 0,-1 0 0,1-1-1,-1 1 1,0 0 0,0-1-1,0 1 1,0-1 0,0 1 0,0-1-1,0 0 1,-1 0 0,1 1-1,-3 1 1,-1 2-319,4-5 150,1 1-1,-1-1 1,1 1 0,-1-1 0,1 1 0,-1-1 0,0 1 0,1-1 0,-1 1 0,0-1 0,1 1 0,-1-1 0,0 0 0,1 0 0,-1 1-1,0-1 1,0 0 0,1 0 0,-1 0 0,0 0 0,0 0 0,1 0 0,-3 0 0,-4-15-2542,7-41 2964,1 35-775,1-24 633,12-82 0,-9 80 282,-2 1-1,-5-82 1,-1 31 439,3 88-558,1 0 0,0 0 0,1 0 1,0 0-1,0 0 0,1 1 0,0-1 0,6-12 0,-7 17-38,-1 0 0,0 0 0,0 0 0,0-1 1,0 1-1,-1 0 0,0 0 0,0 0 0,0 0 0,0 0 1,-1-1-1,-1-4 0,2 5-28,-1 0 0,0 0 0,1 0 0,0 0 0,0 0 0,0 0 0,0 0 0,1 0 0,-1 0 1,1 0-1,0 1 0,2-6 0,2 4 10,-4 4-65,0 0 0,0 0 0,0 0 0,-1 0-1,1 0 1,0-1 0,0 1 0,-1 0-1,1 0 1,0-1 0,-1 1 0,1 0 0,-1-1-1,0 1 1,1-2 0,0 2 20,-1 0-1,1 0 1,0 1 0,0-1 0,0 0-1,0 1 1,-1-1 0,1 1 0,0-1-1,0 1 1,0-1 0,0 1 0,1-1-1,-1 1 1,0 0 0,0 0-1,0 0 1,0-1 0,0 1 0,0 0-1,0 0 1,0 0 0,1 1 0,-1-1-1,0 0 1,0 0 0,0 1 0,0-1-1,0 0 1,2 2 0,34 10 1089,-29 2-714,9 12 62,-5-14-374,-1 0-1,0 1 1,9 16-1,31 36 112,-38-51 74,0 0 0,-1 1 0,14 24 0,13 9 988,-9-14-704,-12-7-292,31 38 28,-39-53-261,-1 0 0,16 24 0,9 13 4,-30-44-21,-1 0-1,0 0 0,0 1 1,0-1-1,-1 0 0,0 1 0,0 0 1,0 0-1,0-1 0,-1 1 1,1 7-1,-2-10-12,0 1 0,0-1-1,0 0 1,0 0 0,0 0 0,0 0 0,-1 0-1,0 0 1,1 0 0,-1 0 0,0 0 0,0 0-1,-1 0 1,1 0 0,-1-1 0,1 1 0,-1 0-1,0-1 1,0 1 0,0-1 0,0 0 0,-1 0-1,-2 3 1,-16 8 143,-10 9 46,-2-2-1,-46 21 1,8-9-116,49-21-103,-1-1 0,-1-1 1,-25 7-1,-1-3-1252,40-9-86,0-1 0,0-1 0,0 1 0,0-2-1,-14 2 1,10-3-1194,12 0 2224,1 0 1,0 1 0,-1-1 0,1 0-1,-1 0 1,1 0 0,0 0-1,-1 0 1,1 0 0,-1-1 0,1 1-1,0 0 1,-1-1 0,1 1 0,0-1-1,-1 1 1,1-1 0,0 0 0,0 0-1,0 1 1,-1-1 0,1 0-1,0 0 1,0 0 0,0 0 0,0 0-1,1-1 1,-2 0 0,-14-10-3424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20.6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0 165 7844,'14'-17'2729,"-9"11"-1896,0 0 0,0 0 1,0 1-1,1 0 0,0 0 0,0 0 1,0 0-1,11-5 0,2-2-153,-17 10-600,-1 1 0,1 0 0,-1-1 0,1 1 0,0 0 1,0 0-1,-1 0 0,1 1 0,0-1 0,0 0 0,4 0 0,-5 2-22,-1 1 0,1-1 0,0 1 0,-1-1 0,0 1 0,1-1 0,-1 1 0,0 0 0,0-1 0,0 1-1,0-1 1,0 1 0,0 0 0,-1 1 0,1 0 71,2 65 1539,0-40-816,-1 0 0,-1 0 1,-8 47-1,-31 72 938,30-45-1430,0-75-287,6-19-61,0 0-1,1 0 0,0 0 0,0 1 1,1-1-1,-1 11 0,2 198 563,0-219-572,0 0 1,1 0-1,-1 1 1,0-1-1,1 0 0,-1 0 1,1 0-1,0 0 1,-1 1-1,1-1 1,0 0-1,0 1 1,0-1-1,1 0 1,1-2-1,-1 3-2,-1-1 0,1 0 0,-1 0 0,0 0-1,1 0 1,-1 0 0,0 0 0,0-1 0,-1 1 0,1 0 0,0-1 0,-1 1 0,1 0-1,-1-1 1,0 1 0,0-3 0,1-2 5,0 0 0,0 0-1,1 0 1,0 0 0,0 1 0,0-1 0,1 1-1,5-10 1,-4 7-2,0 0 0,0 0 1,-1 0-1,4-15 0,27-165 50,-30 173 2,-1 0 1,11-26-1,5-17 110,-8-25 202,-8 57 58,11-51 0,2 35 229,-11 33-431,-1 0 1,0 0-1,-1 0 0,0 0 0,-1-1 0,3-19 1,-5 29-220,0 0 1,0 0 0,0 0 0,0 0-1,0 0 1,0 0 0,1 0 0,-1 0-1,0 1 1,1-1 0,-1 0 0,0 0-1,1 0 1,-1 0 0,1 1 0,0-1-1,-1 0 1,1 0 0,-1 1 0,1-1-1,0 1 1,0-1 0,-1 0 0,1 1-1,0 0 1,0-1 0,0 1 0,0-1-1,1 1 1,-2 0-5,1-1 0,0 1 1,-1 0-1,1 0 0,-1-1 0,1 1 0,0 0 0,-1-1 0,1 1 1,-1-1-1,1 1 0,-1-1 0,1 1 0,-1-1 0,1 1 0,-1-1 1,0 1-1,1-1 0,-1 1 0,0-1 0,1 0 0,-1 1 0,0-1 1,0 0-1,1 1 0,-1-1 0,0 0 0,0 0 0,0 1 1,1-1 0,-1 1 1,0 0-1,1-1 0,-1 1 0,0 0 0,1 0 0,-1 0 0,1-1 0,-1 1 0,0 0 0,1 0 0,-1 0 0,1 0 0,-1 0 0,0 0 0,1 0 0,-1 0 1,1 0-1,-1 0 0,1 0 0,-1 0 0,1 0 0,-1 0 0,0 0 0,1 0 0,-1 1 0,1-1 0,-1 0 0,0 0 0,1 0 0,-1 1 0,1-1 1,1 1 4,1 2-6,0-1 0,0 1 0,0 0 0,0 1 0,0-1 0,-1 0 0,1 1 0,-1 0 0,0-1 0,0 1 0,0 0 0,1 6 0,0-3 0,1 0 0,0 0 0,0-1 0,1 0 0,0 1 0,9 7 0,17 27 0,63 145 0,-88-172 0,-1-1 0,0 1 0,5 24 0,-7-26 0,0 0 0,0 0 0,9 17 0,0-4-45,-4-10-294,0 1 1,-1-1 0,-2 1-1,6 21 1,10 13-2579,-17-45 2298,-1 0-1,0 1 0,-1-1 1,0 1-1,0 0 0,0 0 1,0 0-1,-1 0 0,1 12 1,-1-13-287,-1 1 0,1-1 1,0 1-1,1-1 0,-1 0 1,4 8-1,-4-10 425,1 0 0,-1 0 0,0 0 0,0 0 0,0 0 1,0 0-1,-1 0 0,1 0 0,-1 1 0,0-1 0,0 0 0,0 0 0,0 1 0,-1-1 0,1 0 0,-1 0 0,-1 4 1,-14 11-2647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20.8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235 201 1361,'-99'-51'8660,"9"7"-3621,68 33-3613,20 11-1252,1 0 1,0 0-1,0-1 1,0 1-1,0-1 1,0 1-1,0 0 1,0-1-1,0 0 1,0 1-1,0-1 1,0 0-1,0 1 1,0-1-1,0 0 1,1 0-1,-1 0 1,0 0-1,1 0 1,-1 0-1,0 0 1,1 0-1,-1 0 0,1 0 1,0 0-1,-1 0 1,1 0-1,0 0 1,0 0-1,-1 0 1,1-1-1,0 1 1,0-2-1,0 1 1024,46-9-200,-40 11-968,0 0 1,0-1-1,0 0 0,0 0 0,0 0 1,6-3-1,-6 2-28,0 1-1,0-1 1,0 1 0,1 0 0,-1 1-1,7-1 1,124-4-1903,1 0-5618,-120 4 5742,-1 0 1,0-1-1,20-6 1,-6 2-768,-7-3-279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21.1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 69 5394,'-3'0'6532,"-12"0"-5007,9 0 2213,-9 0 1658,30 0-2228,-14 0-3087,-1 0 0,1 0 0,-1 0-1,1 0 1,-1 0 0,1 0 0,-1 0-1,1 0 1,-1 0 0,1 0 0,-1 0 0,1 0-1,-1 0 1,0-1 0,1 1 0,-1 0 0,1 0-1,-1-1 1,1 1 0,-1 0 0,0 0 0,1-1-1,-1 1 1,1 0 0,-1-1 0,0 1 0,0-1-1,1 1 1,-1 0 0,0-1 0,1 1 0,-1-1-1,0 0 1,0 0-18,0 1 0,1-1 0,-1 1-1,0 0 1,0-1 0,1 1 0,-1-1 0,0 1-1,1 0 1,-1-1 0,0 1 0,1-1 0,-1 1-1,0 0 1,1 0 0,-1-1 0,1 1 0,-1 0-1,1 0 1,-1-1 0,0 1 0,1 0 0,-1 0-1,1 0 1,-1 0 0,1 0 0,-1 0 0,1 0-1,-1 0 1,1 0 0,-1 0 0,1 0 0,0 0-1,213-11 2070,332 11-8476,-507-15-4851,-36 4 4243,-3-5 2774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21.2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 32 3442,'-21'-17'3741,"20"16"-3337,0-1 0,0 1 0,0 0 1,-1 0-1,1 0 0,0 0 0,-1 0 1,1 0-1,-1 0 0,1 0 0,-1 0 0,1 1 1,-1-1-1,-2 0 0,1 1 2224,3 4-2346,1-1 0,0 1 0,1-1 0,-1 0 1,0 1-1,1-1 0,0 0 0,-1 0 0,1 0 0,1 0 0,-1 0 0,0 0 1,4 3-1,10 15 829,9 34 1365,-13-33-1915,0 0 0,14 41 0,-23-49-798,0 0 1,-1 1-1,-1-1 0,0 0 1,-1 1-1,-3 25 0,1 11-5435,-3-18 398,-18-5-446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24.0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99 102 3394,'-5'-2'2713,"4"1"-2551,-1 0-1,1 1 1,-1-1 0,1 0 0,0 0-1,-1 0 1,1 0 0,0-1 0,0 1-1,0 0 1,0 0 0,0-1 0,0 1-1,0-1 1,0 1 0,0-1 0,1 1-1,-1-1 1,0 1 0,1-1 0,0 1-1,-1-1 1,1 0 0,0 1 0,0-1-1,0-3 1,0 4-103,0 1 0,0-1 0,0 0-1,0 0 1,0 1 0,0-1 0,0 0 0,0 0 0,0 1-1,-1-1 1,1 0 0,0 0 0,-1 1 0,1-1 0,0 0-1,-1 1 1,1-1 0,-1 0 0,1 1 0,-1-1 0,1 1-1,-1-1 1,1 1 0,-1-1 0,1 1 0,-2-1 0,1 0 76,0 1 0,1-1 0,-1 1 0,0-1 1,1 1-1,-1-1 0,1 1 0,-1-1 1,1 0-1,-1 1 0,1-1 0,-1 0 1,1 0-1,-1 1 0,1-1 0,0 0 1,0 0-1,-1 0 0,1 1 0,0-1 0,0 0 1,0 0-1,0 0 0,0 1 0,0-1 1,0-2-1,0 3-65,0-1 0,0 0 0,0 1 0,0-1 0,0 0 0,-1 1 0,1-1 0,0 0 0,-1 1 0,1-1 0,0 0 0,-1 1 0,1-1 0,0 1 0,-1-1 0,1 1 0,-1-1 0,1 1 0,-1-1 0,1 1 0,-1-1 0,0 1 0,1 0 0,-1-1 0,0 1 0,1 0 0,-1 0 0,1-1 0,-1 1 0,0 0 0,0 0 0,1 0 0,-1 0 0,0 0 0,1 0 1,-1 0-1,0 0 0,1 0 0,-1 0 0,0 0 0,0 1 0,-1-1 100,-4-8 3488,7 18-3170,-2 17-155,-1-1 0,-1 1 1,-7 27-1,7-34-164,1 0 0,0 1 0,2-1 0,2 30 0,0 4 8,-2 297-94,19-167-2295,-19 17-8606,0-192 9957,-1 0 0,0 0 0,-1-1 0,1 1 0,-5 12 0,1-7-259,2 15-1724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24.4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52 611 2833,'-1'-25'1703,"-2"1"-1,0-1 1,-14-44-1,11 46-798,1 0-1,0 0 0,-2-44 1,5 21 744,1 30-913,0 0-1,1 0 1,0 0-1,1 0 1,1 0-1,4-16 1,21-36 2197,-25 62-2672,1 1 1,0 0 0,1 0 0,-1 0 0,1 0 0,0 0 0,0 1 0,1 0-1,-1 0 1,1 0 0,0 0 0,0 1 0,0-1 0,0 1 0,1 1 0,-1-1 0,1 1-1,6-2 1,-5 1-101,0 1-1,0 0 0,0 0 0,1 1 1,-1 0-1,0 0 0,1 1 0,-1 0 1,1 0-1,-1 1 0,0 0 0,1 0 1,-1 0-1,0 1 0,9 4 0,-1 4 13,-1 0-1,0 2 0,-1 0 1,0 0-1,-1 1 0,0 1 1,-1 0-1,15 25 0,-21-26-103,-1 0 0,-1 0-1,0 1 1,3 21 0,-4-17-15,2 19 61,-4 69 0,-1-51-85,0-34-24,-1 0 1,0 0 0,-2 0 0,-1 0 0,0-1 0,-2 1-1,0-1 1,-1-1 0,-2 0 0,1 0 0,-2 0 0,-1-1-1,0-1 1,-1 0 0,-22 22 0,9-10-6,17-18 0,-1 0 0,0-1 0,0 0 0,-1 0 0,-1-1 0,-13 8 0,20-14 0,0-1 0,1 1 0,-1 0 0,1 1 0,0-1 0,-1 1 0,-3 4 0,6-5 0,0-1 0,0 0 0,-1 0 0,1 0 0,-1 0 0,0 0 0,1 0 0,-1-1 0,0 1 0,-5 1 0,0 0 0,-36 7 0,43-10 0,0 0 0,0 0 0,0 0 0,1 0 0,-1 0 0,0 0 0,0-1 0,0 1 0,0 0 0,0-1 0,0 1 0,1 0 0,-1-1 0,0 1 0,0-1 0,1 0 0,-1 1 0,0-1 0,1 1 0,-1-1 0,0 0 0,1 0 0,-1 1 0,1-1 0,-1 0 0,1 0 0,0 0 0,-1 0 0,1 1 0,0-1 0,-1 0 0,1 0 0,0 0 0,0 0 0,0 0 0,0 0 0,0 0 0,0 0 0,0 0 0,0 0 0,1-1 0,-1 0 0,1 0 0,-1 1 0,1-1 0,0 0 0,-1 0 0,1 1 0,0-1 0,0 1 0,0-1 0,0 1 0,1-1 0,-1 1 0,0 0 0,1 0 0,-1-1 0,0 1 0,1 0 0,0 0 0,-1 0 0,4-1 0,37-15 0,-37 16 0,-3 0 0,1 1 0,-1-1 0,1 1 0,-1 0 0,1 0 0,-1 0 0,1 0 0,-1 0 0,1 1 0,-1-1 0,0 1 0,1-1 0,-1 1 0,1 0 0,-1 0 0,3 2 0,19 6 0,-8-4 0,-1 1 0,0 1 0,0 0 0,18 14 0,-9-8 0,39 33 3,-33-21-22,50 34-2875,-8 1-8829,-47-40 6334,17 4 23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25.4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545 591 4818,'3'-3'521,"0"0"1,-1-1-1,1 1 0,-1-1 0,1 0 0,-1 1 0,0-1 0,-1 0 1,1 0-1,-1 0 0,1-1 0,-1 1 0,1-8 0,-2-63 2988,-1 37-934,1 35-2336,0-1 0,0 1 0,-1-1 0,1 1 1,-1-1-1,0 1 0,0 0 0,0-1 0,-1 1 0,1 0 1,-1 0-1,-2-4 0,2 4-2,0 0 0,1 0 0,-1-1 1,1 1-1,-1 0 0,1 0 0,0-1 0,1 1 0,-1-1 0,0 1 1,1 0-1,0-6 0,0 6 77,-1-1 0,1 1-1,-1-1 1,1 1 0,-1 0 0,0 0 0,-1-1 0,1 1 0,0 0-1,-1 0 1,0 0 0,0 0 0,0 0 0,0 1 0,0-1 0,-3-2-1,-12-19 1507,10 8-989,6 13-801,0 1 0,0 0 0,0 0 0,0 0 0,0-1 0,0 1 1,-1 0-1,1 1 0,0-1 0,-1 0 0,0 0 0,-1-1 0,-18-19-30,15 16 0,1 1 0,0-1 0,-1 1 0,0 0 0,-1 0 0,-11-7 0,6 6 0,0 1 0,0 0 0,-1 0 0,-21-4 0,28 9 0,1-1 0,-1 1 0,1 0 0,-1 1 0,1-1 0,-1 1 0,1 0 0,-1 0 0,1 1 0,0 0 0,0 0 0,0 0 0,-9 5 0,-2 2 0,-7 4 0,0 0 0,-28 23 0,45-31 0,1 0 0,-1 1 0,1-1 0,0 1 0,0 0 0,0 1 0,1-1 0,0 1 0,1 0 0,-1 0 0,1 0 0,-2 10 0,-34 51 0,32-46 0,2-1 0,0 1 0,2 0 0,0 1 0,1-1 0,3 41 0,-1-57 0,1 5 0,1 1 0,0-1 0,0 0 0,1 0 0,1 0 0,0 0 0,7 15 0,10 26 0,-18-46 0,0-1 0,0 1 0,0-1 0,0 0 0,1 0 0,0 0 0,0 0 0,0-1 0,1 0 0,0 0 0,0 0 0,6 4 0,2 0 0,0 0 0,0-1 0,0-1 0,17 6 0,-25-10 0,1-1 0,-1-1 0,0 1 0,1-1 0,-1 0 0,0 0 0,1 0 0,-1-1 0,0 1 0,0-1 0,8-3 0,55-22 0,-44 16 0,-14 4 0,0 0 0,0 0 0,0-1 0,-1 0 0,0-1 0,-1 0 0,1 0 0,-1-1 0,-1 0 0,13-19 0,17-19 0,-28 36 0,1 0 0,-2 0 0,1-1 0,-1 0 0,-1 0 0,-1-1 0,1 0 0,-2-1 0,0 1 0,-1-1 0,0 0 0,-1 0 0,0 0 0,-1 0 0,-1-1 0,0-14 0,-1 25 0,0 1 0,0 0 0,1 0 0,-1 0 0,1 0 0,0-1 0,0 1 0,0 0 0,0 0 0,0 1 0,1-1 0,-1 0 0,1 0 0,0 1 0,4-5 0,-3 2 0,-1 2 0,-1 0 0,0 0 0,0-1 0,0 1 0,0-1 0,-1 1 0,0-1 0,1 1 0,-1-1 0,-1-3 0,0-1 0,0 29 0,1-15 0,0 1 0,0-1 0,1 0 0,0 0 0,0 0 0,1 0 0,0 0 0,0 0 0,5 9 0,-7-12 0,1 0 0,0 0 0,0 0 0,-1 1 0,0-1 0,0 0 0,0 0 0,-1 7 0,1-7 0,0 0 0,-1 1 0,1-1 0,0 1 0,1-1 0,-1 0 0,1 0 0,-1 1 0,1-1 0,2 6 0,6 4 0,-7-11 0,-1 1 0,1-1 0,-1 0 0,0 0 0,1 1 0,-1-1 0,0 1 0,0-1 0,-1 1 0,1-1 0,0 1 0,-1-1 0,0 1 0,1 3 0,-1-1 0,0 1 0,1 0 0,0 0 0,0-1 0,1 1 0,2 5 0,-2-5 0,0 1 0,-1-1 0,1 0 0,-1 1 0,0-1 0,0 8 0,-1-11 0,0 0 0,0 0 0,1-1 0,0 1 0,-1 0 0,1-1 0,0 1 0,1-1 0,-1 1 0,0-1 0,1 1 0,1 2 0,-1-3 0,0 0 0,-1 1 0,1-1 0,-1 1 0,0 0 0,0-1 0,0 1 0,0 0 0,0-1 0,-1 1 0,1 0 0,0 4 0,-1-5-29,0-1 0,0 1 0,0-1 0,0 1 0,0-1 0,0 1 0,1-1 0,-1 1 0,1-1 0,-1 0 0,1 1 0,0-1 0,-1 1 0,1-1 0,0 0 0,0 0 0,0 1 0,0-1 0,0 0 0,0 0 0,2 2 0,-2-3-66,0 1 0,0 0 0,0 0 0,0 0 1,0 0-1,0 0 0,0 0 0,0 0 0,-1 0 1,1 0-1,0 1 0,-1-1 0,1 0 0,-1 0 1,1 1-1,-1-1 0,0 0 0,0 1 0,1-1 1,-1 0-1,0 3 0,0-3-64,0-1-1,0 1 1,0 0 0,0 0-1,0 0 1,0-1-1,1 1 1,-1 0 0,0 0-1,1-1 1,-1 1-1,0 0 1,1-1 0,-1 1-1,1 0 1,-1-1-1,1 1 1,-1-1 0,1 1-1,0-1 1,-1 1 0,1-1-1,-1 1 1,2 0-1,5 4-3153,-6 3-3358,-1-7 6584,0-1 0,0 0-1,0 1 1,0-1 0,0 0 0,0 1-1,0-1 1,0 1 0,1-1-1,-1 0 1,0 1 0,0-1 0,0 0-1,0 0 1,1 1 0,-1-1-1,0 0 1,0 1 0,0-1-1,1 0 1,-1 0 0,0 1 0,1-1-1,-1 0 1,0 0 0,0 0-1,1 1 1,-1-1 0,0 0 0,1 0-1,0 0 1,12-5-2076,11-17-690,-9 2 1600,-11 17 1221,-1-1 0,1 0 0,-1 0 0,0 0 1,-1-1-1,1 1 0,-1-1 0,0 1 0,0-1 0,0 0 0,-1 0 0,0 0 0,0 0 0,0 0 1,0-5-1,-1 6 85,1 1 0,-1 0 1,1-1-1,-1 1 1,1 0-1,0-1 1,1 1-1,-1 0 0,0 0 1,1 0-1,2-3 1,-2 3 70,0-1 0,-1 1 0,1-1 0,-1 1 0,1-1 0,-1 0 0,0 0 0,0 1 0,-1-1 0,1 0 0,-1-5 0,0-152 9437,1 157-9024,-1-1-1,1 1 1,-1 0-1,1-1 0,1 1 1,-1 0-1,3-5 1,-2 5-18,-1 0 0,1-1 0,-1 1 0,0 0 0,0-1 0,-1 1 0,1-6 0,0-3 598,-2-28 2158,1 41-3221,0-1 1,0 0-1,0 0 0,0 0 1,0 0-1,0 0 0,0 1 1,-1-1-1,1 0 0,0 0 1,0 0-1,-1 0 0,1 1 1,-1-1-1,1 0 0,-1 0 1,1 1-1,-1-1 0,1 0 1,-1 1-1,1-1 1,-1 1-1,0-1 0,0 1 1,1-1-1,-1 1 0,0-1 1,0 1-1,1 0 0,-1-1 1,-1 1-1,1 1-54,0 1 0,1 0 0,-1-1 0,1 1 0,0 0 0,-1 0 0,1-1 0,0 1 0,0 0 0,0 0 0,1-1 0,-1 1 0,0 0 0,1 0 0,-1-1 0,2 3 0,0 2 0,1-1 0,-1 1 0,0 0 0,0-1 0,-1 1 0,0 0 0,0 0 0,0 0 0,-1 13 0,0-11 0,1 0 0,0 1 0,0-1 0,1 1 0,0-1 0,1 0 0,0 0 0,4 9 0,-3-8 0,1 22 0,-3-5 0,-1-22 0,2 5 0,0 1 0,0 0 0,0-1 0,1 0 0,1 0 0,0 0 0,11 15 0,-11-17 0,-1 0 0,1 0 0,-1 0 0,5 12 0,7 11 0,-9-21 0,-1 0 0,1-1 0,-1 0 0,1-1 0,0 1 0,12 8 0,-17-15 0,-1 0 0,1 0 0,0 0 0,-1 0 0,1 0 0,0 0 0,0-1 0,0 1 0,-1-1 0,1 1 0,0-1 0,0 0 0,0 0 0,0 0 0,0 0 0,0 0 0,0 0 0,-1 0 0,1-1 0,0 1 0,0-1 0,0 1 0,0-1 0,-1 0 0,1 0 0,0 0 0,-1 0 0,1 0 0,-1 0 0,1 0 0,-1 0 0,1 0 0,-1-1 0,0 1 0,2-3 0,6-8 0,7-3 0,-13 13 0,-1 0 0,1 0 0,-1 0 0,0 0 0,0 0 0,0-1 0,0 1 0,0-1 0,0 1 0,-1-1 0,1 0 0,-1 0 0,0 1 0,0-1 0,1-4 0,15-27 0,-12 27 0,-1-1 0,0 0 0,0 0 0,-1-1 0,0 1 0,-1-1 0,0 0 0,0 1 0,1-14 0,7-29 0,-2-17 0,3 49 0,-10 17 0,1 0 0,-1 0 0,0 0 0,0-1 0,1 1 0,-1 0 0,-1-1 0,1 1 0,0-1 0,-1 1 0,1-1 0,-1 1 0,0-4 0,0 4 0,0-31 0,0 22 0,0 15 0,1 4 0,1-1 0,-1 1 0,1-1 0,1 0 0,-1 1 0,1-1 0,0 0 0,1-1 0,5 10 0,13 26 0,-11-22 0,1-1 0,27 35 0,-10-15 0,-22-29 0,0 0 0,1-1 0,0 0 0,1 0 0,0-1 0,0 0 0,1 0 0,0-1 0,0-1 0,0 0 0,1 0 0,0-1 0,0 0 0,1-1 0,11 3 0,-17-7 0,-1 1 0,0-1 0,1-1 0,-1 1 0,0-1 0,1 0 0,-1 0 0,0 0 0,0-1 0,0 0 0,0 0 0,0 0 0,0-1 0,0 0 0,-1 0 0,0 0 0,1 0 0,-1 0 0,0-1 0,0 0 0,-1 0 0,1 0 0,-1 0 0,3-6 0,-1 1 0,-1-1 0,0 0 0,0 0 0,-1 0 0,-1-1 0,1 1 0,-2-1 0,1 0 0,-2 1 0,1-1 0,-1 0 0,-1 1 0,-2-12 0,1-27 0,0 20 0,-1 1 0,-2 0 0,-15-52 0,0 6 0,19 67 0,-1 1 0,-1 0 0,1 1 0,-1-1 0,0 0 0,-4-4 0,4 6 0,0 0 0,1 0 0,0 0 0,0 0 0,0-1 0,0 1 0,1 0 0,-1-1 0,1 1 0,0-1 0,0-6 0,1 9-244,0 1 0,0-1-1,0 1 1,0 0 0,-1-1 0,1 1-1,0-1 1,0 1 0,-1-1 0,1 1 0,-1 0-1,0-1 1,1 1 0,-1 0 0,0 0-1,0-1 1,0 1 0,1 0 0,-1 0-1,-1 0 1,1 0 0,-1-1 0,1 1-149,-1 0 0,1 0 0,0 0 0,0 0 1,0 0-1,0 0 0,0 0 0,1 0 0,-1-1 1,0 1-1,1 0 0,-1-1 0,0 1 0,1 0 0,0-1 1,-1 1-1,1 0 0,0-1 0,0 1 0,-1-1 1,1 1-1,1-3 0,27-5-17658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26.0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282 324 12118,'-21'-27'6333,"14"19"-5365,1 0 0,0-1 0,1 1 0,0-1 0,-8-17 0,12 23-842,0-1-1,0 1 1,0 0-1,-1 0 1,0 0 0,1 0-1,-1 0 1,0 0-1,-1 0 1,1 1 0,0-1-1,-4-2 1,5 4-107,1 1 1,-1-1 0,1 1-1,-1-1 1,1 0-1,0 1 1,-1-1-1,1 0 1,0 1-1,-1-1 1,1 0 0,0 1-1,0-1 1,-1 0-1,1 0 1,0 1-1,0-1 1,0 0-1,0 0 1,0-1-1,-2-7 64,-12 2-112,13 19 246,2-9-125,-1 0 0,0 1 0,0-1 0,0 0 0,-1 0 1,1 0-1,-1 0 0,0 0 0,1 0 0,-3 4 0,-4 4 137,5-8-155,0 0 0,0 0 0,0 0 0,1 1 0,-1-1 0,1 1 0,0-1-1,0 1 1,0-1 0,0 1 0,1 0 0,-1 7 0,1 176 1065,1-176-1094,0 0 0,1-1-1,0 1 1,6 20 0,-4-21-11,-1 0 0,-1 1 1,0 0-1,1 21 0,-2-1-4,2 1 0,9 50 1,-9-63-54,-1 1 1,-1-1 0,-2 37 0,-1-9-767,2-46 764,0 0 1,0 1-1,0-1 0,0 0 1,-1 0-1,1 0 0,0 0 1,-1 0-1,1 0 1,-1 0-1,1 0 0,-1 0 1,1 0-1,-1 0 0,0 0 1,1 0-1,-1-1 1,0 1-1,0 0 0,0 0 1,0-1-1,0 1 0,1-1 1,-1 1-1,-2 0 1,0-34-3314,4-11 3047,2 1 0,9-46 1,-8 55 288,-1 0 1,-2-1-1,-4-37 1,1-7 23,1 20 690,-14-84 0,12 103 661,0 1-1,5-52 0,-1 20 58,0 70-1427,-1-1 0,0 1 0,0 0 1,1-1-1,-1 1 0,1 0 0,-1 0 0,1 0 1,-1-1-1,1 1 0,0 0 0,0 0 0,-1 0 1,1 0-1,0 0 0,0 0 0,0 1 0,0-1 1,0 0-1,0 0 0,0 1 0,1-1 0,-1 0 1,0 1-1,0-1 0,0 1 0,1 0 0,-1-1 1,0 1-1,0 0 0,1 0 0,-1 0 0,0 0 1,1 0-1,-1 0 0,0 0 0,2 1 0,4-1 2,-1 0 1,1 1-1,-1 0 0,0 1 0,1-1 0,-1 1 0,9 5 1,6 4-12,-1 1 0,-1 2 0,0 0 1,-1 1-1,0 0 0,28 35 1,31 52-3,-49-68 19,-3 0 1,-1 2-1,35 67 0,-34-52 88,-18-39-81,0 0 0,-1 0 0,-1 1-1,0 0 1,-1-1 0,0 2 0,-1-1 0,0 0 0,1 22-1,-3-10 37,0-17 11,0 0 0,-1 1 0,-1-1 0,1 0 1,-1 0-1,-3 13 0,3-15-57,-1-1 0,0 1 0,0-1 0,0 0 0,-1 0 0,0 0 0,0 0 0,0 0 0,0-1 0,-1 1 0,0-1 0,0 0 0,0 0 0,0 0 0,0-1 0,-1 0 0,0 1 0,0-1 0,-7 3 0,-12-1-8,-19 6 0,28-7 0,-1-1 0,1 0 0,-1-1 0,1 0 0,-24-2 0,-5 2 0,-288 7-25,260-9-83,69 0-810,18-2-7441,-13 1 8030,0 0-1,0 0 0,-1 0 0,1 0 0,0 1 0,0-1 0,0 0 1,0 1-1,0-1 0,0 1 0,0 0 0,0 0 0,0 0 1,0 0-1,1 0 0,1 0 0,1 1-262,0-1 1,0 0-1,0 0 0,0 0 1,0-1-1,1 1 0,5-3 1,75-8-5394,-36 7 3171,-3-5 709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26.6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3 812 1889,'80'-23'5006,"-62"20"-4254,0-1 1,-1-1-1,0-1 1,0-1-1,0 0 1,-1-1-1,0 0 1,-1-2-1,18-13 1,39-45 5223,-67 62-5318,0 0 0,0 0 0,-1 0 0,1-1 0,-1 0 0,5-11 0,-2 4 315,-7 11-779,1 1 1,0-1 0,-1 1 0,1-1 0,-1 1 0,0-1-1,0 1 1,0-1 0,0 1 0,0-1 0,-1 1-1,1-1 1,-1 1 0,1-1 0,-1 1 0,0 0 0,0-1-1,0 1 1,-3-4 0,2 1 95,-1 1-1,0 0 1,1 0-1,-1 1 1,-1-1 0,1 1-1,0-1 1,-1 1-1,-6-4 1,4 3-290,-1 0 0,1 1 0,-1 0 0,0 0 0,1 1 0,-1 0 0,0 0 0,-1 1 0,1 0 0,0 0 0,0 0 0,0 1 0,-1 0 0,1 1 0,0 0 0,0 0 0,0 0 0,0 1 0,0 0 0,0 0 0,0 1 0,-7 4 0,5-4 0,0 1 0,0 0 0,1 0 0,0 1 0,0 0 0,0 1 0,1-1 0,-1 2 0,1-1 0,1 1 0,-1 0 0,1 0 0,1 1 0,-1 0 0,1 0 0,1 0 0,-1 0 0,1 1 0,-5 17 0,-4 8 0,10-27 0,0 0 0,0 0 0,1 0 0,0 0 0,0 1 0,1-1 0,-1 12 0,1 6 0,0-16 0,0 0 0,1-1 0,1 1 0,-1 0 0,1-1 0,0 1 0,4 9 0,4 0 0,-7-16 0,0 1 0,-1 0 0,1-1 0,-1 1 0,0 0 0,0 0 0,0 0 0,0 0 0,0 0 0,-1 0 0,1 0 0,-1 4 0,0-5 0,0 0 0,0 0 0,1 0 0,-1 0 0,1 0 0,-1 0 0,1 0 0,0 0 0,-1 0 0,1 0 0,0 0 0,0-1 0,2 3 0,-2-2 0,0-1 0,0 0 0,0 1 0,0-1 0,-1 1 0,1-1 0,0 1 0,-1 0 0,1-1 0,-1 1 0,0 0 0,0-1 0,1 3 0,-1-3 0,0 0 0,0 0 0,0 0 0,0 0 0,1 0 0,-1 0 0,0 0 0,1 1 0,-1-1 0,0 0 0,1 0 0,0 0 0,-1 0 0,1-1 0,0 1 0,-1 0 0,1 0 0,0 0 0,0 0 0,0-1 0,0 1 0,-1 0 0,1-1 0,0 1 0,0-1 0,0 1 0,0-1 0,1 1 0,-1-1 0,0 0 0,0 0 0,0 1 0,0-1 0,0 0 0,0 0 0,0 0 0,1 0 0,-1 0 0,0 0 0,0-1 0,1 1 0,1-1 0,-1 1 0,1 0 0,-1-1 0,1 0 0,-1 0 0,1 0 0,-1 0 0,0 0 0,1 0 0,-1 0 0,0-1 0,0 1 0,0-1 0,0 0 0,0 1 0,0-1 0,-1 0 0,4-4 0,28-37 0,-28 37 0,1 0 0,-1 0 0,0-1 0,-1 0 0,5-8 0,16-55 0,-18 56 0,0-1 0,-1 0 0,6-26 0,-9 30 0,0-1 0,1 1 0,0 0 0,1 1 0,0-1 0,8-10 0,-12 19 0,0 0 0,0 0 0,0 0 0,0 0 0,-1 0 0,1 0 0,-1 0 0,1 0 0,-1-1 0,0 1 0,1-4 0,2-5 0,14 22 0,-12-7 0,-1 1 0,0-1 0,0 1 0,0-1 0,0 1 0,-1 0 0,0 0 0,5 10 0,15 26 0,-19-36 0,-1 0 0,0 0 0,0 0 0,0 0 0,0 1 0,2 8 0,-4-11 0,0 2 0,0 0 0,0 0 0,1 0 0,0 0 0,0-1 0,0 1 0,1 0 0,-1-1 0,1 0 0,7 8 0,-4-4 0,0 1 0,-1-1 0,1 1 0,-2 0 0,6 13 0,-7-15 0,-1-1 0,2 1 0,-1 0 0,1-1 0,0 0 0,0 0 0,6 6 0,5 6 0,-13-16 0,0 1 0,-1 0 0,1-1 0,1 0 0,-1 0 0,0 1 0,0-1 0,5 3 0,-5-5 0,-1 0 0,0 0 0,0 0 0,0 0 0,0 0 0,0 0 0,0 0 0,0 0 0,0 0 0,0 0 0,0 0 0,0-1 0,0 1 0,0 0 0,0-1 0,0 1 0,0-1 0,0 1 0,0-1 0,0 0 0,-1 1 0,1-1 0,0 0 0,0 1 0,-1-1 0,1 0 0,0 0 0,-1 0 0,1 0 0,-1 0 0,2-1 0,12-17 0,-11 16 0,-1 0 0,1 0 0,-1-1 0,0 1 0,0-1 0,0 1 0,-1-1 0,2-4 0,36-47 0,-23-10 0,-4 9 0,-1 16 0,-2-1 0,-2 0 0,-2 0 0,-1-1 0,-2 1 0,-2-1 0,-2 0 0,-2 1 0,-1 0 0,-22-79 0,22 72 0,2 16 0,-4 10 0,6 18 0,-1-1 0,1 0 0,-1 0 0,1 1 0,1-1 0,-1 0 0,1-7 0,0 3 0,-1 20 0,5 25 0,15 18 0,21 108 0,-5 9 0,-33-157 0,2-1 0,-1 0 0,10 19 0,-9-23 0,-1 0 0,1 0 0,-2 1 0,1 0 0,-1-1 0,-1 1 0,1 13 0,-1-10 0,0 0 0,1 0 0,1 1 0,5 16 0,-5-18 0,0 0 0,0 0 0,-1 1 0,0 16 0,-2-15-1021,1 1 0,0 0 0,1-1 0,0 1 0,8 23 1,-3 17-5391,-7-52 5453,0 0 0,0 0 1,0 0-1,-1 0 0,1 0 0,-1 0 0,1 0 1,-1 0-1,0 0 0,-2 3 0,-13 5-3182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27.0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3 185 3233,'0'-14'2843,"-1"10"-1856,0 0 0,1 1 0,0-1 0,0 0 0,0 0 0,0 0 0,1 0 0,-1 0 0,1 0 0,3-7 0,-2 8-736,0 0 1,0 1-1,1-1 0,-1 1 1,1-1-1,0 1 0,0 0 0,0 0 1,0 0-1,0 1 0,0-1 1,0 1-1,0-1 0,1 1 0,-1 0 1,1 1-1,4-2 0,22-6 517,19-6 751,1 2 0,1 3 1,65-4-1,-90 11-719,116-13 2834,-23 3-3602,-23 10-32,-93 6 0,-12 5 0,-29 22 0,-18 16 0,28-15 0,18-21 0,0 0 0,0 1 0,2 0 0,-1 1 0,2-1 0,-10 21 0,-4 3 0,18-33 0,1 0 0,0 0 0,0 0 0,0 0 0,0 0 0,0 0 0,1 1 0,0-1 0,-1 0 0,1 1 0,0-1 0,1 1 0,-1-1 0,1 1 0,-1-1 0,1 6 0,0 3 0,0-8 0,-1-1 0,1 1 0,0-1 0,1 1 0,-1 0 0,1-1 0,-1 1 0,1-1 0,2 7 0,-2-9 0,-1-1 0,1 1 0,-1-1 0,1 1 0,-1-1 0,1 1 0,-1-1 0,1 0 0,-1 1 0,1-1 0,-1 0 0,1 1 0,0-1 0,-1 0 0,1 0 0,-1 0 0,1 1 0,0-1 0,-1 0 0,1 0 0,0 0 0,-1 0 0,2 0 0,27-11 0,-9-1 0,1-1 0,35-30 0,-49 37 0,0 0 0,-1-1 0,1-1 0,-1 1 0,0-1 0,-1 0 0,0 0 0,0 0 0,-1-1 0,5-12 0,-7 15 0,-1 0 0,0 1 0,1 1 0,0-1 0,0 0 0,0 0 0,0 1 0,1-1 0,0 1 0,0-1 0,4-3 0,-5 5 0,0 0 0,0 1 0,-1-1 0,1 0 0,0-1 0,-1 1 0,0 0 0,2-6 0,6-12 0,1 11 0,-9 10 0,0-1 0,0 1 0,0-1 0,-1 1 0,1-1 0,0 1 0,-1-1 0,1 0 0,0 1 0,-1-1 0,1 0 0,-1 0 0,1 1 0,-1-1 0,1 0 0,-1 0 0,1 0 0,-1 1 0,0-1 0,0 0 0,1 0 0,-1 0 0,0 0 0,0-1 0,0 2 0,0 0 0,0 1 0,0-1 0,1 1 0,-1-1 0,0 0 0,0 1 0,0-1 0,1 0 0,-1 1 0,0-1 0,1 0 0,-1 1 0,0-1 0,1 0 0,-1 0 0,0 1 0,1-1 0,-1 0 0,0 0 0,1 0 0,-1 0 0,0 1 0,1-1 0,-1 0 0,1 0 0,-1 0 0,1 0 0,-1 0 0,0 0 0,1 0 0,-1 0 0,1 0 0,-1 0 0,0 0 0,1 0 0,-1 0 0,1-1 0,-1 1 0,0 0 0,1 0 0,-1 0 0,1-1 0,-1 1 0,0 0 0,1 0 0,-1-1 0,0 1 0,0 0 0,1 0 0,-1-1 0,0 1 0,0 0 0,1-1 0,-1 1 0,0-1 0,0 1 0,0 0 0,1-1 0,-2 34 0,-1-21 0,2 0 0,-1 1 0,2-1 0,0 0 0,0 0 0,4 15 0,6-6 0,-10-18 0,1 0 0,0 0 0,-1 0 0,1 1 0,-1-1 0,0 0 0,0 1 0,-1-1 0,1 1 0,-1-1 0,1 5 0,-1-3 0,0-1 0,1 1 0,-1-1 0,1 1 0,0-1 0,1 0 0,-1 1 0,1-1 0,0 0 0,-1 0 0,2 0 0,-1 0 0,1 0 0,-1-1 0,1 1 0,5 4 0,-4-3 0,1 0 0,-2 0 0,1 0 0,-1 0 0,0 1 0,5 10 0,-6-12 0,-1 0 0,1 0 0,-1-1 0,1 1 0,0 0 0,1-1 0,-1 0 0,0 0 0,1 1 0,0-2 0,0 1 0,0 0 0,6 4 0,-1-3 0,0 0 0,1 0 0,-1-1 0,16 3 0,8 4 0,-27-9 0,-1 0 0,1 0 0,0 0 0,0-1 0,-1 0 0,1 0 0,0 0 0,0-1 0,0 1 0,-1-1 0,1 0 0,0-1 0,-1 1 0,1-1 0,-1 0 0,1 0 0,4-4 0,25-8 0,-22 9 0,-1-1 0,0 0 0,0 0 0,-1-1 0,0-1 0,0 0 0,-1 0 0,0-1 0,0 0 0,-1 0 0,0-1 0,-1 0 0,0-1 0,0 0 0,-1 0 0,-1 0 0,6-16 0,-9 21-125,0 1-1,-1 0 1,0-1-1,0 1 1,0-1 0,-1 0-1,0 1 1,0-1 0,-1-10-1,-1-13-2128,-3-8-4661,3 33 5888,1 1 1,-2 0 0,1 0-1,0 0 1,-1 0-1,1 0 1,-6-4 0,8 7 979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28.0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218 59 1425,'0'-11'672,"0"-23"9770,0 21-4719,0 70-2546,0 1226 8151,-19-1247-11328,17-37 0,-1 0 0,1 0 0,-1-1 0,1 1 0,0-1 0,0 1 0,0-1 0,0 0 0,0 0 0,0 0 0,-2-3 0,3-2 0,0 1 0,0-1 0,-1 0 0,0 1 0,0-1 0,-1 1 0,1 0 0,-1-1 0,-1 1 0,1 1 0,-8-10 0,-17-35 0,9 13 0,4 11 0,-6 2 0,19 23 0,0-1 0,0 1 0,0-1 0,1 0 0,-1 0 0,0 1 0,1-1 0,0 0 0,-1 0 0,1-1 0,0 1 0,0 0 0,0 0 0,-1-3 0,2 4 0,0 1 0,0-1 0,0 0 0,0 0 0,0 0 0,0 1 0,-1-1 0,1 0 0,0 1 0,-1-1 0,1 0 0,0 1 0,-1-1 0,1 0 0,-1 1 0,1-1 0,-1 1 0,1-1 0,-1 1 0,0-1 0,1 1 0,-1-1 0,1 1 0,-1-1 0,0 1 0,1 0 0,-1 0 0,0-1 0,0 1 0,1 0 0,-1 0 0,0 0 0,0 0 0,1-1 0,-1 1 0,0 0 0,0 1 0,0-1 0,1 0 0,-1 0 0,0 0 0,0 0 0,1 1 0,-1-1 0,0 0 0,1 0 0,-1 1 0,-1 0 0,2 0 0,0 5 0,-1-1 0,1 1 0,0 0 0,0-1 0,1 1 0,0-1 0,0 1 0,0-1 0,0 1 0,1-1 0,0 1 0,0-1 0,1 0 0,0 0 0,-1 0 0,1 0 0,1-1 0,4 6 0,-7-8 0,5 5 0,-1 1 0,2-1 0,-1 1 0,1-2 0,0 1 0,0-1 0,16 10 0,-16-12 0,0 1 0,1 0 0,0-1 0,0 0 0,0 0 0,1-1 0,-1 0 0,1 0 0,0-1 0,0 0 0,12 0 0,15-1 0,0-2 0,0-1 0,0-2 0,67-17 0,-60 6-746,0-2 1,-1-1-1,44-27 0,-51 13-12568,-27 24 10469,-3-4-3177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29.2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461 68 9028,'1'-8'9942,"-1"6"-9563,0 0-1,1 0 1,-1 1-1,0-1 0,0 0 1,0 0-1,-1 0 1,1 0-1,0 0 0,-1 1 1,1-1-1,-1 0 1,1 0-1,-1 1 0,-2-4 1,-15-6 696,13 9-299,5 2-745,0-1-1,1 1 0,-1 0 1,0-1-1,0 1 0,0 0 0,1-1 1,-1 1-1,0 0 0,0-1 1,0 1-1,0 0 0,0-1 1,0 1-1,0-1 0,0 1 1,0 0-1,0-1 0,0 1 1,0 0-1,0-1 0,0 1 1,0 0-1,0-1 0,0 1 0,0-1 1,-1 1-1,1 0 0,0-1 1,0 1-1,0 0 0,-1 0 1,1-1-1,0 1 0,0 0 1,-1-1-1,1 1 0,0 0 1,0 0-1,-1 0 0,1-1 0,0 1 1,-1 0-1,1 0 0,-1 0 1,-24 0 979,-20 11 998,10 0-1295,24-8-586,0 0 1,0 1-1,0 1 1,0 0-1,-17 11 1,-40 17-128,53-28 0,0 1 0,0 1 0,1 0 0,1 1 0,-1 1 0,-23 19 0,32-21 0,1-4 0,0 0 0,0 1 0,1 0 0,0 0 0,0 0 0,0 0 0,0 1 0,1-1 0,-1 1 0,1-1 0,0 1 0,0 0 0,1 0 0,0 0 0,0 0 0,0 0 0,0 9 0,1-10 0,-1-1 0,1 1 0,-1-1 0,1 1 0,0 0 0,0-1 0,1 1 0,-1-1 0,1 1 0,0-1 0,0 1 0,0-1 0,0 1 0,0-1 0,1 0 0,-1 0 0,1 0 0,0 0 0,0 0 0,1 0 0,-1 0 0,5 4 0,-2-2 0,0 0 0,0-1 0,0 0 0,0 0 0,1 0 0,0 0 0,-1-1 0,1 0 0,1 0 0,-1-1 0,0 0 0,1 0 0,-1 0 0,10 0 0,52 12 0,-49-10 0,1 0 0,-1-1 0,23 1 0,7-3 0,-22 1 0,0-1 0,0-2 0,32-4 0,-58 5 0,1 0 0,-1 0 0,0-1 0,0 1 0,0 0 0,0-1 0,0 1 0,0 0 0,0-1 0,0 1 0,0-1 0,0 0 0,0 1 0,0-1 0,0 0 0,0 1 0,-1-1 0,1 0 0,0 0 0,0 0 0,-1 0 0,1 0 0,0-1 0,-1 1 0,-1 1 0,1-1 0,0 0 0,-1 1 0,1-1 0,-1 0 0,1 1 0,-1-1 0,0 1 0,1-1 0,-1 1 0,1-1 0,-1 1 0,0 0 0,1-1 0,-1 1 0,0-1 0,0 1 0,1 0 0,-1 0 0,0 0 0,0-1 0,1 1 0,-1 0 0,0 0 0,0 0 0,1 0 0,-1 0 0,0 0 0,0 0 0,0 1 0,-1-1 0,-25 1 0,-1 2 0,1 0 0,0 2 0,0 1 0,-46 17 0,22-3 0,-90 49 0,135-66 0,1 0 0,0 0 0,0 1 0,0 0 0,0 0 0,0 0 0,1 0 0,0 0 0,0 1 0,0 0 0,0 0 0,-5 11 0,6-8 0,0 1 0,1-1 0,0 1 0,1 0 0,-1 0 0,2 0 0,0 16 0,-1-19 0,1 0 0,0 1 0,1-1 0,-1 0 0,1 1 0,1-1 0,-1 0 0,1 0 0,0 0 0,4 7 0,-3-8 0,1-1 0,-1 1 0,1-1 0,0-1 0,1 1 0,-1 0 0,1-1 0,-1 0 0,1 0 0,0 0 0,10 3 0,4 3 0,-10-4 0,0 0 0,1-1 0,-1 0 0,1 0 0,0-1 0,0-1 0,21 3 0,5-4-1687,0-3 1,0 0-1,-1-3 0,61-14 1,-62 10-163,-15 5 637,0-1-1,-1-1 1,1-1 0,-2 0-1,1-1 1,25-16-1,29-25-1431,-44 32 2221,-1-2 0,-1 0 0,0-2 0,34-37 0,-56 53 458,5-6 223,0 1-1,0 0 1,1 0 0,20-14-1,17-18 1193,-35 30-231,0 0 1,1 1 0,26-16-1,-35 25-894,-3 1-183,1 1 0,-1-1 0,0 1 1,1-1-1,-1 0 0,0 0 0,0 1 1,0-1-1,0 0 0,0 0 1,0 0-1,0 0 0,0 0 0,0 0 1,0-1-1,-1 1 0,1 0 0,0 0 1,-1 0-1,1-1 0,-1 1 0,1 0 1,-1-1-1,0 1 0,1-2 1,-1 2-38,0 1 0,0-1 0,0 1 0,0-1 0,0 1 0,0-1 0,0 1 0,0-1 0,0 1 0,0-1 0,1 1 0,-1-1 0,0 1 0,0-1 0,1 1 0,-1 0 0,0-1 0,1 1 0,-1-1 0,0 1 0,1 0 0,-1-1 0,0 1 0,1 0 0,-1-1 0,1 1 0,-1 0 0,1 0 0,-1 0 0,1-1 0,-1 1 0,1 0 0,0 0-35,-1 0 0,1 0 0,-1-1-1,1 1 1,-1 0 0,1 0 0,-1 0-1,0-1 1,1 1 0,-1 0 0,1 0-1,-1-1 1,0 1 0,1 0 0,-1-1 0,0 1-1,0 0 1,1-1 0,-1 1 0,0-1-1,0 1 1,1 0 0,-1-1 0,0 1-1,0-1 1,0 1 0,0-1 0,0 1-1,0-1 1,1 1 0,-1-1 0,0-2 2806,-13 8-2802,0 2 0,1 0 1,0 0-1,0 1 0,1 0 0,0 1 0,-17 18 0,19-19-64,-12 16-19,-2 0-43,17-14 143,5-6-100,0-2 8,-1 0-10,0 0 1,1 0-1,0 0 0,-1 0 0,1 0 1,0 1-1,0-1 0,0 0 0,0 1 1,1-1-1,-1 1 0,1-1 0,-1 1 0,1 2 1,0-4 5,-1-1 0,1 1 0,-1 0 0,1-1 0,-1 1 0,0-1 0,1 1 0,-1-1 0,0 1-1,1-1 1,-1 1 0,0-1 0,1 0 0,-1 1 0,0-1 0,0 0 0,0 1 0,1-1 0,-1 0 0,0 0 0,0 0 0,0 0 0,1 0 0,-1 0 0,-1 0 0,-7 2-46,9-3 57,0 0 0,1 0 0,-1-1 0,0 1 0,0 0 0,0-1 0,-1 1-1,1 0 1,0-1 0,0 1 0,-1 0 0,1 0 0,0 0 0,-1-1 0,1 1 0,-1 0-1,0 0 1,1 0 0,-1 0 0,0 0 0,0 0 0,0 0 0,0 0 0,0 0 0,0 0-1,0 0 1,0 1 0,-2-2 0,3 2-10,-1-1 0,1 1 0,0-1 0,-1 1 1,1-1-1,0 1 0,-1-1 0,1 1 0,0-1 0,0 1 0,0-1 0,-1 0 0,1 1 0,0-1 1,0 1-1,0-1 0,0 1 0,0-1 0,0 0 0,0 1 0,0-1 0,0 1 0,0-1 0,1 1 1,-1-2-1,0 4 7,1 0 0,-1 0 1,1 0-1,-1 0 0,1 0 1,0 0-1,0 0 0,0 0 1,0-1-1,0 1 1,0 0-1,1-1 0,-1 1 1,0-1-1,1 1 0,-1-1 1,1 1-1,0-1 0,-1 0 1,1 0-1,0 0 0,0 0 1,2 1-1,-1-1 3,0 1 0,-1-1 0,1 1 0,-1 0 0,1 0 0,-1 0 0,0 0-1,1 0 1,-1 1 0,-1-1 0,1 0 0,2 4 0,0 4-2,-2-5-4,0 0-1,-1-1 1,2 1-1,-1-1 1,1 0 0,-1 0-1,1 1 1,0-2-1,1 1 1,-1 0 0,1-1-1,-1 1 1,1-1-1,0 0 1,5 2-1,10 4 20,-14-7-12,0 1-1,0-1 1,0 1 0,0 0-1,0 0 1,-1 1 0,1-1-1,-1 1 1,4 4 0,4 1-9,-1 0-1,2-1 1,-1-1 0,1 0-1,0-1 1,1 0 0,24 6 0,-28-8-7,7 0-207,1 0-1,-1-2 1,1 1-1,0-2 1,0-1 0,0 0-1,27-4 1,-33 0 123,1 0 1,-1 0 0,0-1 0,-1-1 0,1 1-1,-1-2 1,0 0 0,18-16 0,-23 19 90,0 0-1,-1 0 1,0-1 0,0 0-1,0 0 1,-1 0 0,1 0 0,-1-1-1,-1 0 1,1 0 0,-1 0-1,0 0 1,3-10 0,49-141 634,-53 151-521,-1 0 0,0 0 0,0 1 0,-1-1 0,0-11 0,3-20 717,2 11-32,0 0 0,-2 0-1,0-40 1,-3 62-796,0 9 0,1 21 0,-6 40 0,-3-19 0,2 0 0,1 1 0,3 0 0,5 71 0,0-17 0,-4-46 0,3-1 0,12 79 0,-12-118 0,0 0 0,-2-1 0,0 1 0,-3 17 0,2-20 0,0 0 0,0 1 0,2-1 0,-1 0 0,2 1 0,5 25 0,-1-20-54,-1 0 0,-1 1-1,0 0 1,-2 0 0,1 24 0,-3 30-7191,0-51 1328,0 4-4148,0-12 5476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29.5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207 77 14231,'-3'-14'10649,"-4"2"-6258,-2-12-1445,9 23-2934,0 0-1,-1 1 0,1-1 0,0 0 1,0 0-1,0 0 0,0 0 0,0 1 1,0-1-1,0 0 0,0 0 0,0 0 1,0 0-1,1 1 0,-1-1 0,0 0 1,1 0-1,-1 1 0,0-1 0,1 0 1,-1 0-1,1 1 0,-1-1 0,1 0 1,-1 1-1,1-1 0,-1 1 0,1-1 1,0 1-1,-1-1 0,1 1 0,0-1 1,0 1-1,-1 0 0,1-1 0,0 1 1,0 0-1,-1-1 0,1 1 0,0 0 1,0 0-1,0 0 0,0 0 0,-1 0 1,1 0-1,0 0 0,0 0 0,0 0 1,0 0-1,-1 1 0,1-1 0,1 1 1,6 2-16,-1 0 1,0 1 0,1 1-1,9 7 1,1 0-27,-11-8 30,-1 1 0,0 0 0,1 0 0,-2 1 0,1 0 0,6 9 0,20 19 0,-24-27 0,-3-4 0,0 2 0,-1-1 0,1 0 0,-1 1 0,0 0 0,0 0 0,0 0 0,-1 1 0,0-1 0,0 1 0,4 11 0,-4-5 0,0-1 0,0 0 0,1 0 0,0 0 0,9 16 0,-9-21 0,-1 0 0,0 1 0,-1-1 0,0 1 0,0 0 0,0 0 0,0-1 0,-1 1 0,-1 0 0,1 0 0,-1 0 0,0 0 0,0 0 0,-1 0 0,0 0 0,0 0 0,-1 0 0,0 0 0,0 0 0,-1-1 0,0 1 0,-5 9 0,3-8 0,0-1 0,0 0 0,0 0 0,-1-1 0,0 0 0,0 0 0,-1 0 0,0 0 0,0-1 0,0-1 0,0 1 0,-1-1 0,0 0 0,0 0 0,0-1 0,0-1 0,0 1 0,-15 2 0,-69 10 0,84-14-416,1 1 0,-1-1 0,0 0 0,1-1 0,-1 0 0,-14-1 0,-7-1-1962,18 1 126,1 0 0,0-1-1,0-1 1,0 1 0,0-2 0,0 1 0,-13-8 0,3-4-1926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29.8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1 174 4802,'-1'-3'439,"1"-1"0,0 0 1,0 0-1,1 0 0,-1 0 0,1 0 0,-1 1 0,1-1 0,0 0 0,1 0 0,-1 1 0,1-1 1,-1 1-1,1-1 0,0 1 0,5-6 0,-4 6-205,-1 1-1,1-1 1,-1 1-1,0-1 1,0 0-1,0 0 1,0 0 0,-1 0-1,1-1 1,-1 1-1,0 0 1,0-1-1,0 1 1,0-1 0,-1 1-1,1-1 1,-1 1-1,0-1 1,0-4-1,0 7-114,0 0-1,0 0 0,0 0 0,0 0 0,0 0 1,0 0-1,1 0 0,-1 1 0,0-1 0,1 0 1,-1 0-1,0 0 0,1 0 0,-1 0 0,1 1 0,0-1 1,-1 0-1,1 0 0,0 1 0,-1-1 0,1 0 1,1 0-1,-2 1 6,1-1 0,0 1 0,-1-1 0,1 1 0,0-1 0,-1 0 0,1 1 0,-1-1 0,0 1 0,1-1 1,-1 0-1,1 1 0,-1-1 0,0 0 0,1 0 0,-1 1 0,0-1 0,0-6 5233,0 21-1923,0 196-1348,1-202-2086,-1 0 0,1 0 0,1 0 0,-1 0 0,1-1 0,6 15 0,1 6 0,6 52 0,-12-61 0,0 1 0,2-1 0,0 1 0,14 32 0,-12-35 0,0 1 0,8 35 0,0-3 0,13 28 0,-20-23-3175,4-5-4904,-9 4-6839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30.3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145 243 3954,'0'-45'7152,"0"-57"-1464,0 101-5619,0 0-1,0 0 0,0 0 1,0 0-1,0 0 1,0 0-1,0 0 0,-1 0 1,1 0-1,0 0 0,-1 1 1,1-1-1,-1 0 1,1 0-1,-1 0 0,1 0 1,-1 1-1,0-1 0,1 0 1,-1 1-1,0-1 1,-1 0-1,2 0-3,-1 1-1,0-1 1,1 1-1,-1-1 1,1 1-1,-1-1 1,1 1 0,-1-1-1,1 0 1,-1 1-1,1-1 1,-1 0-1,1 0 1,0 1 0,0-1-1,-1 0 1,1 0-1,0 1 1,0-1 0,0 0-1,0-3 1714,0 4-1746,0 0 1,0 1 0,0-1-1,0 0 1,0 0 0,0 0 0,1 1-1,-1-1 1,0 0 0,0 0 0,0 1-1,0-1 1,0 0 0,0 0 0,0 1-1,0-1 1,0 0 0,0 0-1,0 1 1,0-1 0,0 0 0,-1 0-1,1 0 1,0 1 0,0-1 0,0 0-1,0 0 1,0 0 0,0 1 0,0-1-1,-1 0 1,1 0 0,0 0-1,0 1 1,0-1 0,0 0 0,-1 0-1,1 0 1,0 0 0,0 0 0,0 0-1,-1 0 1,1 1 0,0-1 0,0 0-1,-1 0 1,1 0 0,0 0-1,0 0 1,-1 0 0,1 0 0,-9 2 391,9-2-367,-1 0 1,0 0 0,0 1 0,0-1 0,0 0 0,0 1-1,1-1 1,-1 0 0,0 1 0,0-1 0,0 1 0,1-1 0,-1 1-1,0 0 1,1-1 0,-1 1 0,1-1 0,-1 1 0,1 0-1,-1 0 1,1-1 0,-1 1 0,1 0 0,0 0 0,-1 0 0,1 0-1,-1 1 1,-19 24 1052,17-25-999,1 1 0,0 1 0,-1-1 0,1 0 0,0 0 0,1 1 1,-1-1-1,0 1 0,1 0 0,-1 0 0,1-1 0,0 1 0,-2 4 0,-36 99 1989,37-99-2042,0 0 0,1 0 0,0 0 1,0 0-1,0 0 0,1 1 0,0-1 0,0 0 0,2 8 0,0 14 44,-3-13-57,0-11-36,1 0 0,0-1 0,0 1 0,0 0 1,0-1-1,1 1 0,0 0 0,0-1 0,2 8 0,12 26 13,-9-22 5,0-1-1,0 1 1,2-1 0,0 0-1,12 16 1,-4-10 2,-13-18-17,-1 1 1,0-1-1,1 0 1,0 0-1,0 0 1,0 0-1,0 0 0,6 3 1,3 1 38,1-1-1,0 0 1,0-1 0,0-1-1,17 4 1,-26-8-37,1 0 1,-1-1-1,0 1 0,1-1 0,-1 0 1,0 0-1,1 0 0,-1-1 1,0 0-1,0 0 0,0 0 0,0 0 1,4-4-1,-2 3-27,-2 1 13,1 0 0,-1 0 0,1-1 0,-1 0 0,0 0 0,0 0 1,0 0-1,0 0 0,-1-1 0,1 0 0,-1 0 0,0 0 0,0 0 0,0 0 0,-1-1 0,0 1 1,0-1-1,0 1 0,0-1 0,0 0 0,-1 0 0,0 0 0,0 0 0,-1 0 0,1-8 0,-2-22-28,-2 0-1,-1-1 0,-2 1 0,-1 1 0,-2-1 0,-13-32 0,4 30 179,15 31-96,0 1 0,0-1 0,0 0-1,1 1 1,0-1 0,0 0 0,0-1-1,1 1 1,-2-12 0,3-3 39,-1 16-57,1 1-1,0-1 0,0 1 0,1-1 0,-1 1 0,1-1 1,0 1-1,2-7 0,-2 10-29,0 0 1,0 0-1,0-1 1,0 1-1,1 0 1,-1 0-1,0 0 1,1 1-1,-1-1 1,1 0-1,-1 0 1,1 1-1,-1-1 1,1 1-1,0 0 1,-1-1-1,1 1 1,0 0-1,-1 0 1,1 0-1,0 0 1,-1 0-1,3 1 1,-2-1-8,0 0 1,-1 0-1,1 0 1,-1 0 0,1 1-1,0-1 1,-1 0-1,1 1 1,-1 0 0,1-1-1,-1 1 1,0 0-1,1 0 1,1 1 0,8 5-13,-2-4 12,0 1 0,-1 0 0,1 1 0,-1 0 0,0 1 0,-1-1 0,1 1 0,-1 1 0,0-1 0,-1 1 0,0 1 1,0-1-1,7 13 0,9 10 28,-10-15-12,-1 0 0,-1 1-1,0 1 1,14 33 0,2 4-15,-23-48 0,0-1 0,0 0 0,0 1 0,-1 0 0,1 0 0,-1-1 0,-1 1 0,1 0 0,0 10 0,-2-9 0,0-10 0,-1-20 0,1 15 0,0 0 0,0 0 0,1 1 0,0-1 0,3-11 0,1 10 12,-2 4-41,-1 1 0,0-1 0,1 0 0,-1 0 0,-1 0 0,1 0 0,-1 0 0,0 0 0,0 0 0,-1 0 0,1 0 0,-2-9-1,1-8-990,-1 10-645,1 1 1,0 0-1,0 0 1,1-1-1,4-16 1,4 6-822,-6 17 1722,-1-1 0,0 1 0,0-1-1,-1 1 1,1-1 0,-1 0 0,1-10 0,-2 11 226,0 1 0,1 0 0,-1 0 0,1 0 0,0-1 0,0 1 0,1 0 0,-1 0-1,1 1 1,0-1 0,0 0 0,0 0 0,1 1 0,-1-1 0,1 1 0,0 0 0,5-5 0,0 0-326,-4-8-1302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30.5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0 110 1329,'1'7'677,"-1"0"0,2-1 0,-1 1 0,0 0 1,4 8-1,4 28 1537,-9-39-2011,1 0 0,-1 0 0,1 0 0,-1 0-1,1 0 1,1 0 0,-1 0 0,0-1 0,1 1 0,0 0 0,4 5-1,8 21 1534,13 20 2086,-25-45-3406,0-1-1,1-1 0,0 1 0,-1 0 1,1-1-1,1 1 0,-1-1 1,0 0-1,1 0 0,4 3 1,0-3 255,0-1 0,0 0 1,1-1-1,-1 0 1,0 0-1,0-1 1,1 0-1,9-1 0,-14 1-480,0-1 0,0 0 1,0 0-1,0 0 0,0 0 0,0-1 0,0 1 0,0-1 0,0 0 0,-1 0 0,1-1 0,-1 1 0,0-1 0,0 1 0,0-1 0,0 0 0,3-4 0,20-17 679,-24 22-827,1 1 0,0-1 0,-1-1 0,1 1 0,-1 0 0,0 0 0,0-1 0,0 1 0,0-1 0,0 0 0,0 0 0,-1 0 0,1 1 0,-1-1 0,1-4 0,1-12 214,-1 0-1,0-1 0,-2 1 0,-2-25 1,0-9 22,2 48-279,0 0 0,0 0 0,-1 0 0,0 0 0,0 1 0,0-1 0,-1 0 0,0 0 0,0 1 0,0-1 0,0 1 0,-1 0 0,1 0 0,-1 0 0,0 0 0,-1 0 0,1 0 0,-6-4 0,6 6 0,0 0 0,0 0 0,0 0 0,-1 1 0,1-1 0,-1 1 0,1 0 0,-1 0 0,1 0 0,-1 0 0,0 0 0,1 1 0,-1 0 0,0 0 0,0 0 0,1 0 0,-1 0 0,0 1 0,1 0 0,-1 0 0,0 0 0,1 0 0,-1 0 0,1 1 0,-1-1 0,-3 4 0,-3 1 0,1 1 0,0 0 0,0 0 0,1 1 0,0 0 0,0 0 0,1 1 0,0 0 0,0 0 0,1 1 0,1 0 0,-1 0 0,-3 11 0,2-3 0,1-1 0,1 1 0,1 1 0,0-1 0,1 0 0,-1 38 0,5-45 0,0 1 0,0 0 0,6 21 0,-1-5 0,28 120 0,-31-139 0,0 0 0,1 0 0,0 0 0,0 0 0,1-1 0,0 0 0,1 0 0,8 10 0,55 52 0,-62-65 0,1 0 0,-1 0 0,0-1 0,1 0 0,0 0 0,0-1 0,0 0 0,1 0 0,-1-1 0,15 2 0,-10-2 0,0-1 0,0 0 0,1-1 0,-1 0 0,25-5 0,-24 3-410,1-1 1,-1-1-1,0 0 1,-1-1-1,1-1 1,-1 0-1,0 0 1,-1-1-1,1-1 1,-1-1-1,15-12 1,41-41-13120,-44 34 6696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47.0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216 252 800,'0'0'1180,"0"-51"4334,0 49-4972,0-163 13787,0 164-14306,0 1 0,0-1 1,0 1-1,1-1 0,-1 1 0,0-1 0,0 1 1,0 0-1,1-1 0,-1 1 0,0-1 1,0 1-1,1 0 0,-1-1 0,0 1 0,1 0 1,-1-1-1,1 1 0,-1 0 0,0 0 1,1-1-1,-1 1 0,1 0 0,-1 0 1,1 0-1,-1-1 0,0 1 0,1 0 0,-1 0 1,1 0-1,-1 0 0,1 0 0,-1 0 1,1 0-1,0 0 0,-1 0-4,1 0 0,0 0-1,-1 0 1,1 0 0,-1 0 0,1 0 0,-1 0-1,1 0 1,0 0 0,-1 0 0,1 0-1,-1-1 1,1 1 0,-1 0 0,1 0 0,-1-1-1,1 1 1,-1 0 0,1-1 0,-1 1 0,0-1-1,1 1 1,-1 0 0,1-1 0,-1 1 0,0-1-1,0 1 1,1-1 0,-1 1 0,0-1 0,0 1-1,1-1 1,-1 0 0,0 1 0,0-1-1,0 0 1,0 0 31,-1 0 0,1 1-1,-1-1 1,1 0-1,-1 1 1,0-1 0,1 1-1,-1-1 1,1 1 0,-1-1-1,0 1 1,0-1 0,1 1-1,-1 0 1,0 0-1,0-1 1,1 1 0,-1 0-1,0 0 1,0 0 0,0-1-1,1 1 1,-1 0 0,0 0-1,-1 1 1,-7-4 417,10 24-470,0-12 0,0-1-1,-1 1 0,0-1 1,0 1-1,-1-1 1,0 1-1,-5 14 0,3-16 0,0-3 6,0 1 0,1 0 0,0 0 1,0 0-1,0 0 0,0 0 0,1 1 0,0-1 0,0 0 0,0 1 1,1 10-1,0 279 662,0-290-657,-1-1 1,1 1-1,-1-1 0,0 0 0,0 0 1,-1 1-1,-1 4 0,1-5 7,0 0-1,1 0 0,0 0 1,-1 1-1,2-1 1,-1 1-1,0 4 0,1 225 404,0-230-407,-1 0 0,1 0 0,-1-1 0,0 1 0,0 0 0,-1-1 0,1 1 0,-1-1 0,-2 6 0,1-5-9,1-1 1,1 1 0,-1 0 0,0 0-1,1 0 1,0 0 0,0 0 0,0 0-1,0 7 1,1 70 35,0-80-36,0 0-1,0 0 0,0 0 0,0-1 1,0 1-1,0 0 0,0 0 0,0 0 1,1 0-1,-1 0 0,0-1 0,0 1 1,1 0-1,-1 0 0,1-1 0,-1 1 1,1 0-1,-1 0 0,1-1 0,-1 1 1,1 0-1,0-1 0,-1 1 0,1-1 1,0 1-1,-1-1 0,1 1 0,0-1 1,0 0-1,-1 1 0,3 0 0,-2-1 1,-1 0-1,1 0 0,0 0 0,-1 1 1,1-1-1,0 0 0,-1 1 0,1-1 1,0 1-1,-1-1 0,1 1 0,-1-1 1,1 1-1,-1-1 0,1 1 0,-1-1 1,1 1-1,-1 0 0,0-1 0,1 1 1,-1 0-1,0-1 0,0 1 0,1 0 1,-1 0-1,0-1 0,0 1 0,0 0 1,0 0-1,0-1 0,0 2 0,0 9-2,0 50 91,0-46-150,0-32-191,-5 12 222,2 4 24,2 1 4,0-1 0,0 1 1,0 0-1,0-1 0,0 1 0,0-1 1,0 1-1,0-1 0,0 0 0,0 1 1,0-1-1,1 0 0,-1 0 0,0 0 1,0 1-1,1-1 0,-1 0 1,0 0-1,1 0 0,-1 0 0,1 0 1,0 0-1,-1 0 0,1 0 0,0 0 1,-1 0-1,1-1 0,0 1 0,0-1 1,-1-1-4,0 0 1,0 0-1,0 0 1,0 0-1,-1 0 1,1 0 0,-1 0-1,0 1 1,0-1-1,0 1 1,0-1-1,0 1 1,-1 0 0,1 0-1,-3-2 1,-15-17 53,-8 3-19,26 17-29,0 0-1,0 1 1,1-1-1,-1 0 1,0 0-1,0 0 0,0 0 1,0 0-1,1 0 1,-1-1-1,1 1 1,-1-1-1,1 1 0,-1-1 1,1 1-1,0-1 1,0 0-1,0 0 1,0 1-1,0-1 0,0 0 1,0-3-1,-4 1 40,-9-8 53,6 8-456,6 21 166,2 66 168,0-82 30,0 0 0,0-1 0,1 1 0,-1 0 0,0 0 0,0 0 1,0-1-1,1 1 0,-1 0 0,0 0 0,1-1 0,-1 1 0,0 0 0,1-1 0,-1 1 0,1-1 0,-1 1 0,1 0 0,0-1 0,-1 1 1,1-1-1,0 1 0,-1-1 0,1 0 0,0 1 0,-1-1 0,1 0 0,1 1 0,-2-1 4,1 1 0,0-1-1,0 0 1,0 1 0,0-1-1,-1 1 1,1-1 0,0 1 0,0-1-1,-1 1 1,1 0 0,0 0 0,-1-1-1,1 1 1,-1 0 0,1 0-1,-1-1 1,1 1 0,-1 0 0,0 0-1,1 0 1,-1 0 0,0 0-1,0 0 1,0-1 0,0 1 0,1 0-1,-1 2 1,1-2 19,0 0-1,0 0 0,0 0 1,0 0-1,0-1 1,0 1-1,1 0 0,-1-1 1,0 1-1,1 0 1,-1-1-1,0 1 1,1-1-1,-1 0 0,1 0 1,-1 1-1,1-1 1,-1 0-1,3 0 0,38-3 347,48-19-63,-66 16-260,-19 5-47,-1 0-1,1 0 1,-1-1 0,1 0 0,-1 0 0,1 0-1,-1 0 1,7-5 0,-3 1 8,0 1 1,0 0-1,1 0 1,-1 1-1,1 0 0,17-5 1,-24 9-9,0-1 1,0 1 0,0-1 0,0 0-1,0 0 1,0 0 0,0 0-1,-1 0 1,1 0 0,0 0 0,-1 0-1,1-1 1,1-2 0,22-15-126,14-3-603,-33 14-920,-4 5 1065,4 0-312,-5 3 789,-1 0 0,1 0 0,-1 0 0,0-1 0,1 1 0,-1 0-1,1 0 1,-1 0 0,1-1 0,-1 1 0,0 0 0,1 0 0,-1-1 0,0 1 0,1 0 0,-1-1 0,0 1 0,1 0 0,-1-1 0,0 1 0,0-1 0,0 1 0,1 0 0,-1-1-1,0 1 1,0-1 0,0 1 0,0-1 0,0 1 0,0-1 0,0 1 0,0-1 0,0 1 0,0-1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48.4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47 191 976,'0'-42'6741,"0"-55"1386,0 59-2305,0 38-5788,0-1 1,0 0 0,0 1-1,0-1 1,0 1-1,0-1 1,0 1-1,0-1 1,-1 1-1,1-1 1,0 1 0,0-1-1,-1 1 1,1-1-1,0 1 1,-1-1-1,1 1 1,0 0-1,-1-1 1,1 1 0,0-1-1,-1 1 1,1 0-1,-1-1 1,1 1-1,-1 0 1,1 0-1,-1-1 1,1 1 0,-1 0-1,1 0 1,-1 0-1,1 0 1,-1 0-1,1 0 1,-1 0-1,0 0 1,1 0 0,-1 0-1,1 0 1,-1 0-1,-3 0 108,4 29-41,-1 30 316,-1-27-197,2-1-1,7 59 0,-7-86-211,5 20 34,-1 0 0,-1 0 0,0 36 0,-2-51-43,0-1 0,0 0 0,1 1 0,0-1 1,5 13-1,-4-12 3,0 1 1,-1-1 0,0 0-1,0 1 1,0 16 0,-2 252-1545,0-277 1495,0-1 1,0 1 0,0 0-1,0-1 1,0 1-1,0 0 1,0-1 0,-1 1-1,1 0 1,0-1-1,0 1 1,-1 0 0,1-1-1,0 1 1,-1-1-1,1 1 1,-1-1-1,1 1 1,-1-1 0,1 1-1,-1-1 1,1 1-1,-1-1 1,0 0 0,1 1-1,-1-1 1,1 0-1,-1 1 1,0-1 0,1 0-1,-1 0 1,0 0-1,1 0 1,-1 1-1,0-1 1,1 0 0,-1 0-1,0 0 1,0-1-1,1 1 1,-1 0 0,-1 0-1,0 0-142,1-1-14,0 0 1,1 0-1,-1 0 1,1 0-1,-1 0 0,1 0 1,-1 0-1,1 0 1,0 0-1,-1-1 0,1 1 1,0 0-1,0 0 1,0 0-1,0 0 0,0 0 1,0-1-1,0 1 1,1-1-1,-4-18-1796,0 15 1790,1 1 1,0-1-1,-1 0 0,2 0 1,-1 0-1,0 0 0,1 0 1,0 0-1,0-1 0,1-7 1,1-64-600,1 60 806,-1 1 0,-1 0 0,-1 0 0,-4-32 0,-4 21 58,6 19-9,0 0 1,1 1-1,0-1 0,0 0 0,1-1 0,-1-12 1,2-152 1795,1 168-1764,-1 0 0,1 0 0,-1 0-1,2 0 1,-1 1 0,0-1 0,1 0 0,4-9-1,-3 10 39,-1-1-1,0 1 0,-1-1 0,1 0 1,-1 0-1,0 1 0,0-1 0,0-10 1,-1 10-18,0 0 1,0 0 0,1 0 0,0 0 0,-1 0 0,2 0 0,-1 1-1,0-1 1,1 0 0,0 1 0,0-1 0,0 1 0,1-1 0,0 1 0,-1 0-1,1 0 1,1 0 0,-1 1 0,1-1 0,-1 1 0,1 0 0,0 0-1,0 0 1,0 0 0,1 1 0,-1-1 0,1 1 0,-1 0 0,1 1 0,0-1-1,-1 1 1,1 0 0,0 0 0,0 0 0,0 1 0,6 0 0,12-1 233,1 1 1,0 2 0,0 0-1,-1 2 1,1 0 0,-1 2 0,0 0-1,0 2 1,-1 0 0,31 17 0,-39-16-209,9 3 38,0 2-1,-2 1 1,1 0 0,-2 2 0,0 0-1,-1 1 1,33 41 0,-47-52-17,1 0 0,-2 0 0,1 1 1,-1-1-1,0 1 0,0 1 0,-1-1 0,0 0 1,0 1-1,-1-1 0,0 1 0,-1 0 0,0 0 1,0 12-1,-1-13 42,1-3-37,-1 1 0,0-1 0,1 1 0,-2-1 0,1 0 0,-1 1 0,0-1 0,0 0 0,0 0 0,-1 1 0,0-1 0,0 0 0,0 0-1,-1-1 1,1 1 0,-1 0 0,-5 5 0,-8 10 358,13-16-395,0 1 1,0-1-1,-1 0 0,1 0 1,-1 0-1,0-1 0,-1 1 1,1-1-1,0 0 0,-1 0 1,-8 3-1,-51 23 421,29-13-164,-59 20 1,47-19-372,37-12 0,0-1 0,0-1 0,0 1 0,-1-2 0,1 0 0,-1 0 0,-13 0 0,-137 9-755,156-11-744,5-2 838,0 0 1,0 0-1,0 1 1,0-1-1,1 0 1,-1 0 0,0 0-1,1 0 1,-1 1-1,1-1 1,0 0-1,0 0 1,0 1 0,0-1-1,0 1 1,0-1-1,0 1 1,3-3-1,30-23-6995,-9 8 3396,-4-5 1333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48.6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62 3362,'70'-35'12178,"-70"35"-12057,1-1-1,-1 1 0,1 0 0,-1 0 0,1-1 0,-1 1 0,0 0 1,1-1-1,-1 1 0,1-1 0,-1 1 0,0 0 0,0-1 0,1 1 1,-1-1-1,0 1 0,0-1 0,1 1 0,-1-1 0,0 1 0,0-1 1,0 1-1,0-1 0,0 0 0,2-5 270,-1 5-291,-1 1-1,1-1 1,-1 0-1,1 1 1,-1-1 0,1 1-1,-1-1 1,1 1 0,0-1-1,-1 1 1,1-1-1,0 1 1,-1-1 0,1 1-1,0 0 1,0-1-1,-1 1 1,1 0 0,0 0-1,0 0 1,0-1 0,0 1-1,-1 0 1,1 0-1,0 0 1,0 0 0,0 0-1,-1 1 1,1-1-1,0 0 1,0 0 0,0 1-1,-1-1 1,1 0 0,0 1-1,0-1 1,-1 0-1,1 1 1,0-1 0,-1 1-1,1-1 1,-1 1-1,1 0 1,-1-1 0,2 2-1,-1 1 168,1 1 0,-1-1 0,0 0 0,0 1 0,0-1 0,0 1 0,0 0 0,-1-1 0,0 1 0,1 3 0,-2 5 137,1-8-322,-1-1 0,1 1 1,0-1-1,1 0 0,-1 1 0,0-1 1,1 1-1,0-1 0,0 0 0,1 4 1,2-1-44,-1 0 0,0 0 1,0 0-1,-1 0 0,0 0 1,0 1-1,0-1 0,-1 1 0,0-1 1,0 1-1,-1-1 0,0 1 1,0 8-1,18 104-30,-17-114-106,-1 0 0,1 0 0,0 1 0,0-1 1,0 0-1,1 0 0,0 0 0,4 7 0,-4-7-141,0 0-1,0 0 1,0-1-1,-1 2 1,1-1-1,-1 0 1,-1 0-1,2 8 1,7 46-4194,0 3-4231,-9-35 4686,0-1 270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48.8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28 112 4658,'-28'-32'2017,"28"21"-1329,0-15-1040,0 10-768,0 6-417,28-6-304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49.0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170 2 704,'17'0'1402,"-10"-1"-804,0 1 0,0 0 1,0 0-1,0 1 1,-1 0-1,1 0 1,0 0-1,12 5 0,-16-4 75,16-1 363,-15 4-54,-23 6 983,19-10-1835,-1 0-1,0 0 1,0 1 0,1-1 0,-1 0-1,1 0 1,-1 0 0,1 1-1,-1-1 1,1 0 0,0 1 0,-1-1-1,1 0 1,0 0 0,0 1-1,0-1 1,1 2 0,-2 7 563,-1-8-501,1 0 0,0 1 0,-1-1 0,0 0 0,1 1 0,-1-1 0,0 0 0,0 0 0,-4 3 0,3-3 77,0 0 0,1 1 0,-1-1 0,1 1 0,0-1 0,0 1 1,0 0-1,0 0 0,0 0 0,-1 4 0,-36 47 1988,35-48-2076,2-2-106,-1 0 0,1-1 0,0 1 0,0 0-1,0 0 1,1 0 0,0 0 0,-1 0 0,1 1 0,1-1-1,-1 0 1,1 0 0,-1 1 0,1-1 0,1 0-1,-1 1 1,0-1 0,2 6 0,2-1-22,1 1 0,0-1 0,0 0 0,1-1 0,0 1-1,1-1 1,-1 0 0,1-1 0,1 0 0,0 0 0,0 0 0,11 6 0,23 22-13,-17-16-54,-23-18 27,0 0-1,-1 0 0,1 0 0,0 0 0,-1 1 0,0-1 1,1 0-1,-1 1 0,0-1 0,1 1 0,-1 0 0,0-1 1,0 1-1,0 0 0,-1 0 0,1-1 0,0 1 0,-1 0 0,1 0 1,-1 0-1,1 0 0,-1 0 0,0 0 0,0 0 0,0 0 1,0 0-1,0 0 0,-1 3 0,1-3 67,0 0 1,-1 0-1,1 0 0,0 1 1,-1-1-1,1 0 0,-1 0 1,0 0-1,0 0 0,1 0 0,-1 0 1,0 0-1,-1-1 0,1 1 1,0 0-1,-1-1 0,1 1 1,-1 0-1,-1 1 0,-1 0-19,0-1 1,-1 1-1,1-1 0,-1 0 0,1 0 0,-1 0 0,0-1 1,-6 2-1,-13 1-19,0-1 0,-47-2 0,62-1 21,-6 0-101,0-1 0,0 0 0,0-2 0,-20-5 0,-9-3-2351,38 5-1674,12-5 1690,59-29-10084,-61 38 12444,16-9-2665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50.0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95 2913,'21'-15'2728,"-19"14"-2275,1-1-1,-1 1 1,1-1 0,-1 1 0,0-1 0,0 0 0,1 0 0,-1 0 0,0 0-1,-1 0 1,1 0 0,0 0 0,-1-1 0,1 1 0,-1-1 0,2-3-1,-3 5-319,0 1-1,0-1 0,0 0 1,0 0-1,0 0 0,0 0 1,0 1-1,0-1 0,1 0 0,-1 0 1,0 0-1,0 1 0,1-1 1,-1 0-1,1 1 0,-1-1 1,1 0-1,-1 1 0,1-1 1,-1 0-1,1 1 0,-1-1 0,1 1 1,0-1-1,1 0 0,-2 1 63,1-1-1,0 1 0,-1-1 0,1 1 0,-1 0 1,1-1-1,-1 0 0,1 1 0,-1-1 0,1 1 1,-1-1-1,0 1 0,1-1 0,-1 0 0,0 1 1,1-1-1,-1 0 0,0 0 0,0 1 0,0-1 1,1 0-1,-1 1 0,0-1 0,0-4 3367,-3 5-3368,1 0 0,0 0 0,-1 0 0,1 1-1,0-1 1,-1 1 0,1-1 0,0 1 0,-1-1 0,1 1 0,0 0 0,0 0 0,0 1 0,0-1 0,0 0 0,0 0 0,0 1 0,0-1-1,1 1 1,-1 0 0,1 0 0,-1-1 0,1 1 0,-1 0 0,0 3 0,-19 20 892,16-18-847,-1 0-1,2 0 1,-1 0-1,1 1 1,-7 15-1,2-5-56,8-14-174,0-1 1,0 0-1,0 1 0,0-1 0,0 1 0,1 0 0,0-1 1,0 1-1,0 6 0,-1 14-20,-4-8 13,2-1 0,0 1 0,1 0 0,-1 27 0,3-34 0,0 1 0,0 0 0,1 0 0,0-1 0,1 1 0,0-1 0,1 1 0,4 10 0,-5 4 0,3 5 0,35 41 0,-39-67 0,0 1 0,1-1 0,0 0 0,0 0 0,0 0 0,0 0 0,1-1 0,-1 1 0,1-1 0,-1 1 0,1-1 0,0 0 0,0 0 0,0 0 0,0 0 0,0-1 0,0 1 0,1-1 0,-1 0 0,0 0 0,1 0 0,-1 0 0,1-1 0,-1 1 0,1-1 0,4 0 0,-6 0 0,0 0 0,0 0 0,0 0 0,0-1 0,0 1 0,0 0 0,0-1 0,0 0 0,0 1 0,0-1 0,0 0 0,-1 0 0,1 0 0,0 0 0,-1-1 0,1 1 0,0 0 0,-1-1 0,0 1 0,1-1 0,-1 1 0,0-1 0,0 0 0,1-1 0,0 0 0,1-1 0,-1 2 0,0-1 0,1 0 0,0 0 0,0 1 0,0-1 0,5-2 0,-7 4 0,1 0 0,-1 0 0,0 0 0,0 0 0,1 0 0,-1 0 0,0 0 0,0 0 0,0 0 0,0 0 0,0-1 0,-1 1 0,1 0 0,0-1 0,0 1 0,-1 0 0,1-1 0,-1 1 0,0-1 0,1 1 0,-1-1 0,0 1 0,0-1 0,0 1 0,0-1 0,0-2 0,0 1 0,0 0 0,0 0 0,0 1 0,1-1 0,-1 0 0,1 1 0,0-1 0,-1 0 0,3-3 0,-1 3 0,4-7 0,-1 0 0,0 0 0,0 0 0,-1-1 0,-1 0 0,1 1 0,-2-1 0,1 0 0,-2-1 0,1-11 0,-2-73 0,0 96 0,0 0 0,0 0 0,0-1 0,0 1 0,0 0 0,0 0 0,0-1 0,0 1 0,0 0 0,0 0 0,0-1 0,0 1 0,0 0 0,0 0 0,1-1 0,-1 1 0,0 0 0,0 0 0,0 0 0,0-1 0,0 1 0,0 0 0,1 0 0,-1 0 0,0-1 0,0 1 0,0 0 0,1 0 0,-1 0 0,0 0 0,0 0 0,0 0 0,1-1 0,-1 1 0,0 0 0,0 0 0,1 0 0,-1 0 0,0 0 0,0 0 0,1 0 0,-1 0 0,0 0 0,0 0 0,1 0 0,-1 0 0,0 0 0,0 0 0,0 0 0,1 0 0,-1 1 0,0-1 0,0 0 0,1 0 0,-1 0 0,0 0 0,0 0 0,0 0 0,1 1 0,-1-1 0,0 0 0,0 0 0,0 0 0,0 1 0,0-1 0,1 0 0,-1 0 0,0 0 0,0 1 0,13 5 0,-12-3 0,0 0 0,0-1 0,0 1 0,0 0 0,-1 0 0,1 0 0,-1 1 0,0-1 0,0 0 0,0 0 0,0 0 0,0 0 0,-1 3 0,0-2 0,1 1 0,1-1 0,-1 0 0,1 1 0,0-1 0,0 1 0,0-1 0,0 0 0,4 6 0,-4-6 0,0-1 0,1 0 0,-1 1 0,0-1 0,0 1 0,-1-1 0,1 1 0,-1 4 0,1-4 0,-1 1 0,1-1 0,0 0 0,0 0 0,1 0 0,-1 0 0,1 0 0,0 0 0,0 0 0,0 0 0,1-1 0,-1 1 0,1-1 0,3 4 0,-3-5 0,-1 2 0,1-1 0,-1 0 0,1 1 0,-1-1 0,0 1 0,0-1 0,-1 1 0,1 0 0,-1 0 0,0 0 0,0 0 0,1 7 0,-1-6 0,0 0 0,0-1 0,0 0 0,0 1 0,1-1 0,-1 0 0,1 0 0,0 0 0,1 0 0,-1 0 0,1 0 0,-1 0 0,1-1 0,0 0 0,1 1 0,-1-1 0,4 3 0,14 16 0,10 0 0,-31-82 0,0 55 0,0 0 0,-1 0 0,1 1 0,-1-1 0,0 0 0,0 1 0,-1-1 0,1 1 0,-1-1 0,-3-4 0,3 5 0,0 0 0,0-1 0,0 1 0,1-1 0,-1 1 0,1-1 0,0 1 0,1-1 0,-1 0 0,1-5 0,-9-48 0,6 44 0,1 1 0,0-1 0,-1-19 0,3-86 0,0 118 0,0 1 0,0-1 0,0 1 0,0-1 0,-1 1 0,1-1 0,0 1 0,0-1 0,0 1 0,0-1 0,0 1 0,1-1 0,-1 1 0,0-1 0,0 1 0,0-1 0,0 1 0,0-1 0,1 1 0,-1-1 0,0 1 0,0 0 0,1-1 0,-1 1 0,0-1 0,1 1 0,-1 0 0,0-1 0,1 1 0,-1 0 0,1-1 0,-1 1 0,0 0 0,1 0 0,-1-1 0,1 1 0,-1 0 0,1 0 0,-1 0 0,1 0 0,-1 0 0,1 0 0,-1 0 0,1 0 0,-1 0 0,1 0 0,-1 0 0,1 0 0,-1 0 0,1 0 0,-1 0 0,1 0 0,-1 0 0,1 1 0,-1-1 0,1 0 0,-1 0 0,0 1 0,1-1 0,-1 0 0,1 1 0,33 26 0,-20-15 0,-9-10 0,-2 0 0,0-1 0,-1 0 0,1 1 0,-1-1 0,1 1 0,-1 0 0,1 0 0,-1 0 0,0 0 0,0 0 0,0 1 0,0-1 0,0 1 0,-1-1 0,3 5 0,43 88 0,-32-67 0,-13-26 0,0 1 0,-1 0 0,1 0 0,-1 0 0,1 0 0,-1 0 0,0 0 0,0 1 0,0-1 0,1 6 0,17 26 0,-18-36 0,1 0 0,0 1 0,0-1 0,-1 0 0,1 0 0,0 0 0,-1 0 0,1-1 0,-1 1 0,1 0 0,-1 0 0,1-1 0,-1 1 0,0-1 0,0 0 0,0 1 0,2-4 0,-4-6 0,1 6 0,-1 0 0,1 1 0,0-1 0,1 0 0,-1 0 0,1 1 0,0-1 0,2-8 0,6 0 51,-7 11-77,-1 0 0,1 0 1,-1 0-1,0-1 0,1 1 0,-1-1 0,0 1 1,0-1-1,-1 1 0,1-1 0,0 1 0,-1-1 0,0 1 1,1-5-1,-1-7-1479,2 0 0,-1 0 1,2 0-1,6-22 0,-7 4-1890,-3 30 3056,1-1 0,0 1 0,-1-1 0,1 1 0,0-1 1,1 1-1,-1-1 0,0 1 0,1-1 0,-1 1 0,1 0 0,0-1 1,0 1-1,2-5 0,5-1-500,-7 7 670,0 0 0,1-1 0,-1 1 0,0 0-1,0-1 1,0 1 0,0-1 0,0 0 0,0 1 0,0-1 0,0 0-1,-1 1 1,1-1 0,-1 0 0,1 0 0,-1 1 0,0-1-1,1-4 1,-1 7 154,0-1 0,0 1-1,0-1 1,0 0 0,0 1-1,0-1 1,0 1 0,0-1-1,0 0 1,0 1 0,1-1-1,-1 0 1,0 1 0,0-1-1,0 1 1,1-1 0,-1 0-1,0 0 1,1 1 0,-1-1-1,0 0 1,1 1 0,-1-1-1,0 0 1,1 0 0,-1 0-1,0 1 1,1-1 0,-1 0-1,0 0 1,1 0 0,-1 0-1,1 0 1,-1 0 0,1 0-1,-1 0 1,0 0 0,1 0-1,-1 0 1,1 0 0,-1 0-1,0 0 1,1 0 0,-1 0-1,1 0 1,-1 0 0,0-1-1,1 1 1,-1 0 0,0 0-1,1 0 1,-1-1 0,0 1-1,1 0 1,-1-1 0,0 1-1,1 0 1,-1-1 0,0 1 0,0 0-1,0-1 1,1 1 0,-1 0-1,0-1 1,0 1 0,0-1-1,0 2 31,1 1-1,-1-1 1,0 1-1,0-1 1,1 0-1,-1 1 1,1-1-1,-1 0 1,1 1-1,0-1 1,-1 0 0,1 0-1,0 1 1,0-1-1,0 0 1,0 0-1,0 0 1,2 1-1,-2-1 43,0 1 1,0-1-1,1 0 0,-1 0 0,0 1 1,0-1-1,0 0 0,-1 1 0,1-1 0,0 1 1,0-1-1,-1 1 0,1 0 0,-1-1 1,1 1-1,-1-1 0,0 1 0,1 3 0,-1-2 62,1-1 0,-1 1 0,1-1 0,0 0-1,0 1 1,0-1 0,1 0 0,-1 0-1,0 0 1,1 0 0,0 0 0,-1 0-1,1 0 1,0 0 0,0-1 0,2 3-1,22 25 1769,-24-25-1724,1-1 0,0 1-1,1-1 1,-1 1 0,1-1-1,-1 0 1,1-1 0,0 1 0,0-1-1,0 1 1,1-1 0,-1 0-1,0-1 1,7 3 0,37 19 2153,-40-19-2060,0 0 0,-1-1 0,1 0 0,0 0 0,0-1 0,1 0 0,-1 0 0,1-1 0,-1 0 0,0-1 0,1 1 0,-1-2 0,1 1 0,-1-1 0,1 0 0,-1-1 0,0 0 0,1-1 0,-1 1 0,-1-1 0,15-8 0,2-4-126,-19 12-118,0 0 0,0 0 0,0-1 0,0 1 0,0-1 0,-1 0 0,0-1 0,6-7-1,-7 8 54,0-1 0,0 0 0,0-1 0,-1 1 0,0 0 0,0-1 0,0 0 0,-1 1 0,0-1 0,0 0 0,0 1 0,-1-1-1,0 0 1,-1-10 0,1 9 203,0 0-1,-1-1 1,0 1 0,0 0-1,-1 0 1,0 0-1,-1 0 1,1 0-1,-1 1 1,0-1 0,-1 1-1,0 0 1,0 0-1,0 0 1,-1 0-1,-7-7 1,8 11-268,1-1 0,-1 1 0,0 1 0,0-1 0,0 1 0,0-1 0,-1 1 0,1 0 0,0 1 0,0-1 0,-1 1 0,1-1 0,0 2 0,-1-1 0,1 0 0,0 1 0,-6 1 0,-2 0 0,1 1 0,-1 0 0,1 0 0,0 1 0,-15 8 0,19-8 0,-1 1 0,0 0 0,1 0 0,0 0 0,0 1 0,1 0 0,0 1 0,0-1 0,0 1 0,1 0 0,0 1 0,0-1 0,-4 10 0,-5 20 0,11-31 0,0 1 0,1-1 0,0 1 0,0-1 0,0 1 0,1 0 0,0 0 0,0 8 0,1 4 0,1-1 0,1 0 0,1 0 0,0 1 0,1-2 0,1 1 0,1 0 0,0-1 0,12 23 0,-4-18 0,0 1 0,29 34 0,-36-49 0,0 0 0,0-1 0,1 0 0,0 0 0,0-1 0,0 0 0,1 0 0,0-1 0,13 6 0,5-2 32,-23-6-56,1-1-1,0 1 1,0-1-1,-1-1 1,1 1-1,1-1 1,-1 0-1,0 0 1,0 0-1,0-1 1,0 1-1,1-1 1,-1-1-1,0 1 1,0-1-1,0 0 1,1 0-1,-1 0 1,0-1-1,0 0 1,8-4-1,28-12-4262,-36 17 3389,0-1 1,0 0-1,0 0 0,0-1 1,0 0-1,0 1 1,-1-1-1,1-1 0,-1 1 1,7-8-1,14-15-4998,17 0 352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50.5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185 121 4402,'-12'-2'2251,"1"-1"0,0 0 1,0-1-1,-18-9 0,25 10-1707,0 1 0,0 0 0,0 1 0,0-1 0,-1 1 0,1-1 0,-9 0 0,-17-8 1400,-9-1 561,45 15-2127,-1 1-1,0 0 0,0 0 1,-1 0-1,0 1 0,6 7 0,15 21 1448,-2-5-1031,-2 1-1,-1 0 0,21 47 1,1-1-126,-24-49-668,-15-22 0,1-1 0,-1 1 0,0 0 0,0 0 0,-1 1 0,1-1 0,-1 0 0,0 1 0,-1 0 0,1-1 0,-1 1 0,1 8 0,8 16 0,-9-29 0,0 1 0,0-1 0,-1 0 0,1 0 0,0 1 0,0-1 0,-1 0 0,1 1 0,-1-1 0,1 1 0,-1-1 0,0 0 0,0 1 0,1-1 0,-1 1 0,0-1 0,0 1 0,0-1 0,-1 1 0,1-1 0,0 1 0,-1-1 0,1 1 0,0-1 0,-2 2 0,2-3 0,0 1 0,0-1 0,-1 0 0,1 0 0,0 0 0,0 1 0,-1-1 0,1 0 0,0 0 0,0 0 0,-1 0 0,1 0 0,0 1 0,0-1 0,-1 0 0,1 0 0,0 0 0,-1 0 0,1 0 0,0 0 0,-1 0 0,1 0 0,0 0 0,0 0 0,-1 0 0,1 0 0,0 0 0,-1 0 0,1-1 0,0 1 0,0 0 0,-1 0 0,1 0 0,0 0 0,0 0 0,-1-1 0,1 1 0,0 0 0,0 0 0,-1 0 0,1-1 0,0 1 0,0 0 0,0 0 0,0-1 0,-1 1 0,1 0 0,0 0 0,0-1 0,0 1 0,0 0 0,0-1 0,0 1 0,0 0 0,0-1 0,0 1 0,0 0 0,0-1 0,-4-29 0,0-1 0,-1 22 0,2 5 0,1-1 0,-1 0 0,1 1 0,0-1 0,1 0 0,-1 0 0,1 0 0,0-1 0,0 1 0,1 0 0,-1 0 0,1-9 0,-8-41 0,5 44 0,0 0 0,1 0 0,0-20 0,3 2 0,0 18 0,-1 1 0,1-1 0,-2 1 0,0 0 0,0-1 0,-4-15 0,-5 7 0,8 17 0,0 0 0,1 0 0,0 0 0,0 0 0,0-1 0,0 1 0,0-1 0,0 1 0,0-1 0,1 1 0,-1-1 0,1 1 0,0-4 0,0-72-816,10 72-5418,-1 1 3792,3-4-5879,3-4 1803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51.4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75 283 8260,'0'0'8393,"5"0"-7777,2-1 72,0-1-1,0 1 0,0-2 0,-1 1 1,1-1-1,10-6 0,41-14 2850,-51 21-3146,1-1-1,0 0 1,-1-1-1,0 0 1,0 0-1,0 0 1,0-1-1,-1 0 1,0 0-1,0-1 1,0 0-1,0 0 1,-1 0-1,0-1 1,7-13-1,-9 9-290,-1-1 1,-1 1-1,0 0 0,-1-1 0,0 1 0,-1-1 1,0 1-1,-4-15 0,4 24-100,0 0 0,0 0 0,0 0 0,-1 1 0,1-1 0,-1 0 0,1 1 0,-1-1 0,1 1 0,-1-1 0,0 1 0,0 0 0,0 0 0,0 0 0,0 0 0,0 0 0,0 0 0,-4 0 0,-1-1 0,1 1 0,-1 0 0,0 1 0,0 0 0,1 0 0,-12 1 0,8 1 0,-1-1 0,1 2 0,0-1 0,-1 2 0,1-1 0,1 1 0,-1 1 0,0 0 0,-10 7 0,14-6 0,0-1 0,0 1 0,1 0 0,0 0 0,0 0 0,0 1 0,1 0 0,0 0 0,0 0 0,1 0 0,0 1 0,-3 9 0,-10 25 0,13-37 0,0 1 0,0-1 0,0 1 0,1 0 0,0 0 0,0 0 0,0 0 0,1 1 0,0-1 0,0 0 0,0 1 0,1-1 0,0 1 0,0-1 0,1 0 0,0 1 0,2 7 0,36 95 0,-36-99 0,1 0 0,0 0 0,0-1 0,1 0 0,0 0 0,1 0 0,0 0 0,0-1 0,9 8 0,-9-9 0,1 0 0,1-1 0,-1 1 0,1-2 0,0 1 0,0-1 0,1-1 0,-1 1 0,1-2 0,0 1 0,0-1 0,1 0 0,-1-1 0,1 0 0,-1-1 0,1 0 0,-1 0 0,1-1 0,0 0 0,-1-1 0,1 0 0,0 0 0,-1-1 0,0 0 0,1-1 0,-1 0 0,0-1 0,0 0 0,-1 0 0,1 0 0,-1-1 0,0-1 0,11-9 0,3-2 0,0 0 0,-2-2 0,0-1 0,-1 0 0,-1-1 0,24-37 0,-37 51 0,0 0 0,1 0 0,-1 1 0,13-11 0,-13 13 0,0 0 0,0 0 0,-1-1 0,0 0 0,0 1 0,0-1 0,0-1 0,-1 1 0,0-1 0,0 1 0,3-9 0,-3 3 0,-3 8 0,1-1 0,-1 1 0,1 0 0,0 0 0,0 0 0,1 0 0,-1 1 0,0-1 0,1 0 0,0 0 0,0 1 0,0-1 0,0 1 0,0 0 0,0-1 0,4-1 0,-6 3 0,2 0 0,0 0 0,0 0 0,-1 0 0,1 0 0,0 0 0,-1 0 0,1-1 0,-1 1 0,1-1 0,-1 1 0,0-1 0,0 1 0,0-1 0,0 0 0,0 0 0,0 1 0,0-1 0,0 0 0,-1 0 0,1 0 0,-1 0 0,1 0 0,-1-4 0,0 5 0,0 0 0,0-1 0,1 1 0,-1 0 0,0 0 0,1-1 0,-1 1 0,1 0 0,-1 0 0,1 0 0,-1 0 0,1 0 0,0 0 0,0 0 0,-1 0 0,1 0 0,0 0 0,0 0 0,0 0 0,0 0 0,0 1 0,0-1 0,0 0 0,0 1 0,1-1 0,-1 1 0,0-1 0,3 0 0,-4 1 0,1 0 0,0-1 0,-1 1 0,1 0 0,0 0 0,-1 0 0,1 0 0,0 0 0,-1 0 0,1 0 0,0 0 0,0 0 0,-1 0 0,1 0 0,0 0 0,-1 0 0,1 1 0,0-1 0,-1 0 0,1 0 0,0 1 0,-1-1 0,1 1 0,0-1 0,-1 0 0,1 1 0,-1-1 0,1 1 0,-1-1 0,1 1 0,-1 0 0,0-1 0,1 1 0,-1-1 0,0 1 0,1 0 0,-1-1 0,0 1 0,0 0 0,1-1 0,-1 1 0,0 1 0,1 6 0,1-1 0,0 0 0,0 0 0,1 0 0,0 0 0,0 0 0,1 0 0,0-1 0,0 1 0,7 8 0,-5-7 0,-3-3 0,-1 0 0,1 0 0,-1 0 0,0 0 0,-1 0 0,1 0 0,0 9 0,6 18 0,4-1 0,-6-18 0,-1 2 0,0-1 0,-1 0 0,0 1 0,2 29 0,-6-41 0,1 0 0,-1 0 0,0 0 0,1 0 0,-1 0 0,1-1 0,0 1 0,0 0 0,0 0 0,0-1 0,1 1 0,-1 0 0,4 3 0,-3-4 0,-1 1 0,1-1 0,-1 0 0,0 0 0,0 1 0,0-1 0,0 1 0,0-1 0,0 1 0,-1-1 0,1 1 0,-1 0 0,1 4 0,-3 15 0,0-2 0,4-18 0,3-11 0,-2-3 0,1 1 0,-2-1 0,1 0 0,-2 0 0,1 0 0,-2-18 0,-1-6 0,0 29 0,0 0 0,1-1 0,0 1 0,1 0 0,0 0 0,0-1 0,0 1 0,3-8 0,5-4 0,-7 15 0,0 1 0,0-1 0,0 0 0,-1 0 0,0 0 0,0 0 0,0 0 0,0 0 0,0 0 0,-1-8 0,1 3 0,-1 1 0,1 0 0,1-1 0,-1 1 0,1 0 0,1 0 0,3-9 0,0 1 0,0 6 0,13 8 0,-10 3 0,0 0 0,0 1 0,0 0 0,-1 1 0,1 0 0,-1 0 0,0 1 0,0 0 0,0 0 0,-1 1 0,1 0 0,-1 0 0,0 1 0,0 0 0,10 12 0,9 11 0,-2 1 0,24 36 0,-48-65 0,97 120 0,-90-102 0,-7-18 0,0-1 0,0 0 0,0 0 0,0 1 0,0-1 0,-1 0 0,1 1 0,0-1 0,0 0 0,0 1 0,0-1 0,0 0 0,0 1 0,0-1 0,1 0 0,-1 1 0,0-1 0,0 0 0,0 1 0,0-1 0,0 0 0,0 0 0,1 1 0,-1-1 0,0 0 0,0 0 0,0 1 0,1-1 0,-1 0 0,0 0 0,0 1 0,1-1 0,-1 0 0,0 0 0,0 0 0,1 0 0,-1 1 0,0-1 0,1 0 0,-1 0 0,0 0 0,1 0 0,-1 0 0,0 0 0,1 0 0,-1 0 0,0 0 0,1 0 0,-1 0 0,0 0 0,0 0 0,1 0 0,-1 0 0,0 0 0,1 0 0,-1-1 0,0 1 0,1 0 0,-1 0 0,0 0 0,0 0 0,1-1 0,-1 1 0,0 0 0,0 0 0,1-1 0,-1 1 0,0 0 0,0-1 0,2-3 0,-1-1 0,0 1 0,0-1 0,0 1 0,-1-1 0,1 0 0,-1 1 0,0-1 0,-1 0 0,0-7 0,0-10 0,-1-15 0,1 20 0,0 0 0,1 0 0,1 0 0,0 0 0,5-21 0,15-18-2470,-14 38-726,2 0 0,17-28 0,-19 36 1503,1 0-1,0 0 1,0 1-1,1 0 1,16-13-1,-16 16 997,1-1-1,-1 2 0,1-1 0,12-3 0,17-4-2506,-8-2-635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52.0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191 83 1088,'0'0'12700,"0"13"-10310,-5-10 1340,2-3-3348,0 0 0,0 1 0,0-1 0,0 1 1,1 0-1,-1 0 0,0 0 0,0 0 0,1 0 0,-1 0 0,1 1 1,-1-1-1,1 1 0,-1 0 0,-2 3 0,-33 40 4348,6-4-2814,24-29-1905,-1 1 0,2 0 0,0 0 1,0 1-1,1 0 0,1 1 0,1-1 0,-4 19 0,5-24-12,0 14 1,1 1 0,1 0 0,3 34 0,-1-18 0,-1-37 0,0 1 0,1-1 0,-1 0 0,1 1 0,0-1 0,0 0 0,0 1 0,0-1 0,3 5 0,-2-5 0,-1-1 0,0 1 0,0 0 0,0-1 0,0 1 0,-1 0 0,1 0 0,-1 0 0,1 4 0,-1-6 0,0 0 0,0-1 0,0 1 0,0 0 0,0 0 0,0 0 0,1-1 0,-1 1 0,0 0 0,0 0 0,1-1 0,-1 1 0,0 0 0,1-1 0,-1 1 0,1 0 0,-1-1 0,1 1 0,-1-1 0,1 1 0,0 0 0,-1-1 0,1 1 0,-1-1 0,1 0 0,0 1 0,0-1 0,-1 0 0,1 1 0,1-1 0,-1 0 0,0 1 0,-1-1 0,1 0 0,0 1 0,-1-1 0,1 0 0,0 1 0,0-1 0,-1 1 0,1-1 0,-1 1 0,1-1 0,-1 1 0,1 0 0,-1-1 0,1 1 0,-1 0 0,1-1 0,-1 1 0,1 0 0,-1-1 0,0 1 0,0 0 0,1 0 0,-1-1 0,0 1 0,0 0 0,0 0 0,0 0 0,0 1 0,0-2 0,0 1 0,0 0 0,0-1 0,1 1 0,-1 0 0,0-1 0,0 1 0,0-1 0,1 1 0,-1 0 0,0-1 0,1 1 0,-1-1 0,0 1 0,1-1 0,-1 1 0,1-1 0,-1 1 0,1-1 0,-1 1 0,1-1 0,-1 0 0,1 1 0,0-1 0,-1 0 0,1 0 0,-1 1 0,1-1 0,0 0 0,-1 0 0,1 0 0,0 0 0,-1 0 0,1 0 0,0 0 0,-1 0 0,1 0 0,0 0 0,-1 0 0,1 0 0,-1 0 0,1 0 0,0-1 0,-1 1 0,1 0 0,1-1 0,-1 1 0,0-1 0,0 1 0,1-1 0,-1 1 0,0-1 0,0 1 0,0-1 0,0 0 0,1 0 0,-1 0 0,0 1 0,0-1 0,-1 0 0,1 0 0,0 0 0,0-1 0,0 1 0,-1 0 0,1 0 0,0 0 0,-1 0 0,1-1 0,-1 1 0,1-3 0,-1 1 0,1 1 0,-1-1 0,1 0 0,0 0 0,0 1 0,0-1 0,0 0 0,0 1 0,1-1 0,-1 1 0,1 0 0,-1-1 0,1 1 0,0 0 0,0 0 0,2-2 0,15-21 0,6-52 0,-9 53 0,-12 19 0,0-1 0,0 0 0,-1 0 0,1 0 0,3-12 0,-6 15 0,1-3 0,-1 0 0,1 1 0,0-1 0,1 0 0,0 1 0,-1 0 0,2-1 0,6-8 0,7-18 0,-16 30 0,0 0 0,0-1 0,0 1 0,0 0 0,0 0 0,0-1 0,1 1 0,-1 0 0,1 0 0,-1 1 0,1-1 0,0 0 0,0 0 0,0 1 0,0-1 0,0 1 0,0 0 0,2-2 0,15-10 0,-18 13 0,-1-1 0,1 0 0,-1 1 0,1-1 0,-1 0 0,1 1 0,0-1 0,-1 1 0,1-1 0,0 1 0,0-1 0,-1 1 0,1 0 0,0-1 0,0 1 0,0 0 0,0 0 0,-1-1 0,1 1 0,0 0 0,0 0 0,0 0 0,0 0 0,0 0 0,0 0 0,-1 0 0,1 1 0,0-1 0,0 0 0,0 0 0,0 1 0,-1-1 0,1 0 0,0 1 0,0-1 0,-1 1 0,1-1 0,0 1 0,-1-1 0,1 1 0,0 0 0,0 0 0,5 3 0,-5-4 0,0 1 0,0-1 0,0 1 0,0-1 0,0 1 0,0-1 0,0 1 0,0 0 0,-1-1 0,1 1 0,0 0 0,0 0 0,-1 0 0,1 0 0,0-1 0,-1 1 0,1 0 0,-1 0 0,1 0 0,-1 0 0,0 0 0,1 0 0,-1 1 0,0-1 0,0 0 0,0 0 0,0 1 0,1 5 0,0-1 0,0 0 0,0 0 0,1 0 0,0 0 0,0-1 0,1 1 0,-1 0 0,7 8 0,-6-9 0,0 1 0,0-1 0,0 1 0,-1 0 0,0 0 0,0 0 0,0 0 0,-1 0 0,1 11 0,-1-4 0,0 0 0,0 0 0,1-1 0,1 1 0,5 15 0,-6-20 0,-1 0 0,0 0 0,0 0 0,-1 0 0,0 0 0,-1 10 0,0 7 0,0-15 0,0-22 0,1 9 0,0-1 0,0 1 0,0-1 0,1 1 0,-1 0 0,1 0 0,0-1 0,0 1 0,2-5 0,0 3 0,0 0 0,0 0 0,-1-1 0,1 1 0,-1 0 0,0-1 0,-1 0 0,1 1 0,-1-1 0,0 0 0,0 0 0,-1 0 0,0 0 0,-1-8 0,20-108 0,-20 110 0,2 0 0,-1 0 0,1-1 0,1 1 0,0 0 0,1 0 0,0 1 0,9-23 0,2-14 130,-14 43-223,1-1-1,0 0 1,1 1 0,0-1 0,0 1-1,4-11 1,21-36-5931,-26 49 5771,0 1 0,1-1 0,-1 1-1,1 0 1,-1 0 0,1-1 0,0 1 0,0 0 0,0 1 0,0-1-1,0 0 1,0 1 0,1-1 0,-1 1 0,0-1 0,1 1 0,-1 0-1,1 0 1,0 0 0,-1 0 0,1 1 0,4-1 0,33-15-4098,-33 13 3557,0 0 0,1 0-1,-1 1 1,0 0 0,1 0-1,0 0 1,-1 1 0,11 0-1,66 3-1594,-35 0 2390,-49-2 91,1 0 1,0 0-1,0 0 1,0 0-1,0 0 1,0 0-1,0 0 1,-1 0-1,1 1 1,0-1-1,0 0 1,0 0 0,0 1-1,-1-1 1,1 1-1,0-1 1,0 1-1,-1-1 1,1 1-1,0-1 1,-1 1-1,1-1 1,-1 1-1,1 0 1,-1-1-1,1 1 1,-1 0-1,1 0 1,-1 0 0,1-1-1,-1 1 1,0 0-1,0 0 1,1 0-1,-1 0 1,0-1-1,0 1 1,0 0-1,0 0 1,0 0-1,0 0 1,0 0-1,-1 1 1,-11 36 5467,9-32-5099,-4 49 7370,-8-31-4841,11-18-2205,0-1 0,0 1 0,1 0-1,0-1 1,-3 11 0,-3 11-520,2 1-1,-7 48 1,13-65-280,1 0 1,0 0-1,1-1 1,0 1 0,0 0-1,1-1 1,1 1-1,0-1 1,0 1-1,9 16 1,2 5 14,-8-18 0,0-1 0,0 0 0,2 0 0,-1 0 0,19 22 0,70 43 0,-53-49 0,-39-26 0,-14-5 0,-6-1 0,6-1 17,-1 1 0,0-2-1,-17-8 1,-4-2-409,-41-10-9536,49 23 956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54.6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161 43 6291,'-2'-2'421,"0"-1"0,0 0 0,0 1 1,1-1-1,-1 0 0,1 0 0,0 0 0,0 0 0,0 0 0,0 0 1,0 0-1,0-4 0,0 5-46,1 5-527,1 16 415,0-1 0,1 0-1,1 0 1,6 22-1,-7-4 212,-2-28-282,0 0 0,1 0-1,-1 0 1,5 16 0,11 19 494,-11-30-476,0 0 0,0 0 0,3 19 0,-1 2 223,2 0 1,1-1-1,2 0 0,16 32 1,-14-32-283,-6-10-19,-1 0 1,7 34-1,7 25 248,-15-64-306,-3-9 18,0 0-1,0 1 1,0 0-1,-1 0 1,-1 0-1,1 18 1,-2 45 649,0-73-736,0 1-1,-1 0 1,1-1 0,0 1-1,0 0 1,-1-1-1,1 1 1,-1-1 0,1 1-1,0-1 1,-1 1-1,1-1 1,-1 1 0,1-1-1,-1 1 1,1-1-1,-1 0 1,0 1 0,1-1-1,-1 0 1,1 1-1,-1-1 1,0 0 0,1 0-1,-1 0 1,0 1-1,1-1 1,-1 0 0,0 0-1,1 0 1,-1 0-1,0 0 1,1 0 0,-1 0-1,0-1 1,1 1-1,-1 0 1,0 0 0,1 0-1,-1-1 1,0 1-1,-46-14 106,22 6-50,15 6-5,5 1 20,0 0-1,1 0 1,-1 0-1,0-1 1,0 0-1,1 0 1,-6-3-1,1 0 234,0 1 0,0 0-1,-1 1 1,1 0 0,-1 0 0,1 1-1,-1 0 1,0 1 0,0 0 0,0 0-1,1 1 1,-16 2 0,1-2 472,-18 11 471,41-10-1178,1 1 0,-1-1-1,0 1 1,1-1 0,0 1 0,-1-1 0,1 1-1,0-1 1,0 1 0,0 0 0,0-1 0,0 1-1,0-1 1,0 1 0,1-1 0,-1 1 0,0-1-1,1 1 1,-1-1 0,2 2 0,6 0 185,0-1 0,1 0 0,-1 0 0,1-1 0,0-1-1,-1 1 1,1-1 0,10-2 0,0 2-111,-2 0-54,16 1-26,1-1 0,-1-2-1,0-1 1,0-1-1,50-14 1,-6-7-753,32-11-4807,-56 15-783,-3-4-3284,-30 10 4910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55.0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58 217 1985,'-4'-23'4376,"-15"7"-2325,18 15-1982,1 1 0,0 0 0,-1-1 0,1 1 0,-1 0 1,1-1-1,-1 1 0,1-1 0,0 1 0,-1 0 0,1-1 0,0 1 0,0-1 0,-1 1 0,1-1 1,0 1-1,0-1 0,0 1 0,-1-1 0,1 0 0,0 1 0,0-1 0,0 1 0,0-1 1,0 1-1,0-1 0,0 1 0,0-1 0,0 0 0,1 0 0,-1 1-56,0-1 0,0 1 0,0 0 0,0-1 0,0 1 0,0-1 0,0 1 0,0 0 0,0-1 0,0 1 0,0-1 0,0 1 0,0 0 0,0-1 0,0 1 0,0 0 0,0-1 0,0 1 0,-1-1 0,1 1 0,0 0 0,0-1 0,0 1-1,-1 0 1,1 0 0,0-1 0,-1 1 0,1-1 0,-11-4 375,0-3 31,9-21 2667,2 28-2924,-1-3 218,1 1 0,0 0 0,-1 0 0,1-1 0,0 1-1,1 0 1,-1-1 0,0 1 0,1 0 0,0 0 0,0 0 0,2-5 0,6 5-237,2-2 128,-8-18 30,-3 22-301,0 1 0,0-1 0,0 1 0,0-1 0,1 1 0,-1-1 0,0 1 0,0-1 0,0 1 0,1-1 0,-1 0 0,0 1 0,0 0 0,1-1 0,-1 1 0,0-1 0,1 1 0,-1-1 0,1 1 0,-1 0 0,0-1 0,1 1 0,-1 0 0,1-1 0,-1 1 0,1 0 0,-1 0 0,1-1 0,-1 1 0,1 0 0,-1 0 0,1 0 1,0 0-1,-1 0 0,1 0 0,0 0 0,0 0 0,-1 0 1,1 0 0,0 0-1,-1 0 1,1 0 0,-1 0-1,1-1 1,-1 1 0,1 0 0,-1 0-1,1 0 1,-1-1 0,1 1-1,-1 0 1,1 0 0,-1-1-1,1 1 1,-1 0 0,1-1 0,-1 1-1,0-1 1,1 1 0,-1-1-1,0 1 1,1 0 0,-1-1-1,0 1 1,0-1 0,1 0 0,-1 1-1,0-1 1,0 1 0,0-1-1,0 1 1,0-1 0,0 0-1,0-2 54,0 46-12012,0-28 7887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55.8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546 253 6307,'0'-3'579,"-1"0"-1,1 0 1,-1 0 0,0 1-1,0-1 1,-1 0 0,1 0-1,0 1 1,-1-1 0,0 1 0,1-1-1,-1 1 1,0 0 0,0-1-1,-5-2 1,-43-34 2122,33 27-1666,6 3-617,1 1 1,-1 1-1,0 0 0,-1 0 1,0 1-1,0 1 0,0 0 0,-22-6 1,20 6-136,11 4-197,0 0 1,1 0-1,-1 0 1,0 0-1,0 0 1,1 1-1,-1-1 1,0 1-1,0-1 1,0 1-1,0 0 1,0 0-1,0 1 1,0-1-1,-4 2 1,-34 9 1327,28-8-800,1 0-1,-1 1 1,1 1-1,-21 10 1,22-9-403,1 0 1,-1 1-1,1 0 0,1 1 0,-1 0 1,1 0-1,1 1 0,0 0 0,0 1 1,-12 18-1,13-6-170,2 0 1,0 0-1,1 1 1,2-1-1,0 1 0,1-1 1,3 29-1,-1-4-25,0-36-10,0 0 0,1 0 1,1 0-1,0 0 0,1-1 0,-1 1 1,2-1-1,0 0 0,0 0 1,13 17-1,-17-26 2,0 0 0,0 0 0,1 0 0,-1 0 0,1 0 0,-1 0 0,1 0 0,-1-1 0,1 1 0,-1 0 0,1-1 0,0 0 0,-1 1 0,1-1 0,2 0 0,9 3 29,-8 3-7,-5-5-27,0-1 0,0 1 1,1-1-1,-1 1 0,0 0 1,1-1-1,-1 0 0,0 1 0,1-1 1,-1 1-1,1-1 0,-1 1 1,1-1-1,-1 0 0,1 1 1,-1-1-1,1 0 0,-1 0 1,1 1-1,-1-1 0,1 0 0,0 0 1,-1 0-1,1 0 0,-1 0 1,1 0-1,0 0 0,-1 0 1,1 0-1,-1 0 0,1 0 0,0 0 1,-1 0-1,1 0 0,-1 0 1,1-1-1,-1 1 0,1 0 1,-1 0-1,1-1 0,-1 1 1,1 0-1,-1-1 0,1 1 0,0-1 1,10-4 66,-8 4-58,-1 1-1,0-1 1,0 0-1,0 0 0,0 1 1,0-1-1,0 0 1,0-1-1,0 1 0,-1 0 1,1-1-1,0 1 1,-1-1-1,1 1 0,-1-1 1,1 0-1,-1 1 1,0-1-1,1 0 0,-1 0 1,0 0-1,-1 0 1,2-4-1,7-29 72,-7 30-80,0 1 0,-1-1 0,1 1 0,-1-1 0,0 0 0,-1 1 0,1-8 0,-1-388 10,0 391-13,0 17 0,5 21 0,11 0 0,-1 1 0,-2 1 0,16 52 0,-27-76 0,1 0 0,-1 0 0,1 0 0,1 0 0,-1 0 0,1-1 0,0 0 0,1 1 0,-1-2 0,12 12 0,23 33 0,-31-38 2,1-1 0,0 0-1,1-1 1,0 0 0,0-1 0,1 0-1,0-1 1,16 9 0,37 31-109,-59-43-152,1-1 1,0 0-1,0-1 0,0 1 0,0-1 0,0 0 1,0-1-1,1 1 0,10 1 0,6 3-1077,-19-6 1052,1-1 0,-1 1 0,1-1 0,-1 0 0,1 0 0,-1 0 0,1 0 0,-1-1 0,1 0 0,-1 0 0,1 0 0,-1-1 0,0 1 0,0-1 0,5-2 0,58-39-2146,-62 38 2330,-1-1 1,0 0-1,0 0 1,0 0-1,-1 0 1,0-1-1,0 1 1,-1-1-1,1 0 1,-2 0-1,1 1 1,1-11-1,0 3 12,0-6 23,-1-1 0,0 1-1,-2-1 1,-2-29 0,0-4 274,2-144 4382,0 191-4012,-1 0 0,0 0-1,0 1 1,-1-1 0,-3-10 0,-4-27 2567,9 42-2954,0 4-183,0 0 0,-1 1 0,1-1 0,0 0 0,1 0 0,-1 0-1,0 0 1,0 1 0,1-1 0,0 0 0,0 2 0,9 18 58,0-1 65,-1 0 1,9 34-1,-14-41-80,1-1-1,1 0 1,0 0 0,1 0-1,10 15 1,-9-15-7,0 0-1,-1 1 1,11 29-1,-11-11-22,-6-25-21,0 0-1,0 0 1,1 0 0,0-1-1,0 1 1,1-1-1,3 7 1,14 19-1,-9-14 0,0 1 0,0 0 0,13 37 0,-22-51 0,1 0 0,1 0 0,-1 0 0,1 0 0,0 0 0,0-1 0,0 0 0,1 0 0,-1 0 0,9 5 0,4 4 0,-11-4 0,-6-9 0,1 1 0,-1-1 0,0 1 0,0-1 0,1 0 0,-1 1 0,0-1 0,1 0 0,-1 1 0,1-1 0,-1 0 0,0 1 0,1-1 0,-1 0 0,1 1 0,-1-1 0,1 0 0,-1 0 0,1 0 0,-1 0 0,1 1 0,-1-1 0,1 0 0,-1 0 0,1 0 0,-1 0 0,1 0 0,-1 0 0,1 0 0,-1 0 0,1-1 0,-1 1 0,1 0 0,-1 0 0,1 0 0,-1 0 0,1-1 0,-1 1 0,1 0 0,-1-1 0,1 1 0,2-2 0,1 0 0,-1 0 0,0 0 0,1-1 0,-1 1 0,0-1 0,0 0 0,-1 0 0,1 0 0,-1 0 0,1 0 0,2-6 0,23-46 0,-24 16 0,-1 1 0,36-98 0,-37 131 0,-1 1 0,0-1 0,0 0 0,-1 0 0,1 0 0,-1 0 0,0 0 0,-2-9 0,2 9 0,-1 0 0,1 0 0,0 0 0,0 0 0,0 0 0,1 0 0,0 0 0,2-8 0,1 2 0,-2 6 0,1-1 0,-2 0 0,1 0 0,-1 0 0,0 0 0,0 0 0,0-10 0,-1 16 0,0-1 0,0 1 0,0-1 0,0 1 0,0-1 0,0 1 0,0 0 0,0-1 0,0 1 0,0-1 0,0 1 0,0-1 0,0 1 0,0-1 0,1 1 0,-1 0 0,0-1 0,0 1 0,1-1 0,-1 1 0,0 0 0,1-1 0,-1 1 0,0 0 0,1 0 0,-1-1 0,0 1 0,1 0 0,-1 0 0,0-1 0,1 1 0,-1 0 0,1 0 0,-1 0 0,1 0 0,-1-1 0,0 1 0,1 0 0,-1 0 0,1 0 0,23 9 0,15 19 0,-35-24 0,0 0 0,-1 0 0,0 1 0,1-1 0,-2 1 0,1 0 0,-1 0 0,4 9 0,12 19 0,-7-19 0,-7-10 0,-1 0 0,1 0 0,-1 0 0,0 0 0,0 1 0,0 0 0,-1 0 0,1 0 0,1 8 0,4 10-395,1-1 0,0 0 0,2 0 0,1-1 0,0 0 0,19 23 0,-14-20-678,-1 0 0,-1 1 0,20 48 0,-32-67 47,0-1-1,1 1 0,-1-1 0,1 0 0,0 0 0,0-1 1,0 1-1,1-1 0,0 0 0,0 0 0,0 0 0,0 0 1,0-1-1,1 0 0,0 0 0,-1-1 0,10 3 0,13-3-2422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56.1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312 198 5234,'0'-4'492,"0"1"0,0-1-1,-1 1 1,1-1 0,-1 1-1,0 0 1,0-1 0,0 1-1,0 0 1,-1 0 0,1-1-1,-4-3 1,3 4-151,1 0-1,-1 0 1,0 0 0,1 0 0,0 0-1,0-1 1,0 1 0,0 0-1,0-1 1,1 1 0,-1-1 0,1-4-1,0 5-75,0-1-1,-1 1 0,1 0 0,-1 0 0,0 0 0,0-1 1,0 1-1,0 0 0,-2-3 0,1 3-2,1 0 1,0 1-1,0-1 1,0 0-1,0 0 1,0 0-1,0 0 1,1 0-1,-1-4 1,1 6-155,0-1 1,-1 1-1,0-1 0,1 1 1,-1 0-1,0-1 1,0 1-1,0 0 0,1 0 1,-1 0-1,-1-1 1,1 1-1,0 0 1,0 0-1,0 0 0,0 1 1,-1-1-1,1 0 1,0 0-1,-2 0 0,-27-9 2020,23 10-1727,1 1-1,-1 0 0,1 0 0,0 1 0,-1 0 1,1 0-1,0 0 0,0 1 0,0 0 0,-7 5 1,-4 3 471,1 1 0,-19 17 1,31-24-870,0 0 1,0 0 0,1 0 0,0 0-1,-1 1 1,-3 10 0,-11 17-9,15-27 5,0 0 0,0 1 0,0-1 0,1 1 0,0-1 0,0 1 0,1 0 0,-1 0 0,1 11 0,1 72 0,2-44 0,-2-45 0,0 0 0,0 0 0,0 0 0,1 0 0,-1 1 0,0-1 0,0 0 0,1 0 0,-1 0 0,1 0 0,-1 0 0,1 0 0,-1 0 0,1 0 0,0 0 0,0-1 0,-1 1 0,1 0 0,0 0 0,0 0 0,0-1 0,0 1 0,0-1 0,0 1 0,0 0 0,0-1 0,0 0 0,0 1 0,0-1 0,0 0 0,0 1 0,0-1 0,0 0 0,0 0 0,1 0 0,-1 0 0,0 0 0,0 0 0,0 0 0,0 0 0,0-1 0,0 1 0,0 0 0,0-1 0,1 1 0,-1-1 0,0 1 0,-1-1 0,1 1 0,0-1 0,0 0 0,0 1 0,0-1 0,0 0 0,-1 0 0,1 0 0,0 0 0,0 0 0,-1 0 0,1 0 0,0-1 0,16-26 0,-14 25 0,0-1 0,0 0 0,-1 0 0,1 0 0,-1-1 0,0 1 0,0 0 0,-1-1 0,1 1 0,-1-1 0,0 0 0,1-5 0,-2 3 0,0 0 0,1 1 0,0-1 0,1 1 0,-1-1 0,1 1 0,1-1 0,2-6 0,-4 11 0,0 0 0,-1 0 0,1 1 0,-1-1 0,1 0 0,-1 0 0,0 0 0,0 0 0,0 0 0,0 0 0,0 0 0,0 0 0,-1 0 0,1 0 0,-1-1 0,0 0 0,7 7 0,-5-2 0,3 1 0,0 1 0,0 0 0,-1 0 0,1 0 0,-1 0 0,0 0 0,0 1 0,-1 0 0,1-1 0,-1 1 0,2 7 0,0 1 0,-3-8 0,1 0 0,-1 0 0,1-1 0,0 1 0,0-1 0,1 0 0,-1 1 0,1-1 0,0 0 0,3 4 0,-1-2 0,-1 0 0,-1 0 0,1 0 0,-1 0 0,0 1 0,3 11 0,15 28 0,-7-25-437,-6-8-738,-1-1 1,2 0-1,0-1 0,0 0 0,1 0 0,0-1 0,0 0 0,23 14 1,10 15-10333,-35-39 8119,8-13 368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56.9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32 119 8228,'0'-7'1335,"-1"1"-1,0-1 1,0 1 0,-1-1 0,1 1 0,-1 0 0,-4-8 0,3 8 20,1-1 0,0 1 1,0 0-1,0-1 0,1 1 1,0-1-1,0-8 1,0 37-1182,0-15-125,0 0 1,1 0-1,0 0 1,0 0-1,1 0 0,0 0 1,0 0-1,4 10 1,2 6 108,11 45 0,-15-49-118,2 0-1,0 0 1,1-1 0,1 1 0,12 22-1,-12-27-26,-1 1-1,-1-1 0,0 1 0,0 0 1,-2 1-1,3 15 0,-4-16-8,1 1 0,0-1-1,2 0 1,0 0 0,0 0 0,8 14 0,-8-20-15,0 1 0,-1 0 0,-1 0 0,4 12 0,-5-14-31,0 0-1,1 0 1,0 0-1,0-1 1,7 12-1,-2-7 36,-4-5-422,1 0 1,0 0-1,0-1 1,0 1-1,7 5 0,-10-11 344,-1-1 0,0 1 0,0 0-1,0 0 1,0 0 0,1-1 0,-1 1-1,0-1 1,0 1 0,1-1 0,-1 0-1,0 1 1,1-1 0,-1 0 0,1 0-1,-1 0 1,0 0 0,1 0 0,-1 0-1,1 0 1,-1 0 0,0-1 0,1 1-1,-1-1 1,0 1 0,1-1-1,-1 1 1,0-1 0,0 0 0,0 1-1,1-1 1,-1 0 0,0 0 0,0 0-1,1-1 1,-1 1 64,-1-1 0,1 1 0,0 0 1,0-1-1,-1 1 0,1 0 0,-1-1 0,0 1 0,1-1 0,-1 1 0,0-1 0,0 1 0,0-1 0,0 1 0,0-3 1,2-12-70,-2 15 89,3-7 0,0 0-1,-1 0 0,0-1 1,0 1-1,-1-1 1,0 0-1,0-13 1,0 1 129,0 13 115,0-1 0,-1 0-1,-1 1 1,1-1 0,-1 0-1,-3-10 1,1 10 520,0 1-1,1 0 1,-1 0 0,2-1 0,-1 0-1,1 1 1,0-13 0,1 12-566,1 23-148,2 20-98,15 12 49,-9-24 0,-1 0 0,2-1 0,1 0 0,23 33 0,-3-7 0,-26-38 0,0-1 0,0 1 0,1-2 0,-1 1 0,12 10 0,-6-8 0,-8-6 0,1 0 0,0-1 0,0 0 0,0 1 0,0-2 0,0 1 0,1 0 0,5 2 0,-8-5 0,0 0 0,-1 0 0,1 0 0,0 0 0,0 0 0,0 0 0,-1 0 0,1-1 0,0 1 0,0-1 0,-1 1 0,1-1 0,0 0 0,-1 1 0,1-1 0,0 0 0,-1 0 0,0 0 0,1 0 0,-1-1 0,1 1 0,-1 0 0,0-1 0,0 1 0,0 0 0,0-1 0,0 1 0,1-3 0,17-19 0,-16 19 0,1 1 0,-1-1 0,0 0 0,-1 0 0,1 0 0,-1 0 0,1-1 0,2-8 0,34-51 0,-27 9 0,-10 44 0,0 0 0,0 0 0,8-20 0,0 14 0,-8 15 0,-1 0 0,1 0 0,-1 0 0,0-1 0,0 1 0,0 0 0,0-1 0,0 1 0,0-1 0,-1 1 0,1-1 0,-1 0 0,1-4 0,-2 5 0,1 0 0,0 1 0,0-1 0,1 0 0,-1 1 0,0-1 0,0 1 0,1-1 0,-1 0 0,1 1 0,-1-1 0,1 1 0,0-1 0,0 1 0,0-1 0,0 1 0,0 0 0,0-1 0,0 1 0,0 0 0,0 0 0,0 0 0,2-1 0,4-4 0,-1-8 0,-1 5 0,4 19 0,-1 47 0,-6-54 0,8 21 0,-2 0 0,11 43 0,-7-17 0,-7-30 0,0 0 0,-1 1 0,1 41 0,-5 260 0,0-310 0,-1 0 0,0 0 0,-1 0 0,0 0 0,-1-1 0,0 1 0,-1-1 0,-6 14 0,-11 43 0,19-59 0,0 0 0,0 0 0,-1 0 0,0 0 0,0-1 0,-1 0 0,0 1 0,-1-1 0,0-1 0,-10 14 0,8-13 0,-1 1 0,0-1 0,0-1 0,-1 0 0,0 0 0,0 0 0,-14 7 0,20-13 0,0 0 0,0 0 0,0 0 0,0 0 0,0-1 0,0 1 0,0-1 0,0 0 0,0 1 0,0-2 0,0 1 0,0 0 0,0 0 0,0-1 0,0 0 0,0 1 0,0-1 0,0 0 0,1-1 0,-1 1 0,0 0 0,1-1 0,-1 0 0,1 1 0,-1-1 0,1 0 0,0 0 0,0 0 0,-1-1 0,2 1 0,-1-1 0,-2-2 0,1 0 0,0 0 0,0 0 0,1 0 0,-1-1 0,1 1 0,0-1 0,1 1 0,-1-1 0,1 0 0,0 0 0,0 0 0,1 1 0,0-1 0,1-9 0,-2-4 0,1 11 0,-1 1 0,1-1 0,1 1 0,0-1 0,0 1 0,3-11 0,13-43 0,-3 13 0,23-56 0,-19 68 0,2 1 0,47-64 0,-45 68 0,-1 6 0,1 1 0,1 1 0,41-33 0,-10 10 0,-2 7 0,-39 31 0,-1-1 0,1-1 0,18-19 0,28-23 0,-46 34 0,-12 16 0,0 0 0,1 0 0,-1 1 0,0-1 0,1 1 0,-1-1 0,1 1 0,-1-1 0,1 1 0,0 0 0,-1 0 0,3-1 0,-2 1 0,-1 0 0,1 0 0,-1 1 0,0-1 0,0 0 0,1-1 0,-1 1 0,0 0 0,0 0 0,0 0 0,0-1 0,0 1 0,0 0 0,-1-1 0,1 1 0,0-1 0,-1 1 0,1-1 0,-1 1 0,1-1 0,-1 1 0,0-1 0,0 0 0,1 1 0,-1-1 0,0 0 0,-1 1 0,1-1 0,0-1 0,-1-7 0,-1 12 0,9 21 0,12 11 0,-15-24 0,1 0 0,0-1 0,1 1 0,0-1 0,1-1 0,-1 1 0,10 8 0,-5-8 0,-6-5 0,1 1 0,0-1 0,-1 2 0,0-1 0,0 0 0,-1 1 0,0 0 0,0 0 0,5 10 0,-3-6 0,0-1 0,1 0 0,0 1 0,1-2 0,11 11 0,-13-14 0,-1 0 0,1 0 0,-1 0 0,0 1 0,0 0 0,-1 0 0,0 0 0,0 1 0,0-1 0,-1 1 0,0 0 0,0 0 0,0 0 0,-1 0 0,-1 0 0,1 0 0,0 9 0,-1 0 0,-1-14 0,1 1 0,-1-1 0,0 1 0,1 0 0,-1-1 0,0 1 0,-1-1 0,1 1 0,0 0 0,-1-1 0,1 1 0,-1-1 0,0 1 0,0-1 0,0 1 0,0-1 0,0 1 0,-1-1 0,1 0 0,-1 0 0,1 0 0,-1 0 0,0 0 0,-3 3 0,-4 0-104,-1-1 0,1 0-1,-1-1 1,0 0 0,0 0 0,0-1 0,0 0-1,0-1 1,0 0 0,0-1 0,-1 0 0,1 0-1,0-1 1,0 0 0,-1-1 0,1-1 0,-14-4-1,5 1-2700,-33-14-5192,51 19 7663,-1 0 0,0 0 0,1-1 0,-1 1 0,1 0 0,-1 0 1,1-1-1,-1 1 0,1-1 0,0 1 0,0-1 0,0 0 0,0 1 0,0-1 0,0 0 0,1 0 0,-1 0 0,0 1 0,1-1 0,-1 0 0,1 0 0,0-4 0,0 0-338,0 0 0,0 0-1,1 0 1,0 0 0,0 0-1,1 0 1,-1 0 0,1 0-1,0 1 1,5-8 0,-1-1-371,-1-21-2879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57.2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43 4002,'13'-15'3550,"-12"13"-3193,0 0-1,1 0 1,-1 0 0,0 1 0,1-1-1,-1 0 1,1 1 0,-1-1 0,1 1-1,0 0 1,-1-1 0,1 1 0,0 0-1,0 0 1,0 0 0,0 0 0,0 1-1,0-1 1,4 0 0,-3 1-121,-1 1-1,0 0 1,0 0 0,1 0 0,-1 0-1,0 0 1,0 0 0,0 1 0,0-1 0,0 1-1,-1-1 1,1 1 0,0 0 0,-1 0-1,3 3 1,22 39 813,-3-2-774,-20-36-262,1-1 0,-1 0-1,0 1 1,0-1 0,-1 1 0,4 10 0,28 105-37,-31-112 9,0 0 1,1-1-1,0 1 0,6 9 0,5 10-74,-8-12-52,-5-8-27,1-1 0,0 0 0,1 0 0,8 12 0,8 15-1221,-18-29 1003,0-1 0,1 0-1,-1 0 1,1 0-1,0 0 1,0 0 0,6 5-1,4 4-1082,-11-11 1159,0 1 0,0-1 0,0 0-1,0 0 1,1 0 0,-1 0 0,0-1 0,1 1-1,0-1 1,-1 1 0,1-1 0,0 0 0,-1 0-1,1 0 1,0 0 0,0-1 0,0 1 0,0-1 0,5 1-1,-1-2-187,0 0-1,0 0 1,0-1-1,0 0 0,0 0 1,0 0-1,-1-1 1,8-4-1,-7-6 214,-6 11 276,-1 1 1,1-1 0,-1 1-1,1-1 1,0 1 0,-1-1-1,1 1 1,0 0 0,0-1-1,0 1 1,0 0 0,0 0-1,1 0 1,-1 0 0,0 0-1,3-1 1,-2 0 57,1 0-1,-1 0 1,1 0 0,-1 0-1,0 0 1,0-1 0,0 1-1,0-1 1,0 1-1,-1-1 1,1 0 0,-1 0-1,0 1 1,1-1 0,0-6-1,14-24 882,3 6 233,-13 19-554,0 0 1,-1 0-1,0 0 1,-1-1-1,0 0 0,4-11 1,-6 16-313,-1 1 1,1 0 0,0 0 0,0 0 0,0 0-1,0 0 1,1 0 0,-1 1 0,1-1-1,0 1 1,0-1 0,3-1 0,21-21 3680,-25 22-3675,-1 1 0,2 0 0,-1 0 1,0 0-1,0 0 0,1 0 0,-1 0 1,1 1-1,-1-1 0,1 1 0,0-1 1,-1 1-1,1 0 0,0 0 1,0 1-1,0-1 0,0 1 0,0-1 1,0 1-1,0 0 0,0 0 0,0 0 1,0 0-1,0 1 0,0-1 0,0 1 1,0 0-1,-1 0 0,1 0 0,0 0 1,0 0-1,-1 1 0,1-1 0,-1 1 1,5 3-1,-1-1-91,1 0-1,-1 1 1,0 0 0,0 1-1,-1-1 1,0 1 0,0 0-1,0 0 1,-1 1 0,0-1 0,0 1-1,0 0 1,4 12 0,-4-6-49,-1 0 0,0 0 0,0 1 0,-1-1 0,-1 1 0,0-1 0,-1 1 0,-1-1 0,-3 21 0,-1-17-33,4-10-152,-1 1 0,0-1-1,0 0 1,-1 0-1,0 0 1,-1 0 0,1 0-1,-1-1 1,0 1-1,-1-1 1,0 0-1,0 0 1,0-1 0,-9 8-1,5-6-715,1-1-1,-1 1 1,-1-2-1,1 1 1,-1-2-1,0 1 1,0-1 0,-1 0-1,-20 3 1,7-2-1241,16-3 1179,1 0-1,-1-1 1,1 0 0,-1 0 0,1-1 0,-1 0 0,-9-1 0,-77-17-8613,47-4 2741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0:57.4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1 322 7091,'28'-53'8708,"-28"1"-2049,28 9-3025,-28 7-1905,19 4-1233,-19 6-1344,28-1-1602,-28 17-1679,18-17-1362,-18 11-352,29 16-3601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02.5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975 18 12822,'17'-10'3101,"-17"10"-3057,0 0 0,0 0 0,0 0 0,0 0 0,0 0 0,1 0 0,-1-1 0,0 1 0,0 0-1,0 0 1,0 0 0,0 0 0,0 0 0,0-1 0,0 1 0,0 0 0,0 0 0,0 0 0,0 0 0,0-1 0,0 1 0,0 0 0,0 0 0,0 0 0,0 0 0,0 0 0,0-1 0,0 1 0,0 0-1,0 0 1,0 0 0,0 0 0,0-1 0,0 1 0,-1 0 0,1 0 0,0 0 0,0 0 0,0 0 0,0 0 0,0 0 0,0-1 0,-1 1 0,1 0 0,0 0 0,0 0 0,0 0 0,0 0 0,-3-1 157,0 1 0,0 0 1,1-1-1,-1 1 1,0 0-1,0 1 0,1-1 1,-1 0-1,0 1 1,1 0-1,-1-1 0,-5 3 1,-52 18 655,-11 3 115,-82 39 0,-130 81 3628,256-133-3776,0 2 1,1 1 0,0 2 0,-32 24 0,40-26-674,-1-1-1,0 0 1,-28 12-1,-19 13-205,44-25 55,21-12 0,-1-1 0,1 1 0,-1-1 0,1 1 0,0 0 0,-1-1 0,1 1 0,-1 0 0,1 0 0,0 0 0,0 0 0,0 0 0,0 1 0,0-1 0,0 0 0,0 0 0,0 1 0,0-1 0,0 0 0,1 1 0,-1-1 0,0 1 0,1-1 0,-1 1 0,1-1 0,0 1 0,-1 2 0,2-3 0,-1 0 0,1 0 0,0 0 0,-1-1 0,1 1 0,0 0 0,-1 0 0,1-1 0,0 1 0,0 0 0,0-1 0,0 1 0,0-1 0,-1 1 0,1-1 0,0 1 0,0-1 0,0 0 0,0 1 0,0-1 0,0 0 0,1 0 0,-1 0 0,0 0 0,0 0 0,0 0 0,0 0 0,0 0 0,2 0 0,38-3 0,-37 3 0,36-7 0,-1-1 0,0-2 0,39-15 0,9-3 0,403-149 0,-460 165 0,-28 11 0,-10 4 0,-30 10 0,-59 25 0,77-30 0,-1 0 0,-39 7 0,0 1 0,-111 47-1070,76-34-4780,5 4-4139,12 0-5837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04.8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123 1 464,'-44'0'4992,"41"0"-4293,-2 0-211,-5 0-542,-28-1 4525,37 1-4329,0 0 0,1 0-1,-1 0 1,0 0-1,0 0 1,0 0 0,0 0-1,0 1 1,1-1-1,-1 0 1,0 0-1,0 1 1,0-1 0,1 0-1,-1 1 1,0-1-1,0 1 1,1-1 0,-1 1-1,0-1 1,1 1-1,-1 0 1,1-1-1,-1 1 1,0 0 0,1-1-1,0 1 1,-1 0-1,1 0 1,-1-1 0,1 5 3953,14-5-2457,-5 0 1748,133 0-1926,358 9 5278,-331-4-6738,45 5 0,-176-7 0,55-2 0,15-1 0,316 9 0,-163 7 0,-219-16 0,350 13 0,-232-10 0,-15-1 0,264 20 0,58 4 0,-84-13 0,-163 3 0,-53-16 0,-163 0 0,1 0 0,-1-1 0,0 1 0,0-1 0,0 0 0,-1 0 0,1 0 0,5-3 0,19-5 0,-12 3-2565,-14 5 1757,0 0 0,0-1 0,0 1 0,0 0 0,0 0 0,0-1 0,0 1 0,-1-1 0,1 0 0,-1 0 0,1 1 0,-1-1 0,0 0 0,1 0 0,-1 0 0,1-4 0,-2-18-6790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05.5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138 70 1633,'-5'0'2414,"-81"0"6534,39-16 1476,421 5-1076,154 11-10645,-472-6-2462,4-5-4604,-46 6 6407,-10 2-1191,-2-14-7544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05.7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 1 5122,'-17'4'4763,"15"-3"-3508,0 1 1,0-1-1,1 1 0,-1-1 1,1 1-1,-1 0 0,1 0 1,0 0-1,0 0 0,0 0 1,0 0-1,0 0 0,0 0 0,0 2 1,-6 13-2646,6-13 1690,-1-1 1,1 1 0,0 0 0,1 0 0,-1 0 0,1-1 0,0 1 0,-1 0 0,2 0 0,-1 0 0,1 6 0,1 9 618,-2-9-805,0-1 0,1 1 0,0 0 0,1-1 0,0 1 0,0-1 0,6 14 0,-7-18-114,0 1 0,0-1 0,0 1 0,0-1 0,-1 1 0,0-1 0,0 1 0,-2 6 0,2-7 0,-1 0 0,1-1 0,0 1 0,0 0 0,0-1 0,1 1 0,0-1 0,0 1 0,1 5 0,37 95-133,-12-30-4162,-7-17-3114,7 1-2415,-22-32 5105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07.2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216 413 7876,'0'-22'4308,"-1"-40"4740,1 58-8540,-1 0-1,0 1 1,1-1-1,-1 0 1,-1 1 0,1-1-1,0 1 1,-1 0-1,0-1 1,1 1 0,-1 0-1,-1 0 1,-3-5-1,4 6-302,0 0-1,0 0 1,0 0-1,0 1 1,0-1-1,-1 0 1,1 1-1,-1 0 1,1-1-1,-1 1 1,1 0-1,-1 0 0,-5 0 1,5 1-101,-1 0 1,1 1-1,-1 0 1,1-1-1,0 2 0,-1-1 1,1 0-1,0 1 1,0-1-1,-1 1 0,1 0 1,1 0-1,-1 0 1,-4 4-1,4-3-104,0 0 0,0 0 0,0 0 0,1 1 0,-1-1 0,1 1 0,0-1 0,0 1 0,1 0 0,-2 4 0,-17 29 0,12-22 0,0 1 0,1-1 0,1 1 0,-8 33 0,7-23 0,5-18 0,1 1 0,0 0 0,1 0 0,0 0 0,0 0 0,1 0 0,0 0 0,0 0 0,1-1 0,0 1 0,6 14 0,0 2 0,2 16 0,33 77 0,-29-87 0,1 1 0,2-2 0,26 37 0,-15-29 0,-21-28 0,0-1 0,0 0 0,0 0 0,1-1 0,1 0 0,12 10 0,1 3 0,-20-18 0,0 0 0,1-1 0,-1 1 0,1-1 0,0 1 0,0-1 0,0 0 0,0 0 0,7 3 0,60 12 0,-63-15 0,-1 0 0,1-1 0,0 0 0,-1-1 0,1 1 0,0-1 0,0-1 0,0 1 0,-1-1 0,1 0 0,0-1 0,-1 1 0,1-1 0,-1-1 0,1 1 0,-1-1 0,0 0 0,0-1 0,10-7 0,5-11 0,-1-2 0,20-28 0,-28 34 0,-6 9 0,0 0 0,-1 0 0,0-1 0,5-15 0,12-24 0,-15 34 0,0 0 0,-1-1 0,7-23 0,-3 6 0,-6 16 0,-1 0 0,-2 0 0,1 0 0,-2 0 0,0 0 0,-3-18 0,1-17 0,2 34 0,-1 21 0,5 24 0,3-13 0,-5-11 0,-1 0 0,0 0 0,0 0 0,0 0 0,0 0 0,0 0 0,-1 0 0,1 0 0,-1 0 0,0 0 0,0 1 0,0 3 0,0-2 0,1 0 0,0 1 0,0-1 0,1 0 0,-1-1 0,1 1 0,0 0 0,4 7 0,9 23 0,-11-22 0,1-1 0,1 1 0,0-1 0,1-1 0,13 20 0,-12-19 0,0 0 0,0 0 0,-1 1 0,8 22 0,-13-29 0,1-1 0,0 0 0,0 1 0,1-1 0,0 0 0,-1-1 0,8 7 0,15 23 0,-20-28 0,0 1 0,1-1 0,0 0 0,0-1 0,0 0 0,1 0 0,-1-1 0,1 1 0,0-2 0,1 1 0,16 4 0,-19-7 0,0 0 0,1 0 0,-1 0 0,1-1 0,-1 0 0,1 0 0,-1-1 0,0 1 0,12-4 0,-16 3 0,0 1 0,0-1 0,0 0 0,0 0 0,0 0 0,0 0 0,0 0 0,0-1 0,0 1 0,0-1 0,-1 1 0,1-1 0,-1 1 0,1-1 0,-1 0 0,0 0 0,1 0 0,-1 0 0,0 0 0,0 0 0,-1 0 0,1 0 0,0 0 0,-1 0 0,1 0 0,-1 0 0,1-1 0,-1 1 0,0-3 0,0-14 0,1 11 0,-1 1 0,1-1 0,-1 0 0,-1 1 0,0-1 0,0 0 0,0 1 0,-1-1 0,0 1 0,-1 0 0,0-1 0,-5-10 0,-2 3 0,1 0 0,-11-27 0,-13-22 0,-4 10 0,-48-53 0,83 105 0,0-1 0,0 1 0,0-1 0,0 1 0,1-1 0,-1 1 0,1-1 0,0 0 0,0 0 0,0 0 0,0 0 0,0 0 0,0 0 0,1 0 0,0 0 0,-1 0 0,2-3 0,-1 4 0,0-1 0,-1 1 0,1 0 0,0 0 0,-1-1 0,1 1 0,-1 0 0,0 0 0,1-1 0,-1 1 0,0 0 0,0 0 0,-1 0 0,0-2 0,-2-7 0,22-9 0,-16 19 0,0 0 0,0 0 0,1 0 0,-1 0 0,1 1 0,-1-1 0,1 1 0,-1-1 0,1 1 0,-1 0 0,1 0 0,-1 0 0,1 1 0,-1-1 0,1 0 0,3 2 0,41 15 0,-30-6 0,0 1 0,0 1 0,27 27 0,-16-13 0,-16-16 0,0 0 0,-1 1 0,0 0 0,-1 1 0,-1 0 0,15 26 0,25 53 0,-44-82 0,0 0 0,0-1 0,-1 2 0,0-1 0,3 14 0,14 35 0,-13-45 0,-6-10 0,0-1 0,0 1 0,0-1 0,-1 1 0,1 0 0,-1 0 0,0 0 0,0 0 0,0 0 0,-1 0 0,1 0 0,-1 5 0,19 27 0,-20-37 0,1 0 0,0 0 0,0 0 0,-1 0 0,1 0 0,0 0 0,0 0 0,0 0 0,0 0 0,1 0 0,-1 0 0,0 0 0,0 0 0,0 1 0,1-1 0,-1 0 0,1 0 0,-1 0 0,0 0 0,1 0 0,0 1 0,0-2 0,43-66 0,-34 54 0,0 0 0,14-28 0,4-7 0,-24 43 0,-1 0 0,1 0 0,-1-1 0,-1 0 0,4-11 0,-4 14 0,-1-1 0,1 0 0,0 1 0,0-1 0,0 1 0,0 0 0,1-1 0,6-6 0,30-26 0,1-5 0,-37 41 0,0-1 0,0 1 0,0-1 0,0 1 0,0 0 0,0 0 0,0 0 0,1 0 0,-1 1 0,0-1 0,0 1 0,1 0 0,-1 0 0,0 0 0,1 0 0,-1 1 0,0-1 0,0 1 0,1 0 0,-1 0 0,0 0 0,0 0 0,0 1 0,0-1 0,4 4 0,1 11 0,-7-14 0,0 0 0,0 1 0,0-1 0,0 0 0,1 0 0,-1 0 0,1 0 0,-1 0 0,1 0 0,2 3 0,0-2 0,-1 2 0,0-1 0,0 0 0,0 1 0,0-1 0,-1 1 0,0 0 0,0 0 0,2 6 0,14 28 0,-9-25 0,-2 0 0,0 1 0,0 0 0,5 21 0,15 31 0,-26-64 0,0 0 0,0 0 0,0 0 0,-1 0 0,1 1 0,-1-1 0,0 0 0,0 0 0,0 6 0,3 20 0,-1-26 0,10 17 0,-11-20 0,-1 0 0,0 0 0,0 0 0,1 1 0,-1-1 0,0 0 0,0 0 0,1 1 0,-1-1 0,0 0 0,0 1 0,0-1 0,0 0 0,1 1 0,-1-1 0,0 0 0,0 1 0,0-1 0,0 0 0,0 1 0,0-1 0,0 0 0,0 1 0,0-1 0,0 0 0,0 1 0,0-1 0,0 0 0,0 1 0,0-1 0,0 0 0,0 1 0,-1-1 0,1 0 0,0 1 0,0-1 0,0 0 0,-1 1 0,1-1 0,0 0 0,-1 1 0,6-23 0,3 17 0,-7 4 0,0 1 0,0-1 0,0 1 0,0-1 0,0 1 0,-1-1 0,1 1 0,0-1 0,0 0 0,-1 1 0,1-1 0,0 0 0,-1 0 0,1 1 0,-1-1 0,1 0 0,-1 0 0,1 0 0,-1 0 0,0 0 0,1 0 0,-1 0 0,0 0 0,0 0 0,0 0 0,1 0 0,-1 0 0,-1-1 0,2-2 0,-1 0 0,1 0 0,0 0 0,0 0 0,0 1 0,0-1 0,1 0 0,0 0 0,-1 1 0,5-6 0,9-21 0,44-131-7267,-56 152 6589,0 0 0,0 1 0,1-1 0,0 1 0,1 0 0,0 0 0,0 0-1,9-9 1,-5 6-60,-5 7 665,0 1-1,0-1 1,1 1-1,-1 0 0,1 1 1,0-1-1,10-3 1,4-3 13,-16 8 141,0 0 1,0 0-1,-1 0 1,1 1-1,0-1 0,0 1 1,0 0-1,-1-1 1,1 2-1,0-1 1,0 0-1,0 0 0,3 2 1,-2-2 232,-3 0-252,-1 0-1,1 0 1,-1 0 0,1 0-1,0 0 1,-1 0 0,1 0-1,-1 0 1,1 0-1,-1 0 1,1 0 0,-1 0-1,1 1 1,-1-1 0,1 0-1,-1 0 1,1 0 0,-1 1-1,1-1 1,-1 0 0,1 1-1,-1-1 1,0 0 0,1 1-1,-1-1 1,1 1 0,-1-1-1,0 1 1,1 0 0,12 10 2103,5-3-1033,-8-3 194,-1-1 1,1 0 0,0 0 0,0-1-1,20 4 1,3-3-1087,-31-3-243,0 0 0,0-1 0,1 0 0,-1 1 0,0-1 0,0 0 0,0 0 0,0 0 0,1 0 0,-1-1 0,0 1 0,0-1 0,0 1 0,4-2 0,34-10 3,-32 10 0,1 1 0,-1-2 0,0 1 0,0-1 0,0 0 0,0-1 0,0 0 0,-1 0 0,1 0 0,-1-1 0,0 0 0,-1-1 0,1 0 0,9-10 0,-7-15 0,-5 27 0,-3 3 0,0 0 0,1 1 0,-1-2 0,0 1 0,0 0 0,0 0 0,1 0 0,-1 0 0,0-1 0,-1 1 0,1 0 0,0-1 0,0 1 0,0-1 0,-1 1 0,1-1 0,-1 1 0,1-1 0,-1 0 0,0 1 0,0-1 0,0 0 0,0 1 0,0-1 0,0 1 0,0-1 0,0 0 0,0 1 0,-1-1 0,1 1 0,-1-1 0,0-2 0,-54-61 0,53 63 0,0 1 0,0-1 0,0 1 0,0 0 0,0-1 0,-1 1 0,1 0 0,0 0 0,-1 0 0,1 1 0,-1-1 0,1 1 0,-1-1 0,1 1 0,-1 0 0,1 0 0,-1 0 0,1 0 0,-1 0 0,1 1 0,-1-1 0,1 1 0,-1-1 0,1 1 0,-1 0 0,-3 2 0,-5 1 0,1 0 0,0 1 0,1 0 0,-19 13 0,21-13 0,1 1 0,-1 0 0,1 0 0,0 0 0,1 1 0,0-1 0,0 1 0,0 1 0,-7 14 0,-15 57 0,26-74 0,-1-1 0,1 1 0,0-1 0,0 1 0,1 0 0,-1-1 0,1 1 0,0 0 0,0-1 0,1 1 0,-1 0 0,1-1 0,0 1 0,0-1 0,1 1 0,-1-1 0,1 0 0,0 1 0,3 4 0,5 15 0,-1 9 0,-8-26 0,0-1 0,1 0 0,0 0 0,0 1 0,0-1 0,4 6 0,19 43-69,-22-46-56,0 0 0,0 0 1,1-1-1,1 1 0,0-1 0,0 0 0,0 0 0,1 0 0,7 6 0,10 4-4892,43 26 0,-40-37 1290,-11-2 2275,-12-3 1102,0-1 1,0 0 0,1 0 0,-1 0-1,0 0 1,1 0 0,-1-1 0,1 1-1,-1-1 1,1 0 0,-1 0 0,1 0-1,-1-1 1,0 1 0,6-2 0,9-3-1175,1-1 1,-1 0-1,-1-1 1,27-15-1,-34 16 1237,-1 0 0,0 0 0,0-1 0,0 0 0,-1-1 0,0 0 0,-1 0 0,0 0 0,10-16 0,-13 17 345,68-116 504,-26 38 2951,-41 72-2126,-1 0 1,0 0-1,-1-1 1,-1 0-1,0 0 1,-1 0-1,0 0 1,-2-25-1,0 13 1813,-8 2 260,8 23-3073,0-1 1,0 0-1,0 0 1,0 0-1,0 0 1,0 0 0,1 0-1,-1 0 1,1 0-1,-1 0 1,1-3-1,0 4-345,0 0 0,0 1-1,0-1 1,0 0-1,0 1 1,0-1 0,-1 0-1,1 1 1,0-1 0,0 0-1,0 1 1,-1-1 0,1 1-1,0-1 1,0 0 0,-1 1-1,1-1 1,-1 1 0,1-1-1,0 1 1,-1-1 0,1 1-1,-1 0 1,1-1 0,-1 1-1,1-1 1,-1 1-1,0 0 1,1 0 0,-1-1-1,-23 3 1505,18 1-1283,0-1 0,1 1-1,-1 0 1,1 0 0,-1 0 0,-6 7 0,8-7-263,0 1 0,1-1 0,-1 1 0,1 0 0,0 0 0,0 0 0,0 1 0,1-1 0,-1 1 0,1-1 0,0 1 0,0 0 0,1 0 0,0 0 0,0 0 0,0 0 0,0 0 0,1 0 0,-1 0 0,2 0 0,-1 0 0,0 1 0,1-1 0,2 8 0,2 3 0,-3-11 0,0 1 0,0 0 0,-1 0 0,0 0 0,0 1 0,0 9 0,0-11 0,0 0 0,0-1 0,0 1 0,0 0 0,1 0 0,0 0 0,0-1 0,0 1 0,0-1 0,1 1 0,0-1 0,0 0 0,0 0 0,7 7 0,-5-6 0,0 2 0,0-1 0,-1 0 0,1 1 0,-1 0 0,3 10 0,-3-8 0,1-1 0,-1 1 0,1 0 0,1-1 0,0 0 0,0-1 0,0 1 0,1-1 0,10 9 0,-13-13 0,-1 0 0,1 0 0,0 0 0,0 0 0,0-1 0,0 1 0,1-1 0,-1 0 0,1 0 0,-1-1 0,1 1 0,0-1 0,0 0 0,-1-1 0,1 1 0,0-1 0,0 0 0,0 0 0,0 0 0,-1-1 0,8-1 0,0-2 0,1-1 0,-1-1 0,-1 0 0,1-1 0,-1 0 0,0-1 0,0 0 0,-1 0 0,0-1 0,-1-1 0,12-15 0,-16 21 0,0-1 0,-1-1 0,0 1 0,0-1 0,0 1 0,0-1 0,-1 0 0,0 0 0,4-13 0,16-44 0,-18 51 0,0 1 0,-1-1 0,5-23 0,-4 10 0,13-79 0,9-195 0,-27 281 0,-2 0 0,-5-29 0,4 30 0,0-1 0,0-26 0,3 43 0,0 0 0,0 0 0,0 0 0,0 0 0,0 0 0,-1 0 0,1 1 0,0-1 0,0 0 0,-1 0 0,1 0 0,0 1 0,-1-1 0,1 0 0,-1 0 0,1 1 0,-1-1 0,1 0 0,-1 1 0,1-1 0,-1 0 0,0 1 0,1-1 0,-1 1 0,0-1 0,0 1 0,1-1 0,-1 1 0,-1-1 0,1 1 0,0 1 0,0-1 0,1 0 0,-1 0 0,0 1 0,0-1 0,1 0 0,-1 1 0,0-1 0,1 1 0,-1-1 0,1 1 0,-1-1 0,0 1 0,1-1 0,-1 1 0,1-1 0,-1 1 0,1 0 0,0-1 0,-1 1 0,1 0 0,0 0 0,-1-1 0,1 1 0,0 0 0,0 0 0,0-1 0,0 1 0,0 0 0,0 0 0,0-1 0,0 1 0,0 0 0,0 0 0,0 0 0,0-1 0,1 2 0,-10 42 0,6-37 0,1-1 0,1 1 0,-1 0 0,1 0 0,0 10 0,20 140 0,-20-129 0,1-11 0,0 0 0,0 0 0,5 22 0,34 138 0,-4-18 0,-33-149 0,1-1 0,1 1 0,-1-1 0,1 0 0,10 16 0,-8-16 0,-1 1 0,0 0 0,0 0 0,3 14 0,-7-18-68,1 1 1,-1-1-1,1 0 1,0-1-1,1 1 0,-1 0 1,1-1-1,0 1 1,1-1-1,-1 0 1,1 0-1,0 0 0,1 0 1,-1-1-1,1 0 1,-1 0-1,1 0 0,1 0 1,-1-1-1,7 4 1,0 2-1161,-11-8 710,0 0-1,0 0 1,1 1-1,-1-1 0,1 0 1,-1 0-1,1 0 1,-1 0-1,1-1 1,-1 1-1,1 0 0,0-1 1,-1 1-1,1-1 1,0 1-1,0-1 0,-1 0 1,1 0-1,0 0 1,2 0-1,-1 0-836,12-3-486,-4-7-4813,5-12 2316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07.4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76 122 3762,'-11'-6'3127,"7"4"-1759,0 1-1,1-1 1,-1 0-1,1-1 1,0 1-1,-1 0 1,-3-5-1,-3-5 4462,-7 9-1773,12 0-415,5 3-3613,0 0 1,0 0-1,0-1 0,0 1 1,0 0-1,0 0 1,0 0-1,0-1 0,0 1 1,0 0-1,-1 0 0,1-1 1,0 1-1,0 0 1,1 0-1,-1 0 0,0-1 1,0 1-1,0 0 1,0 0-1,0-1 0,0 1 1,0 0-1,0 0 0,0 0 1,0-1-1,0 1 1,1 0-1,-1 0 0,0 0 1,0 0-1,0-1 1,0 1-1,1 0 0,-1 0 1,0 0-1,0 0 0,0 0 1,1-1-1,-1 1 1,0 0-1,0 0 0,0 0 1,1 0-1,-1 0 1,0 0-1,0 0 0,1 0 1,191 9-8,-113-4-21,90-6 0,-65-1 0,-87 1-280,0 0 0,0-1 0,0-1-1,0 0 1,0-2 0,-1 0 0,0 0 0,19-10 0,-35 14-198,1 0 0,0 0 1,-1 0-1,1 0 0,-1 0 0,1 0 1,-1 0-1,0 0 0,1 0 0,-1-1 1,0 1-1,0 0 0,0 0 0,0 0 1,0 0-1,0 0 0,0-1 1,0 1-1,-1-1 0,1-3-2242,0-7-4718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11.229"/>
    </inkml:context>
    <inkml:brush xml:id="br0">
      <inkml:brushProperty name="width" value="0.05" units="cm"/>
      <inkml:brushProperty name="height" value="0.3" units="cm"/>
      <inkml:brushProperty name="color" value="#F6630D"/>
      <inkml:brushProperty name="inkEffects" value="pencil"/>
    </inkml:brush>
  </inkml:definitions>
  <inkml:trace contextRef="#ctx0" brushRef="#br0">30 272 3009,'-5'0'2722,"-2"1"-257,1 2-672,1-1-465,2 0-191,1-1-273,1 0-112,0-1-111,1 1 303,0-1 433,5 0 224,5-2-65,9-1 17,5 1-240,7 0-1,7 1-111,7 0-17,6 0-143,5 1 159,2 0-31,3 0-17,-1 0-15,-2 0-801,-4 1-336,-2-1 0,-3 0 0,-1 0 0,-4 0 0,-7 0 0,-4 0 0,-5 0 0,-2 0 0,-6-3-576,-6-1-1601,-6 1-448,-4 0-545,-2 1-496,-2 1 33,-1-1 271,0-1 529,-1 1 608,2-3 512,-6 1 384,-1-2 337,1-2 288,1-2 336,-1-2 368,-1-1 384,2 0 432,-3-3 113,-1-1 111,2 0 0,1-1 161,3 0 112,-2 1 159,0 0 33,0 4-128,2 2-33,1 0-95,1 2-97,4 3-335,1 2-161,0 2-160,0 1-48,3 0 273,1 5-193,2 1 64,5 4 33,-1 2-177,2 3-176,1 5-32,-1 0 176,0 3 289,-1 1 191,-5 2-32,-3 1-303,-3 0-273,-6-1-48,-4-4-128,-4 0-32,-4-1-80,-1-3 0,-2-3 64,-1-2-144,-3-1-416,2-1-817,2-1-1008,3-3-864,0-1-513,1-2-400,4-2-112,0 0 336,1-1-1136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3.5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339 0 6947,'-54'1'11043,"6"5"-7591,40-4-3180,0 0 0,1 0 0,0 1 0,-1 0-1,1 0 1,0 1 0,0 0 0,1 0 0,-1 0 0,-8 9 0,-28 19 1978,37-29-1911,-1 1 0,1 1 0,1-1 0,-1 1 0,1 0 0,-1 0 0,1 1 0,-6 9 0,4-6-137,1 1 0,1 0 0,-1 0 1,2 0-1,-1 1 0,2-1 0,-1 1 0,1 0 1,1 0-1,0 0 0,1 1 0,0-1 1,0 0-1,2 15 0,-1-25-202,-1 15 0,1 0 0,1 1 0,0-1 0,1 0 0,0 0 0,2 0 0,0 0 0,10 25 0,10 24 0,-20-49 0,2-1 0,-1 0 0,2 0 0,0 0 0,13 18 0,4-3-53,2 0 1,0-2-1,2-2 0,1 0 1,1-2-1,1-1 0,60 33 0,-77-49-1269,1 0-1,0-1 1,1 0-1,0-2 1,-1 0-1,1 0 1,29 1-1,-34-4 139,0 0 0,0-1 0,0-1 0,0 1-1,0-2 1,0 0 0,-1 0 0,1-1 0,-1 0-1,1-1 1,-1 0 0,13-8 0,-20 10 841,0 0-1,-1 0 1,0-1 0,1 1 0,-1-1-1,0 0 1,0 1 0,3-7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3.7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20 688,'-3'-12'4125,"2"11"-4010,1 1-1,-1-1 1,1 0 0,-1 1-1,0-1 1,1 1 0,-1-1-1,1 1 1,-1 0-1,0-1 1,0 1 0,1 0-1,-1-1 1,0 1 0,0 0-1,1 0 1,-1 0 0,0-1-1,0 1 1,0 0-1,-9 5 9009,10 252 5733,0-193-13288,1-47-1568,0 0 0,2 0 0,0 0 0,6 19 0,5 23 0,45 194 0,-55-229-1676,-2 0 1,-1 0-1,-3 37 0,1-11-1639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4.0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20 189 4178,'-19'-78'10618,"19"77"-10531,0-5 1250,-1 0 0,2 0 0,-1 0 0,1 0 0,0 0 0,2-10 0,-2 15-1088,-1 0 0,1 0-1,-1 0 1,1 0 0,0 0 0,-1 1-1,1-1 1,0 0 0,0 0 0,0 0-1,0 1 1,0-1 0,0 0 0,0 1-1,0-1 1,0 1 0,2-1 0,17-2-38,-17 3 55,0 0 1,0 0 0,0 0 0,0-1 0,0 1-1,0-1 1,0 0 0,0 0 0,-1 0-1,5-2 1,-4 2-192,0 0 0,-1-1 0,1 1 0,0 1 0,0-1 0,0 0 0,0 1 0,-1-1 0,1 1 0,5 0 0,48 1-9,8 0-60,100-12-1,-103 9-7805,-47 3 4630,-4-3-2815,-5-6 4127,-1 3-145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4.1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0 4834,'-19'11'3426,"-9"5"-737,28 0-1104,0-6-385,0 6 2018,28-5-1794,-9 4-559,28-15-369,-19 0-128,19 0-256,0 0-32,28 0-320,-29 0-832,1-15-1121,0 15-1233,0 0-400,0-11-304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4.4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404 43 6307,'0'-2'1064,"0"-1"1,0 1-1,0 0 1,0 0-1,0 0 0,-1 0 1,1 0-1,-1 0 1,1 0-1,-1 0 0,0 0 1,-2-4-1,-9-5 3915,8 13-3535,-1 1-1053,1 1-1,1-1 1,-1 1 0,1 0-1,-1 0 1,1 0 0,0 0-1,0 0 1,-3 9 0,2-6 67,-1 1 1,1-1 0,-1-1-1,-10 11 1,12-13-459,0 0 0,0-1 0,0 1 0,0 0 0,1 0 0,-1 1 0,1-1 0,0 0 0,0 1 0,1-1 0,0 1 0,-2 5 0,-14 39 0,9-34 0,0 0 0,1 1 0,1-1 0,-7 31 0,5-12 0,-1-1 0,-14 37 0,11-38 0,2 0 0,-10 50 0,18-71 0,-1 0 0,-1 0 0,0 0 0,0 0 0,-7 11 0,4-9 0,1 0 0,1 0 0,-8 29 0,12-36 3,-1 6-44,-1 0 1,0-1-1,-1 1 1,0-1-1,-9 17 1,10-23-378,1 0 0,-1 0 0,1 0 0,0 1 0,0-1 1,0 0-1,1 1 0,0-1 0,0 1 0,0 10 0,1-14 109,0 0 0,-1 0 0,1 0 0,0 0 0,-1 0 0,1 0 0,-1 0 0,0 0-1,0 0 1,0 0 0,0 0 0,0-1 0,0 1 0,0 0 0,-1 0 0,-1 1 0,2-2-223,0 0 0,0 1 0,-1-1 1,1 1-1,0 0 0,0-1 0,0 1 0,1 0 0,-1-1 1,0 1-1,1 0 0,-1 0 0,1 0 0,-1 0 0,1 3 0,5 10-4176,18 1 404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5.2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50 27 2177,'0'-1'590,"-1"0"-1,1-1 1,0 1 0,-1 0-1,1 0 1,-1-1 0,1 1-1,-1 0 1,1 0 0,-1 0-1,0 0 1,0 0 0,1 0-1,-1 0 1,0 0 0,0 0-1,0 0 1,-7-5 4246,8 33-968,1-9-2009,-1-13-1555,1-1 1,-1 1-1,0 0 1,0-1-1,-1 1 1,1 0-1,-1-1 1,0 1-1,-3 5 1,-2 5 224,3-9-295,0-1-1,1 0 1,0 1-1,0-1 1,1 1 0,0 0-1,0 0 1,0 0-1,0 6 1,0 28 1041,0-25-915,0 1-1,1-1 1,1 1 0,6 29-1,1-18-123,-5-17-204,0 0 1,0 0-1,-1 1 0,0-1 1,0 18-1,-2 214-32,0-239 0,1 0 0,-1 0 0,1 1 0,-1-1 0,1 0 0,0 0 0,0 0 0,0 0 0,3 4 0,-3-5 0,0 1 0,1 0 0,-1 0 0,0 0 0,0 0 0,-1 0 0,1 0 0,-1 0 0,1 3 0,0-22 0,1-7 0,-1 1 0,-1-1 0,-1 1 0,-5-36 0,-1 24 0,1 0 0,2-1 0,2 0 0,1 1 0,4-36 0,-2-7 0,-1 72 0,0 0 0,-1 0 0,0 1 0,0-1 0,0 0 0,-1 0 0,1 1 0,-1-1 0,-3-4 0,3 4 0,0 1 0,0-1 0,0 0 0,1 0 0,-1 0 0,1 0 0,0 0 0,1-1 0,-1-5 0,1 8 0,0 0 0,0 0 0,1 1 0,-1-1 0,1 0 0,-1 0 0,1 1 0,0-1 0,2-4 0,7 2 0,4 18 0,-11-10 0,-1-1 0,0 0 0,1 1 0,0-1 0,0 0 0,0 0 0,0 0 0,0-1 0,3 2 0,27 18 0,-5 0 0,0-2 0,35 18 0,-59-36 0,-1 1 0,1 0 0,0-1 0,-1 0 0,1 0 0,0 0 0,0 0 0,0 0 0,5-1 0,7 3 0,-7 0-186,0-1-1,0 1 1,0-2 0,1 1-1,-1-1 1,0 0 0,0-1 0,1 0-1,-1-1 1,0 0 0,1 0-1,-1-1 1,0 0 0,0-1-1,0 0 1,-1 0 0,16-8-1,-9 3 55,-9 5 96,1-1 0,-1 1-1,1-1 1,-1 0-1,0 0 1,9-9 0,-12 8 37,1 0 0,-2 0 1,1 0-1,-1 0 0,0-1 1,0 1-1,0-1 0,-1 1 1,2-8-1,-3 11 17,0 0 1,0 0-1,0 0 0,1-1 1,-1 1-1,1 0 0,-1 0 1,1 1-1,0-1 0,-1 0 1,1 0-1,0 0 1,1 0-1,-1 1 0,0-1 1,3-2-1,-3 3 105,0-1 0,1 0 0,-1 0-1,0 1 1,0-1 0,0 0 0,0 0 0,0 0 0,0 0 0,0 0 0,-1 0 0,1 0 0,-1 0-1,0-1 1,1 1 0,-1-3 0,0 3-78,1 0 0,-1 1 1,0-1-1,0 0 0,0 1 0,0-1 0,0 0 0,0 1 1,-1-1-1,1 0 0,0 1 0,-1-1 0,1 1 1,-1-1-1,0 1 0,1-1 0,-1 1 0,-2-3 0,1 4-12,0 0-1,0 0 0,0 1 0,-1-1 0,1 1 0,0 0 0,0 0 1,0 0-1,0 0 0,0 0 0,0 0 0,1 0 0,-3 2 0,-8 3-14,10-4-18,0 0 0,0-1 0,0 1 0,0 0 0,0 0 0,0 0 0,0 0 0,0 0 0,1 0 0,-1 1 0,1-1 0,0 0 0,0 1 0,-2 3 0,-16 27 0,0-13 0,12-14 0,1 1 0,0-1 0,1 1 0,-1 0 0,1 0 0,0 1 0,1-1 0,0 1 0,0 0 0,-2 9 0,-33 52 0,30-35 0,8-28 0,0 0 0,0 0 0,-1-1 0,0 1 0,0 0 0,0-1 0,-6 10 0,-2-3 0,8-10 0,1-1 0,0 1 0,-1 0 0,1-1 0,0 1 0,0 0 0,0 0 0,0 0 0,0 0 0,1 0 0,-1 0 0,1 0 0,-1 0 0,1 0 0,0 0 0,-1 0 0,1 0 0,0 1 0,1-1 0,-1 3 0,0-4 0,0 0 0,0 0 0,0 0 0,0 0 0,0 0 0,0 0 0,0 0 0,0 0 0,0 0 0,0 0 0,1 0 0,-1 0 0,0 0 0,1 0 0,-1 0 0,1 0 0,-1 0 0,1 1 0,19-9 0,-18 4 0,1 0 0,-1-1 0,0 1 0,0-1 0,0 1 0,0-1 0,1-6 0,-1 6 0,22-30 0,-21 31 0,-1 0 0,1-1 0,-1 1 0,1 0 0,-1-1 0,0 1 0,0-1 0,2-7 0,0 0 0,0 0 0,1 1 0,0-1 0,0 1 0,1 0 0,9-10 0,-7 9 0,-3 2 0,0 0 0,-1-1 0,7-19 0,14-27 0,-16 44 0,-7 11 0,-1 0 0,0-1 0,0 1 0,0 0 0,0-1 0,0 1 0,0 0 0,0-1 0,-1 1 0,1-1 0,0 0 0,-1 1 0,1-1 0,-1 1 0,0-1 0,1 0 0,-1 1 0,0-3 0,0 3 0,0 0 0,0 1 0,-1-1 0,1 1 0,0-1 0,0 0 0,0 1 0,0-1 0,1 1 0,-1-1 0,0 0 0,0 1 0,0-1 0,0 1 0,1-1 0,-1 1 0,0-1 0,0 1 0,1-1 0,-1 1 0,0-1 0,1 1 0,-1-1 0,1 1 0,-1-1 0,0 1 0,1 0 0,-1-1 0,1 1 0,-1 0 0,1-1 0,0 1 0,-1 0 0,1 0 0,0 0 0,-1 0 0,1 0 0,-1 0 0,1 1 0,-1-1 0,1 0 0,-1 0 0,1 1 0,-1-1 0,1 1 0,-1-1 0,1 0 0,-1 1 0,0-1 0,1 1 0,-1-1 0,0 1 0,0-1 0,1 1 0,-1-1 0,0 1 0,0-1 0,1 1 0,-1-1 0,0 1 0,0-1 0,0 1 0,0 0 0,0-1 0,0 1 0,0-1 0,0 2 0,-1 16 0,0-14 0,1 0 0,0 0 0,0 0 0,0 0 0,0 0 0,0 0 0,1 0 0,0 0 0,0 0 0,2 6 0,5 3 0,-6-10 0,0 1 0,0-1 0,-1 0 0,1 1 0,-1-1 0,1 0 0,-1 1 0,0 0 0,-1-1 0,1 1 0,-1 0 0,1 6 0,0 4 0,0 1 0,2-1 0,0 0 0,0 1 0,9 21 0,-7-22 0,0-1 0,-1 1 0,-1 0 0,0 1 0,1 22 0,-4-32 0,0-1 0,1 1 1,0 0-1,0 0 0,0-1 0,0 1 0,1 0 1,0-1-1,2 6 0,-1-6-1,-1 1 0,0 0 0,0 0 0,-1 0 0,1 0 0,-1 0 0,0 0 0,-1 0 0,1 7 0,3 34-1519,7 0-5118,-7-4-4722,-4-31 5626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5.4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385 1 6227,'4'0'1076,"-1"0"1,1 0 0,-1 0-1,1 0 1,-1 1 0,1 0-1,-1-1 1,1 1 0,-1 0-1,0 1 1,1-1 0,-1 1-1,0-1 1,0 1-1,0 0 1,4 4 0,-3-1-290,0-1 1,-1 1-1,0 0 1,0 0-1,0 1 0,-1-1 1,0 1-1,0-1 1,2 11-1,4 8-747,-2 1 1,0 1-1,-2-1 0,0 1 1,-2-1-1,-1 1 0,-1 0 1,-5 37-1,-21 82-40,19-111 0,-2-1 0,-1 0 0,-2 0 0,-1-1 0,-1-1 0,-27 44 0,21-40-180,-1-1-1,-2 0 1,-1-2-1,-2-1 1,-1-1 0,-1-1-1,-50 39 1,49-41-2639,-14 12-6520,-7-12 1026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7.0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265 29 3442,'3'-2'9689,"9"-5"-7333,-9 6-395,-1 1-1676,17-2 2284,-18 2-2534,-1 0-1,0 0 0,1-1 0,-1 1 0,1 0 1,-1 0-1,0-1 0,1 1 0,-1 0 0,0-1 0,1 1 1,-1 0-1,0-1 0,1 1 0,-1 0 0,0-1 0,0 1 1,1-1-1,-1 1 0,0 0 0,0-1 0,0 1 0,0-1 1,0 1-1,1-1 0,-1 1 0,0-1 0,0 1 0,0-1 1,0 0-1,0-1 713,13 0 1732,-23 4-1541,9-2-922,1 0 0,0 0 0,0 0 0,0 0 0,0 0 0,-1 0-1,1 0 1,0 1 0,0-1 0,0 0 0,-1 0 0,1 0 0,0 0 0,0 0 0,0 0-1,0 1 1,0-1 0,0 0 0,-1 0 0,1 0 0,0 1 0,0-1 0,0 0-1,0 0 1,0 0 0,0 0 0,0 1 0,0-1 0,0 0 0,0 0 0,0 1-1,0-1 1,0 0 0,0 0 0,0 0 0,0 1 0,0-1 0,0 0 0,0 0-1,0 0 1,0 0 0,1 1 0,-1-1-9,0 0 0,0 1 0,0-1 0,0 0-1,0 0 1,0 1 0,0-1 0,0 0 0,0 0 0,0 1-1,0-1 1,0 0 0,0 0 0,0 1 0,0-1 0,0 0 0,0 0-1,0 1 1,0-1 0,0 0 0,0 0 0,0 1 0,0-1-1,0 0 1,-1 0 0,1 0 0,0 1 0,0-1 0,0 0 0,0 0-1,-1 0 1,1 0 0,0 1 0,0-1 0,0 0 0,-1 0-1,1 0 1,0 0 0,0 0 0,-1 0 0,1 0 0,0 1 0,0-1-1,-1 0 1,1 0 0,-5 0 26,0 1-1,0 0 1,0 0-1,0 1 1,0 0-1,0 0 0,0 0 1,-4 3-1,2-2-7,0 1 0,0-1-1,0-1 1,-1 1 0,-9 1-1,-6 1 446,1 0-1,-35 14 0,23-7 394,-9 4 199,38-13-460,2 22 1205,1-22-1804,0 1 1,0-1-1,0 0 1,0 1 0,1-1-1,-1 1 1,1 0 0,0 0-1,1-1 1,-1 1-1,0 0 1,1 0 0,0 0-1,0 0 1,0 0-1,1 4 1,-1 660-4,1-650 0,1-1 0,1 1 0,1 0 0,0-1 0,1 0 0,1 0 0,10 21 0,6 17 0,-20-48 0,1 0 0,0 0 0,0-1 0,1 1 0,0-1 0,0 0 0,0 0 0,1 0 0,0-1 0,0 0 0,1 0 0,-1 0 0,1 0 0,11 6 0,5 5 0,-21-15 0,0 1 0,1-1 0,-1 0 0,1 0 0,0 0 0,-1 0 0,1 0 0,0 0 0,0 0 0,-1-1 0,1 1 0,0-1 0,2 1 0,68 10 29,-66-10-42,0-1 0,-1 0-1,1-1 1,0 1 0,0-1-1,0 0 1,-1-1 0,1 1-1,-1-1 1,10-4 0,27-14-1619,-34 17 449,0 0-1,-1-1 1,1 1-1,-1-1 1,0-1-1,0 0 1,-1 0-1,13-11 1,-6 3-2522,1 0-1,24-17 1,-11 9 579,4-8-2983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7.3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1 481 5170,'0'-1'12285,"3"-7"-11142,36 4 2240,-31-3-2665,-8 6-690,1 1 0,-1-1 0,1 1 0,-1-1 0,1 1 0,-1-1 0,1 1-1,0 0 1,-1-1 0,1 1 0,-1 0 0,1-1 0,0 1 0,-1 0-1,1 0 1,0 0 0,-1-1 0,1 1 0,0 0 0,0 0 0,-1 0 0,1 0-1,0 0 1,-1 0 0,2 1 0,6-2 26,-1 0 0,1 0-1,-1-1 1,0 0 0,1 0 0,-1-1-1,0 0 1,0 0 0,-1-1 0,13-8 0,59-51 109,-70 55-162,-1 0 0,0 0 0,0-1 0,0 0 0,-1 0-1,-1-1 1,0 1 0,0-1 0,-1 0 0,0-1 0,4-18 0,-7 10 21,0 14-16,0-1 0,-1 1-1,0 0 1,0 0 0,-1 0 0,1 0-1,-1-1 1,0 1 0,-3-8 0,-10-15 64,9 17 274,-1-1 0,0 1 0,-1 0 0,0 0 0,-14-15 0,18 23-83,1 0 1,-1-1-1,-1 2 0,1-1 0,0 0 0,-1 0 1,1 1-1,-1 0 0,0 0 0,1 0 1,-1 0-1,0 1 0,0-1 0,-1 1 1,1 0-1,0 0 0,0 1 0,0-1 0,-1 1 1,1 0-1,0 0 0,-1 0 0,-6 2 1,9-2-259,0 1 0,-1-1 1,1 1-1,0 0 0,1-1 1,-1 1-1,0 0 0,0 0 1,0 0-1,0 1 0,1-1 0,-1 0 1,0 1-1,1-1 0,-1 1 1,1-1-1,0 1 0,0 0 1,-1-1-1,1 1 0,0 0 1,0 0-1,1 0 0,-1 0 1,0 0-1,1 0 0,-1 0 1,1 0-1,-1 0 0,1 0 1,0 0-1,0 3 0,-10 35-19,6-30 16,0 0 0,0 0 0,1 0 0,0 1 0,1 0 0,0-1 0,1 1 0,0 0 0,0 0 0,2 0 0,-1 0 0,1 0 0,3 13 0,3-2 0,-3-12 0,-1 0 0,0 1 0,-1-1 0,0 1 0,1 19 0,-2-10 0,0 1 0,6 23 0,-3-22 0,-1-1 0,0 28 0,-3-35 0,2 0 0,0 0 0,7 25 0,-5-24 0,0 0 0,-2 1 0,3 31 0,-6-22 0,0-15 0,0 1 0,1-1 0,1 1 0,0-1 0,0 0 0,3 12 0,5 2 0,-6-18 0,-1 1 0,0 0 0,0 0 0,0 0 0,0 0 0,-1 1 0,0 8 0,-1-4 0,0-1 0,-1 1 0,-1-1 0,0 1 0,0-1 0,-1 0 0,0 1 0,-8 15 0,10-23-111,0 0 0,-1 1 0,1-1 0,1 0 0,-1 1 0,1-1 0,0 1 0,0-1 0,1 8 0,0 6-1164,-1-17 1070,0 0-1,0 0 1,-1 0-1,1 0 1,0-1 0,0 1-1,0 0 1,-1 0-1,1 0 1,0 0 0,-1-1-1,1 1 1,0 0 0,-1-1-1,1 1 1,-1 0-1,0-1 1,1 1 0,-1 0-1,1-1 1,-1 1-1,0-1 1,0 1 0,1-1-1,-1 1 1,0-1 0,0 0-1,1 1 1,-2-1-1,-9 7-2889,9 2-1844,-17-7-5420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7.7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1 361 5330,'0'0'295,"0"-1"-1,0 1 1,0-1 0,0 1-1,0 0 1,0-1-1,0 1 1,0-1-1,1 1 1,-1-1-1,0 1 1,0-1-1,0 1 1,1 0-1,-1-1 1,0 1-1,0-1 1,1 0 588,0 1-588,-1 0 0,0 0-1,1-1 1,-1 1-1,0 0 1,1 0-1,-1-1 1,1 1-1,-1 0 1,1 0-1,0 0 1,-1 0-125,1-1-1,-1 1 1,1 0 0,-1 0-1,1 0 1,-1-1 0,1 1 0,-1 0-1,1 0 1,-1-1 0,1 1-1,-1 0 1,0-1 0,1 1 0,-1-1-1,0 1 1,1 0 0,-1-1-1,0 1 1,1-1 0,-1 1 0,0-1-1,0 1 1,0-1 0,1 1-1,-1-1 1,0 1 0,0-1 0,0 1-1,0-1 1,0 0 0,0 1-1,0-1 1,0-1 94,1 1 0,-1-1 0,1 0 0,0 1 0,0-1 0,0 1 0,-1 0 0,1-1 0,1 1 0,-1 0 0,0-1 0,0 1 0,0 0 0,1 0 0,-1 0 0,0 0 0,1 0 0,1-1 0,36-18 2768,-26 13-1470,35-17-498,90-31 1,-64 27-857,115-51-208,-178 75 0,-1-1 0,1 0 0,-1 0 0,0-1 0,0-1 0,-1 1 0,13-12 0,-21 17 0,0 0 0,0 0 0,0 0 0,0 0 0,0 0 0,0 0 0,0 1 0,0-1 0,0 0 0,0 1 0,0-1 0,0 1 0,0-1 0,0 1 0,3-1 0,-3 1 0,-1 0 0,1 0 0,-1 0 0,1 0 0,-1 0 0,1-1 0,-1 1 0,1 0 0,-1 0 0,1 0 0,-1-1 0,1 1 0,-1 0 0,1-1 0,-1 1 0,1 0 0,-1-1 0,1 1 0,-1-1 0,0 1 0,1-1 0,-1 1 0,0-1 0,0 1 0,1-1 0,-1 1 0,0-1 0,0 1 0,0-1 0,1 1 0,-1-1 0,0 1 0,0-1 0,0 1 0,0-1 0,0 0 0,0 0 0,-2 0 0,1 0 0,0-1 0,0 1 0,-1 0 0,1 0 0,-1 0 0,1 0 0,-1 0 0,1 1 0,-1-1 0,0 0 0,1 1 0,-1-1 0,0 1 0,0 0 0,1-1 0,-1 1 0,0 0 0,0 0 0,1 0 0,-1 0 0,-3 1 0,-51 2 0,49 0 0,1-1 0,-1 1 0,1 0 0,-1 1 0,1-1 0,0 1 0,-9 8 0,-23 14 0,26-19 0,10-6 0,-1 0 0,1 0 0,-1 0 0,1 1 0,-1-1 0,1 1 0,0 0 0,0 0 0,0 0 0,0 0 0,0 0 0,0 0 0,1 0 0,-1 1 0,1-1 0,-1 0 0,1 1 0,0 0 0,0-1 0,0 1 0,0 0 0,0 3 0,-1 0 0,0-1 0,0 0 0,0 1 0,-1-1 0,1 0 0,-7 8 0,5-8 0,0 0 0,1 1 0,0-1 0,0 1 0,1 0 0,-4 11 0,3-8 0,0 1 0,0 0 0,1-1 0,0 1 0,0 0 0,1 1 0,0-1 0,1 0 0,0 0 0,1 0 0,2 18 0,1-14 0,1 0 0,0 0 0,1 0 0,1-1 0,13 22 0,-16-31 0,0 0 0,0 0 0,0-1 0,0 1 0,1-1 0,-1 0 0,1-1 0,0 1 0,0-1 0,0 0 0,8 3 0,-2-2 0,0 0 0,0-1 0,0 0 0,0 0 0,11-1 0,21-7-2397,-28 1 101,1-1 0,-1-1 1,0 0-1,25-17 0,-22 13-874,0-2-1,-1 0 0,27-27 0,-24 14 116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8.7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52 295 2993,'0'0'7916,"0"1"-7693,0 0-1,0-1 1,1 1 0,-1 0-1,0 0 1,0 0-1,0 0 1,0 0 0,0-1-1,-1 1 1,1 0 0,0 0-1,0 0 1,0-1 0,-1 1-1,1 0 1,-1 0-1,1 0 1,-1 0 0,-1 1 29,1-1 0,-1 1-1,1-1 1,-1 1 0,1 0 0,0-1 0,0 1 0,0 0 0,0 0 0,0 0 0,0 0 0,1 0 0,-1 0 0,1 0 0,-1 0-1,1 0 1,0 0 0,-1 0 0,1 0 0,0 0 0,1 1 0,-1-1 0,0 0 0,0 0 0,2 3 0,-1-1 170,-1 0 1,0 0-1,0 0 1,0 0-1,0 0 0,0 0 1,-1 0-1,0 0 1,0 0-1,-3 7 1,1-5-40,0 0 0,0 0 0,0 0 0,1 0 0,0 1-1,0-1 1,0 0 0,1 1 0,0 0 0,0-1 0,1 1 0,0 12 0,-2 15 220,1-25-540,0 0 0,0 0-1,1 0 1,0 0 0,1 0-1,0 0 1,0 0 0,1-1-1,3 10 1,3-5-63,-6-11 0,0 0 0,-1 0 0,1 0 0,-1 0 0,0 1 0,0-1 0,0 0 0,0 1 0,0-1 0,-1 1 0,1-1 0,-1 1 0,1-1 0,-1 1 0,0 3 0,0-6 0,0 1 0,-1 0 0,1-1 0,0 1 0,0 0 0,0 0 0,0-1 0,0 1 0,0 0 0,0-1 0,0 1 0,0 0 0,0 0 0,1-1 0,-1 1 0,0 0 0,0-1 0,1 1 0,-1 0 0,0-1 0,1 1 0,-1 0 0,0-1 0,1 1 0,-1-1 0,1 1 0,-1-1 0,1 1 0,0-1 0,-1 1 0,1-1 0,-1 1 0,1-1 0,0 0 0,-1 0 0,1 1 0,0-1 0,0 0 0,-1 0 0,1 0 0,0 1 0,-1-1 0,1 0 0,0 0 0,0 0 0,-1 0 0,1 0 0,0-1 0,0 1 0,-1 0 0,1 0 0,0 0 0,-1-1 0,1 1 0,0 0 0,-1-1 0,1 1 0,0 0 0,-1-1 0,1 1 0,0-1 0,4-2 0,-1-1 0,1 1 0,-1-1 0,0 1 0,0-1 0,5-6 0,11-25 0,33-74 0,-44 54 0,-6 50 0,0 0 0,0 0 0,-1 0 0,1 0 0,-1 0 0,0-1 0,-1 1 0,1 0 0,-1-1 0,0 0 0,-1 1 0,1-10 0,-1 7 0,1-20 0,-1 28 0,0 0 0,0-1 0,0 1 0,0 0 0,0-1 0,1 1 0,-1 0 0,0-1 0,0 1 0,0-1 0,0 1 0,1 0 0,-1 0 0,0-1 0,0 1 0,0 0 0,1-1 0,-1 1 0,0 0 0,1 0 0,-1-1 0,0 1 0,0 0 0,1 0 0,-1 0 0,0 0 0,1-1 0,-1 1 0,1 0 0,-1 0 0,0 0 0,1 0 0,-1 0 0,0 0 0,1 0 0,-1 0 0,1 0 0,-1 0 0,0 0 0,1 0 0,-1 0 0,0 0 0,1 0 0,-1 1 0,0-1 0,1 0 0,-1 0 0,0 0 0,1 1 0,0-1 0,-1 1 0,1 1 0,0-1 0,-1 0 0,1 0 0,0 1 0,-1-1 0,1 0 0,-1 1 0,0-1 0,0 0 0,1 1 0,-1-1 0,0 1 0,0-1 0,0 1 0,0-1 0,-1 0 0,1 1 0,0-1 0,-1 2 0,0 0 0,1 0 0,0 0 0,-1-1 0,1 1 0,0 0 0,1-1 0,-1 1 0,0 0 0,1 0 0,-1-1 0,1 1 0,1 3 0,5 3 0,-5-7 0,-1 0 0,1 0 0,0 0 0,-1 1 0,0-1 0,1 0 0,-1 1 0,0-1 0,0 1 0,-1-1 0,1 1 0,0 0 0,-1-1 0,0 1 0,1 3 0,-1 0 0,1 0 0,-1 0 0,1 0 0,1 0 0,-1 0 0,3 6 0,-2-6 0,0-1 0,0 1 0,-1 0 0,0-1 0,1 13 0,-2-16 0,0 0 0,0 0 0,0 0 0,1 0 0,-1 0 0,1 0 0,-1 0 0,1 0 0,0 0 0,0 0 0,0-1 0,0 1 0,0 0 0,0-1 0,0 1 0,3 2 0,-3-3 0,1 1 0,-1-1 0,0 1 0,0 0 0,0-1 0,0 1 0,0 0 0,0-1 0,0 1 0,-1 0 0,1 0 0,-1 0 0,1 0 0,-1 0 0,0 0 0,1 3 0,8 19 0,-8-23 0,0 1 0,0 0 0,0 0 0,0 0 0,0 0 0,0 0 0,-1 0 0,1 0 0,-1 0 0,1 0 0,-1 4 0,1-5 0,-1 0 0,0 0 0,1 1 0,-1-1 0,1 0 0,-1 0 0,1 0 0,0 0 0,-1 0 0,1 0 0,0 0 0,0 0 0,0 0 0,0 0 0,0 0 0,0 0 0,0 0 0,0-1 0,0 1 0,0 0 0,0-1 0,0 1 0,0-1 0,1 1 0,-1-1 0,0 0 0,0 0 0,1 1 0,-1-1 0,0 0 0,1 0 0,-1 0 0,0 0 0,0 0 0,1-1 0,-1 1 0,0 0 0,1 0 0,-1-1 0,0 1 0,0-1 0,0 1 0,0-1 0,1 0 0,-1 0 0,0 1 0,0-1 0,0 0 0,1-1 0,42-50 0,-41 47 0,1 0 0,-1 0 0,-1-1 0,1 1 0,-1-1 0,0 1 0,0-1 0,0 0 0,-1 1 0,1-12 0,-1 9 0,0 0 0,1 1 0,-1-1 0,1 1 0,1-1 0,0 1 0,7-13 0,-6 12 0,-1 0 0,1 1 0,-1-1 0,-1-1 0,1 1 0,-2 0 0,1 0 0,0-11 0,-2 17 0,0 0 0,0 0 0,1 0 0,-1 0 0,0 0 0,1 1 0,-1-1 0,1 0 0,0 0 0,0 0 0,-1 1 0,1-1 0,0 0 0,1 1 0,-1-1 0,0 1 0,2-2 0,-2 1 0,1 1 0,-1-1 0,0 0 0,0 1 0,1-1 0,-1 0 0,0 0 0,-1 0 0,1 0 0,0 0 0,-1 0 0,1 0 0,-1 0 0,1 0 0,-1 0 0,0 0 0,0-2 0,0 3 0,0 1 0,0-1 0,0 1 0,0 0 0,0-1 0,0 1 0,0-1 0,0 1 0,0-1 0,0 1 0,0 0 0,0-1 0,0 1 0,0-1 0,1 1 0,-1 0 0,0-1 0,0 1 0,0 0 0,1-1 0,-1 1 0,0 0 0,0-1 0,1 1 0,-1 0 0,0-1 0,1 1 0,-1 0 0,0 0 0,1-1 0,-1 1 0,0 0 0,1 0 0,0 0 0,14 6 0,-12-3 0,1 0 0,-1 1 0,0-1 0,0 0 0,0 1 0,0 0 0,3 7 0,54 119 0,-13-20 0,-13-48-1425,-32-58 423,1 0-1,-1 0 1,1 0-1,0-1 1,0 1-1,1-1 1,4 5-1,3 2-1099,-8-8 1521,0 0 0,0 0 0,0 0 0,0 0 0,0-1 0,1 0 0,-1 1 0,1-1 0,-1 0 0,1-1 0,-1 1-1,1 0 1,-1-1 0,1 0 0,-1 0 0,1 0 0,0 0 0,-1-1 0,1 0 0,-1 1 0,1-1 0,-1 0 0,1-1 0,4-1 0,15-6-1082,-1-1 0,30-18 1,-45 25 1543,27-16 71,39-23 1595,-64 36-769,-1 0-1,-1 0 1,1-1 0,-1 0-1,0 0 1,8-13-1,36-33 1874,-43 46-2261,0-1-1,0 0 1,0 0 0,-1 0-1,-1-1 1,1 0 0,6-13-1,1-19 2932,-11 25 79,0 1 0,-1 0-1,-1-31 1,-21 45-1850,9 1-1550,1 0 0,-1 1 0,0 1 0,1 0 0,-1 0 0,1 1 0,-1 0 0,1 1 0,-14 7 0,18-7 0,0 0 0,-1 0 0,2 0 0,-1 1 0,0 0 0,1 0 0,0 1 0,0-1 0,1 1 0,-1 0 0,1 0 0,1 1 0,-1-1 0,-4 14 0,-14 16 0,20-34 0,-1 1 0,1 0 0,0-1 0,1 1 0,-1 0 0,0 0 0,1 0 0,0 0 0,-1 0 0,1 0 0,0 0 0,1 1 0,-1-1 0,1 0 0,-1 5 0,1 142 0,1-149 0,-1 0 0,1 1 0,-1-1 0,1 0 0,0 0 0,0 0 0,-1 0 0,1 0 0,0-1 0,0 1 0,0 0 0,0 0 0,0 0 0,0-1 0,0 1 0,0-1 0,1 1 0,-1-1 0,0 1 0,0-1 0,0 0 0,1 1 0,-1-1 0,0 0 0,0 0 0,1 0 0,-1 0 0,0 0 0,0 0 0,1 0 0,-1-1 0,0 1 0,0 0 0,1-1 0,-1 1 0,0-1 0,0 1 0,0-1 0,2-1 0,6-5 0,-4 3 0,0 0 0,-1 0 0,1 0 0,-1 0 0,1-1 0,-1 0 0,-1 0 0,1 0 0,-1-1 0,0 1 0,0-1 0,2-6 0,42-72 0,-43 75 0,0 0 0,0 0 0,1 0 0,0 1 0,10-12 0,-5 5 0,-10 15 0,1-1 0,-1 0 0,1 1 0,-1-1 0,1 0 0,-1 1 0,1-1 0,-1 1 0,1-1 0,0 1 0,-1-1 0,1 1 0,0 0 0,-1-1 0,1 1 0,0 0 0,0-1 0,-1 1 0,1 0 0,0 0 0,0 0 0,-1-1 0,1 1 0,0 0 0,0 0 0,0 0 0,-1 0 0,1 1 0,0-1 0,0 0 0,0 0 0,-1 0 0,1 1 0,0-1 0,-1 0 0,1 1 0,0-1 0,0 1 0,-1-1 0,2 1 0,-1 1 0,0-1 0,1 0 0,-1 0 0,0 1 0,0-1 0,0 1 0,0-1 0,0 1 0,0-1 0,0 1 0,-1 0 0,1-1 0,-1 1 0,1 0 0,-1-1 0,1 4 0,-1-2 0,0 1 0,0-1 0,1 0 0,0 0 0,-1 1 0,1-1 0,0 0 0,1 0 0,1 5 0,-1-6 0,-1 1 0,0 0 0,0 0 0,0 0 0,0 0 0,0 0 0,0 0 0,-1 0 0,0 4 0,1-2 0,-1-1 0,1 0 0,-1 0 0,1 1 0,1-1 0,-1 0 0,0 0 0,1 0 0,0 0 0,3 5 0,3 6 0,2 7 0,-8-18 0,0-1 0,0 1 0,-1 0 0,1 0 0,-1-1 0,0 1 0,0 0 0,-1 0 0,1 6 0,-1-8 0,0-1 0,0 1 0,0-1 0,0 0 0,0 1 0,1-1 0,-1 1 0,0-1 0,1 0 0,-1 1 0,1-1 0,-1 0 0,1 1 0,-1-1 0,1 0 0,0 0 0,0 1 0,0-1 0,0 0 0,0 0 0,0 0 0,0 0 0,0 0 0,0-1 0,0 1 0,0 0 0,1 0 0,1 0 0,20 18 0,-22-18 0,-1 0 0,1 0 0,0 0 0,0 0 0,0 0 0,-1-1 0,1 1 0,0 0 0,0 0 0,0-1 0,0 1 0,0-1 0,0 1 0,1-1 0,-1 1 0,0-1 0,0 1 0,0-1 0,0 0 0,0 0 0,1 0 0,-1 0 0,0 0 0,0 0 0,0 0 0,1 0 0,-1 0 0,2-1 0,0 0 0,0 0 0,0-1 0,0 0 0,0 1 0,0-1 0,0 0 0,0 0 0,-1-1 0,1 1 0,2-4 0,0 1 0,-1 0 0,0 0 0,0 0 0,-1 0 0,0-1 0,0 1 0,0-1 0,0 0 0,-1 0 0,0 0 0,2-13 0,-3 8 0,1 0 0,-1-1 0,2 1 0,-1 0 0,2 0 0,7-18 0,-7 19 0,0-1 0,0 0 0,-1 0 0,0 0 0,-1 0 0,1-19 0,16-116 0,-19-149 0,0 299 0,-2 13 0,1 0 0,1 0 0,1 0 0,6 33 0,-1-32 0,2 1 0,-2-1 0,0 1 0,-1-1 0,-1 1 0,-1 1 0,1 25 0,-3-33 0,0 0 0,1 1 0,0-1 0,6 16 0,-5-15 0,1 0 0,-2 0 0,0 0 0,1 18 0,16 112-579,-20-137-238,1 0 0,0 0 0,0 0-1,1 0 1,-1 0 0,2 0 0,-1 0 0,0 0-1,1 0 1,0-1 0,1 1 0,-1-1 0,5 7-1,-4-5-85,0 21-4758,-3-26 5085,0-1 1,0 1-1,0 0 0,0 0 1,0-1-1,0 1 1,0 0-1,1-1 1,-1 1-1,0 0 0,1 0 1,0-1-1,-1 1 1,2 1-1,14 0-4877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9.0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0 413 1249,'4'-2'767,"-1"0"0,0-1 0,0 1 0,0-1 0,0 1-1,-1-1 1,1 0 0,2-5 0,-2 4 2,0 0 0,0 0 0,0 1 0,1-1 0,0 1-1,-1-1 1,1 1 0,8-4 0,-10 5-342,1 1 0,-1-1 0,0 0 0,0 0 0,0 0 0,0 0 0,0-1 0,0 1 0,0 0-1,-1-1 1,1 1 0,-1-1 0,1 0 0,0-4 0,16-25 3731,-7 15-2446,-3 7-815,-1 0 1,-1-1-1,1 0 1,-2 0-1,8-21 1,-8 17-891,-2-1 1,0 0-1,0-1 1,-1-30-1,-2 45-7,0-3 0,1 1 0,-1-1 0,-1 1 0,1-1 0,-1 1 0,1 0 0,-1-1 0,-3-6 0,3 10 0,0-1 0,0 1 0,-1 0 0,1 0 0,-1 0 0,1-1 0,-1 1 0,1 1 0,-1-1 0,1 0 0,-1 0 0,0 0 0,1 1 0,-1-1 0,0 1 0,0 0 0,1-1 0,-1 1 0,0 0 0,0 0 0,0 0 0,0 0 0,-2 1 0,-1 0 0,0 1 0,0 0 0,0 0 0,0 0 0,0 1 0,0-1 0,1 1 0,-1 0 0,1 1 0,0-1 0,0 1 0,0 0 0,0 0 0,1 0 0,0 0 0,0 0 0,0 1 0,0 0 0,0 0 0,1-1 0,0 2 0,0-1 0,1 0 0,-1 0 0,1 0 0,-1 7 0,2-6 0,-1-1 0,0 1 0,0-1 0,-1 1 0,0-1 0,-4 10 0,4-11 0,0 0 0,1 0 0,-1 0 0,1 0 0,0 0 0,0 0 0,0 0 0,0 1 0,1-1 0,0 0 0,-1 1 0,2-1 0,-1 0 0,2 8 0,7 9 0,-7-17 0,0 0 0,0-1 0,0 1 0,-1 0 0,0 0 0,1 0 0,-2 0 0,1 0 0,0 1 0,-1 5 0,2 2 0,0 0 0,0 0 0,1 0 0,1 0 0,0 0 0,1-1 0,11 21 0,-4-5 0,-8-24 0,-1-1 0,1 1 0,-1-1 0,1 0 0,0 0 0,0 0 0,0 0 0,0-1 0,0 0 0,0 1 0,0-2 0,7 2 0,3 1 0,-10-2-34,0 0-1,1 0 1,-1-1-1,1 0 1,-1 0 0,1 0-1,-1 0 1,0-1-1,1 1 1,-1-1 0,1 0-1,-1-1 1,0 1-1,5-3 1,14-4-888,-20 8 591,-1-1 1,1 1-1,-1-1 1,1 0-1,-1 0 1,0 0-1,0-1 1,0 1-1,1 0 1,-1-1-1,0 1 1,-1-1-1,1 0 1,0 0-1,0 0 1,1-2-1,0 1-557,0-1 0,0 0 0,1 1 0,0 0 0,-1 0 0,1 0 0,6-3 0,-3 2-98,0 1-17,-1-1 0,1 0 0,-1 0 0,0 0 0,0-1 0,-1 0 0,1 0 0,7-10 0,7-24-3204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9.2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188 0 6675,'-1'1'15845,"5"10"-14023,27 19 2607,-26-26-4008,0 0 0,0 1-1,0-1 1,0 1 0,-1 0-1,6 10 1,17 39-158,-3 1-1,-2 1 1,21 85 0,-35-110-263,0 0 0,-3 0 0,0 1 0,-3 0 0,0 0 0,-2 0 0,-1 0 0,-6 33 0,-20 83 0,24-133 0,-2 1 0,0-1 0,-1 1 0,-1-1 0,0-1 0,0 1 0,-2-1 0,-18 23 0,17-23 0,-6 6-73,-1 0 0,-1-1 1,0-1-1,-2-1 0,0-1 0,-35 22 1,30-21-489,14-10-2245,0 0 1,0 0-1,-25 8 0,32-13 2061,-20 13-7251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00.9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 0 816,'-3'0'335,"0"0"0,1 0 0,-1 0 0,0 1 0,0-1 0,1 1 0,-1 0 0,0-1 0,1 1-1,-1 0 1,1 0 0,-1 1 0,1-1 0,-5 3 0,6-3-247,0 0-1,0-1 1,0 1-1,0-1 1,0 1-1,0-1 1,0 0-1,-1 1 1,1-1-1,0 0 1,0 0-1,0 0 1,0 0-1,-1 0 1,1 0-1,0 0 1,0 0-1,0 0 1,-1-1 0,-1 0-1,3 1 100,-5 0 1072,-15 1 70,11 2 520,14 2-497,13-3-725,-12 0 2180,-6-1-2684,1 0 0,-1 0 0,0 0 0,1 0 0,-1 0 0,1 0 0,0 0 0,-1 0 0,1 0 0,0 0 0,-1-1 0,1 1 0,0 0 0,0-1 0,0 1 0,0 0 1,0-1-1,-1 1 0,1-1 0,0 1 0,0-1 0,0 0 0,0 1 0,1-1 0,-1 0 0,0 0 0,0 0 0,0 1 0,0-1 0,1-1 0,55 5 4344,2 1-1111,-46-2-2725,-1 0 0,1 0 0,0-1 0,-1-1 0,17 0 0,93 9-375,19 6-256,-108-14 0,57 9 0,-58-5 0,57 2 0,98 2 0,29 6 0,-71 0 0,42-6 0,1 6 0,51-5 0,-229-11 0,28-1 0,0 2 0,70 12 0,54-2 0,-110-8 0,-39-3 0,1 1 0,-1 0 0,0 1 0,24 6 0,-29-6 0,-1 0 0,1-1 0,-1 0 0,1 0 0,10 0 0,26 3 0,25 11 0,-61-14-581,-1 1 1,1-1-1,-1 0 1,1-1-1,9 0 0,-11-2-2468,-37 1 290,20 0-3405,1-6 4566,4 3-280,-2-1-3281,-7-4 869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13.4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87 139 2321,'-10'3'1622,"-1"-1"-1,1 0 1,-1 0-1,-17 0 1,27-2-1564,1 0 1,-1 1 0,1-1-1,-1 0 1,1 1-1,-1-1 1,1 1 0,0-1-1,-1 1 1,1-1 0,-1 1-1,1 0 1,0-1-1,0 1 1,-1-1 0,1 1-1,0 0 1,0-1-1,0 1 1,0 0 0,-1 0-1,1 0 91,-8 5 354,10-9 345,-2 3-804,0 0 0,1 0 0,-1 0 0,0-1 0,0 1 0,1 0 0,-1 0 0,0 0 0,0 0-1,1 0 1,-1 0 0,0 0 0,0 0 0,1 0 0,-1 0 0,0 0 0,0 0 0,1 0 0,-1 0 0,0 0 0,1 0 0,-1 0 0,0 0 0,0 0 0,1 0 0,-1 0 0,0 0 0,0 1 0,1-1 0,-1 0 0,0 0 0,0 0 0,0 0 0,1 1-1,-1-1 1,0 0 0,0 0 0,0 0 0,0 1 0,1-1 0,-1 0 0,0 0 0,0 1 0,0-1 0,0 0 0,0 0 0,0 1 0,0-1 0,0 0 0,0 0 0,0 1 0,0-1 0,0 0 0,0 1 0,0-1 0,0 0 0,0 0 0,0 1 0,0-1-1,0 0 1,0 0 0,0 1 0,-1-1 0,28 5 4241,-3 0-3260,1-1-1,-1-1 1,1 0 0,0-2-1,37-3 1,-11 1-194,189 1 1365,14 13-1121,112-8-345,-207-7-353,-156 2-494,-3-1 98,0 1 0,0-1 0,0 1 0,0-1 0,0 0 1,0 1-1,0-1 0,0 1 0,0-1 0,0 1 0,0-1 0,0 1 0,0-1 0,0 1 1,0-1-1,0 1 0,-1-1 0,1 1 0,0-1 0,0 1 0,-1-1 0,1 1 1,0 0-1,-1-1 0,1 0 0,-7-3-209,0 0 0,0 0 0,-1 1 0,1-1 0,-1 2-1,-13-4 1,6 1 184,0 0 0,0 0-1,-15-9 1,-88-39 30,114 51 22,1 0-1,0-1 1,0 0-1,0 1 1,0-1-1,0 0 0,-3-5 1,-18-16 42,9 6-130,17 7 60,16 7 106,-10 4-22,-5-1-46,0 1-1,0 0 0,0 0 1,0 0-1,-1 0 0,1 0 1,0 1-1,0-1 1,5 3-1,31 21 304,20 16-15,-55-38-283,0 1 1,-1-1 0,0 1-1,0 0 1,0 0-1,0 1 1,0-1-1,0 1 1,-1-1 0,0 1-1,0 0 1,0 0-1,0 0 1,0 0-1,-1 0 1,0 0-1,0 0 1,0 1 0,0-1-1,-1 0 1,0 1-1,1-1 1,-2 8-1,1 7 119,1-14-113,-1 0 0,1 0 1,-1 0-1,0 0 0,-1 0 1,1 0-1,-1 0 0,0 0 1,0 0-1,-1-1 1,0 1-1,1 0 0,-2-1 1,1 1-1,0-1 0,-5 6 1,-12 20-18,17-25-126,0 0-1,-1 0 0,0-1 1,0 0-1,0 1 1,0-1-1,-5 4 0,-15 14-1376,-9 7-4874,-2-4-7557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13.8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197 290 5410,'7'-10'2086,"3"-7"844,-8 0 2024,-2 17-4853,0-1 0,0 1 0,0-1-1,0 0 1,0 1 0,0-1 0,1 1-1,-1-1 1,0 1 0,0-1 0,0 0-1,1 1 1,-1-1 0,0 1 0,1-1-1,-1 1 1,0-1 0,1 1 0,-1 0-1,1-1 1,-1 1 0,1-1 0,-1 1-1,1 0 1,-1-1 0,1 1-1,-1 0 1,1 0 0,-1-1 0,1 1-1,0 0 1,-1 0 0,1 0 0,-1 0-1,1 0 1,-1 0 0,1 0 0,1 0-1,-2 0-50,1 0 0,-1 0 0,1 0-1,-1 0 1,1 0 0,-1 0 0,0 0-1,1 0 1,-1 0 0,1 0-1,-1 0 1,1-1 0,-1 1 0,0 0-1,1 0 1,-1 0 0,1-1 0,-1 1-1,0 0 1,1 0 0,-1-1-1,0 1 1,1 0 0,-1-1 0,0 1-1,0 0 1,1-1 0,-1 1-1,0 0 1,0-1 0,0 1 0,1-1-1,-1 1 1,0 0 0,0-1 0,0 1-1,0-1 1,0-1 521,0 17 710,0-13-1200,0 0 0,-1 0 0,1-1 0,0 1 0,-1 0 0,0 0 0,1-1 0,-1 1 0,0 0 0,0-1 0,0 1 0,0 0 0,0-1 0,-3 3 0,3-2 15,-1-1 0,1 1 1,-1 0-1,1 0 0,0 0 1,0 0-1,0 0 0,0 0 0,0 1 1,0-1-1,1 0 0,-1 0 1,1 1-1,-1-1 0,1 3 0,1 35 1105,0-22-819,0-1-1,-2 1 1,-4 34-1,2-43-319,0 2-16,0 0 0,1 0 0,0 0 0,1 1 1,-1 21-1,2-30-38,0 1 1,-1 0 0,1-1-1,-1 1 1,0-1-1,0 1 1,0-1-1,0 1 1,-1-1-1,-3 6 1,3-5-5,0 0-1,0-1 1,0 1 0,1 0-1,-1 0 1,1 0 0,0 0 0,1 0-1,-1 1 1,0-1 0,1 4 0,0 11-4,0 6 164,0-45-80,0-363 954,0 309 813,1 64-1766,0-1 0,1 1 0,0 0 0,0 0 0,1 0 0,5-13 0,4-12-61,-11 30-24,0 1 0,0 0 0,0 0 0,0 0 0,1 0 0,-1 0 0,1 0 0,0 0 0,0 1 0,0-1 0,1 1 0,0-1 0,-1 1 0,1 0 0,0 0 0,0 0 0,1 0 0,-1 1 0,0-1 0,1 1 0,0 0 0,0 0 0,-1 0 0,1 1 0,0-1 0,0 1 0,0 0 0,1 0 0,-1 0 0,0 1 0,0 0 0,1-1 0,-1 1 0,0 1 0,0-1 0,0 1 0,1-1 0,-1 1 0,0 0 0,4 2 0,7 2 0,0 0 0,0 1 0,15 8 0,-6-2 0,-10-4 0,0 0 0,0 2 0,-1-1 0,15 15 0,11 7 0,-18-13 0,-1 1 0,0 0 0,-2 2 0,0 0 0,-1 1 0,18 31 0,3 3 0,-34-50 0,0 1 0,-1 0 0,1 0 0,-1 0 0,-1 0 0,1 0 0,-1 1 0,-1-1 0,1 1 0,-1-1 0,-1 1 0,0 0 0,0-1 0,-1 11 0,1-5 0,0-8 0,-1-1 0,1 1 0,-1-1 0,-1 0 0,1 1 0,0-1 0,-1 0 0,0 0 0,0 0 0,0 0 0,0 0 0,-1-1 0,0 1 0,1-1 0,-1 1 0,0-1 0,-1 0 0,-4 4 0,-3 1 0,0 0 0,-1-1 0,0-1 0,-19 9 0,9-8 0,-1 0 0,0-2 0,0 0 0,-38 2 0,-5 1 0,27-4 0,0-1 0,-66-5 0,25 0 0,-84 2-11979,159-13 2036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14.4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1 244 5587,'3'-1'621,"-1"0"0,1 0 0,0-1 0,-1 1 0,1-1 0,-1 1 0,1-1 0,-1 0 0,0 0 0,0 0 0,0 0 0,0-1 0,0 1 0,0 0 0,0-1 0,-1 1 0,0-1 0,1 0 0,-1 0 0,0 1 0,0-1 0,0 0 0,-1 0 0,1 0 0,0-3 0,-1 5-436,0-1 1,0 1 0,0-1-1,0 1 1,1-1 0,-1 1-1,0-1 1,1 1 0,-1-1 0,1 1-1,0 0 1,-1-1 0,1 1-1,0 0 1,0 0 0,0-1-1,0 1 1,0 0 0,2-1 0,-2 1 143,1-1 0,-1 1 0,0 0 0,0-1 1,0 1-1,0 0 0,0-1 0,0 0 0,0 1 1,0-1-1,-1 1 0,1-1 0,-1 0 0,1 1 1,-1-1-1,0 0 0,1 0 0,-1 0 0,0-2 1,0 2-283,0 1 0,0 0 0,0-1-1,0 1 1,0-1 0,-1 1 0,1 0 0,0-1 0,-1 1 0,1 0 0,-1-1 0,1 1 0,-1 0 0,-1-2 0,1 2-46,1 1 0,-1-1 1,1 1-1,-1 0 0,1-1 0,-1 1 1,0 0-1,1 0 0,-1 0 0,0-1 1,1 1-1,-1 0 0,0 0 0,1 0 0,-1 0 1,0 0-1,1 0 0,-1 0 0,0 0 1,1 0-1,-1 0 0,0 1 0,1-1 1,-1 0-1,-1 1 0,1 1-1,0 1 0,0-1 0,0 1 0,1-1 0,-1 1 0,0-1 0,1 1 0,0 0 0,0-1 0,-1 1 0,1-1 0,1 1 0,-1 0 0,1 3 0,0 5 0,-2 16 0,0-16 0,0 0 0,1 0 0,0 0 0,1 0 0,1 0 0,2 13 0,10 7 0,11 33 0,-22-54 0,-2-5 0,0-1 0,1 1 0,-1 0 0,1 0 0,0-1 0,0 0 0,1 1 0,-1-1 0,1 0 0,5 6 0,39 70 0,-27-52 0,-19-26 0,0 1 0,1-1 0,-1 0 0,0 1 0,1-1 0,-1 0 0,1 0 0,0 0 0,0 0 0,0 0 0,0 0 0,0 0 0,0 0 0,0-1 0,1 0 0,-1 1 0,1-1 0,-1 0 0,1 0 0,-1 0 0,1 0 0,0-1 0,-1 1 0,1-1 0,0 1 0,-1-1 0,1 0 0,0 0 0,0 0 0,-1-1 0,1 1 0,4-2 0,-5 1 0,1 0 0,-1 0 0,1 0 0,-1 0 0,0-1 0,0 1 0,0-1 0,0 1 0,0-1 0,0 0 0,0 0 0,0 0 0,-1 0 0,1 0 0,-1-1 0,1 1 0,-1 0 0,0-1 0,0 1 0,0 0 0,1-6 0,8-13 0,-7 15 0,4-7 0,0-2 0,0 1 0,8-29 0,-4 1 0,-6 24 0,0-1 0,-1 1 0,-2-1 0,2-25 0,-4-105 0,0 141 0,0 12 0,3 14 0,2-12 0,-4-5 0,0 1 0,0-1 0,0 1 0,0-1 0,0 1 0,0 0 0,0-1 0,-1 1 0,1 0 0,0-1 0,-1 1 0,0 0 0,1 0 0,-1 0 0,0-1 0,0 5 0,0-2 0,0 0 0,1 0 0,-1-1 0,1 1 0,0 0 0,0 0 0,1 0 0,-1 0 0,1-1 0,0 1 0,2 3 0,12 30 0,23 27 0,-33-42 0,-5-18 0,-1-1 0,1 1 0,0-1 0,0 1 0,1-1 0,-1 0 0,0 1 0,1-1 0,0 0 0,0 0 0,3 4 0,-4-7 0,10 14 0,0 0 0,1-1 0,1-1 0,0 0 0,1-1 0,0 0 0,0-1 0,27 13 0,-13-8 0,-25-14 0,-1 1 0,1-1 0,0 1 0,0-1 0,0 0 0,0 0 0,0 0 0,0 0 0,0 0 0,0-1 0,0 0 0,0 1 0,6-2 0,11 2 0,-14 0 0,0 0 0,0-1 0,0 1 0,0-1 0,0-1 0,0 1 0,0-1 0,0 0 0,-1 0 0,1-1 0,0 0 0,0 0 0,-1 0 0,0-1 0,7-3 0,15-17 0,-16 15 0,-1 1 0,0-2 0,-1 1 0,0-1 0,-1-1 0,0 0 0,0 0 0,7-13 0,10-61 0,-19 69 0,-1 0 0,0-1 0,-1 0 0,-1 0 0,-1 0 0,0 0 0,-1-1 0,-2-27 0,1-77 0,0 120 0,0 1 0,-1-1 0,1 0 0,0 1 0,0-1 0,0 1 0,-1-1 0,1 1 0,0-1 0,-1 0 0,1 1 0,0 0 0,-1-1 0,1 1 0,-1-1 0,1 1 0,-1-1 0,1 1 0,-1 0 0,1-1 0,-1 1 0,1 0 0,-1 0 0,1-1 0,-1 1 0,0 0 0,1 0 0,-1 0 0,1 0 0,-1 0 0,0 0 0,1 0 0,-1 0 0,0 0 0,1 0 0,-1 0 0,1 0 0,-1 0 0,0 0 0,1 0 0,-1 1 0,1-1 0,-1 0 0,1 1 0,-1-1 0,1 0 0,-1 1 0,1-1 0,-1 0 0,1 1 0,-1-1 0,1 1 0,-1-1 0,1 1 0,0-1 0,-1 1 0,1-1 0,0 1 0,0-1 0,-1 1 0,1 0 0,0-1 0,0 2 0,0 230 0,1-206 0,2 0 0,10 48 0,1-2 0,-10-51 0,1 0 0,0-1 0,10 22 0,-8-23 0,0 1 0,-1 1 0,4 31 0,32 187 0,-29-174 0,-8 12 0,-2-19 0,3-24 10,-3-25-19,-2 1-1,1 0 1,-1-1 0,0 1 0,-1 0-1,0 0 1,-2 9 0,-4 10-211,-3 37-4045,9-61 3338,-1 1 0,0 0-1,0 0 1,0 0 0,-1-1 0,1 1-1,-1 0 1,-1-1 0,-2 6 0,-2 4-1433,-2 12-3658,-14-9 860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14.7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117 142 8852,'1'-5'1067,"-1"0"-1,1 0 1,0 0 0,0 0-1,0 1 1,0-1-1,1 0 1,4-8 0,-3 8-353,-1 1 1,0-1 0,-1 0-1,1 0 1,-1 0-1,0 0 1,0 0 0,1-10-1,-3 13-659,1 1 0,0 0 0,0 0 0,0-1 0,0 1 0,0 0 0,0-1 0,0 1 0,1 0 0,-1 0 0,0-1 0,1 1 0,-1 0 0,1 0 0,-1 0 0,1 0 0,0 0 0,-1 0 0,1 0 0,0 0 0,0 0 0,0 0 0,0 0 0,0 0 0,0 0 0,0 0 0,0 1 0,0-1 0,0 1 0,0-1 0,0 0 0,1 1 0,-1 0 0,0-1 0,0 1 0,1 0 0,-1 0 0,0 0 0,0-1 0,1 1 0,-1 0 0,2 1 0,6 0 164,-1 1 1,0 0 0,1 1 0,-1-1-1,9 6 1,-13-6-58,5 2 150,0 1 0,-1 0-1,0 1 1,0 0 0,0 1 0,-1-1 0,1 1 0,11 16-1,-12-15-148,-2-1-59,0-1 0,-1 1 0,0 1 0,0-1-1,-1 1 1,0-1 0,0 1 0,-1 0 0,3 14 0,1 0-81,-6-17-22,1 1-1,-1-1 1,0 1-1,0 0 1,0-1 0,-1 1-1,0-1 1,0 0-1,-1 1 1,1-1 0,-1 0-1,0 0 1,-5 8-1,2-1 0,3-7 2,-1 0 0,-1 0 0,1 0-1,-1-1 1,1 1 0,-1-1 0,-1 0 0,1 0 0,-1-1 0,-7 6 0,-56 31-285,45-28-21,15-8-469,0 0-1,-1-1 0,1 0 0,-1-1 0,1 0 0,-1 0 0,-16 0 0,-5 3-2196,24-4 2040,0 0 1,0 0-1,-1 0 1,1-1-1,0 1 1,0-1-1,0-1 1,0 0-1,0 1 1,0-2-1,0 1 1,0-1-1,0 0 1,-11-5-1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15.1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96 6083,'13'-7'1637,"9"-8"1283,-7-5 2413,-14 18-5005,0 0 0,0 1 1,1-1-1,-1 1 1,1-1-1,-1 1 0,1-1 1,0 1-1,-1 0 0,1 0 1,0 0-1,3-1 1,-4 1-64,0 1 1,0-1-1,1 0 1,-1 1-1,0-1 1,0 0-1,0 0 1,0 1-1,0-1 0,0 0 1,0 0-1,0 0 1,0 0-1,0 0 1,-1-1-1,1 1 1,0 0-1,-1 0 1,1 0-1,-1-1 1,1 1-1,-1 0 1,0-1-1,1 1 1,-1 0-1,0-1 1,0 1-1,0 0 1,0-1-1,0-1 1,-3 47 2586,2-31-2564,1-1 1,1 0 0,0 0-1,4 17 1,54 143-289,-56-164 0,0 1 0,1 0 0,0-1 0,0 0 0,1 0 0,0 0 0,7 8 0,-6-8 0,0 0 0,-1 0 0,0 0 0,0 1 0,3 10 0,-4-7 0,-2-6 0,0 0 0,0-1 0,0 1 0,1-1 0,0 0 0,0 0 0,6 8 0,13 16 0,-19-25 0,0 0 0,0 0 0,0-1 0,0 1 0,1-1 0,-1 0 0,1 0 0,0 0 0,0 0 0,0-1 0,5 3 0,12 7-13,-19-12 0,-1 0 0,0 0 0,0 0 0,0 0 0,0 0 0,0 0 0,0 0 0,0-1 0,0 1 0,0 0 0,0-1 0,0 1 0,0-1 0,0 1 0,0-1 0,0 1 0,0-1 1,0 0-1,0 0 0,0 0 0,2-1-54,12-1-84,-14 3 135,1 0-1,0 0 0,-1-1 1,1 1-1,0 0 1,-1-1-1,1 1 1,0-1-1,-1 0 1,1 1-1,-1-1 0,1 0 1,-1 0-1,1 0 1,-1 0-1,2-1 1,17-19-184,-17 19 193,0 0 0,-1 0 1,0 0-1,1 0 1,-1-1-1,0 1 1,0-1-1,0 0 1,-1 1-1,3-6 1,1-4-13,-4 6 25,2-1 1,-1 1 0,1 0-1,0 0 1,0 0 0,0 1 0,6-7-1,-4 5 27,-1 0 1,1-1-1,-1 1 0,-1-1 0,1 0 0,-1 0 1,-1 0-1,1-1 0,-1 1 0,0-9 0,12-38 376,-2 24-304,-6 17-88,-1 1 1,0-1 0,-1 0 0,-1-1 0,0 1 0,-1-1 0,0-15 0,-2 20-18,0 14 0,-1 34 0,1-20 0,0-1 0,1 1 0,4 17 0,5-14 0,-8-18 0,0 0 0,0 0 0,-1 0 0,0 0 0,1 1 0,-1-1 0,-1 1 0,1-1 0,0 1 0,0 6 0,-1-5 0,0 1 0,0-1 0,1 0 0,0 1 0,0-1 0,1 0 0,2 7 0,-2-7 0,0 0 0,-1 1 0,0-1 0,1 1 0,-2-1 0,1 1 0,-1 6 0,2-1 3,0 1 0,1-2 0,0 1 0,0 0 0,1-1 0,8 15 0,3 11-229,3-2-2622,-16-32 2416,-1 0 0,0-1 0,1 2 1,-1-1-1,0 0 0,0 0 0,0 0 1,0 0-1,-1 1 0,1-1 0,-1 0 1,1 1-1,-1-1 0,0 4 0,0-5 198,0-1-1,0 1 1,0 0 0,0-1-1,0 1 1,0-1-1,-1 1 1,2-1-1,-1 1 1,0 0-1,0-1 1,0 1 0,0-1-1,0 1 1,0-1-1,0 1 1,1 0-1,-1-1 1,0 1 0,0-1-1,1 1 1,-1-1-1,0 0 1,1 1-1,-1-1 1,1 1-1,-1-1 1,1 0 0,-1 1-1,0-1 1,1 0-1,-1 1 1,1-1-1,0 0 1,-1 0-1,1 1 1,-1-1 0,1 0-1,-1 0 1,1 0-1,-1 0 1,1 0-1,0 0 1,-1 0-1,1 0 1,-1 0 0,2 0-1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15.8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75 177 3314,'-1'-6'601,"0"1"1,1 0 0,-2 1 0,1-1 0,-1 0 0,1 0 0,-1 0 0,0 1-1,-1-1 1,1 1 0,-6-7 0,5 8-412,1-1 1,-1 0-1,1 0 0,0 0 0,0 0 1,0-1-1,1 1 0,-1 0 0,1-1 1,0 1-1,0-7 0,1 10-185,0 0 1,0 0-1,0 0 0,0 0 1,0 0-1,-1 0 0,1 0 0,0 0 1,0 0-1,-1 0 0,1 0 0,-1 0 1,1 1-1,-1-1 0,1 0 0,-1 0 1,1 0-1,-1 0 0,0 1 0,1-1 1,-1 0-1,0 1 0,0-1 0,0 1 1,1-1-1,-1 1 0,0-1 0,-2 0 1,-5-4-68,8 5 54,0 0 1,0 0-1,-1 0 0,1-1 1,0 1-1,0 0 0,0 0 1,-1 0-1,1 0 0,0-1 1,0 1-1,0 0 1,0 0-1,-1-1 0,1 1 1,0 0-1,0 0 0,0 0 1,0-1-1,0 1 0,0 0 1,0 0-1,0-1 0,0 1 1,0 0-1,0-1 0,0 1 1,0 0-1,0 0 1,0-1-1,0 1 0,0 0 1,0 0-1,0-1 0,0 1 1,0 0-1,0 0 0,0 0 1,1-1-1,-1 1 0,0 0 1,0-1-1,12-4-228,-11 5 213,0 0 1,-1 0-1,1 0 1,0-1-1,-1 1 1,1 0-1,0 0 1,-1-1 0,1 1-1,0 0 1,-1-1-1,1 1 1,-1-1-1,1 1 1,0-1-1,-1 1 1,1-1 0,-1 1-1,0-1 1,1 1-1,0-2 1,-1 2 16,0 0 0,0 0 1,0-1-1,0 1 0,0 0 0,1 0 1,-1 0-1,0-1 0,0 1 1,0 0-1,1 0 0,-1 0 1,0 0-1,0-1 0,0 1 0,1 0 1,-1 0-1,0 0 0,0 0 1,1 0-1,-1 0 0,0 0 0,0 0 1,1 0-1,-1 0 0,0 0 1,0 0-1,1 0 0,-1 0 0,0 0 1,0 0-1,1 0 0,-1 0 1,0 0-1,0 0 0,0 0 0,1 0 1,-1 0-1,0 1 0,0-1 1,1 0-1,-1 0 0,0 0 0,0 0 1,0 1-1,0-1 0,1 0 1,12 8-46,-13-8 18,20 8 192,-1 0-1,0 1 0,0 1 0,-1 0 1,31 24-1,-17-12 945,-30-22-941,0 1-1,0 0 0,0 0 0,0 0 0,0 0 0,-1 0 0,1 1 0,0-1 0,0 0 0,-1 1 0,1 0 0,-1-1 0,1 1 0,-1 0 0,0 0 0,0-1 1,0 1-1,0 0 0,0 0 0,0 0 0,0 1 0,-1-1 0,1 0 0,-1 0 0,1 0 0,-1 0 0,0 4 0,-1 5 562,0 0-1,-1 0 1,0-1-1,-1 1 1,-1-1-1,1 1 1,-1-1-1,-1 0 1,0 0-1,-11 15 1,1-3 968,-1-1-1,-1-1 1,-30 29 0,37-37-1691,-1-1 0,1 1 0,1 1 0,0 0 0,1 0 0,0 1 0,1 0 0,0 1 0,-4 16 0,8-19 0,1 0 0,1 0 0,0 1 0,0-1 0,1 0 0,1 1 0,0-1 0,5 22 0,-5-30 0,1-1 0,0 1 0,0 0 0,0-1 0,1 1 0,-1-1 0,1 0 0,0 1 0,0-1 0,0-1 0,0 1 0,0 0 0,1-1 0,-1 0 0,1 0 0,6 3 0,6 2 0,1-1 0,32 7 0,-42-12 0,3 2 0,-1-1 0,1-1 0,-1 1 0,1-2 0,0 1 0,0-1 0,-1-1 0,1 0 0,0 0 0,13-5 0,11 2 0,18-6 0,-16-3 0,-30 11 0,1 0 0,-1 0 0,0-1 0,0 0 0,0-1 0,0 1 0,-1-1 0,1 0 0,7-8 0,10-7 0,-9 7 0,0 0 0,21-25 0,-31 32 0,0 1 0,-1-1 0,0 0 0,0 0 0,-1 0 0,0 0 0,1-1 0,-2 1 0,1-1 0,-1 1 0,1-1 0,-2 0 0,2-9 0,7-30 0,-8 40 0,1 1 0,-1-1 0,0 1 0,0-1 0,0 1 0,-1-1 0,1 1 0,-1-1 0,0 0 0,-2-8 0,0 5 0,-1 0 0,-1 0 0,1 1 0,-1-1 0,0 1 0,-8-10 0,10 14 0,0 0 0,0 1 0,0-1 0,-1 1 0,1 0 0,-1 0 0,1 0 0,-1 0 0,0 0 0,1 1 0,-1-1 0,0 1 0,0 0 0,0-1 0,-1 1 0,1 1 0,0-1 0,-6 0 0,3 0 0,0 1 0,0 0 0,-1 1 0,1-1 0,0 1 0,0 1 0,0-1 0,0 1 0,0 0 0,0 0 0,1 1 0,-1-1 0,1 1 0,-1 1 0,1-1 0,0 1 0,0 0 0,1 0 0,-1 0 0,1 1 0,0-1 0,0 1 0,0 0 0,1 0 0,-4 7 0,-6 13 0,11-22 0,-1 1 0,1-1 0,0 1 0,0 0 0,0-1 0,1 1 0,-1 0 0,1 0 0,0 0 0,0 0 0,0 1 0,1-1 0,-1 0 0,1 0 0,0 0 0,0 1 0,0-1 0,1 0 0,0 0 0,0 0 0,0 0 0,3 7 0,4 0 0,-6-9 0,-1-1 0,0 0 0,1 1 0,-1-1 0,0 1 0,0-1 0,0 1 0,0-1 0,-1 1 0,1 0 0,0-1 0,-1 1 0,1 0 0,-1 0 0,0-1 0,1 1 0,-1 0 0,0 2 0,0 0 0,1 0 0,0-1 0,0 1 0,0 0 0,0-1 0,1 1 0,-1-1 0,1 1 0,0-1 0,0 0 0,0 0 0,1 0 0,-1 0 0,1 0 0,-1 0 0,1 0 0,0-1 0,0 0 0,0 1 0,1-1 0,-1 0 0,0-1 0,1 1 0,-1-1 0,1 1 0,-1-1 0,8 1 0,-8-1 0,0-1 0,1 0 0,-1-1 0,0 1 0,0 0 0,0-1 0,-1 0 0,1 1 0,0-1 0,0 0 0,0-1 0,0 1 0,-1 0 0,1-1 0,-1 0 0,1 1 0,-1-1 0,1 0 0,-1 0 0,0 0 0,2-4 0,28-20 0,-14 9 0,5-4 0,-22 20 0,-1 1 0,1-1 0,0 1 0,-1-1 0,1 1 0,0 0 0,-1-1 0,1 1 0,0 0 0,0 0 0,-1 0 0,1-1 0,0 1 0,0 0 0,0 0 0,-1 0 0,1 0 0,0 0 0,0 0 0,-1 1 0,1-1 0,0 0 0,0 0 0,-1 0 0,1 1 0,0-1 0,0 0 0,-1 1 0,2 0 0,16 16 0,-1 1 0,29 39 0,-44-56 0,-1 0 0,0 0 0,1 0 0,-1 0 0,1 0 0,-1-1 0,1 1 0,-1 0 0,1-1 0,-1 1 0,1-1 0,0 1 0,-1-1 0,1 0 0,2 1 0,9 2 0,-5 2 0,-6-4 0,-1 0 0,1 0 0,-1 0 0,1 0 0,-1 0 0,1 0 0,-1-1 0,1 1 0,0-1 0,0 1 0,-1-1 0,1 0 0,0 0 0,-1 1 0,1-1 0,0 0 0,0-1 0,-1 1 0,1 0 0,0 0 0,0-1 0,-1 1 0,1-1 0,3-1 0,9-3 0,-7 4 0,0-1 0,0 0 0,-1 0 0,1-1 0,-1 0 0,1 0 0,-1 0 0,0-1 0,0 0 0,0 0 0,-1-1 0,1 0 0,-1 0 0,0 0 0,-1 0 0,1-1 0,3-6 0,10-15 0,-15 24 0,0-1 0,-1 1 0,1-1 0,-1 1 0,0-1 0,0 0 0,-1 0 0,1 0 0,-1 0 0,1 0 0,-1 0 0,-1 0 0,1-1 0,-1 1 0,1-6 0,7-37 0,-5 38 0,-1 0 0,0 0 0,0 0 0,0-13 0,-2 3 0,1-7 0,-2-1 0,0 1 0,-1-1 0,-2 1 0,-13-48 0,9 54 0,6 14 0,-1-1 0,1 1 0,0-1 0,0 1 0,0-1 0,1 0 0,0-8 0,0 10 0,1 0 0,-1 0 0,0 0 0,0 0 0,0 0 0,-1 0 0,1 0 0,-4-6 0,4 10 0,0-1 0,1 0 0,-1 1 0,0-1 0,0 1 0,0-1 0,0 1 0,0 0 0,-1-1 0,1 1 0,0 0 0,-1 0 0,1 0 0,0 0 0,-1 0 0,1 0 0,-1 0 0,0 1 0,1-1 0,-1 0 0,-1 0 0,-18 49 0,19-38 0,0 1 0,1 0 0,0 0 0,1 0 0,0 0 0,1-1 0,0 1 0,1 0 0,0 0 0,4 13 0,1 7 0,27 119 0,-30-136 0,0 0 0,1-1 0,11 22 0,-9-22 0,-1 1 0,0 0 0,5 23 0,-8-24 0,0 0 0,1-1 0,1 1 0,-1-1 0,2 0 0,0 0 0,0-1 0,9 12 0,5 14 0,-18-32 0,0-1 0,0 0 0,0 0 0,0 0 0,1 0 0,0 0 0,-1 0 0,1-1 0,1 0 0,4 5 0,13 18-4211,-20-24 3787,0-1 0,0 1 0,0-1 0,0 1 0,0-1 0,0 1 0,0-1 0,0 0 0,1 1 0,-1-1-1,0 0 1,1 0 0,-1 0 0,1 0 0,-1 0 0,1-1 0,0 1 0,-1 0 0,1-1 0,0 1 0,0-1 0,-1 1-1,1-1 1,0 0 0,0 0 0,0 0 0,-1 0 0,1 0 0,2-1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16.3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29 203 8116,'-16'-19'4076,"14"15"-2432,0 1 0,1-1 0,-1 0 0,1 1 0,0-1 0,0 0 0,0 0 0,1 0 0,-1 0 0,1-6 0,0-11 961,0 15-2791,0 4 191,1 1-1,-1-1 1,1 0-1,0 1 1,0-1 0,0 1-1,0-1 1,0 1-1,0 0 1,0-1 0,0 1-1,0 0 1,0 0 0,1 0-1,-1 0 1,0 0-1,1 0 1,1-1 0,36-18-15,-26 13 4,15-10-32,-22 13-64,1-1-1,-1 1 1,1 1 0,0-1 0,1 1 0,-1 0-1,0 0 1,1 1 0,0 0 0,-1 1 0,14-2-1,0 2-1028,25 1-2772,-45 0 3843,1 1 0,-1-1 1,0 0-1,0 1 0,0-1 0,0 1 0,0-1 1,0 1-1,0 0 0,0-1 0,0 1 0,0 0 0,0 0 1,0 0-1,0 0 0,0-1 0,-1 1 0,1 0 0,0 0 1,-1 1-1,1-1 0,-1 0 0,1 0 0,-1 0 0,1 0 1,-1 0-1,0 1 0,0-1 0,0 0 0,1 0 1,-1 0-1,-1 2 0,1 184-276,1-174 695,1 0 0,0 0 0,1 0 0,0-1 1,1 1-1,0-1 0,1 0 0,0 0 0,1 0 0,1-1 1,-1 1-1,2-2 0,0 1 0,0-1 0,13 12 0,-14-14-239,1 1-1,1-2 0,0 1 0,0-1 1,0-1-1,1 0 0,0 0 1,0-1-1,0 0 0,1 0 0,0-2 1,-1 1-1,1-1 0,1-1 1,-1 0-1,0 0 0,1-1 0,-1-1 1,1 0-1,-1 0 0,0-1 0,1-1 1,18-4-1,32-22-119,-59 26 0,1 0 0,-1-1 0,0 1 0,1-1 0,-1 0 0,0 0 0,-1 0 0,1 0 0,0-1 0,-1 1 0,0-1 0,0 1 0,0-1 0,0 0 0,1-5 0,10-25 0,-10 27 0,0 0 0,0-1 0,-1 1 0,0 0 0,0-1 0,-1 0 0,1-9 0,-1 9 0,-1 0 0,0 1 0,-1-1 0,1 0 0,-1 1 0,-1-1 0,0 1 0,0 0 0,0-1 0,-1 1 0,0 0 0,0 0 0,-1 1 0,0-1 0,0 1 0,-1-1 0,1 1 0,-2 1 0,1-1 0,0 1 0,-1 0 0,0 0 0,0 0 0,0 1 0,-13-6 0,13 7 0,0 0 0,-1 1 0,1 0 0,-1 0 0,1 1 0,-1 0 0,0 0 0,0 0 0,1 1 0,-1 0 0,0 0 0,1 1 0,-1 0 0,0 0 0,1 1 0,-1-1 0,1 1 0,-1 1 0,-9 4 0,9-2 0,-55 40 0,57-41 0,1 0 0,0 1 0,0-1 0,0 1 0,0 0 0,1 0 0,0 0 0,0 0 0,0 1 0,1-1 0,-4 12 0,4-4 0,0 0 0,1 0 0,0 0 0,1 1 0,1-1 0,0 0 0,1 0 0,0 0 0,1 0 0,0 0 0,1 0 0,1-1 0,0 0 0,1 0 0,12 21 0,4 3 0,-18-29 0,0 1 0,0-1 0,1 0 0,0 0 0,1 0 0,-1-1 0,1 0 0,11 9 0,-2-4 0,1-1 0,0-1 0,0-1 0,1 0 0,0-1 0,0 0 0,1-2 0,34 7 0,0-5 0,61 4 0,-97-11-572,40-3-7684,-53 3 7699,-1-1-1,1 1 1,0-1-1,-1 0 1,1 0-1,-1 0 1,1 0 0,-1-1-1,0 1 1,1-1-1,-1 1 1,0-1-1,0 0 1,0 0 0,0 0-1,2-2 1,-1-11-6495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17.0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94 119 4546,'-44'13'7395,"42"-11"-6961,0-1 0,0 1 0,0-1 0,-1 0-1,1 0 1,-1 0 0,1 0 0,-1 0-1,1 0 1,-1-1 0,1 1 0,-1-1-1,0 0 1,1 1 0,-1-1 0,-5-1 0,8 1-390,0 0 0,0 0 0,0 0 0,-1 1 0,1-1 0,0 0 0,0 0 1,0 0-1,-1 0 0,1 0 0,0 1 0,0-1 0,0 0 0,0 0 0,-1 0 1,1 1-1,0-1 0,0 0 0,3 8 6385,291-8-142,400 0-6542,-693 0 66,1 0 0,-1 0 1,1 0-1,-1-1 0,1 1 0,-1 0 0,1-1 1,-1 1-1,1-1 0,-1 1 0,0-1 0,1 1 0,-1-1 1,2-1-1,0 0-645,-2 1 244,0 0 1,0-1-1,0 1 0,-1 0 0,1 0 0,0-1 1,-1 1-1,1 0 0,-1-1 0,0 1 0,1 0 0,-1-1 1,0 1-1,0-1 0,0 1 0,0 0 0,0-1 1,0 1-1,-1-1 0,1-1 0,-7-26-4829,-20 0 2277,19 20 2969,-1 0-1,1 0 0,-2 1 1,-13-10-1,23 18 275,0 0 0,0 0 0,0 0-1,0 0 1,0 0 0,1 0 0,-1 0 0,1-1 706,-1 1-706,0 0-1,0 0 1,0 0 0,0-1 0,0 1 0,0 0 0,0 0 0,0 0-1,0 0 1,0 0 0,0-1 0,0 1 0,0 0 0,0 0 0,0 0-1,0 0 1,0-1 0,0 1 0,0 0 0,0 0 0,0 0 0,0 0-1,0 0 1,0-1 0,0 1 0,0 0 0,0 0 0,0 0 0,0 0-1,0 0 39,1 0 0,-1 0-1,1 0 1,0 0-1,-1 0 1,1 0-1,-1 0 1,1 0-1,-1 1 1,1-1 0,-1 0-1,1 0 1,-1 1-1,1-1 1,-1 0-1,1 1 1,-1-1-1,1 0 1,-1 1-1,0-1 1,1 1 0,-1-1-1,1 1 1,-1-1-1,0 1 1,0-1-1,1 1 1,-1-1-1,0 2 1,1 1 178,0 1 1,0-1-1,1 1 1,-1-1-1,1 1 1,0-1-1,-1 0 1,1 0-1,1 0 1,3 4-1,16 30 2164,-9-2-1075,-10-27-1202,0 0 1,0 0-1,0 1 1,-1-1 0,-1 1-1,1-1 1,-2 1 0,1 9-1,1 17-58,-1-27-328,0 0 0,0 1 1,-1-1-1,-1 0 1,1 0-1,-1 1 1,-1-1-1,-4 15 0,-2-10-796,-4 6-535,9 2-2844,0 3-336,-13 2-224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17.5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76 14 5362,'4'1'3384,"-3"-1"-3310,-1 0 0,1 0 0,0 0-1,-1 1 1,1-1 0,0 0 0,-1 0 0,1 1-1,0-1 1,-1 0 0,1 1 0,0-1 0,-1 0 0,1 1-1,-1-1 1,1 1 0,-1-1 0,1 1 0,-1 0-1,1-1 1,-1 1 0,0-1 0,1 1 0,0 1 0,0 35 4431,0-26-3742,0-1-1,-1 0 1,0 0 0,-1 1 0,0-1-1,-4 14 1,1-11-33,2-4-180,-1 0 1,1 0 0,0 0 0,1 0-1,0 10 1,1-14-294,-1 0 1,0 1-1,1-1 0,-2 0 1,1 0-1,-1 0 1,1 0-1,-5 7 1,4-7 38,-1 1 1,1-1-1,1 0 1,-1 1 0,1-1-1,0 1 1,0 0 0,0 9-1,-18 77 2778,19-91-3064,0 1-1,0-1 1,0 1 0,-1-1 0,1 1 0,0-1 0,-1 1 0,1-1 0,0 0 0,-1 1 0,0-1 0,1 0 0,-1 1 0,0-1 0,0 0 0,0 0 0,0 0 0,0 0 0,0 0 0,0 0-1,0 0 1,-1 1 0,1-1-9,0-1-1,0 1 1,0 0-1,0-1 0,0 1 1,0 0-1,1 0 1,-1 0-1,0 0 0,1 0 1,-1 0-1,1 0 0,-1 0 1,1 0-1,-1 0 1,1 0-1,0 0 0,-1 0 1,1 0-1,0 1 1,0 1-1,0-3 0,1 0 0,-1 0 0,0 0 0,1 0 0,-1 0 0,1 0 0,-1 0 0,1 0 0,-1 0 0,1 0 0,-1 0 0,0 0 0,1 0 0,-1 0 0,1 0 0,-1 0 0,1 0 0,-1-1 0,0 1 0,1 0 0,-1 0 0,1 0 0,-1-1 0,0 1 0,1 0 0,-1-1 0,0 1 0,1 0 0,-1-1 0,0 1 0,0 0 0,1-1 0,-1 1 0,0-1 0,0 1 0,0 0 0,1-1 0,-1 1 0,0-1 0,1-1 0,1 0 0,-1 0 0,1 0 0,-1 0 0,0 0 0,0 0 0,0 0 0,0 0 0,0-1 0,-1 1 0,1 0 0,-1-1 0,1-3 0,0-5 0,1 0 0,1 1 0,0-1 0,0 0 0,1 1 0,0 0 0,1 0 0,0 0 0,10-14 0,-9 15 0,-2 0 0,1 0 0,-1 0 0,6-18 0,8-18 0,0 10 0,35-54 0,-49 82 0,1 0 0,1 1 0,-1-1 0,1 1 0,0 1 0,1-1 0,-1 1 0,1 0 0,12-6 0,4-2 0,-21 12 0,0-1 0,0 1 0,0 0 0,0-1 0,0 1 0,1 0 0,-1 0 0,0 1 0,1-1 0,-1 0 0,0 1 0,1-1 0,-1 1 0,1 0 0,-1 0 0,1 0 0,-1 0 0,1 1 0,-1-1 0,1 0 0,-1 1 0,0 0 0,1 0 0,-1-1 0,0 1 0,1 1 0,-1-1 0,0 0 0,4 3 0,5 5 0,-1 1 0,0-1 0,0 2 0,-1-1 0,0 1 0,-1 1 0,12 20 0,11 15 0,9 17 0,-31-48 0,1 1 0,0-1 0,17 18 0,-24-29 0,1 0 0,-1 1 0,0-1 0,0 0 0,4 12 0,-4-10 0,0 0 0,0 0 0,1 0 0,8 11 0,-2-6 0,-1 1 0,-1 0 0,7 15 0,-4-10 0,-4-16 0,2-25 0,-1 2 0,-7 20 0,0-1 0,1 0 0,-1 0 0,1 0 0,-1 0 0,0 0 0,0-1 0,0 1 0,0 0 0,0 0 0,-1-1 0,1 1 0,0 0 0,-1-1 0,0 1 0,0-1 0,0-2 0,0 1 0,1 1 0,-1-1 0,1 1 0,-1-1 0,1 1 0,0-1 0,1 1 0,-1 0 0,0-1 0,1 1 0,3-6 0,12-26 0,42-134 0,-58 166 0,0 0 0,0 0 0,0 0 0,0 0 0,1 1 0,-1-1 0,1 0 0,0 1 0,0-1 0,0 1 0,0 0 0,0 0 0,4-3 0,15-21 0,-14 5 0,-7 20 0,0 0 0,0 0 0,0 0 0,0 0 0,1 0 0,-1 0 0,0 1 0,1-1 0,-1 0 0,1 0 0,-1 0 0,1 0 0,-1 1 0,1-1 0,0 0 0,-1 0 0,1 1 0,0-1 0,-1 1 0,1-1 0,0 0 0,0 1 0,0 0 0,0-1 0,-1 1 0,1-1 0,0 1 0,0 0 0,0 0 0,0-1 0,0 1 0,0 0 0,0 0 0,0 0 0,1 0 0,1 0 0,0 0 0,0-1 0,-1 1 0,1 1 0,0-1 0,0 0 0,0 1 0,0-1 0,-1 1 0,1 0 0,0 0 0,-1 0 0,1 0 0,0 0 0,-1 1 0,1-1 0,-1 1 0,0 0 0,0-1 0,0 1 0,1 0 0,-2 1 0,1-1 0,0 0 0,0 0 0,-1 1 0,1-1 0,-1 1 0,0-1 0,0 1 0,0 0 0,0-1 0,1 6 0,-1 1 0,1 1 0,0-1 0,0 0 0,1 0 0,0 0 0,1 0 0,-1 0 0,10 14 0,17 43 0,-17-26 82,-9-30-153,-1 0 1,0 0-1,-1 0 1,0 0-1,0 0 0,-1 0 1,0 11-1,-1-15-765,0 1 1,1 0-1,0 0 0,1 0 1,3 10-1,1 8-3299,-2 7-4777,-4-10 3869,0-5 729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17.7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4 148 4738,'10'-42'5346,"-8"38"-4641,-1 0 0,1 0 1,-1 0-1,0 0 0,0 0 1,0-1-1,-1 1 0,1 0 0,-1 0 1,0-1-1,0 1 0,-1 0 0,1 0 1,-3-8-1,-3 3 877,-2-3 388,6-2 5131,2 42-5650,-1 17-1451,-1-27 0,2 0 0,0 0 0,1 0 0,4 22 0,0-19 0,-1-1 0,-1 1 0,1 39 0,-4-54 0,1 1 0,0 0 0,1 0 0,-1 0 0,1 0 0,5 11 0,-4-12 0,-1 1 0,0 0 0,0 0 0,0 0 0,-1 0 0,1 13 0,-2-12-8,-1 5-447,1 0 0,1 0-1,0 1 1,0-1 0,1 0 0,1 0 0,6 17-1,-8-27-781,0 0-1,-1 0 0,1 0 1,-1 0-1,1 0 1,-1 0-1,0 0 0,0 0 1,-1 4-1,1 3-2486,0 6-1818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18.1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1 145 2561,'36'-42'10168,"-32"37"-9418,-1 0-1,0 0 0,1 0 0,0 1 1,0-1-1,1 1 0,-1 0 0,1 1 1,0-1-1,0 1 0,0 0 1,0 0-1,1 0 0,10-3 0,5 0 1188,32-6 2244,-51 11-4069,0 1-1,0 0 1,0 0 0,0 0 0,0 0 0,0 0-1,0 1 1,0-1 0,0 0 0,0 1 0,-1 0 0,1-1-1,0 1 1,0 0 0,0 0 0,-1 0 0,1 0 0,-1 0-1,1 0 1,-1 1 0,1-1 0,1 2 0,19 22 12,-19-23-124,-1-1-1,0 1 0,0 0 0,0 1 1,0-1-1,0 0 0,-1 0 0,1 1 1,-1-1-1,1 1 0,-1 0 1,0-1-1,0 1 0,0 0 0,0 0 1,0-1-1,-1 1 0,0 0 0,1 0 1,-1 3-1,0 166 1,-1-162 0,-1 0 0,0 0 0,0 1 0,-1-1 0,-1-1 0,1 1 0,-2 0 0,1-1 0,-1 0 0,-1 0 0,1 0 0,-2-1 0,1 0 0,-9 9 0,14-16 0,0-1 0,1 1 0,-1-1 0,1 0 0,-1 1 0,0-1 0,0 1 0,1-1 0,-1 0 0,0 1 0,1-1 0,-1 0 0,0 0 0,0 0 0,0 0 0,1 1 0,-1-1 0,0 0 0,0-1 0,0 1 0,1 0 0,-1 0 0,0 0 0,0 0 0,1 0 0,-1-1 0,0 1 0,0 0 0,1-1 0,-2 0 0,2 1 0,-1-1 0,1 0 0,-1 0 0,1 0 0,-1 0 0,1 0 0,0 1 0,0-1 0,-1 0 0,1 0 0,0 0 0,0 0 0,0 0 0,0 0 0,0 0 0,0 0 0,0 0 0,0 0 0,1 0 0,-1 0 0,0 0 0,0 0 0,1 1 0,-1-1 0,1 0 0,-1 0 0,1 0 0,-1 0 0,1 1 0,-1-1 0,1 0 0,0 1 0,1-2 0,3-5 0,-3 5 0,0 0 0,-1 0 0,1 0 0,-1 0 0,1 0 0,-1-1 0,0 1 0,1-1 0,-2 1 0,1-1 0,0 1 0,0-1 0,-1 0 0,1 1 0,-1-1 0,0-3 0,2-6 0,0 0 0,1 0 0,1 0 0,-1 1 0,2-1 0,0 1 0,0 0 0,1 0 0,13-17 0,-8 10 0,-1-1 0,12-27 0,-18 37 0,1 1 0,0 1 0,0-1 0,1 1 0,0 0 0,0 0 0,9-7 0,19-23 0,-32 34 0,0 0 0,0 0 0,0 0 0,1 0 0,-1 0 0,1 0 0,-1 1 0,1 0 0,0-1 0,0 1 0,0 0 0,0 0 0,0 1 0,1-1 0,5-1 0,-7 2 0,0 1 0,0 0 0,0 0 0,0 0 0,0 1 0,0-1 0,0 0 0,0 1 0,0-1 0,0 1 0,0 0 0,0 0 0,-1-1 0,1 1 0,0 0 0,-1 1 0,1-1 0,0 0 0,-1 0 0,1 1 0,-1-1 0,0 1 0,1-1 0,-1 1 0,1 2 0,9 10 0,-5-6 0,-1 0 0,1 0 0,-1 1 0,-1-1 0,6 15 0,5 8 0,-13-27 0,0 0 0,0 0 0,0 0 0,0 0 0,-1 1 0,1-1 0,-1 0 0,0 1 0,0-1 0,0 9 0,8 41 0,-7-44 0,1 0 0,-2 1 0,2 19 0,-3-9-204,1-9-583,-1 0 0,0-1 1,-1 1-1,0 0 0,-1-1 0,0 1 0,-1-1 0,-4 14 0,3 0-6295,5-14 2046,-1 4-916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18.3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33 129 5026,'0'-48'12200,"0"-22"14,-1 69-12077,0 0 1,1 0-1,-1 0 0,0 1 1,0-1-1,0 0 1,0 1-1,0-1 0,0 0 1,0 1-1,0 0 0,-1-1 1,1 1-1,0 0 0,0-1 1,0 1-1,0 0 0,0 0 1,-1 0-1,0 0 280,0 4-400,1 1 1,0 0-1,0-1 0,0 1 0,1 0 0,-1-1 1,1 1-1,0 0 0,2 6 0,-2-4-26,-2 38 9,1-31 0,0 1 0,1-1 0,0 1 0,1-1 0,1 1 0,4 15 0,0-12-251,-2-9-440,-1-1 0,-1 1 0,1 0 0,-2 0 0,1 0 0,-1 0 0,0 0 0,-1 11 0,0-6-1702,1 0 0,0-1 0,1 1 0,0 0 0,8 21 0,-7-7-1605,-3-14 464,0 1-777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18.9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0 374 3314,'5'-7'836,"-1"0"0,0 0 0,0-1 1,-1 1-1,0-1 0,-1 0 0,1 1 1,1-17-1,16-43 5991,-12 52-5279,-6 12-1056,0 0 0,0-1-1,-1 1 1,1 0 0,-1-1 0,1 0-1,-1 1 1,0-1 0,-1 0 0,1-6 0,-1 9-331,0 0 1,0 0-1,0 0 1,0 0-1,1 0 1,-1 0-1,0 0 1,0 0-1,0 0 1,1 0-1,-1 0 1,1 0-1,-1 1 1,1-1-1,-1 0 1,1 0-1,-1 0 1,1 0-1,0 1 1,0-1-1,-1 0 1,1 1-1,0-1 1,0 0-1,0 1 1,-1-1-1,3 0 1,-2 1-48,0-1 0,0 1 0,-1-1 0,1 1 0,0 0 1,0-1-1,-1 0 0,1 1 0,0-1 0,-1 1 0,1-1 0,-1 0 1,1 1-1,-1-1 0,1 0 0,-1 0 0,1 1 0,-1-1 0,0 0 1,1 0-1,-1 0 0,0 0 0,0 1 0,0-1 0,0 0 1,1 0-1,-2-1 0,2 2-103,-1 0 0,0 0 0,0 0 0,0 0 0,0 0-1,0 0 1,0 0 0,0 0 0,0 0 0,0 0 0,1 0 0,-1 0 0,0 0 0,0 0 0,0 0 0,0 0 0,0 0 0,0 0 0,0 0 0,0 0 0,0 0 0,1 0 0,-1 0-1,0 0 1,0 0 0,0 0 0,0 0 0,0 0 0,0-1 0,0 1 0,0 0 0,0 0 0,7 22 102,2 35-163,-9-53 50,0 1 0,1 0 0,-1-1 0,1 1 0,0-1 0,0 1 0,0-1 0,1 0 0,-1 0 0,6 9 0,9 29 0,44 130 0,-59-169 0,0 0 0,0 1 0,1-1 0,-1 0 0,1 0 0,0 0 0,0 0 0,0 0 0,0-1 0,0 1 0,1 0 0,2 2 0,-4-4 0,0-1 0,0 1 0,-1 0 0,1 0 0,-1 0 0,1 0 0,-1 0 0,1 0 0,-1 0 0,0 0 0,1 0 0,-1 0 0,0 0 0,0 0 0,0 0 0,1 2 0,1 5 0,13-10 0,-13 2 0,-1 0 0,0-1 0,1 1 0,-1-1 0,0 1 0,0-1 0,0 0 0,1 0 0,-1 1 0,0-1 0,0 0 0,0 0 0,0 0 0,0 0 0,-1 0 0,1 0 0,0-1 0,0 1 0,-1 0 0,1 0 0,-1 0 0,1-1 0,-1 1 0,1 0 0,-1-1 0,0 1 0,1 0 0,-1-1 0,0-1 0,5-17 0,15-23 0,-10 25 0,-1-1 0,11-39 0,55-155 0,-72 207 0,-1 0 0,1 1 0,-1-1 0,2 1 0,-1-1 0,0 1 0,1 0 0,0 0 0,0 1 0,1-1 0,5-4 0,-9 8 0,0 0 0,1-1 0,-1 1 0,0 0 0,0 0 0,1 0 0,-1 0 0,0 0 0,1 1 0,-1-1 0,1 0 0,-1 1 0,1-1 0,0 1 0,-1-1 0,1 1 0,-1 0 0,1 0 0,0 0 0,-1 0 0,1 0 0,0 0 0,-1 0 0,1 0 0,0 0 0,-1 1 0,1-1 0,-1 1 0,3 1 0,8 9 0,-2 0 0,1 1 0,-2 1 0,1 0 0,-2 0 0,0 1 0,0 0 0,10 28 0,16 52 0,-32-88 0,1 0 0,-1-1 0,1 1 0,0 0 0,1-1 0,4 6 0,6 12 0,-8-9-497,1-1 0,0-1 0,1 1 0,0-1 1,0-1-1,2 0 0,-1 0 0,1 0 0,1-2 0,0 1 0,0-1 0,1-1 0,0 0 0,1 0 1,16 6-1,-21-12 37,0 0 0,0-1 0,0-1 0,0 1 1,0-1-1,0-1 0,0 1 0,0-1 0,-1-1 0,1 1 1,14-6-1,11-1 122,-29 6 337,0 1 0,0 0 0,-1-1 0,1 0 0,-1 1 0,1-1 0,-1-1 1,0 1-1,0 0 0,0-1 0,0 0 0,0 0 0,-1 1 0,1-2 0,-1 1 1,4-7-1,11-11 80,-16 20-72,5-6 117,0 1 0,0-1 0,-1 0 0,0 0 0,0 0 0,-1-1 0,0 1 0,5-15 0,31-46 1333,6-88 4759,-43 148-5732,-2 0 1,1 0 0,-1 0-1,0 0 1,-1 0 0,0 0-1,0 0 1,-2-10 0,1-7 99,1 23-584,-1 1 0,1-1 0,-1 0 0,1 0 0,-1 1 0,0-1 0,0 0 0,0 1 0,0-1 0,0 1 0,0-1 0,0 1 0,0 0 0,-1-1 0,1 1 0,-1 0 0,1 0 0,-1 0 0,1 0 0,-1 0 0,1 0 0,-4-1 0,2 0 0,-1 1 0,1 0 0,-1 0 0,1 0 0,-1 0 0,1 0 0,-1 1 0,1-1 0,-1 1 0,0 0 0,1 0 0,-5 1 0,2 0 0,-77 21 0,75-20 0,1 0 0,0 1 0,0 1 0,0-1 0,0 1 0,1 0 0,-1 1 0,1-1 0,-7 8 0,-1 2 0,11-11 0,0-1 0,0 1 0,1 0 0,-1 0 0,1 0 0,-1 0 0,1 1 0,0-1 0,0 0 0,1 1 0,-1-1 0,1 1 0,-1 0 0,1 0 0,0-1 0,1 1 0,-2 8 0,3 2 0,0 1 0,1 0 0,0 0 0,1 0 0,1-1 0,0 1 0,1-1 0,1 0 0,0-1 0,9 16 0,8 15 0,2-1 0,44 59 0,-54-78 0,0-1 0,-2 2 0,-1 0 0,-1 0 0,-1 1 0,8 34 0,-3-28 0,-13-29 0,0-1 0,-1 1 0,1-1 0,0 1 0,-1 0 0,0-1 0,0 1 0,0 0 0,0 0 0,0 0 0,0 0 0,-1 0 0,1 0 0,-1 0 0,0 0 0,0 0 0,0 0 0,-1 0 0,1 0 0,-1 0 0,1 0 0,-1 0 0,-2 4 0,-36 52 0,36-55 7,0-1 0,-1 0 0,0 0-1,1 0 1,-1 0 0,0 0 0,-1-1 0,1 0 0,0 0 0,-1 0-1,1 0 1,-1-1 0,1 0 0,-1 0 0,0 0 0,-7 0 0,-10 1-91,-1-1 1,-23-2 0,22 0-283,19 1-556,1 0 1,-1 0-1,0 0 0,1-1 0,0 0 0,-1 0 1,1 0-1,-7-3 0,1 1-1192,-33-12-6794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19.1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197 386 16504,'-28'-27'9780,"9"1"-4802,-9-11-3473,9 11-1505,19-6 0,-28 6 0,0-1 0,28 1 0,-19 0 0,19-1 0,0 1-1409,-28-1-4385,28 1-1442,0 0-111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20.1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24 323 2321,'-3'3'9893,"-10"7"-7780,10-7-513,3 25 3256,-2 33-1574,1-36-1106,0-1-1,2 1 1,5 41-1,41 145-2175,-45-203 0,1 0 0,0 1 0,0-1 0,1 0 0,5 8 0,6 18 0,-9-10 0,-6-20 0,0-1 0,1 1 0,0-1 0,0 0 0,0 1 0,0-1 0,1 0 0,-1 0 0,1 1 0,0-1 0,0 0 0,3 3 0,37 62 0,-41-67 0,0 1 0,1-1 0,-1 0 0,0 0 0,0 0 0,1 0 0,-1 0 0,1 0 0,-1 0 0,1-1 0,-1 1 0,1 0 0,-1-1 0,1 1 0,0-1 0,-1 0 0,1 1 0,-1-1 0,1 0 0,0 0 0,0 0 0,-1 0 0,1 0 0,0-1 0,-1 1 0,1 0 0,-1-1 0,1 1 0,0-1 0,-1 0 0,1 1 0,-1-1 0,1 0 0,-1 0 0,3-2 0,1 0 0,0-1 0,-1 0 0,1 0 0,-1 0 0,1 0 0,-1-1 0,0 0 0,5-8 0,0-9 0,-8 18 0,0 1 0,0 0 0,0 0 0,1 0 0,-1 0 0,1 1 0,0-1 0,3-4 0,4-6 0,-1 0 0,0 0 0,0-1 0,-1 0 0,-1 0 0,-1 0 0,0-1 0,3-15 0,-3 13 0,-3 4 0,1 0 0,-2 0 0,1 0 0,-2-1 0,0 1 0,-2-15 0,0-15 0,3 17 0,0 14 0,-1-1 0,0 0 0,-1 0 0,-4-20 0,-2 10 0,3 9 0,0 1 0,1-1 0,1 0 0,0 1 0,0-16 0,2-11-3776,0 25 902,0 19 984,0-3 1772,0 0 0,1 0 0,-1 0 0,0-1 0,0 1 0,1 0 0,-1 0 0,0 0 0,1 0 0,-1-1 0,1 1 1,-1 0-1,1 0 0,-1-1 0,1 1 0,0 0 0,-1-1 0,1 1 0,0-1 0,0 1 0,-1-1 0,1 1 0,1 0 0,9 7-887,1 12-547,-9-16 1399,-1 0 1,0 0-1,1 0 0,0-1 1,0 1-1,0-1 1,0 1-1,1-1 1,-1 0-1,1 0 0,5 2 1,6 3-29,-9-5 128,-1 0 1,1 0 0,-1 1-1,1 0 1,-1 0-1,0 0 1,6 7 0,-4-5 42,-1 0 1,1-1 0,0 0-1,0 0 1,0-1 0,1 0-1,12 5 1,16 9 385,46 20 2285,-59-31-796,0 0 0,0-1 0,1-2 0,0 0 0,0-2 0,28 0 1,-35-2-1724,0 0 0,28-6 0,-40 5-147,-1 0 0,0 0-1,0 0 1,0 0 0,0-1-1,0 0 1,-1 0 0,1 0-1,0 0 1,-1 0 0,0-1-1,1 0 1,-1 1 0,0-1-1,3-4 1,7-10 5,-11 15 0,0 0 0,-1 0 0,1 0 0,-1 0 0,1 0 0,-1 0 0,0 0 0,0 0 0,0 0 0,0-1 0,0 1 0,-1 0 0,1-1 0,-1 1 0,1-1 0,-1 1 0,0-1 0,0-2 0,0 3 0,0 1 0,1 0 0,-1 0 0,0 0 0,0 0 0,0 0 0,0 0 0,0 0 0,-1 0 0,1 0 0,0 0 0,0 0 0,-1 0 0,1 0 0,0 0 0,-1 0 0,1 0 0,-1 0 0,0 0 0,1 0 0,-1 0 0,0 1 0,1-1 0,-1 0 0,0 0 0,0 1 0,0-1 0,1 0 0,-1 1 0,0-1 0,-1 0 0,-15-13 0,14 13 0,0-1 0,1 1 0,-1 0 0,0-1 0,0 1 0,0 0 0,0 1 0,0-1 0,0 1 0,0-1 0,0 1 0,-1 0 0,1 0 0,0 0 0,0 0 0,0 1 0,0-1 0,0 1 0,0 0 0,-4 1 0,-59 19 0,-76 45 0,136-61 0,0 0 0,1 0 0,-1 0 0,1 0 0,0 1 0,1 0 0,0 0 0,0 0 0,0 1 0,0-1 0,1 1 0,0 0 0,-3 13 0,-3 1 0,7-14 0,1 0 0,-1 0 0,1 1 0,0-1 0,1 0 0,0 0 0,0 1 0,2 8 0,-1 7 0,-1-19 0,1 0 0,0-1 0,0 1 0,0 0 0,1 0 0,0-1 0,-1 1 0,1-1 0,0 0 0,1 1 0,-1-1 0,0 0 0,1 0 0,0 0 0,0-1 0,0 1 0,0-1 0,0 1 0,0-1 0,1 0 0,-1 0 0,1-1 0,-1 1 0,1-1 0,0 1 0,0-1 0,-1 0 0,1-1 0,0 1 0,0-1 0,0 0 0,5 0 0,2-2 0,1 0 0,-1-1 0,0-1 0,0 0 0,0 0 0,-1-1 0,1 0 0,-1-1 0,-1 0 0,1-1 0,-1 0 0,0-1 0,0 0 0,11-13 0,-19 18 0,1 1 0,0-1 0,-1 1 0,1 0 0,0 0 0,0 0 0,0 0 0,0 0 0,1 0 0,-1 0 0,1 1 0,-1-1 0,1 1 0,-1-1 0,1 1 0,0 0 0,-1 0 0,1 0 0,0 1 0,0-1 0,0 1 0,0-1 0,0 1 0,4 0 0,2 3 0,0-1 0,0 1 0,0 1 0,0 0 0,0 0 0,12 8 0,-15-8 0,27 14 0,51 20 0,-54-27 3,-23-8-6,-1 0 0,1-1-1,0 0 1,0 0-1,0 0 1,0-1-1,9 0 1,13 0-1019,-12-1-561,0 0 1,1-1-1,24-4 0,-36 4 1186,-1-1-1,1 0 1,-1 0-1,0 0 1,0-1-1,0 0 1,0 0-1,0 0 1,0 0-1,-1-1 1,0 0-1,1 0 1,6-8-1,-4 3 218,0 0-1,0-1 1,-1 1-1,0-1 1,0 0 0,-1-1-1,-1 0 1,0 1-1,0-1 1,-1-1-1,0 1 1,-1 0 0,-1-1-1,0 1 1,0-21-1,1-40 1324,0 48 37,0-1 0,-2 1 0,-1 0 0,-1 0 0,-1 0 1,-1 0-1,-12-42 0,7 42 352,-9-44 1,15 52-1170,-1-1 1,-1 1-1,0 0 0,-1 1 1,-13-26-1,11 13-363,4 12 0,4 16 0,-1-1 0,1 1 0,-1 0 0,1 0 0,-1 0 0,1-1 0,-1 1 0,1 0 0,-1 0 0,0 0 0,1 0 0,-1 0 0,1 0 0,-1 0 0,0 0 0,1 0 0,-1 0 0,1 1 0,-1-1 0,1 0 0,-1 0 0,1 0 0,-1 1 0,1-1 0,-1 0 0,1 1 0,-1-1 0,1 0 0,-1 1 0,0 0 0,1-1 0,-1 1 0,1-1 0,-1 1 0,1-1 0,-1 1 0,1 0 0,0-1 0,-1 1 0,1 0 0,0-1 0,0 1 0,-1 0 0,1-1 0,0 1 0,0 0 0,0 0 0,0-1 0,0 1 0,0 0 0,0-1 0,0 1 0,0 0 0,0 0 0,1-1 0,-1 1 0,0 0 0,0-1 0,1 1 0,-1 0 0,0-1 0,1 1 0,0 0 0,16 25 0,-14-20 0,-1-3 0,-1 0 0,0 0 0,0 0 0,-1 0 0,1 0 0,-1 1 0,0-1 0,1 0 0,-2 4 0,5 25 0,12 11 0,34 63 0,-1-4 0,-25-48-769,-3-6-2472,-1 1 0,14 57-1,-17-68-3294,10 4-14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20.7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0 364 4770,'0'-22'5703,"0"-37"11595,0 46-12302,0 19-4996,1 0 0,0 0 0,0 0 0,0 0 0,4 11 0,-3-11 0,0 0 0,0 0 0,-1 0 0,0 0 0,1 13 0,-2-15 0,0-1 0,1 1 0,-1 0 0,1 0 0,0-1 0,0 1 0,1-1 0,-1 1 0,1-1 0,2 5 0,-2-4 0,0 0 0,0-1 0,0 1 0,-1 0 0,1 0 0,-1 0 0,0 1 0,0-1 0,-1 0 0,1 7 0,18 75 0,-19-85 0,0 0 0,0 0 0,0 0 0,0 0 0,0 0 0,0 0 0,0 0 0,0 0 0,1 0 0,-1-1 0,0 1 0,1 0 0,-1 0 0,1 0 0,-1 0 0,1 0 0,0-1 0,-1 1 0,1 0 0,-1-1 0,1 1 0,0 0 0,0-1 0,0 1 0,-1-1 0,3 2 0,7 7 0,-5 15 0,-5-23 0,0-1 0,0 1 0,0 0 0,0-1 0,0 1 0,0-1 0,0 1 0,1 0 0,-1-1 0,0 1 0,0-1 0,1 1 0,-1-1 0,0 1 0,1-1 0,-1 1 0,0-1 0,1 1 0,-1-1 0,1 1 0,-1-1 0,1 1 0,-1-1 0,1 0 0,-1 1 0,1-1 0,-1 0 0,1 0 0,-1 1 0,1-1 0,0 0 0,-1 0 0,1 0 0,-1 0 0,1 0 0,0 0 0,-1 0 0,1 0 0,-1 0 0,1 0 0,0 0 0,-1 0 0,1 0 0,-1 0 0,1-1 0,0 1 0,-1 0 0,1 0 0,-1-1 0,1 1 0,-1 0 0,1-1 0,-1 1 0,1-1 0,-1 1 0,1-1 0,-1 1 0,0 0 0,1-1 0,-1 0 0,0 1 0,1-1 0,-1 1 0,0-1 0,0 1 0,0-1 0,1 1 0,-1-2 0,0 1 0,0-1 0,0 1 0,0 0 0,1 0 0,-1 0 0,0 0 0,1 0 0,-1 0 0,0-1 0,1 1 0,0 0 0,-1 0 0,1 0 0,-1 0 0,1 1 0,0-1 0,1-1 0,-1 1 0,0 0 0,0 0 0,0 0 0,-1 0 0,1 0 0,0 0 0,-1 0 0,1 0 0,-1-1 0,1 1 0,-1 0 0,1 0 0,-1 0 0,0-1 0,0 1 0,1 0 0,-1-2 0,0-1 0,1 1 0,-1 0 0,1-1 0,0 1 0,0 0 0,1 0 0,-1 0 0,1 0 0,-1 0 0,5-5 0,9-20 0,32-77 0,-43 97 0,1 1 0,0 0 0,0 1 0,1-1 0,-1 1 0,2 0 0,-1 0 0,0 1 0,9-5 0,-11 8 0,1 0 0,0 0 0,0 1 0,0-1 0,0 1 0,0 0 0,0 1 0,0-1 0,0 1 0,0 0 0,0 0 0,0 1 0,0-1 0,0 1 0,0 0 0,0 1 0,0-1 0,0 1 0,0 0 0,-1 0 0,1 0 0,7 6 0,8 5 0,-1 2 0,0 0 0,24 25 0,-27-24 0,1 0 0,-13-12 0,-1 0 0,1 0 0,0 0 0,0-1 0,0 1 0,0-1 0,1 0 0,-1 0 0,1-1 0,0 1 0,-1-1 0,1 0 0,0-1 0,1 1 0,-1-1 0,0 0 0,0 0 0,1 0 0,9-1 0,-8 0 0,-1 1 0,0-2 0,1 1 0,-1-1 0,1 0 0,-1 0 0,0-1 0,0 1 0,0-1 0,0-1 0,0 1 0,0-1 0,0 0 0,7-6 0,6-7 0,-15 13 0,1 0 0,-1 0 0,0-1 0,0 0 0,0 0 0,0 0 0,-1 0 0,0-1 0,1 1 0,2-8 0,-4 4 0,1 1 0,0-1 0,0 1 0,0 0 0,1 0 0,8-11 0,-9 13 0,0-1 0,0 1 0,-1 0 0,1-1 0,-1 1 0,-1-1 0,1 0 0,-1 0 0,0 1 0,1-11 0,-3-63 0,-1 38 0,2 36 0,0 0 0,-1 1 0,0-1 0,0 0 0,0 1 0,-1-1 0,1 1 0,-1-1 0,0 1 0,0 0 0,-1 0 0,1 0 0,-5-6 0,-10-17 0,16 24 0,0 0 0,0 0 0,0 0 0,0 0 0,-1 1 0,1-1 0,-1 0 0,0 1 0,0-1 0,0 1 0,0 0 0,0 0 0,-1-1 0,1 1 0,0 1 0,-1-1 0,0 0 0,1 1 0,-1-1 0,0 1 0,0 0 0,0 0 0,0 0 0,0 0 0,0 0 0,0 1 0,0 0 0,0-1 0,-4 1 0,3 0 0,-1 0 0,1 0 0,-1 1 0,1-1 0,-1 1 0,1 0 0,0 0 0,-1 0 0,1 1 0,0-1 0,0 1 0,0 0 0,0 1 0,-4 2 0,4-1 0,0 0 0,1 0 0,-1 0 0,1 1 0,0-1 0,1 1 0,-1-1 0,1 1 0,0 0 0,0 0 0,0 0 0,-1 7 0,-36 117 0,38-123 0,-1 1 0,1-1 0,0 1 0,1 0 0,-1-1 0,1 1 0,1 0 0,-1-1 0,1 1 0,1 0 0,-1-1 0,1 1 0,0-1 0,5 11 0,2 10 0,-2 6 0,-6-26 0,1 1 0,-1-1 0,1 1 0,1-1 0,-1 0 0,5 8 0,-2-5 0,1 0 0,-1 0 0,2-1 0,-1 0 0,1 0 0,1-1 0,0 0 0,0 0 0,0-1 0,1 0 0,0 0 0,1-1 0,-1 0 0,1-1 0,0 0 0,1 0 0,-1-1 0,1-1 0,-1 1 0,1-2 0,0 0 0,1 0 0,-1-1 0,19 0 0,2-2-575,-1-1 1,0-1-1,32-9 0,-36 6-524,0-1 0,-1-2-1,0 0 1,-1-2 0,0-1 0,-1-1-1,0-1 1,-1-1 0,0-1 0,-2-1-1,25-23 1,-23 11-7198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21.6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310 183 1569,'-305'0'19545,"300"0"-16635,10 3-677,17 5-1381,0 0 0,1-2-1,0-1 1,0-1 0,1-1-1,29 1 1,-6 0-304,76 10-548,0-5 0,0-6 0,129-14 0,-216 8 0,-17 2 0,0-2 0,0 1 0,27-9 0,-21-11 0,-23 21-6,-1 1-71,0 0 1,0-1-1,0 1 0,1 0 0,-1-1 0,0 1 0,0-1 1,0 0-1,0 1 0,0-1 0,0 0 0,0 0 0,0 0 1,0 0-1,1-1 0,1-32-1479,-2 29 1314,-1 4 197,1-1 0,-1 1 0,0-1 0,0 1 0,0-1-1,0 1 1,0-1 0,0 1 0,0-1 0,0 1 0,-1-1 0,1 1 0,0-1 0,-1 1-1,0-1 1,1 1 0,-1-1 0,0 1 0,-1-2 0,-3-3-43,-1 0 0,1-1 0,1 0 0,-9-15 0,9 15 79,0 0 0,0 0 0,-1 0 0,-10-12-1,11 5 4,4 14 11,-1 0-1,1 0 0,0 0 1,0-1-1,0 1 1,0 0-1,0 0 0,0-1 1,0 1-1,0 0 0,0 0 1,0-1-1,0 1 1,0 0-1,0-1 0,0 1 1,0 0-1,0 0 1,0-1-1,0 1 0,0 0 1,0 0-1,0-1 1,0 1-1,0 0 0,0 0 1,0-1-1,1 1 0,-1 0 1,0 0-1,0 0 1,0-1-1,1 1 0,-1 0 1,0 0-1,0 0 1,0 0-1,1-1 0,-1 1 1,0 0-1,0 0 1,1 0-1,-1 0 0,0 0 1,0 0-1,1 0 0,3 2 165,-1 1-1,1 0 0,-1 0 0,1 0 0,-1 1 0,0-1 1,0 1-1,-1 0 0,1-1 0,-1 1 0,0 1 0,0-1 1,2 6-1,24 37 1087,-25-43-1205,1 0-1,-1 0 0,-1 0 1,1 0-1,-1 1 1,0 0-1,0-1 1,0 1-1,2 6 1,-3-4-31,2-1 0,-1 1 1,1-1-1,0 0 1,7 11-1,-7-13-19,0 1 0,0-1 0,-1 1 0,1 0 0,-1 0 0,0 0 0,0 0 0,0 0 0,-1 1 0,0-1 0,0 0 0,0 1 0,-1 6 0,19 92 0,-19 31-9695,28-148-9039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22.5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217 402 2657,'7'-4'1629,"0"0"-1,1 0 0,-1 1 1,1 0-1,0 0 1,0 1-1,9-2 1,-12 4-322,-10 0-51,1 1-744,0-1-1,0 1 0,-1-1 0,1 1 1,0 0-1,0 1 0,0-1 0,0 1 0,0 0 1,1 0-1,-1 0 0,1 0 0,-1 1 1,1-1-1,-4 5 0,-18 33 4737,10-24-5066,1 1 0,1 0-1,0 1 1,2 0 0,-12 25 0,8-2-182,12-37 0,1 0 0,0 1 0,0 0 0,0-1 0,1 1 0,-1 0 0,1 0 0,1-1 0,-1 1 0,0 0 0,1 0 0,0 0 0,0 0 0,1 0 0,0 0 0,-1 0 0,3 5 0,7 11 0,-8-17 0,0-1 0,0 1 0,-1 0 0,0 0 0,1 0 0,-1 0 0,0 0 0,-1 0 0,1 0 0,-1 5 0,1-5 0,0 0 0,-1 1 0,2-1 0,-1 0 0,0 0 0,1 0 0,0 0 0,0 0 0,0 0 0,0 0 0,0-1 0,1 1 0,0-1 0,0 1 0,3 2 0,-1-1 0,1 0 0,-1 0 0,1-1 0,0 0 0,0 0 0,0 0 0,0-1 0,8 3 0,-2-2 0,0-1 0,0 0 0,1-1 0,0 0 0,-1-1 0,1 0 0,0-1 0,-1-1 0,1 0 0,0 0 0,-1-2 0,1 1 0,13-6 0,-19 5 0,-1 0 0,1-1 0,-1 0 0,0 0 0,0-1 0,0 1 0,6-7 0,5-4 0,-11 10 0,0-1 0,-1 0 0,1 0 0,-1 0 0,-1-1 0,1 1 0,-1-1 0,-1-1 0,1 1 0,-1 0 0,0-1 0,-1 1 0,1-1 0,-2 0 0,2-10 0,1-15 0,-2 0 0,-3-48 0,0 31 0,1 37 0,-1-1 0,0 1 0,-1 0 0,0-1 0,-1 1 0,-1 0 0,0 1 0,-1-1 0,0 1 0,-9-15 0,10 21 0,0-1 0,-1 1 0,0 0 0,0 0 0,0 0 0,-1 1 0,0-1 0,0 1 0,0 1 0,0-1 0,-1 1 0,0 0 0,0 1 0,0-1 0,0 2 0,-1-1 0,1 1 0,-16-3 0,-1 2 0,0 1 0,-46 2 0,60 0 0,0 1 0,0 1 0,0 0 0,0 0 0,0 1 0,1 0 0,-1 1 0,1 0 0,-11 6 0,13-5 0,-9 4 0,0 2 0,1 0 0,1 1 0,-17 16 0,28-25 0,1 0 0,-1 0 0,0 1 0,1-1 0,0 1 0,0-1 0,0 1 0,0 0 0,1 0 0,-1 0 0,1 0 0,0 0 0,0 0 0,0 0 0,1 0 0,0 0 0,-1 1 0,1-1 0,1 0 0,-1 0 0,1 0 0,-1 0 0,1 1 0,2 3 0,-1-3 0,3 11 0,0 0 0,2-1 0,0 1 0,1-1 0,0-1 0,20 27 0,-12-21 43,-12-13-95,1 0-1,0-1 1,0 0 0,12 10-1,52 38-2729,-65-50 2510,0-1 1,1 0-1,-1 1 1,1-2-1,0 1 0,0 0 1,0-1-1,0 0 1,1 0-1,-1-1 1,6 2-1,23 6-1248,-26-6 1262,1 0-1,-1-1 1,1 0-1,0-1 0,0 0 1,0 0-1,-1-1 1,1 0-1,0 0 0,0-1 1,0 0-1,0-1 1,16-5-1,12-1-63,-32 8 339,-1-1-1,0 1 1,1-1-1,-1 0 0,0 0 1,0 0-1,0 0 1,1-1-1,-1 0 1,-1 0-1,1 0 1,0 0-1,0 0 1,-1-1-1,1 0 0,-1 1 1,0-1-1,0-1 1,0 1-1,0 0 1,4-7-1,20-25 883,-23 31-693,0 0 1,0 0 0,-1 0 0,1 0 0,-1 0 0,0-1-1,4-8 1,8-21 1368,-13 29-1282,1 1-1,-1-1 1,0 0 0,-1 0-1,1 0 1,-1 0 0,0-1-1,0 1 1,0 0 0,-1-6 0,0 5 128,1-1 1,0 1 0,0 0 0,0 0 0,4-10 0,-2 10-175,-2 0 0,1 0-1,-1 0 1,0 0 0,1-11 0,-2 14-247,-2-27 0,2 29 0,0 0 0,0 1 0,0-1 0,0 0 0,-1 1 0,1-1 0,0 0 0,0 1 0,0-1 0,-1 0 0,1 1 0,0-1 0,-1 1 0,1-1 0,-1 1 0,1-1 0,-1 1 0,1-1 0,-1 1 0,1-1 0,-1 1 0,1 0 0,-1-1 0,1 1 0,-1 0 0,0-1 0,1 1 0,-1 0 0,0 0 0,1 0 0,-2-1 0,1 7 0,0 0 0,0 0 0,1 1 0,0-1 0,0 0 0,0 0 0,1 0 0,1 9 0,4-2 0,-4-9 0,-1-1 0,1 1 0,-1 0 0,0-1 0,0 1 0,0 0 0,-1 0 0,1 5 0,-1-3 0,1 0 0,0-1 0,0 1 0,1-1 0,-1 1 0,1-1 0,0 0 0,1 0 0,-1 0 0,1 0 0,0 0 0,5 5 0,-3-2 0,0-1 0,-1 1 0,0 0 0,0 0 0,4 14 0,-4-13 0,0-1 0,0 1 0,1-1 0,11 16 0,11 21 0,-23-37 0,0 1 0,1-1 0,0 0 0,1-1 0,0 1 0,0-1 0,1 0 0,-1-1 0,1 1 0,1-1 0,9 6 0,-12-11-199,0 0 1,1 0-1,-1 0 1,0 0-1,1-1 0,-1 0 1,1 0-1,-1-1 1,0 0-1,1 1 0,-1-2 1,0 1-1,1-1 1,-1 1-1,9-6 1,13-22-554,-22 24 714,0 0 0,0 0 1,-1 0-1,1-1 0,-1 1 0,0-1 1,4-9-1,20-92 443,-19 85-151,-7 17-116,1 0-1,-1-1 1,-1 1 0,1-1 0,-1 1 0,1-1 0,-2 0-1,1-8 1,-1-134 2194,0 146-2332,1 0 0,-1 1 0,0-1 0,0 0 0,1 0 0,0 0 0,-1 0 0,1 0 0,0 0 0,0 1 0,-1-1 0,2 0 0,0-1 0,-1 1 0,0 1 0,0-1 0,0 1 0,0-1 0,0 1 0,-1-1 0,1 0 0,-1 0 0,1 1 0,-1-1 0,1 0 0,-1 0 0,0-1 0,0 2 0,0 1 0,0-1 0,0 1 0,0-1 0,0 1 0,0-1 0,0 0 0,0 1 0,0-1 0,0 1 0,0-1 0,0 1 0,0-1 0,0 1 0,1-1 0,-1 1 0,0-1 0,0 1 0,1-1 0,-1 1 0,0 0 0,1-1 0,-1 1 0,0-1 0,1 1 0,-1 0 0,0-1 0,1 1 0,-1 0 0,1-1 0,-1 1 0,1 0 0,-1 0 0,1 0 0,-1-1 0,1 1 0,-1 0 0,1 0 0,-1 0 0,1 0 0,0 0 0,1 0 0,-1 1 0,0-1 0,0 1 0,0-1 0,0 1 0,0-1 0,0 1 0,0 0 0,0-1 0,0 1 0,0 0 0,0 0 0,0 0 0,-1 0 0,1 0 0,0 0 0,-1 0 0,1 0 0,0 2 0,17 31 0,-12-24 0,0 0 0,-1 1 0,7 19 0,-6-17 0,0-1 0,1 0 0,0 0 0,15 17 0,-6-6 0,0 1 0,-7-10 0,1 0 0,0-1 0,19 20 0,22 30 0,-39-55-266,1 0 0,-1-1 0,1 0 0,15 5 0,32 16-1323,-52-25 1009,0 0-1,0-1 0,0 0 0,1 0 0,-1-1 1,1 0-1,-1 0 0,16-1 0,-19 0 542,1-1-92,0 1 0,0-1 0,0 0 1,0-1-1,0 1 0,0-1 0,0-1 0,-1 1 0,1-1 0,-1 0 1,1 0-1,-1 0 0,0-1 0,-1 1 0,1-1 0,0-1 0,-1 1 1,0-1-1,0 1 0,6-11 0,3-17 127,-10 25 48,0 1 0,-1-1-1,1 0 1,-1 0 0,-1 0-1,1 0 1,-1 0 0,0-12 0,8-38 681,-7 49-534,0 0-1,0 1 0,-1-1 1,0 0-1,-1 0 0,1 0 0,-1 0 1,-2-12-1,-5-24 2407,-2-82 0,8 109-2095,-1 0 0,0 0 0,-1 1-1,-7-22 1,-3-14-100,10 39-402,0 0 0,0 1 0,-1-1 0,-1 1 0,0 0 0,-11-18 0,14 27 0,1-1 0,0 1 0,0 0 0,1 0 0,-1 0 0,1-1 0,-1 1 0,1 0 0,1-6 0,-3-8 0,1 17 0,1 0 0,-1 0 0,1 0 0,-1 0 0,1 0 0,-1 0 0,1 0 0,-1 0 0,1 0 0,-1 1 0,1-1 0,-1 0 0,1 0 0,0 1 0,-1-1 0,1 0 0,-1 1 0,1-1 0,0 0 0,-1 1 0,1-1 0,0 0 0,-1 1 0,1-1 0,0 1 0,0-1 0,-1 1 0,1-1 0,0 0 0,0 1 0,0-1 0,-1 2 0,1-1 0,-1 1 0,1 0 0,-1-1 0,1 1 0,-1 0 0,1-1 0,0 1 0,0 0 0,0-1 0,0 1 0,0 0 0,0-1 0,0 1 0,1 0 0,-1 0 0,1-1 0,-1 1 0,1-1 0,0 1 0,-1-1 0,1 1 0,0-1 0,0 1 0,1 1 0,5 11 0,-5 18 0,-2-27 0,0 1 0,0 0 0,1-1 0,0 1 0,0 0 0,2 5 0,11 39 0,-10-31 0,2-1 0,13 33 0,-11-32 0,-1 0 0,-2 0 0,1 0 0,3 36 0,6 24 0,-6-51 0,-6-17 0,0 1 0,0-1 0,-1 1 0,0-1 0,0 14 0,17 107-1024,-18-115-389,1 24-2828,-8-19-4155,-7-8 2538,10-2 426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23.0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32 520 7652,'0'-4'1093,"-1"-1"0,0 1 1,0 0-1,-1-1 1,1 1-1,-1 0 1,0 0-1,-3-5 1,3 7-701,0 0 0,1-1 0,-1 1 1,1-1-1,-1 1 0,1-1 0,0 0 1,0 0-1,0 1 0,1-1 0,-1 0 1,0 0-1,1 0 0,0 0 0,0 0 0,0 0 1,0 0-1,0 0 0,1 1 0,-1-1 1,1 0-1,0 0 0,0 0 0,0 0 0,2-3 1,3 0-114,1 0 1,0 0-1,0 1 1,0 0-1,0 0 1,1 1 0,0 0-1,0 1 1,0 0-1,0 0 1,1 0-1,12-1 1,120-19-305,-135 23 69,181-15 96,-126 6-102,-26 4 47,-1-1 0,49-15 0,-78 19-50,-1 0 0,1 0 1,0-1-1,-1 1 0,0-1 1,1 0-1,-1-1 0,-1 1 0,1-1 1,0 1-1,-1-1 0,1 0 1,-1-1-1,-1 1 0,1-1 1,0 1-1,-1-1 0,0 0 1,0 1-1,0-1 0,-1 0 1,0 0-1,0-1 0,0 1 1,0-9-1,-1 10-36,-1 0 0,0 0 0,1 0 0,-2 0 0,1 0 0,0 1 0,-1-1 0,1 0 0,-1 1 0,-3-6 0,-10-22 0,8 18 0,6 11 0,0 0 0,0 0 0,0 0 0,0 0 0,0-1 0,0 1 0,1 0 0,-1-1 0,1 1 0,-1-4 0,0 4 0,1 0 0,-1 0 0,0 0 0,0 0 0,0 0 0,-1 0 0,1 0 0,0 1 0,-1-1 0,1 0 0,-1 1 0,1-1 0,-1 1 0,0 0 0,0-1 0,1 1 0,-1 0 0,0 0 0,0 0 0,0 0 0,0 1 0,0-1 0,-1 0 0,1 1 0,0 0 0,0-1 0,-3 1 0,1 1 0,0 0 0,1 1 0,-1-1 0,0 1 0,1 0 0,0-1 0,-1 2 0,1-1 0,0 0 0,0 1 0,1-1 0,-1 1 0,0 0 0,1 0 0,-1 0 0,1 0 0,0 0 0,0 1 0,0-1 0,1 1 0,-1-1 0,1 1 0,0 0 0,0-1 0,0 5 0,-3 12 0,2 0 0,0 0 0,2 35 0,0-29 0,1-6 0,1 1 0,1-1 0,1 0 0,1 0 0,10 28 0,-3-10 0,24 106 0,-34-135 0,1-1 0,0 1 0,0-1 0,1 0 0,7 12 0,10 25 0,-18-39 0,0 0 0,0-1 0,0 1 0,1-1 0,-1 0 0,1 0 0,1 0 0,-1-1 0,1 1 0,-1-1 0,1 0 0,1-1 0,-1 1 0,0-1 0,1 0 0,9 4 0,-6-4 0,-1 0 0,1 0 0,-1-1 0,1 0 0,0 0 0,0-1 0,-1 0 0,1-1 0,0 0 0,0 0 0,17-4 0,-21 2 0,1 0 0,-1-1 0,1 1 0,-1-1 0,0-1 0,0 1 0,0-1 0,-1 1 0,1-1 0,-1-1 0,0 1 0,0-1 0,-1 1 0,1-1 0,2-6 0,1 0 0,0-1 0,-1-1 0,0 1 0,-1-1 0,5-19 0,4-11 0,-11 34 0,0 0 0,0 0 0,0 0 0,-1-1 0,-1 1 0,1-14 0,7-43 0,1-5 0,-10 32 0,0 33 0,0 28 0,-1 10 0,0-20 0,0 1 0,1-1 0,0 1 0,1-1 0,1 0 0,3 15 0,3-5 0,-5-17 0,-1 1 0,0-1 0,0 0 0,0 1 0,-1 0 0,0-1 0,0 1 0,0 8 0,1 4 0,0 0 0,1 0 0,1-1 0,1 0 0,0 0 0,1 0 0,9 18 0,-13-31 0,-1-1 0,0 1 0,0 0 0,0 0 0,-1 0 0,1 0 0,-1 1 0,-1 6 0,3 12 0,0-19 2,1 5-247,-1-1-1,1 1 1,-1 0 0,-1 0-1,1 0 1,-1 18 0,-1-18-2488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23.1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77 335 3458,'0'-12'1615,"-1"0"1,-1 0 0,0 0-1,-1 0 1,-7-18 0,-3-16 2504,8 28-1767,-1 1 0,-17-33 0,18 40-1713,3 5-370,1-1 0,0 1-1,0 0 1,0-1 0,0 1-1,1-1 1,0 1-1,0-1 1,2-6 0,-2-6-237,1 17-224,0-1 1,0 1-1,0 0 1,0-1-1,0 1 1,0 0-1,0 0 1,0 0-1,1 0 1,-1 0-1,0 0 0,1 0 1,-1 0-1,3 0 1,-2 0-290,-1 0 0,1 0 1,0 0-1,0 0 0,0 1 0,0-1 0,0 0 1,0 1-1,0 0 0,0-1 0,0 1 1,4 0-1,-4 1 125,0 0 1,0 0 0,0 0-1,0 0 1,0 1 0,-1-1-1,1 0 1,0 1 0,-1 0-1,1-1 1,1 3 0,24 20-4067,-14-14 3615,-1 1 1,1 0 0,-2 1 0,0 1 0,0 0 0,-1 0-1,-1 1 1,0 0 0,7 18 0,5 7-1028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23.6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1 160 272,'16'29'780,"-11"-20"-50,1 1-1,-2-1 1,1 1 0,2 10 0,-4-10 139,-2-6-486,0-1 1,0 1 0,0 0-1,1-1 1,-1 1-1,1-1 1,0 1 0,0-1-1,0 0 1,0 0 0,0 0-1,6 5 1,10 12 3194,-17-18-2996,1 0 1,0 0 0,-1 0-1,1 0 1,0-1 0,0 1-1,0 0 1,0-1 0,5 3-1,21 0 6600,-24-4-6926,1 0-1,-1-1 1,1 1 0,-1-1-1,1-1 1,-1 1 0,1 0-1,-1-1 1,0 0-1,0 0 1,0 0 0,0-1-1,0 1 1,-1-1 0,1 0-1,-1 0 1,1 0-1,-1 0 1,0-1 0,0 0-1,3-5 1,-4 5-256,1-1 0,0 0 0,0 1 0,0 0 0,0 0 0,1 0 0,4-4 0,-5 5 0,0-1 0,0 1 0,0 0 0,0-1 0,-1 1 0,1-1 0,3-7 0,-1-6 0,0-1 0,-1 1 0,0-1 0,-2-1 0,0 1 0,-1-30 0,-1 45 0,0 1 0,-1 0 0,1-1 0,-1 1 0,1-1 0,-1 1 0,0 0 0,0 0 0,0-1 0,0 1 0,-2-2 0,2 2 0,0 0 0,0 0 0,0 0 0,0 0 0,0 0 0,0 0 0,1 0 0,-1 0 0,1-1 0,0 1 0,-1-2 0,1 3 0,0 0 0,0 1 0,0-1 0,-1 0 0,1 1 0,0-1 0,-1 1 0,1-1 0,0 0 0,-1 1 0,1-1 0,-1 1 0,1-1 0,-1 1 0,1-1 0,-1 1 0,1 0 0,-1-1 0,1 1 0,-1 0 0,0-1 0,1 1 0,-1 0 0,1 0 0,-1-1 0,0 1 0,1 0 0,-1 0 0,0 0 0,1 0 0,-1 0 0,0 0 0,1 0 0,-1 0 0,0 0 0,1 0 0,-1 0 0,0 1 0,1-1 0,-1 0 0,-1 1 0,-1-1 0,0 1 0,0 0 0,0 0 0,0 0 0,0 0 0,0 1 0,0-1 0,-4 4 0,2-1 0,0 0 0,1 0 0,0 0 0,0 1 0,0-1 0,0 1 0,1 0 0,0 0 0,0 0 0,0 0 0,1 1 0,0-1 0,0 1 0,-2 7 0,-17 32 0,3-8 0,9 2 0,3 1 0,1-1 0,1 1 0,4 72 0,0-63 0,1-44 0,-1-1 0,1 1 0,0 0 0,0-1 0,0 1 0,0-1 0,3 6 0,-2-6 0,-1 0 0,1 0 0,-1 0 0,0 1 0,0-1 0,0 1 0,-1 4 0,1-7 0,-1-1 0,1 1 0,0 0 0,-1 0 0,1-1 0,0 1 0,0-1 0,0 1 0,0-1 0,0 1 0,1-1 0,-1 0 0,0 1 0,1-1 0,-1 0 0,1 0 0,-1 0 0,1 0 0,-1 0 0,1-1 0,2 2 0,0 0 0,-1-1 0,0 0 0,1 1 0,0-1 0,-1-1 0,1 1 0,-1 0 0,1-1 0,0 0 0,0 0 0,6 0 0,0-2 0,-1 0 0,0-1 0,0 1 0,0-2 0,0 1 0,0-1 0,-1-1 0,13-7 0,18-15 0,-31 23 0,-1-1 0,-1 0 0,1 0 0,-1 0 0,1-1 0,6-8 0,-2 2 0,0 2 0,1 0 0,17-12 0,2-1 0,-23 17 0,0 1 0,1-1 0,0 2 0,11-6 0,26-14 0,-38 19 0,0 0 0,0 1 0,0 0 0,18-5 0,-25 8 0,1 1 0,0-1 0,-1 0 0,1 1 0,0 0 0,0-1 0,-1 1 0,1 0 0,0 0 0,0 0 0,-1 0 0,1 0 0,0 0 0,0 0 0,0 1 0,-1-1 0,1 1 0,0-1 0,-1 1 0,1 0 0,0-1 0,-1 1 0,1 0 0,-1 0 0,1 0 0,-1 0 0,0 1 0,1-1 0,-1 0 0,0 0 0,2 3 0,4 11 0,-3-7 0,0 0 0,-1 0 0,0 0 0,-1 0 0,1 1 0,-2-1 0,1 1 0,-1-1 0,0 12 0,-1 178 0,46-276 0,-41 72 0,1 0 0,-1 0 0,0 0 0,-1 0 0,1-1 0,-1 0 0,0 0 0,-1 0 0,0 0 0,4-14 0,-3 10 0,1 1 0,0-1 0,1 1 0,0 1 0,0-1 0,1 1 0,0 0 0,1 1 0,14-14 0,-9 10 0,-2 0 0,1-1 0,15-25 0,-14 15-986,1 1 1,1 0-1,0 1 1,2 0-1,0 2 0,33-29 1,-8 10-4410,-39 35 4576,0 0 0,0 0-1,0 1 1,1-1-1,-1 1 1,1 0-1,0 0 1,-1 1 0,1-1-1,0 1 1,5-2-1,-1 1-634,-8 2 1412,0 0 0,0 0 0,1 0 1,-1-1-1,0 1 0,0 0 1,1 0-1,-1 0 0,0 0 1,0 0-1,1 0 0,-1 0 0,0 0 1,0-1-1,0 1 0,1 0 1,-1 0-1,0 0 0,0 0 1,0-1-1,0 1 0,1 0 1,-1 0-1,0 0 0,0-1 0,0 1 1,0 0-1,0 0 0,0-1 1,0 1-1,0 0 0,0 0 1,0-1-1,0 1 0,0 0 0,0 0 1,0-1-1,0 1 0,0 0 1,0 0-1,0-1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23.8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235 1 3089,'1'1'25004,"-5"6"-22867,-35-2 400,8 19-2537,27-22 0,1 0 0,-1 0 0,1 0 0,-1 0 0,1 0 0,0 1 0,0-1 0,0 1 0,1 0 0,-1 0 0,1 0 0,-4 5 0,5-2 0,-1-1 0,1 1 0,0 0 0,0 0 0,1 0 0,0 0 0,0 9 0,0-13 0,0 12 0,1 0 0,0 0 0,1 0 0,0 0 0,1-1 0,1 1 0,0-1 0,1 0 0,0 0 0,1-1 0,10 16 0,-8-12 0,10 20 0,1-1 0,2-1 0,35 43 0,-54-75 0,1 1 0,-1 0 0,0-1 0,0 1 0,0 0 0,0 0 0,0 0 0,0 1 0,-1-1 0,0 0 0,0 1 0,1-1 0,-2 0 0,1 1 0,0 0 0,-1-1 0,0 1 0,0-1 0,0 4 0,-1-6 0,0 0 0,0 0 0,0 0 0,0 0 0,0 0 0,0 0 0,-1-1 0,1 1 0,0-1 0,0 1 0,-1-1 0,1 1 0,0-1 0,-1 0 0,1 1 0,0-1 0,-1 0 0,1 0 0,0 0 0,-1 0 0,1 0 0,-1 0 0,1-1 0,0 1 0,-1 0 0,1-1 0,-2 0 0,-47-8 0,46 9 0,-52-9-195,41 8-336,1-1 0,0-1 1,0 0-1,0-1 0,1 0 0,-20-9 0,8 3-6494,5 9-1568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46.1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208 110 4114,'-49'-2'9080,"3"-2"-4751,-48-1 1249,76 6-1199,24 0-2100,42 3-1047,-17-1-248,44 2-621,93-6 1,-53-1-299,147 15-65,-105-10 0,-103-4 0,-47 1 0,-1 0 0,0-1 0,0 1 0,1-1 0,-1-1 0,7-2 0,-8 2 0,1 1 0,0-1 0,0 1 0,0 1 0,0-1 0,7 1 0,-10 0-7,0-1 0,0 1-1,0 0 1,0-1 0,1 0 0,-1 0 0,0 0-1,0 0 1,0 0 0,-1 0 0,1-1 0,0 0-1,0 1 1,-1-1 0,1 0 0,-1 0 0,0 0-1,1-1 1,-1 1 0,0-1 0,0 1 0,-1-1 0,1 1-1,0-1 1,-1 0 0,0 0 0,1 0 0,-1 0-1,0 0 1,-1 0 0,1 0 0,0-5 0,-1 7 0,0 1 1,0-1 0,0 1 0,0 0 0,0-1 0,0 1 0,0-1 0,0 1 0,0-1 0,0 1 0,-1-1 0,1 1 0,0 0 0,0-1 0,0 1 0,-1-1-1,1 1 1,0 0 0,-1-1 0,1 1 0,0 0 0,-1-1 0,1 1 0,0 0 0,-1-1 0,1 1 0,-1 0 0,1 0 0,0 0 0,-1-1 0,1 1 0,-1 0 0,1 0-1,-1 0 1,1 0 0,-1 0 0,1 0 0,0 0 0,-1 0 0,1 0 0,-2 0 0,2 0 3,-1 0-1,0 0 1,1 0 0,-1 0-1,1 0 1,-1 0 0,0 0-1,1 0 1,-1-1 0,1 1-1,-1 0 1,1 0 0,-1 0-1,1-1 1,-1 1 0,0 0-1,1-1 1,0 1 0,-1-1-1,1 1 1,-1 0 0,1-1 0,-1 1-1,1-1 1,0 1 0,-1-1-1,1 1 1,0-1 0,0 1-1,-1-1 1,1 0 0,0 1-1,0-1 1,0 1 0,0-1-1,0 0 1,0 1 0,0-1-1,0 1 1,0-1 0,0 0-1,0 0 1,-10-10-102,8 10 36,11 6 80,-8-4 1,-1 1 0,1 0 0,0 0 0,-1-1 0,1 1 0,-1 0 0,1 0 0,-1 0 0,0-1 0,0 1 0,0 0 0,0 0 0,0 2 0,3 18 111,3-12-27,0-3-30,-1 1 0,-1 0 0,1 0-1,-1 0 1,5 15 0,4 9-47,-10-27-19,0-1-1,-1 1 1,0 1 0,0-1 0,-1 0-1,1 0 1,-1 1 0,0-1-1,0 6 1,8 41 0,-7-43 0,1 0 0,-2 0 0,1-1 0,0 17 0,-2-22-328,0 1 0,0 0 0,0 0 0,0 0 0,0 0 0,-1 0 0,0-1 0,0 1 0,0 0 0,0-1 0,-1 1 0,1 0 0,-1-1 0,0 0 0,-2 4 0,-4 13-6913,8-19 7041,0-1 0,0 1 1,0-1-1,-1 1 1,1-1-1,0 1 1,0-1-1,0 1 1,-1-1-1,1 1 1,0-1-1,-1 1 1,1-1-1,0 1 1,-1-1-1,1 0 1,0 1-1,-1-1 1,1 1-1,-1-1 1,1 0-1,-1 0 1,1 1-1,-1-1 0,1 0 1,-1 0-1,1 1 1,-1-1-1,1 0 1,-1 0-1,1 0 1,-1 0-1,1 0 1,-1 0-1,1 0 1,-1 0-1,1 0 1,-1 0-1,0 0 1,1 0-1,-1-1 1,1 1-1,-2 0 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46.6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94 42 5619,'-3'-1'371,"-2"-1"431,1 0 0,-1 0-1,1 0 1,-1-1 0,1 0 0,0 1 0,0-2-1,-5-4 1,9 8-787,0-1 1,0 1-1,0-1 0,0 1 1,0-1-1,0 1 0,0-1 1,0 1-1,0-1 0,0 1 1,0-1-1,-1 1 0,1-1 1,0 1-1,0 0 0,-1-1 1,1 1-1,0-1 0,0 1 1,-1 0-1,1-1 1,0 1-1,-1 0 0,1-1 1,-1 1-1,1 0 0,0 0 1,-1-1-1,1 1 0,-1 0 1,1 0-1,-1 0 0,1-1 1,-1 1-1,1 0 0,-1 0 1,1 0-1,0 0 0,-1 0 1,1 0-1,-1 0 0,1 0 1,-1 0-1,0 1 0,0-1 64,0 1 0,0-1 0,0 1 0,0-1-1,0 1 1,1 0 0,-1 0 0,0-1 0,0 1 0,1 0-1,-1 0 1,0 0 0,1 0 0,-1 0 0,1 0-1,-1 0 1,1 0 0,0 0 0,-1 0 0,1 0 0,0 0-1,0 0 1,0 0 0,0 0 0,0 0 0,0 1 0,0 0-1,0 4 374,-1 0 1,0 0-1,0 0 0,0 0 0,-4 10 0,3-10-202,0 1 1,0-1-1,1 0 1,0 0-1,0 1 1,0 6-1,1 19 75,2-1 0,1 1 0,8 33 0,-10-57-308,1 1 0,-2 0-1,1-1 1,-1 1 0,-1 12 0,0-13-11,0 0 0,1 0-1,1 0 1,-1 0 0,1 0-1,4 14 1,3 2-6,-5-17 0,0 1 0,-1 1 0,0-1 0,0 0 0,-1 0 0,1 13 0,-1-11-8,0 1-1,0 0 1,6 19-1,2 29-509,-10-44 224,1-11 142,-1 0-1,1 0 1,0 0 0,0 0 0,0 0-1,1 0 1,0 0 0,-1 0-1,1 0 1,2 5 0,0-4-16,0 0-273,0-1 0,-1 1 0,1 1 0,-1-1 0,0 0 0,-1 1-1,1-1 1,-1 1 0,0-1 0,-1 1 0,1 8 0,-1-9 5,-3 26-4099,3-30 4431,-1-1 0,0 1-1,1 0 1,-1-1-1,1 1 1,-1-1 0,0 1-1,1-1 1,-1 1 0,0-1-1,0 1 1,1-1 0,-1 0-1,0 1 1,0-1 0,0 0-1,1 0 1,-1 1 0,0-1-1,0 0 1,0 0 0,0 0-1,1 0 1,-1 0 0,-2-1-1,-1 1-1439,4-11-1978,0-4 2372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47.0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179 360 560,'1'-18'522,"-1"11"-197,0 0 0,0 0 0,0 1 0,-1-1 0,0 0-1,-3-11 1,-9-12 1194,8 22-1096,1-1 0,0 0-1,1 1 1,0-2-1,0 1 1,1 0-1,0 0 1,-1-14 0,3 19-265,0 0-1,-1 1 1,1-1 0,-1 0 0,0 0 0,0 1 0,-1-1 0,1 1 0,-1-1 0,-2-5 0,1 6 130,1-1 0,1 1 1,-1-1-1,1 0 0,-1 0 1,1 1-1,0-1 1,1 0-1,-1 0 0,0-7 1,1-44 5847,0 54-6103,0 1-1,1-1 1,-1 1 0,0-1 0,0 1 0,0-1 0,1 1 0,-1 0-1,0-1 1,1 1 0,-1-1 0,0 1 0,1 0 0,-1-1-1,0 1 1,1 0 0,-1 0 0,1-1 0,-1 1 0,1 0 0,-1 0-1,1-1 1,-1 1 0,0 0 0,1 0 0,-1 0 0,1 0 0,-1 0-1,1 0 1,0 0 0,27-1 1127,31 13 2083,58 43 769,-103-49-3853,-1 1 0,0 1-1,0 0 1,0 0-1,-1 2 1,-1-1 0,1 2-1,-1-1 1,15 21-1,4 9 191,38 67 0,-65-102-308,0 0 0,0 0 0,0 0-1,0 1 1,-1-1 0,0 1 0,0 0 0,-1 0 0,1-1-1,-1 1 1,-1 0 0,1 7 0,0-7 22,-1 0 1,1 0-1,0-1 1,1 1-1,-1 0 1,4 7-1,3 16 208,-22 3-191,11-5-80,3-24 0,0 1 0,0-1 0,0 0 0,0 1 0,-1-1 0,1 0 0,-1 0 0,0 1 0,-2 5 0,-2 0 0,1 0 0,-1-1 0,0 1 0,-1-1 0,0 0 0,0 0 0,-1-1 0,0 0 0,0 0 0,0 0 0,-1-1 0,0 0 0,-1-1 0,1 0 0,-15 6 0,-41 16 0,60-25 0,-1 0 0,0-1 0,0 1 0,0-1 0,0 0 0,0 0 0,-9 0 0,-7 2 0,-18 3 0,-1-1 0,0-3 0,-57-2 0,48 0 0,46 0-190,0 0 0,1 0 0,-1 0 0,0 0 1,0-1-1,1 1 0,-1-1 0,0 0 0,1 0 0,-1 0 0,0 0 0,1 0 0,-1 0 1,1-1-1,0 1 0,-5-4 0,-3-5-8745,17 7 4205,-4 1 3827,10-7-7266,1 5 6092,6-5-2536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47.4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266 308 1008,'20'-9'1887,"0"0"0,27-18-1,-14 8 343,-32 18-2129,0 0 0,1 0 0,-1 1-1,0-1 1,0 0 0,0-1 0,0 1 0,1 0-1,-2 0 1,1 0 0,0 0 0,0-1-1,0 1 1,-1 0 0,1-1 0,0 1-1,-1-1 1,1-1 0,6-13 1102,5-1 306,-7 11-535,-2 1 0,1 0 0,0-1 0,-1 0-1,0 0 1,3-8 0,-6 11-503,1 0 0,-1 1-1,0-1 1,0 0 0,0 0 0,0 0 0,0 1 0,0-1-1,-1 0 1,1 0 0,-1 1 0,0-1 0,0 0 0,0 1-1,0-1 1,0 1 0,-1-1 0,1 1 0,-4-4 0,5 5-333,-1 0 0,0 0 0,1 0 1,-1 0-1,1 0 0,-1-1 1,1 1-1,-1 0 0,1 0 1,0 0-1,-1-1 0,1 1 0,0 0 1,0 0-1,0-1 0,0 1 1,0 0-1,1-2 0,-3-12 176,-2 11-303,1 0 0,-1 1 0,0-1 0,0 1 0,0 0 0,-1 1 0,1-1 0,-1 1 0,1-1 0,-1 1 0,0 1 0,0-1 0,0 1 0,0 0 0,0 0 0,-10 0 0,-2-1-18,1 1-1,-1 1 1,-27 4-1,36-2 9,1 0 0,-1 0 0,1 1 0,-1-1 0,1 2 0,0-1 0,-10 8 0,-23 11 0,32-19 0,5-2 0,1-1 0,0 1 0,0 0 0,0 0 0,0 0 0,0 0 0,0 0 0,0 1 0,0-1 0,0 1 0,1-1 0,-1 1 0,0 0 0,1-1 0,-1 1 0,1 0 0,0 0 0,0 0 0,0 0 0,0 0 0,0 0 0,0 0 0,0 3 0,-2 1 0,0-1 0,0 0 0,0 0 0,-1 0 0,1 0 0,-8 7 0,7-8 0,0 0 0,1 1 0,0-1 0,-1 0 0,1 1 0,1 0 0,-5 9 0,-7 26 0,11-31 0,0-1 0,0 1 0,1-1 0,0 1 0,0 0 0,1 0 0,0 16 0,0-13 0,1-7 0,-1-1 0,1 1 0,0-1 0,0 0 0,0 1 0,1-1 0,0 0 0,0 1 0,0-1 0,2 5 0,36 62 0,-37-67 0,-1-1 0,2 1 0,-1-1 0,0 1 0,1-1 0,-1 0 0,1 0 0,0 0 0,0 0 0,0-1 0,1 1 0,-1-1 0,0 1 0,1-1 0,0 0 0,-1-1 0,1 1 0,0-1 0,0 0 0,6 2 0,0-2 0,-1 0 0,0 0 0,1-1 0,-1 0 0,1-1 0,-1 0 0,0 0 0,18-6 0,-20 4 0,-1 0 0,1-1 0,-1 0 0,0 0 0,0-1 0,0 1 0,6-7 0,5-4 0,-12 11 0,0-1 0,0 0 0,-1 0 0,1 0 0,-1-1 0,-1 0 0,1 0 0,-1 0 0,0 0 0,0 0 0,-1 0 0,3-11 0,16-34 0,-12 38 0,-8 11 0,1-1 0,-1 1 0,1 0 0,-1 0 0,0-1 0,0 1 0,0-1 0,0 1 0,0-1 0,0 1 0,-1-1 0,1 1 0,-1-1 0,0-3 0,1 3 0,-1 0 0,0-1 0,1 1 0,0 0 0,0 0 0,0 0 0,0 0 0,3-6 0,-3 6 0,1 0 0,-1 0 0,0 0 0,0 0 0,0 0 0,0 0 0,-1 0 0,1-6 0,-1 5 0,0 7 0,0 14 0,5 20 0,4-24 0,-4-5 0,1 0 0,-2-1 0,1 2 0,5 13 0,24 44-2494,-32-64 2283,-1 0 0,1 0 0,0 0 1,0-1-1,0 1 0,0 0 1,0-1-1,0 0 0,0 1 1,5 1-1,6 6-988,29 29-4565,-39-36 5221,-1-1 0,1 1-1,-1-1 1,1 1 0,0-1 0,-1 0-1,1 0 1,0 0 0,0 0 0,0 0-1,0-1 1,0 1 0,0-1 0,0 0 0,0 0-1,0 0 1,0 0 0,0-1 0,4 0-1,33-11-3834,-11-15 1075,-8-1 2138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47.6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32 372 816,'1'-10'589,"0"0"0,1 0 0,0 0-1,1 0 1,3-10 0,-3 14-31,-1 0 0,0-1 0,0 1 0,0-1 1,-1 0-1,0 0 0,-1 0 0,1 1 0,-1-1 0,0 0 0,-1 0 1,0 0-1,-2-9 0,-3 0 536,2 7-225,1 0 0,1 0 0,-1 0 0,1 0 0,1 0 0,-1-1 0,1-17 0,1 24-520,0-1-1,-1 0 1,1 0-1,-1 0 1,0 1-1,0-1 1,-1 0-1,1 1 1,-1-1-1,-3-4 0,3 4 90,0 1-1,1-1 0,-1 1 1,1-1-1,-1 1 1,1-1-1,0 0 0,1 0 1,-1 0-1,0-6 0,0 47 335,-1-20-248,2 0 0,0-1-1,0 1 1,2 0-1,4 22 1,9 0-524,-8-23 0,-1 0 0,0 1 0,-1 0 0,-1 0 0,-1 0 0,3 30 0,-5-25 4,1 1 0,2 0 0,0-1 0,8 24 0,-6-24-102,0-1 0,-2 1 0,-1 0 0,1 23 0,-4 123-9022,0-56-5875,0-86 11103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48.1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0 159 5651,'0'-3'329,"0"0"0,1 1 0,-1-1 0,0 0 0,1 0 0,-1 1 1,1-1-1,0 1 0,0-1 0,0 1 0,0-1 0,1 1 0,-1-1 0,1 1 1,-1 0-1,1 0 0,0 0 0,-1 0 0,1 0 0,1 0 0,-1 0 0,0 1 1,3-3-1,5-1-104,-1 1 0,1 0 0,1 0 0,18-3 0,14-5 1385,-21 6-660,1 1 0,28-3 0,-9 2 391,104-7 3764,-2 0-2526,-5 1-1376,-95 11 838,-39 1-1268,-32 8-183,25-7-590,0-1 0,0 1 0,0 0 0,0 0 0,0-1 0,0 1 0,0 1 0,1-1 0,-1 0 0,0 0 0,-1 2 0,-24 13 0,12-10 0,0 1 0,0 0 0,1 1 0,0 1 0,1 0 0,-15 13 0,12-10 0,5-4 0,0 1 0,1 0 0,0 0 0,1 1 0,0 0 0,-12 17 0,-5 10 0,21-31 0,0 1 0,0 0 0,0 0 0,1 1 0,0-1 0,1 1 0,-4 11 0,3-3 0,-1 0 0,-13 30 0,16-40 0,0-1 0,1 1 0,-1 0 0,1 0 0,1 0 0,-1 0 0,1 0 0,0 0 0,0 0 0,2 10 0,0 20 0,-1-32 0,0 0 0,1 0 0,-1 0 0,1 1 0,0-1 0,0-1 0,0 1 0,0 0 0,1 0 0,0-1 0,0 1 0,3 3 0,-4-5 0,0 0 0,0 0 0,0 0 0,0 0 0,0 0 0,1-1 0,-1 1 0,1-1 0,-1 1 0,1-1 0,-1 0 0,1 0 0,0 0 0,-1 0 0,1 0 0,0-1 0,0 1 0,-1-1 0,1 0 0,0 0 0,0 0 0,0 0 0,5-1 0,-2-1 0,0 0 0,1 0 0,-1-1 0,0 0 0,0 0 0,-1 0 0,1-1 0,-1 1 0,0-2 0,1 1 0,-2 0 0,1-1 0,-1 0 0,1 0 0,-1 0 0,-1-1 0,1 1 0,-1-1 0,5-12 0,-5 13 0,0-1 0,0 1 0,0-1 0,1 1 0,0 0 0,5-6 0,-5 7 0,-1 0 0,1 0 0,-1-1 0,0 1 0,0-1 0,0 0 0,-1 0 0,4-10 0,18-50 0,-20 57 0,0-1 0,0 0 0,-1 0 0,0 0 0,-1 0 0,0 0 0,0-1 0,0-10 0,-2 15 0,0-1 0,1 1 0,0-1 0,0 1 0,0 0 0,1-1 0,0 1 0,4-9 0,-4 9 0,1 0 0,-2 0 0,1 0 0,0 0 0,-1 0 0,0 0 0,0 0 0,0-9 0,-1-16 0,0 47 0,0-15 0,0-1 0,0 1 0,0 0 0,0-1 0,1 1 0,-1 0 0,1-1 0,-1 1 0,1-1 0,-1 1 0,1-1 0,0 1 0,0-1 0,-1 0 0,3 3 0,-2-3 0,0 0 0,0 1 0,0-1 0,0 1 0,0 0 0,-1-1 0,1 1 0,0 0 0,-1-1 0,1 1 0,-1 0 0,0-1 0,1 1 0,-1 0 0,0 3 0,0-3 0,0 1 0,0-1 0,1 1 0,-1-1 0,1 1 0,0-1 0,-1 0 0,1 1 0,0-1 0,1 0 0,-1 1 0,0-1 0,3 3 0,-2-3 0,-1 1 0,1-1 0,-1 1 0,1-1 0,-1 1 0,0 0 0,0 0 0,0 0 0,0 0 0,0 0 0,-1 0 0,0 0 0,1 5 0,-1-2 0,0 0 0,0 0 0,1 0 0,0 0 0,0 0 0,1 0 0,-1 0 0,1-1 0,1 1 0,-1 0 0,1-1 0,0 0 0,0 1 0,0-1 0,1 0 0,0-1 0,0 1 0,6 4 0,-7-5 0,1-1 0,-1 0 0,0 1 0,0 0 0,0 0 0,0 0 0,-1 0 0,4 8 0,-5-10 0,0 1 0,0 0 0,0-1 0,1 1 0,-1-1 0,0 1 0,1-1 0,0 0 0,0 0 0,0 0 0,0 0 0,0 0 0,0 0 0,0 0 0,1 0 0,-1-1 0,0 0 0,1 1 0,0-1 0,-1 0 0,1 0 0,0 0 0,-1 0 0,1-1 0,0 1 0,0-1 0,0 0 0,3 0 0,-6 0 0,49-3-323,-47 3 231,1-1 0,0 1 0,-1-1 0,1 0 0,-1 0 0,1 0 0,-1 0 0,1 0 0,-1-1 0,0 1 0,0-1 0,0 0 0,0 1 0,0-1 0,3-3 0,-1 0-1159,1 0 0,-1 0 1,1 1-1,0 0 1,0 0-1,7-4 1,25-22-4745,-33 24 4767,1 0 0,0 1-1,1-1 1,-1 1 0,1 0-1,11-6 1,11-13-2539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48.3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6179,'0'0'7865,"0"14"-1172,9 36-120,-7-42-5665,1 1 1,-2-1-1,1 1 0,0 15 1,-2 215 301,0-80-4352,0-157 2502,0 0 0,-1 0 0,1 0 0,0 0-1,-1 0 1,0 0 0,1 0 0,-1 0 0,0-1 0,0 1-1,0 0 1,-2 3 0,2-4-212,0 1 0,0-1 0,0 1 0,0 0 0,0 0 0,1-1 0,-1 1 0,1 0 0,-1 0 0,1 0 0,-1-1 0,1 4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48.7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76 155 6915,'-23'13'3215,"22"-12"-3046,0 0 0,1-1-1,-1 1 1,1 0 0,-1 0 0,1 0-1,-1-1 1,1 1 0,-1 0 0,1 0 0,0 0-1,-1 0 1,1 0 0,0 0 0,0 0 0,0 0-1,0 0 1,0 0 0,0-1 0,0 1 0,0 2-1,-1 7 345,-2-1 184,0-1-1,0 1 1,1 0 0,0 0-1,1 0 1,0 0-1,0 18 1,2-15 43,-1-8-468,1-1 1,-1 1-1,0 0 1,0 0-1,-1 0 1,1-1 0,-1 1-1,0 0 1,0 0-1,-1 3 1,-2 1 179,1-4 94,0 1-1,1 0 1,0-1-1,0 1 1,0 0 0,0 0-1,1 0 1,0 0-1,0 1 1,1-1-1,-1 0 1,1 6 0,0-10-509,0 0 0,0 0 0,0 0 1,0 0-1,0 0 0,0 0 0,0 0 1,0 0-1,0 0 0,0 0 0,0 0 1,1 0-1,-1 0 0,0 0 0,1 0 1,-1 0-1,1 0 0,-1-1 0,1 1 1,-1 0-1,1 0 0,0 0 0,-1-1 1,1 1-1,0 0 0,0-1 0,0 1 0,-1-1 1,1 1-1,0-1 0,1 1 0,-1-1-25,0 0-1,0-1 0,0 1 0,0-1 0,0 0 0,0 1 0,-1-1 0,1 0 0,0 1 0,0-1 0,-1 0 0,1 0 0,-1 0 0,1 1 0,-1-1 0,1 0 0,-1 0 0,1 0 0,-1 0 0,0 0 0,1 0 0,-1 0 0,0 0 0,0 0 0,0 0 0,0 0 0,0 0 0,0 0 0,0 0 0,0 0 0,0 0 0,-1-2 0,2-2-11,0-1 0,0 0 0,1 0 0,-1 0 0,1 0 0,1 1 0,-1-1 0,1 1 0,4-8 0,-3 8 0,-1-1 0,0 1 0,-1-1 0,1 0 0,-1 0 0,0 0 0,0 0 0,-1-1 0,1-9 0,-2 10 0,1 1 0,-1 0 0,1-1 0,0 1 0,0 0 0,1-1 0,-1 1 0,1 0 0,0 0 0,1 0 0,-1 0 0,6-7 0,10-21 0,-8 11 0,-6 11 0,0 1 0,1-1 0,1 1 0,0 0 0,13-16 0,0 7 0,4-5 0,-22 21 0,0 1 0,0 0 0,1-1 0,-1 1 0,1 0 0,-1 0 0,1 0 0,0 0 0,0 1 0,0-1 0,0 0 0,0 1 0,0-1 0,1 1 0,-1 0 0,0 0 0,1 0 0,-1 0 0,1 0 0,-1 0 0,1 1 0,-1-1 0,1 1 0,0 0 0,-1-1 0,1 1 0,-1 1 0,1-1 0,0 0 0,-1 1 0,1-1 0,-1 1 0,1 0 0,-1-1 0,1 1 0,-1 1 0,0-1 0,1 0 0,-1 0 0,0 1 0,0-1 0,0 1 0,0 0 0,3 3 0,-1-1 0,0 0 0,0-1 0,-1 1 0,0 0 0,0 1 0,0-1 0,0 1 0,0-1 0,-1 1 0,0 0 0,0 0 0,-1 0 0,1 0 0,-1 0 0,1 10 0,-1-11 0,-1-1 0,0 0 0,0 1 0,1-1 0,0 0 0,0 1 0,0-1 0,0 0 0,0 0 0,1 0 0,-1 0 0,3 3 0,-2-3 0,0 0 0,0 0 0,-1 1 0,1-1 0,-1 0 0,0 1 0,0-1 0,0 1 0,0-1 0,-1 1 0,0-1 0,1 5 0,-1 3 0,0-1 0,1 1 0,0-1 0,1 1 0,1-1 0,5 18 0,-5-14 1,-1 0 0,0 0 0,-1 1 0,-1-1 0,0 0 0,-2 15 0,-1 21-83,3-24-1238,0-6-2982,0-4-2778,0 0-4199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49.5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169 113 4114,'0'-49'12257,"0"32"-9614,0 16-2531,0 0-1,0 0 1,0 0-1,0 0 1,-1 0-1,1 0 1,0 0-1,0 0 1,-1 0-1,1 0 1,-1 0 0,1 0-1,-1 0 1,1 0-1,-1 0 1,1 0-1,-1 1 1,0-1-1,1 0 1,-1 0-1,0 1 1,0-1-1,0 0 1,0 1 0,0-1-1,-1 0 1,1 1-39,0 0-1,0-1 1,1 1 0,-1-1 0,0 1 0,1-1 0,-1 1 0,0-1 0,1 1 0,-1-1 0,0 0 0,1 1 0,-1-1 0,1 0 0,-1 1 0,1-1 0,0 0-1,-1 0 1,1 1 0,0-1 0,-1 0 0,1 0 0,0 0 0,0 1 0,0-1 0,0-1 0,-3 1 445,1 0-1,-1 0 1,0 1 0,0-1 0,1 1-1,-1 0 1,0 0 0,1 0 0,-1 0-1,-5 1 1,-28 2 1809,35-2-2280,-1 1-1,0-1 0,1 1 1,-1 0-1,1 0 0,-1 0 1,1 0-1,0 0 0,0 0 1,0 0-1,0 0 0,0 1 1,0-1-1,0 3 0,-8 15 9,6-16-55,0 0 0,0 0 0,0 1 0,1-1 0,-1 0 0,1 1 0,0 0 0,1-1 0,-3 10 0,-1 1 0,2 0 0,0 1 0,1-1 0,0 0 0,1 17 0,1 2 0,1-1 0,2 1 0,9 39 0,-10-39 0,-2-28 0,0 0 0,0-1 0,1 1 0,-1-1 0,1 1 0,3 6 0,35 56 0,-36-60 0,0 1 0,1-1 0,0 0 0,1-1 0,-1 1 0,2-1 0,-1 0 0,1 0 0,12 11 0,-15-15 0,0 0 0,1-1 0,-1 0 0,0 1 0,1-1 0,0-1 0,-1 1 0,1 0 0,0-1 0,0 0 0,0 0 0,0 0 0,0 0 0,0-1 0,0 0 0,1 1 0,-1-2 0,0 1 0,0 0 0,0-1 0,0 0 0,5-1 0,13-4 0,-21 6 0,1-1 0,0 1 0,-1-1 0,1 1 0,0-1 0,-1 0 0,1 1 0,-1-1 0,1 0 0,-1 0 0,0 0 0,1 0 0,-1 0 0,0 0 0,0-1 0,1 1 0,-1 0 0,0-1 0,0 1 0,1-3 0,37-25 0,-30 7 0,7-7 0,-12 23 0,1 0 0,-1 0 0,-1-1 0,1 1 0,-1-1 0,0 0 0,2-9 0,14-29 0,-10 30 0,0 0 0,20-23 0,-24 15 0,-2 5 0,-3 18 0,0 0 0,1-1 0,-1 1 0,0 0 0,0 0 0,1 0 0,-1-1 0,0 1 0,0 0 0,1 0 0,-1 0 0,0 0 0,0 0 0,1 0 0,-1-1 0,0 1 0,0 0 0,1 0 0,-1 0 0,0 0 0,1 0 0,-1 0 0,0 0 0,1 0 0,-1 0 0,0 0 0,0 0 0,1 0 0,-1 1 0,0-1 0,1 0 0,-1 0 0,0 0 0,0 0 0,1 0 0,-1 1 0,0-1 0,0 0 0,0 0 0,1 0 0,-1 1 0,0-1 0,0 0 0,0 0 0,1 0 0,-1 1 0,0-1 0,1 2 0,0 0 0,-1 0 0,1 0 0,0 0 0,-1 0 0,1 0 0,-1 0 0,0 0 0,0 0 0,0 0 0,0 0 0,0 0 0,-1 4 0,1-3 0,0-1 0,0 1 0,0 0 0,0 0 0,0 0 0,0 0 0,1-1 0,-1 1 0,3 4 0,0-2 0,4 6 0,0 0 0,-1 0 0,10 22 0,31 70 0,-39-85 0,0-2 0,2 1 0,11 14 0,-19-27 0,0-1 0,0 0 0,1 1 0,0-1 0,0 0 0,0-1 0,0 1 0,0 0 0,5 3 0,-6-6 0,0 1 0,0-1 0,0 1 0,0-1 0,0 0 0,0 0 0,0 0 0,1 0 0,-1 0 0,0 0 0,0-1 0,0 1 0,0-1 0,0 1 0,-1-1 0,1 0 0,0 0 0,0 1 0,0-2 0,2 0 0,-3 1 0,1 0 0,-1 1 0,0-1 0,0 0 0,0 0 0,0 1 0,0-1 0,0 0 0,0 0 0,0 0 0,0 0 0,-1 0 0,1-1 0,0 1 0,-1 0 0,1 0 0,-1 0 0,1-1 0,-1 1 0,1 0 0,-1 0 0,0-1 0,0 1 0,0 0 0,0-3 0,7-17 0,3 10 0,-8 11 0,-1-1 0,0 0 0,0 0 0,0 0 0,0 0 0,0-1 0,-1 1 0,1 0 0,0 0 0,0 0 0,-1-1 0,1 1 0,-1 0 0,1-1 0,-1 1 0,0 0 0,1-1 0,-1 1 0,0-1 0,0 1 0,0 0 0,0-1 0,0-2 0,0-12 0,1 8 0,-1 0 0,0 0 0,-1 0 0,1 0 0,-2 0 0,-1-8 0,-6-6 0,7 17 0,-1-1 0,1 1 0,0-1 0,1 1 0,-1-1 0,1 0 0,0 1 0,0-9 0,0-6 0,-1 0 0,-1 0 0,-2 0 0,0 0 0,0 1 0,-16-34 0,20 49 0,0 0 0,-1 0 0,2-1 0,-1 1 0,0 0 0,1-1 0,0 1 0,0-6 0,-2-14 0,1 17 0,-3-5 0,1 1 0,1-1 0,0 0 0,0 0 0,1-16 0,1 28 0,0-1 0,0 1 0,0 0 0,0-1 0,0 1 0,1-1 0,-1 1 0,0-1 0,0 1 0,1-1 0,-1 1 0,0-1 0,0 1 0,1 0 0,-1-1 0,0 1 0,1 0 0,-1-1 0,1 1 0,-1 0 0,0-1 0,1 1 0,-1 0 0,1 0 0,-1 0 0,1-1 0,-1 1 0,1 0 0,-1 0 0,1 0 0,-1 0 0,1 0 0,-1 0 0,1 0 0,27 2 0,-23-1 0,0 1 0,-1-1 0,1 1 0,-1-1 0,0 1 0,1 0 0,-1 1 0,0-1 0,5 5 0,22 34 0,-27-37 0,-1 0 0,0 0 0,0 0 0,0 1 0,0-1 0,-1 1 0,3 6 0,16 25 0,-19-33 0,0 0 0,0 0 0,0 0 0,0 0 0,0 0 0,-1 0 0,0 1 0,1-1 0,-1 0 0,-1 1 0,2 5 0,4 13 0,4-4 0,-8-16 0,-1 0 0,1 1 0,-1-1 0,0 0 0,0 1 0,0-1 0,0 1 0,0-1 0,0 1 0,-1-1 0,1 1 0,-1 0 0,0-1 0,0 4 0,0 124 0,1-130 0,-1-1 0,0 1 0,0 0 0,1-1 0,-1 1 0,0 0 0,0-1 0,1 1 0,-1 0 0,0-1 0,1 1 0,-1 0 0,0 0 0,1-1 0,-1 1 0,1 0 0,-1 0 0,0 0 0,1-1 0,-1 1 0,1 0 0,-1 0 0,1 0 0,-1 0 0,0 0 0,1 0 0,-1 0 0,1 0 0,-1 0 0,1 0 0,-1 0 0,0 0 0,1 0 0,-1 1 0,1-1 0,-1 0 0,1 0 0,-1 0 0,0 1 0,1-1 0,-1 0 0,0 0 0,1 1 0,-1-1 0,0 0 0,1 1 0,-1-1 0,0 0 0,0 1 0,1-1 0,-1 1 0,0-3 0,0 1 0,1-1 0,-1 0 0,0 0 0,1 0 0,-1 1 0,1-1 0,0 0 0,0 1 0,-1-1 0,1 0 0,0 1 0,0-1 0,1 1 0,-1-1 0,2-1 0,14-22 0,-10 13 0,-1 1 0,2 0 0,-1 1 0,17-17 0,-17 19 0,0 0 0,-1 0 0,1 0 0,-1-1 0,-1 0 0,0 0 0,7-16 0,-10 18 0,1 1 0,-1-1 0,2 1 0,-1-1 0,1 1 0,0 0 0,0 0 0,0 1 0,1-1 0,0 1 0,0 0 0,8-5 0,10-19 0,-22 27 0,1-1 0,-1 1 0,0 0 0,1-1 0,-1 1 0,1 0 0,0 0 0,0 0 0,0 0 0,0 0 0,0 1 0,0-1 0,0 1 0,1-1 0,-1 1 0,1 0 0,-1 0 0,1 0 0,-1 0 0,1 0 0,-1 1 0,1-1 0,0 1 0,-1-1 0,1 1 0,0 0 0,0 0 0,-1 0 0,5 1 0,-3 1 0,-1 0 0,1 0 0,-1 0 0,0 1 0,1-1 0,-1 1 0,0-1 0,-1 1 0,1 0 0,0 0 0,-1 0 0,0 1 0,0-1 0,0 0 0,0 1 0,0 0 0,-1-1 0,1 1 0,0 4 0,24 55 0,-20-52 0,-1 1 0,0 0 0,0 0 0,-1 0 0,-1 0 0,0 1 0,-1 0 0,1 13 0,-3-20 0,1-1 0,-1 0 0,1 0 0,0 1 0,0-1 0,0 0 0,1 0 0,-1 0 0,1 0 0,5 8 0,8 20 0,-10-19-74,-3-11-150,0 1 0,-1-1 0,0 1 0,0 0 0,0-1 1,0 1-1,-1 0 0,1 5 0,0-6-320,-1 0-1,1 0 0,-1 0 1,1-1-1,0 1 1,0 0-1,0-1 1,0 1-1,1-1 1,-1 1-1,3 2 1,0 1-1441,0-1-1,1 0 1,0 0 0,-1 0 0,2-1 0,-1 0 0,8 5-1,2-7-1746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0.0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216 87 4722,'0'-16'3979,"0"12"-2754,1-1 1,-1 0-1,-1 0 1,1 0-1,-1 1 0,1-1 1,-1 0-1,-2-5 1,2 9-949,0-1-1,0 1 1,0-1 0,-1 1-1,1 0 1,0-1 0,-1 1 0,1 0-1,-1 0 1,1 0 0,-1 0-1,1 0 1,-1 0 0,0 1-1,1-1 1,-1 0 0,0 1 0,0-1-1,1 1 1,-1 0 0,0 0-1,0-1 1,0 1 0,0 0 0,-3 1-1,-25-2 1049,16 0-569,0 0-1,0 1 1,-15 3 0,26-3-688,1 0 0,-1 1 0,0-1 0,1 1 0,-1 0 0,1 0 0,-1 0 0,1 0 0,-1 0 0,1 1-1,0-1 1,0 1 0,-1 0 0,1-1 0,0 1 0,1 0 0,-1 0 0,0 0 0,0 0 0,1 1 0,-2 2 0,-2 1-68,4-5 0,0 0 0,0 0 0,0 0 0,1 0 0,-1 0 0,0 0 0,1 1 0,-1-1 0,0 0 0,1 0 0,-1 0 0,1 1 0,0-1 0,-1 0 0,1 1 0,0-1 0,0 0 0,0 1 0,0-1 0,0 0 0,0 0 0,0 1 0,0-1 0,1 0 0,-1 1 0,1 1 0,5 15 0,-4-9 0,1-1 0,0 0 0,0 1 0,1-1 0,0 0 0,0-1 0,1 1 0,8 10 0,23 20 0,-1 1 0,-2 2 0,27 45 0,4 17 0,-64-102 0,1 0 0,-1 0 0,0 0 0,1 0 0,-1 0 0,0 0 0,0 0 0,0 0 0,0 0 0,0 0 0,0 0 0,0 0 0,0-1 0,0 1 0,-1 0 0,1 0 0,0 0 0,-1 0 0,1 0 0,0 0 0,-1 0 0,1-1 0,-1 1 0,1 0 0,-1 0 0,0-1 0,1 1 0,-1 0 0,0-1 0,1 1 0,-1 0 0,0-1 0,0 1 0,0-1 0,1 0 0,-2 1 0,-28 9 0,-4-10 0,22 2 0,-1-2 0,0 0 0,1 0 0,-1-1 0,1-1 0,-1 0 0,1-1 0,0 0 0,-1-1 0,-19-8 0,10 2-293,22 9 28,-1 0 0,1 1 0,-1-1 0,1 0 1,-1 0-1,1 1 0,-1-1 0,1 0 1,0 0-1,-1 0 0,1 0 0,0 0 1,0 0-1,0 0 0,0 1 0,0-1 0,0 0 1,0 0-1,0 0 0,0 0 0,0 0 1,0 0-1,1 0 0,-1 0 0,0 1 1,1-1-1,-1 0 0,0 0 0,1 0 1,-1 0-1,1 1 0,0-2 0,46-24-6602,-42 22 6448,-1 1 1,1 0-1,-1 1 0,1-1 1,0 1-1,0 0 0,0 0 1,11-2-1,-10 2 83,1 1-1,-1-1 1,1-1 0,-1 1-1,0-1 1,0-1 0,0 1-1,9-8 1,35-43-1129,-32 39 1329,0 2 272,-2-1 0,23-23 0,33-36 2762,3-2 5498,-46 49-4463,-25 24-3370,0-1 0,-1 0 0,1 0 0,-1-1 1,0 1-1,1-1 0,-1 1 0,4-8 0,-6 9-358,1-1 0,-1 1 0,1 0 0,0 0 0,0 0 0,0 0 0,0 0 0,1 0 0,-1 0 0,0 1 0,5-3 0,-7 4-185,0-1 0,1 1 0,-1-1 1,1 1-1,-1 0 0,0-1 0,1 1 0,-1 0 1,1 0-1,-1-1 0,1 1 0,-1 0 0,1 0 1,-1 0-1,1 0 0,-1 0 0,1 0 0,0-1 1,-1 1-1,1 0 0,-1 1 0,1-1 0,-1 0 1,1 0-1,-1 0 0,1 0 0,-1 0 0,1 0 1,-1 1-1,1-1 0,-1 0 0,1 0 0,-1 1 1,1-1-1,-1 0 0,1 1 0,-1-1 0,0 0 1,1 1-1,-1-1 0,0 1 0,1-1 0,-1 1 1,0-1-1,0 1 0,1-1 0,-1 1 0,0-1 1,0 1-1,0-1 0,0 1 0,0-1 0,1 1 1,-1-1-1,0 2 0,0 3-20,0 0 0,1 0 0,0 0 0,0 0 0,0 0 0,1 0 0,-1 0 0,6 9 0,-5-10 0,0 1 0,0-1 0,0 1 0,-1 0 0,1-1 0,-1 1 0,-1 0 0,2 10 0,7 51 0,-6-52 0,-1-1 0,0 0 0,0 19 0,-1-24 0,0 1 0,0-1 0,1 0 0,0 0 0,5 15 0,-4-15 0,0 0 0,-1 0 0,0 1 0,0-1 0,1 17 0,6 47 0,-6-56 0,0 0 0,0 28 0,-4-30-303,1-11-16,-1 1-1,1-1 1,-1 1-1,1-1 1,0 1-1,0-1 1,1 1-1,-1-1 1,1 1-1,-1-1 1,1 0-1,0 1 1,3 5-1,5-4-1965,2 4-1545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0.2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292 12 6083,'-45'-5'13313,"-6"-1"-2997,46 6-9854,0 0-246,1-1 0,-1 1 0,0 0 0,0 1 0,1-1 1,-1 1-1,1 0 0,-1 0 0,0 0 0,1 1 0,-8 3 0,1 5-216,7-7 0,0 1 0,0-1 0,0 1 0,1 0 0,-1 0 0,1 0 0,0 0 0,0 1 0,-3 7 0,-8 19 0,12-29 0,0 0 0,1 1 0,-1 0 0,1-1 0,-1 1 0,1 0 0,0-1 0,0 1 0,1 0 0,-1 0 0,1 0 0,-1 0 0,1 0 0,0 0 0,0 0 0,0 0 0,0 0 0,1 0 0,1 4 0,12 43 0,-10-32 0,1 0 0,15 34 0,-4-14 0,16 59 0,-9-26 0,-22-67 0,0 0 0,0 1 0,0-1 0,0 1 0,-1-1 0,1 0 0,-1 1 0,-1 7 0,1-11 0,0 0 0,0 0 0,0 0 0,0 0 0,-1 0 0,1 0 0,0 0 0,-1 0 0,1 0 0,0 0 0,-1 0 0,1 0 0,-1 0 0,0 0 0,1 0 0,-1 0 0,0-1 0,1 1 0,-1 0 0,0 0 0,0-1 0,0 1 0,0-1 0,1 1 0,-1-1 0,0 1 0,0-1 0,0 1 0,0-1 0,0 0 0,0 0 0,0 1 0,-2-1 0,-7 0 2,7 1-72,0-1 0,0 0-1,0 0 1,-1 1 0,1-2-1,0 1 1,0 0 0,0-1-1,0 1 1,0-1 0,0 0-1,1 0 1,-1 0 0,0 0-1,0-1 1,1 1 0,-1-1-1,-4-3 1,-17-15-6146,22 19 5686,0 0-1,0 0 0,0 0 0,0-1 1,1 1-1,-1 0 0,0-1 0,1 0 1,-1 1-1,1-1 0,0 0 0,-2-2 1,-23-46-9608,21 24 6136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0.4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78 7043,'0'-1'583,"0"-1"0,0 0 0,0 0-1,1 0 1,-1 0 0,1 0 0,-1 0-1,1 0 1,0 1 0,0-1 0,0 0-1,0 0 1,1-1 0,-1 1-32,0 1 0,0-1 1,0 1-1,0-1 0,0 1 1,0-1-1,-1 0 0,1 1 0,-1-1 1,1 0-1,-1 0 0,0 1 1,0-3-1,0 3-447,0 0 0,1 0 0,-1 0 0,0-1 1,0 1-1,1 0 0,-1 0 0,0 0 0,1 0 0,-1 0 1,1 1-1,-1-1 0,1 0 0,0 0 0,-1 0 0,1 0 1,0 1-1,0-1 0,0 0 0,-1 1 0,1-1 0,0 0 1,0 1-1,0-1 0,0 1 0,0-1 0,0 1 0,0 0 0,0-1 1,1 1-1,1-1 52,-3 1-139,0 0-1,0 0 0,0 0 0,0 0 1,0 0-1,0 0 0,1 0 0,-1 0 0,0-1 1,0 1-1,0 0 0,0 0 0,0 0 1,0 0-1,0 0 0,1 0 0,-1 0 0,0 0 1,0 0-1,0 0 0,0 0 0,0 0 1,0 0-1,1 0 0,-1 0 0,0 0 1,0 0-1,0 1 0,0-1 0,0 0 0,0 0 1,0 0-1,1 0 0,-1 0 0,0 0 1,0 0-1,0 0 0,0 0 0,0 0 0,0 1 1,0-1-1,0 0 0,0 0 0,0 0 1,0 0-1,1 0 0,-1 0 0,0 0 1,0 1-1,0-1 0,0 0 0,0 0 0,0 0 1,0 0-1,0 0 0,0 0 0,0 1 1,0-1-1,0 0 0,0 0 0,0 0 1,-1 0-1,5 11 1837,35 70 1653,-38-76-3494,1 1 0,-1-1 1,0 1-1,0-1 0,-1 1 0,0-1 1,0 10-1,1 18-30,5-3 18,-1 0 0,-2-1 0,-1 34 0,-2 327-5184,-5-348 1684,2-31 1342,0 0-1,-1 0 1,-1 0 0,1 0-1,-2-1 1,-6 11 0,7-4-1999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1.1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0 393 7652,'1'-11'1822,"1"1"1,-1-1 0,1 1 0,1-1-1,0 1 1,5-10 0,4-16 2142,-10 31-3420,0-1-1,0 1 0,1-1 0,0 1 0,0 0 1,5-6-1,8-16 1025,-9 5-639,-7 19-837,1-1-1,0 1 0,0 0 0,1-1 1,-1 1-1,1 0 0,-1 0 0,1 0 1,0 0-1,0 0 0,0 0 1,1 1-1,-1-1 0,1 1 0,-1-1 1,1 1-1,0 0 0,0 0 0,0 0 1,5-2-1,35-25 74,-28 18-521,0 1 0,0 1 0,19-9 0,-20 12-370,68-25-6371,-75 29 6076,-1 1 0,1-1 0,-1 1 0,1 0 0,0 1-1,-1-1 1,1 1 0,0 1 0,0-1 0,-1 1 0,8 2 0,-5 0-86,-7-3 897,0 1 0,0-1 0,0 0 0,0 1 0,-1-1 0,1 1 0,0-1 0,0 1 0,-1 0 0,1 0 0,-1 0 0,1 0 0,-1 0 0,1 0 0,-1 0 0,1 0 0,-1 1 0,0-1 0,0 0 0,0 1 0,0-1 0,0 1 0,0 0 0,0-1 0,0 1 0,0 0 0,-1-1 0,1 1 0,-1 0 0,1 0 0,-1 0 0,0-1 0,0 1 0,0 0 0,0 0 0,0 0 0,0 0 0,0-1 0,-1 4 0,2 19-1236,0-17 1420,0 1 0,-1-1 0,0 0 0,0 1 0,-1-1 0,1 0 1,-2 0-1,1 1 0,-3 6 0,0-7 43,1-3 314,1 1 1,-1 0 0,1 0 0,0 0 0,0 0 0,1 0 0,-1 1 0,1-1 0,0 0-1,1 1 1,-1 10 0,-8 15 2609,8-30-2644,0 2-1,-1-1 0,1 0 0,1 0 1,-1 0-1,0 0 0,0 1 0,1-1 0,-1 0 1,1 1-1,0-1 0,0 0 0,-1 1 1,2-1-1,-1 1 0,0-1 0,0 0 1,1 1-1,1 3 0,3 0 602,-4-6-687,0 1 1,0 0 0,-1 0-1,1 0 1,0 0 0,0 0-1,-1 0 1,1 0 0,-1 0-1,1 0 1,-1 0 0,1 0-1,-1 0 1,1 0 0,-1 0-1,0 2 1,5 1 2180,-2-2-1906,1 0 1,-1 0-1,1-1 0,0 1 1,-1-1-1,1 0 0,0 0 1,0 0-1,0-1 0,0 1 1,0-1-1,-1 0 0,1 0 1,0 0-1,0-1 0,0 1 1,4-2-1,4-2-83,-1-1 1,0 0-1,0-1 0,-1 0 0,1 0 0,-1-1 0,-1-1 1,1 0-1,11-12 0,-20 19-404,-1-1 0,1 0 0,0 1 0,0-1 0,-1 0 0,1 0 0,-1 1 0,0-1 0,1 0 0,-1 0 0,0 0 0,0 0 0,0-2 0,1-13 0,4 4 0,-3 10 0,0 0 0,-1 0 0,0-1 0,1 1 0,-1 0 0,-1-1 0,1 1 0,0-1 0,-1 1 0,0-1 0,0 1 0,0-1 0,0 1 0,0-1 0,-1 1 0,-1-7 0,-2 2 0,0 0 0,-1 0 0,1 1 0,-10-11 0,-2-3 0,14 20 0,0-1 0,-1 0 0,1 1 0,0 0 0,-1-1 0,1 1 0,-1 0 0,1 0 0,-1 1 0,0-1 0,1 0 0,-1 1 0,0 0 0,0-1 0,1 1 0,-1 0 0,0 1 0,-3-1 0,0 1 0,-1-1 0,1 1 0,-1 0 0,1 1 0,0 0 0,0 0 0,-9 3 0,10-2 0,1-1 0,-1 0 0,1 1 0,-1 0 0,1 0 0,0 0 0,0 1 0,0-1 0,1 1 0,-1 0 0,1 0 0,0 1 0,0-1 0,0 0 0,1 1 0,-1 0 0,1 0 0,0-1 0,1 1 0,-1 0 0,1 0 0,0 1 0,0-1 0,1 0 0,-1 0 0,1 1 0,1 5 0,-2 12 0,1-1 0,2 0 0,0 0 0,1 1 0,2-2 0,0 1 0,1 0 0,1-1 0,1 0 0,1-1 0,18 31 0,-20-41 0,1-1 0,0 0 0,1-1 0,12 11 0,-5-6 0,-10-9 0,0-1 0,0 0 0,0 0 0,1 0 0,-1-1 0,13 3 0,-3-1 0,-13-3 0,0 0 0,1-1 0,-1 1 0,0-1 0,0 0 0,1 0 0,-1 0 0,0-1 0,1 1 0,-1-1 0,0 0 0,0 1 0,1-2 0,-1 1 0,0 0 0,0-1 0,0 1 0,-1-1 0,1 0 0,3-2 0,5-4 0,-1-2 0,0 1 0,11-14 0,-20 22 0,17-18 0,-12 15 0,-2-1 0,1 0 0,0 0 0,-1 0 0,0-1 0,0 1 0,-1-1 0,1 0 0,3-9 0,-5 7 0,1-4 0,0 1 0,1 0 0,0 0 0,9-17 0,31-63 0,-40 85 0,-1-1 0,0 1 0,0-1 0,0 0 0,-1 0 0,0 0 0,2-14 0,-4 21 0,0 1 0,0 0 0,0-1 0,0 1 0,1-1 0,-1 1 0,0-1 0,0 1 0,1 0 0,-1-1 0,0 1 0,1-1 0,-1 1 0,1-1 0,-1 0 0,1 1 0,-1-1 0,1 1 0,-1-1 0,1 0 0,-1 1 0,1-1 0,-1 0 0,1 0 0,-1 0 0,1 1 0,0-1 0,-1 0 0,1 0 0,-1 0 0,1 0 0,0 0 0,-1 0 0,1 0 0,0 0 0,-1 0 0,1 0 0,-1 0 0,1-1 0,0 1 0,-1 0 0,1 0 0,-1-1 0,1 1 0,-1 0 0,1-1 0,-1 1 0,1 0 0,-1-1 0,1 1 0,-1-1 0,1 1 0,-1-1 0,0 1 0,1-1 0,-1 1 0,0-1 0,0 1 0,1-1 0,-1 1 0,0-1 0,0 1 0,1-2 0,-1 13 0,1 0 0,0 1 0,6 17 0,-4-17 0,-1 1 0,0-1 0,0 22 0,-2 151 0,0-183 0,0 1 0,1 0 0,-1-1 0,0 1 0,1 0 0,0-1 0,-1 1 0,1-1 0,0 1 0,0-1 0,1 0 0,-1 1 0,0-1 0,3 3 0,-2-2 0,0-1 0,-1 0 0,0 0 0,1 1 0,-1-1 0,0 1 0,0-1 0,0 1 0,0 0 0,-1-1 0,1 1 0,-1 0 0,0-1 0,1 5 0,-2-6 0,1-1 0,0 1 0,0-1 0,0 1 0,0-1 0,0 1 0,0-1 0,0 1 0,0-1 0,0 1 0,0-1 0,0 1 0,1-1 0,-1 1 0,0-1 0,0 1 0,0-1 0,1 0 0,-1 1 0,0-1 0,0 1 0,1-1 0,-1 0 0,0 1 0,1-1 0,-1 0 0,1 1 0,-1-1 0,0 0 0,1 0 0,-1 1 0,1-1 0,-1 0 0,1 0 0,-1 0 0,0 1 0,1-1 0,-1 0 0,2 0 0,20-10 0,16-24 0,-28 13 0,5-9 0,-12 27 0,0-1 0,0 0 0,-1 0 0,0-1 0,1 1 0,-1 0 0,-1-1 0,4-9 0,-4 8 0,1 0 0,0 0 0,1 0 0,0 1 0,0-1 0,6-8 0,-1 3 0,-3 5 0,0 0 0,-1 0 0,0-1 0,0 1 0,0-1 0,4-12 0,-7 16 0,0-2 0,0 0 0,0 0 0,1 0 0,0 0 0,0 0 0,0 1 0,1-1 0,0 1 0,-1-1 0,8-6 0,11-26 0,-21 34 0,2 0 0,-1 0 0,0 0 0,1 1 0,-1-1 0,1 0 0,0 1 0,0-1 0,0 1 0,0-1 0,0 1 0,1 0 0,-1 0 0,4-3 0,-1 2 0,-3 2 0,0 0 0,0 0 0,0 0 0,-1 0 0,1 0 0,0 0 0,1 1 0,-1-1 0,0 0 0,0 1 0,3-1 0,-3 2 0,0 0 0,0-1 0,0 1 0,-1 0 0,1 0 0,0 0 0,-1 0 0,1 0 0,-1 0 0,1 1 0,-1-1 0,0 1 0,0-1 0,1 1 0,-1-1 0,0 1 0,1 1 0,5 36 0,4-29 0,-10-9 0,0 0 0,0 0 0,0 0 0,0 0 0,0 0 0,0 0 0,-1 0 0,1 0 0,0 0 0,-1 0 0,1 0 0,0 1 0,-1-1 0,1 0 0,-1 0 0,0 1 0,1-1 0,-1 0 0,0 1 0,0-1 0,0 0 0,0 3 0,0 0 0,0-1 0,0 1 0,1-1 0,-1 1 0,1-1 0,0 0 0,0 1 0,0-1 0,0 0 0,1 0 0,-1 1 0,4 3 0,-3-4 0,0 0 0,-1 0 0,1 0 0,-1 0 0,0 0 0,0 1 0,0-1 0,0 0 0,0 1 0,-1-1 0,1 1 0,-1 4 0,0-1 0,1 0 0,0 0 0,0 0 0,1-1 0,3 9 0,4 28 0,-9-40-91,0 0-1,0 0 1,0 0-1,1 0 1,0 0 0,-1 0-1,1 0 1,0-1 0,0 1-1,1 0 1,-1-1-1,1 1 1,2 4 0,-2-5-142,-1 0 0,1 0 0,-1 0 1,0 1-1,1-1 0,-1 1 0,-1-1 0,1 1 1,0-1-1,0 1 0,-1-1 0,0 1 1,1 4-1,-1-3-599,0 0 0,0 0 0,1-1 0,-1 1 0,1 0 0,0-1 1,0 1-1,0 0 0,1-1 0,-1 1 0,1-1 0,0 0 0,0 0 0,0 1 0,0-1 0,1 0 0,-1-1 0,1 1 0,-1 0 1,1-1-1,0 0 0,5 4 0,-3-5-3253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1.3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361 175 2977,'5'-7'1286,"-1"-1"-1,-1 1 1,0-1 0,0 1-1,0-1 1,-1 0-1,0 0 1,0 0-1,-1 0 1,0-1-1,-1 1 1,0 0-1,0-9 1,-1 15-993,1 1 1,-1-1-1,0 0 0,1 0 0,-1 1 1,0-1-1,0 1 0,0-1 1,0 0-1,0 1 0,-1 0 1,1-1-1,0 1 0,-1 0 1,1 0-1,-1 0 0,1 0 1,-1 0-1,1 0 0,-1 0 0,0 0 1,1 0-1,-4 0 0,-49-16 3369,38 13-2806,13 4-839,0-1 0,0 1 0,1-1 0,-1 1-1,0 0 1,0 0 0,0 0 0,0 0 0,0 1-1,0-1 1,1 1 0,-1 0 0,0 0 0,0 0 0,-4 2-1,-7 2-50,-22 1 34,30-6 0,1 1 0,0 0 0,0 0 0,0 0 0,0 1 0,0 0 0,0 0 0,0 0 0,0 1 0,1-1 0,-7 6 0,-3 1 0,1 0 0,0 2 0,-24 22 0,33-28 0,0-1 0,0 1 0,1 0 0,0 0 0,-1 0 0,2 0 0,-1 1 0,0-1 0,1 1 0,0-1 0,1 1 0,-1 0 0,1 0 0,-1 12 0,0 33 0,1-37 0,0 0 0,1 0 0,0 1 0,1-1 0,1 0 0,4 17 0,-3-21 0,2 11 0,1-1 0,1 0 0,1 0 0,0 0 0,2-1 0,0 0 0,23 31 0,-29-46 0,1 3 0,1 1 0,1-1 0,-1 0 0,1-1 0,0 0 0,0 0 0,1 0 0,0-1 0,0 0 0,0-1 0,1 1 0,0-2 0,16 6 0,-10-7-529,0-1 0,0-1-1,0 0 1,21-3 0,-7-3-2161,0-1-1,45-16 1,-70 22 1879,-1-1 1,1 0-1,-1 1 0,0-1 0,0-1 1,1 1-1,-1 0 0,-1-1 1,6-4-1,10-9-2957,24-11-1317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1.5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67 1 2977,'0'0'3223,"0"1"-2852,0-1-1,0 1 0,0 0 1,0 0-1,0 0 1,0 0-1,0 0 1,0-1-1,0 1 1,0 0-1,0 0 0,0 0 1,-1 0-1,1-1 1,0 1-1,-1 0 1,1 0-1,0-1 0,-2 2 1,1-1-201,0 0 0,0 0-1,0-1 1,0 1 0,0 0 0,1 0 0,-1 0 0,0 0 0,0 0-1,1 0 1,-1 0 0,0 1 0,1-1 0,-1 0 0,1 0 0,0 0-1,-1 1 1,1-1 0,0 0 0,0 0 0,-1 1 0,1-1-1,0 0 1,1 1 0,-1 0 0,0 1 118,0 0-1,0 0 1,-1 0-1,1 0 1,-1 0-1,0 0 1,1-1-1,-1 1 1,-2 3-1,-4 6 263,5-9-221,0 1 0,0-1 0,0 1 0,1 0 0,-1 0 0,1 0 0,0 0 0,0 0 0,0 0 0,0 1-1,1-1 1,0 5 0,-1 1 203,0 0 0,0 0 0,-1-1 0,-2 11-1,1-10-22,1 1-1,0-1 0,0 1 0,1 11 0,1 24-1842,0 69 6199,0-78-6968,0-4-6116,0-10-8659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1.7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1 359 2753,'0'-53'4354,"19"1"-384,-19 15-1201,0-21-1200,0 31-384,28-10-353,-28 11-480,0 0-208,19 10-144,-19 0-480,0 5-641,28 11-719,-10 0-3523,11 0 2146,-29 11 415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1:52.0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 1 1521,'19'0'29437,"-39"14"-27745,16-12-1678,1 1 0,0-1 1,0 0-1,0 1 1,1 0-1,-1-1 0,0 1 1,1 0-1,-3 4 1,-14 16-42,17-21 27,-3 2 0,0 0 0,0 1 0,0 0 0,1 0 0,0 0 0,0 1 0,0-1 0,0 1 0,1 0 0,-4 10 0,7-14 0,0 0 0,-1 0 0,1 0 0,0 0 0,1 0 0,-1 0 0,0 0 0,0 0 0,1 0 0,-1 0 0,1 0 0,0 0 0,0 0 0,0-1 0,0 1 0,0 0 0,0 0 0,0-1 0,0 1 0,3 2 0,-2-3 0,0 0 0,0-1 0,0 1 0,1-1 0,-1 0 0,0 0 0,0 1 0,0-1 0,0-1 0,1 1 0,-1 0 0,0 0 0,0-1 0,0 1 0,0-1 0,0 0 0,3-1 0,246-94 0,-146 71 0,-99 24 0,1 0 0,-1 0 0,1 0 0,-1 1 0,1 0 0,-1 1 0,1-1 0,-1 1 0,0 0 0,1 1 0,-1-1 0,0 2 0,0-1 0,0 0 0,0 1 0,0 0 0,-1 0 0,0 1 0,1 0 0,-1 0 0,5 5 0,-9-8 0,-1 0 0,1 1 0,0-1 0,0 1 0,-1 0 0,1-1 0,-1 1 0,1 0 0,-1-1 0,1 1 0,-1 0 0,0-1 0,0 1 0,0 0 0,0-1 0,0 1 0,-1 0 0,1-1 0,-1 4 0,0-1 0,2 19 0,0-19 0,0 1 0,-1-1 0,0 0 0,0 1 0,0-1 0,-1 1 0,1-1 0,-1 0 0,0 0 0,0 1 0,-2 4 0,-36 46 0,23-37-192,14-17 51,1 1 1,0-1 0,0 0 0,-1 0 0,1 1 0,0-1 0,0 1 0,0-1 0,1 1-1,-1-1 1,0 1 0,1 0 0,-1-1 0,1 1 0,-1 0 0,1-1 0,0 1-1,-1 2 1,-2 5-6674,-9-1 2236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14.1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111 295 6083,'-66'0'22016,"37"0"-17348,16 1-4668,10-1 0,5-1 0,17-7 0,27 3 0,92-21 0,-40-1 0,-62 25 0,-20 1 0,0-1 0,0 0 0,18-5 0,-19 4 0,0 0 0,1 1 0,17-1 0,-22 3 0,0-1 0,0 0 0,0-1 0,0 0 0,19-7 0,-18 5 10,1 0 0,-1 1 1,1 0-1,19-1 0,-22 4-42,0-1-1,-1-1 1,1 1 0,-1-2-1,0 1 1,0-2-1,14-5 1,-1-3-966,-20 12 711,1-1 0,0 0 0,-1 0 0,1-1 0,-1 1 0,0 0 0,1-1 0,-1 1-1,0-1 1,0 0 0,0 0 0,0 0 0,0 0 0,-1 0 0,1 0 0,0 0 0,-1-1 0,0 1 0,1-1 0,-1 1 0,0-1 0,0 1 0,-1-1 0,1 0 0,0 1 0,-1-1 0,0 0 0,1 1 0,-1-1 0,0 0 0,-1-5 0,0 4 319,0 0 1,0 1 0,0-1-1,0 0 1,-1 1 0,1-1 0,-1 1-1,0-1 1,0 1 0,0 0-1,-1 0 1,1 0 0,-1 0 0,1 0-1,-1 0 1,0 1 0,0 0-1,-5-3 1,4 2 1491,4 5-1384,0-1 1,-1 1 0,1-1 0,1 0 0,-1 1 0,0-1 0,0 1-1,1-1 1,-1 1 0,0-1 0,1 1 0,0-1 0,-1 0-1,1 1 1,0-1 0,-1 0 0,1 0 0,0 1 0,0-1 0,0 0-1,0 0 1,2 1 0,15 21 2067,-9-8-1716,0-1 0,20 22-1,-21-26-302,0-1 1,0 1-1,-1 0 0,0 1 0,-1-1 0,9 24 0,-12-27-189,-1 1 0,2-1 0,-1 0 0,1 0 0,6 10 0,11 25 0,-20-37 0,1-1 0,-1 1 0,1 0 0,0 0 0,1-1 0,-1 1 0,1-1 0,6 9 0,-7-11 0,-1 2-575,1-1-1,-1 0 1,0 1 0,0-1-1,-1 1 1,1 0 0,0-1-1,-1 1 1,0-1 0,0 1-1,0 0 1,-1-1-1,0 7 1,-1 5-2786,2-6-2583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14.8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125 132 4306,'0'-1'357,"1"0"0,-1 0 0,-1 0 0,1 0 0,0 0 0,0 1-1,0-1 1,0 0 0,-1 0 0,1 0 0,0 0 0,-1 0 0,1 0 0,-1 1 0,1-1 0,-1 0 0,1 0 0,-1 1 0,1-1-1,-1 0 1,0 1 0,0-2 0,-18-3 4230,4 1-2371,4-3-589,10 6-1478,-1-1 0,0 1 1,0 0-1,0 0 1,1 0-1,-1 0 0,0 0 1,0 0-1,0 1 1,0-1-1,-1 1 0,-2-1 1,-4 10 1161,6 18 1397,2-24-2509,1-1 0,0 1 1,-1 0-1,0 0 1,1 0-1,-1-1 0,0 1 1,0 0-1,-1-1 0,1 1 1,-3 3-1,2-3 24,0 0 0,0 0 0,1 0 0,-1 1 0,1-1 0,0 0 0,0 1 1,0-1-1,0 0 0,0 1 0,1 6 0,-2 20 235,1-19-410,1-1-1,0 1 1,0 0 0,1-1 0,0 1-1,4 14 1,34 91-48,-35-104 0,0 0 0,1 0 0,1-1 0,7 13 0,-7-13 0,1 1 0,-2 1 0,8 20 0,-9-24 0,1 0 0,0 0 0,1 0 0,0 0 0,0-1 0,1 0 0,0 0 0,0-1 0,1 0 0,0 0 0,0 0 0,1-1 0,0-1 0,0 0 0,0 0 0,14 5 0,0-4 0,-20-5 0,1 1 0,-1-1 0,1 0 0,-1-1 0,1 1 0,-1-1 0,1 1 0,-1-1 0,1 0 0,0 0 0,-1 0 0,1-1 0,-1 1 0,1-1 0,-1 0 0,1 0 0,-1 0 0,1-1 0,-1 1 0,0-1 0,0 0 0,0 0 0,0 0 0,0 0 0,4-4 0,0-2 0,0 0 0,-1 0 0,-1-1 0,1 1 0,-1-1 0,6-15 0,-8 17 0,-1 1 0,0 0 0,0 1 0,-1-1 0,0 0 0,-1 0 0,1 0 0,-1 0 0,0 0 0,0 0 0,-1 1 0,-1-8 0,1 6 0,0 0 0,1 0 0,-1 0 0,2 0 0,-1 0 0,1 0 0,2-11 0,2 4 0,-3 8 0,0 0 0,0 0 0,-1 1 0,1-2 0,-1 1 0,-1 0 0,1-7 0,72 109 0,-51-58 0,-20-34 0,-1-1 0,1 1 0,-1-1 0,1 1 0,0-1 0,0 0 0,1 0 0,-1 0 0,6 5 0,17 10 0,1-1 0,1-1 0,37 16 0,-60-30 0,-1-1 0,1 0 0,-1 1 0,1-1 0,-1 0 0,1-1 0,0 1 0,0-1 0,-1 0 0,1 1 0,0-2 0,0 1 0,-1 0 0,1-1 0,0 0 0,-1 1 0,8-4 0,12-2 0,-21 5 0,1 0 0,-1 0 0,1-1 0,-1 1 0,0-1 0,0 0 0,0 0 0,1 0 0,-2 0 0,1 0 0,0 0 0,0 0 0,-1-1 0,1 1 0,-1 0 0,0-1 0,1 1 0,-1-1 0,0 0 0,-1 1 0,1-1 0,0 0 0,-1 0 0,1-4 0,1-14 0,0 0 0,-1-27 0,-1 39 0,0-10 0,1 9 0,-1 0 0,0-1 0,-1 1 0,0 0 0,0 0 0,-1 0 0,-1 0 0,0 0 0,-7-18 0,-62-117 0,53 96 0,18 45 0,0-1 0,0 1 0,-1-1 0,1 1 0,-1 0 0,0-1 0,0 1 0,-1 0 0,1 0 0,-1 1 0,0-1 0,-4-3 0,7 6 0,-7-4-49,1-1 1,0 0-1,1 0 0,0-1 0,0 1 0,-4-8 1,-10-10-4024,10 13-140,5-7-4147,28 16-498,-20 2 5501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15.7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44 1265,'0'0'102,"0"1"0,-1 0 1,1-1-1,0 1 0,0-1 0,0 1 1,0-1-1,0 1 0,1 0 1,-1-1-1,0 1 0,0-1 1,0 1-1,0-1 0,1 1 1,-1-1-1,0 1 0,0-1 0,1 1 1,-1-1-1,0 1 0,1-1 1,-1 0-1,1 1 0,-1-1 1,0 1-1,1-1 0,-1 0 1,1 0-1,-1 1 0,1-1 0,-1 0 1,1 0-1,-1 1 0,1-1 1,-1 0-1,1 0 0,0 0 1,7 0 6591,-4 0-5135,0-1-2740,-3 1 1450,-1 0 1,1 0-1,-1 0 0,1 0 0,-1-1 1,1 1-1,0 0 0,-1 0 0,1 0 0,-1 0 1,1 0-1,0 0 0,-1 0 0,1 0 1,-1 1-1,1-1 0,0 0 0,-1 0 1,1 0-1,-1 1 0,1-1 0,-1 0 1,1 1-1,-1-1 0,1 0 0,-1 1 1,1-1-1,-1 1 0,0-1 0,1 0 0,-1 1 1,0-1-1,1 1 0,-1-1 0,0 1 1,1 0-1,-1-1 0,0 1 0,0-1 1,0 1-1,0-1 0,1 2 0,-1-1-160,0 0 1,0 0-1,0 0 0,0 0 0,0 0 0,1 0 1,-1 0-1,0 0 0,1 0 0,-1 0 0,1 0 1,-1 0-1,1 0 0,-1 0 0,1 0 0,0-1 1,-1 1-1,1 0 0,0 0 0,0-1 0,-1 1 0,1-1 1,1 2-1,0-1 103,0 0 1,0 1-1,-1-1 1,1 1-1,-1-1 1,1 1-1,-1 0 1,0-1-1,1 1 1,-1 0-1,1 2 1,6 14 717,26 51 1832,-28-60-2762,-1 1 0,-1 0 0,1-1 0,4 20 0,9 18 0,15 20 0,50 74 0,-79-134 0,1 1 0,-1 0 0,0 0 0,-1 0 0,0 0 0,3 13 0,-5-19 0,0 1 0,1 0 0,-1 0 0,1-1 0,-1 1 0,1-1 0,0 1 0,0-1 0,0 0 0,0 0 0,4 3 0,-4-4 0,-1 1 0,1-1 0,-1 0 0,0 1 0,1-1 0,-1 0 0,0 1 0,0 0 0,0-1 0,0 1 0,0 0 0,0-1 0,0 1 0,0 0 0,-1 0 0,1 0 0,-1 0 0,1 0 0,-1 2 0,0-3 0,0 0 0,0 0 0,1-1 0,-1 1 0,0 0 0,0-1 0,1 1 0,-1 0 0,0-1 0,1 1 0,-1 0 0,1-1 0,-1 1 0,1-1 0,-1 1 0,1-1 0,-1 1 0,1-1 0,0 1 0,-1-1 0,1 0 0,0 1 0,-1-1 0,1 0 0,0 1 0,-1-1 0,1 0 0,0 0 0,0 0 0,-1 0 0,1 1 0,0-1 0,1-1 0,-2 1 0,0 0 0,1 0 0,-1 0 0,0 0 0,1 0 0,-1 0 0,0 0 0,0 0 0,1 0 0,-1 0 0,0 0 0,1 0 0,-1 0 0,0 0 0,1 0 0,-1 0 0,0 0 0,0 0 0,1 1 0,-1-1 0,0 0 0,0 0 0,1 0 0,-1 0 0,0 1 0,0-1 0,1 0 0,-1 0 0,0 1 0,0-1 0,0 0 0,1 0 0,-1 1 0,0-1 0,0 0 0,0 0 0,0 1 0,0-1 0,0 0 0,0 1 0,0-1 0,0 0 0,0 0 0,0 1 0,0-1 0,0 0 0,0 1 0,0-1 0,0 0 0,0 1 0,7-10 0,-6 8 0,0 0 0,0 0 0,0 0 0,0 0 0,0 0 0,0 0 0,0 0 0,-1-1 0,1 1 0,0 0 0,-1-1 0,0 1 0,1 0 0,-1-1 0,1 1 0,-1-1 0,0 1 0,0-1 0,0 1 0,0-2 0,0-42 0,1-11 0,-2 0 0,-15-91 0,12 116 0,2 0 0,0-1 0,5-45 0,-1 4 0,-2 69-127,0 0 0,1 0 1,-1 1-1,1-1 0,-1 0 0,1 0 1,0 1-1,1-1 0,-1 1 0,1-1 0,-1 1 1,1 0-1,0-1 0,0 1 0,1 0 0,-1 0 1,0 1-1,1-1 0,0 0 0,0 1 1,0-1-1,4-2 0,14-3-6293,-17 6 5564,0 1 0,0-1 0,0 1 0,0 0 0,0 0 0,1 0 0,-1 1 0,0 0 0,0-1-1,6 2 1,-2 0-577,0 0 0,0 1 0,0 0 0,0 0 0,14 7-1,10 3-916,-29-11 2233,14 4-72,0 1 1,0 1 0,-1 0 0,31 19-1,0 1 4266,-44-25-2420,25 9 22191,-51-8-22669,22-3-1179,1 1 0,-1 0 0,0 0 0,1 0 0,-1-1 0,1 1 0,0 0 0,-1 0 0,1 0 0,0 0 0,-1 0 0,1 0 0,0 0 0,0 0 0,0 0 0,0 0 0,0 0 0,0-1 0,0 1 0,1 2 0,-4 18 0,-2-5 0,2 0 0,-1 0 0,2 0 0,0 0 0,1 1 0,2 30 0,-1-21 0,1-14 0,1 0 0,-1 0 0,2 0 0,0-1 0,0 1 0,1-1 0,0 1 0,7 10 0,7 22 0,-13-34 0,1 0 0,0-1 0,0 0 0,0-1 0,1 1 0,1-1 0,-1-1 0,1 1 0,0-1 0,1-1 0,0 1 0,0-1 0,0-1 0,1 0 0,13 5 0,-2 3 0,-20-12 0,0 0 0,0 0 0,0 0 0,0 0 0,0 0 0,1 0 0,-1-1 0,0 1 0,0 0 0,1-1 0,-1 1 0,1-1 0,-1 0 0,0 1 0,1-1 0,-1 0 0,1 0 0,-1 0 0,3 0 0,-2 0 0,52-3 0,-51 2 0,0 1 0,-1-1 0,1 0 0,-1 0 0,1 0 0,-1 0 0,1 0 0,-1 0 0,1-1 0,-1 1 0,0-1 0,0 0 0,0 1 0,0-1 0,0 0 0,2-3 0,11-8 0,9-12 0,3-38 0,-26 58 0,1 1 0,-1-1 0,0 0 0,0 0 0,-1 0 0,0 0 0,1 0 0,-2 0 0,0-6 0,1-4 0,-1 4 0,0 1 0,-1 0 0,0-1 0,0 1 0,-1 0 0,-6-12 0,-3-14 0,6 10 0,-2 1 0,0 0 0,-2 0 0,-1 1 0,-1 0 0,-19-27 0,30 50 0,1-1 0,-1 1 0,0 0 0,1 0 0,-1 0 0,0-1 0,1 1 0,0 0 0,-1-1 0,1 1 0,0 0 0,-1-1 0,1 1 0,0 0 0,0-1 0,0 1 0,1-3 0,-2-8 0,-1 8 0,-12-26 0,14 29 0,-1 1 0,1-1 0,0 1 0,-1-1 0,1 1 0,0-1 0,-1 1 0,1-1 0,0 0 0,0 1 0,0-1 0,-1 1 0,1-1 0,0 0 0,0 1 0,0-1 0,0 0 0,0 1 0,0-1 0,0 0 0,0 1 0,0-1 0,1 0 0,-1 1 0,0-1 0,0 1 0,0-1 0,1 0 0,-1 1 0,0-1 0,1 1 0,0-2 0,66 66 0,-51-45 0,-1 0 0,0 1 0,-2 1 0,0 0 0,-2 1 0,0 1 0,-1 0 0,10 36 0,-18-50 0,2 0 0,-1 0 0,1-1 0,7 10 0,4 10 0,-9-11 0,1-1 0,1 0 0,19 28 0,-26-42 0,-1-1 0,1 0 0,-1 0 0,1 0 0,-1 1 0,1-1 0,-1 0 0,0 1 0,0-1 0,0 0 0,0 1 0,0-1 0,0 0 0,0 1 0,0-1 0,0 0 0,0 1 0,-1-1 0,1 0 0,-1 1 0,0 0 0,1 1 0,7-9 0,-7 6 0,7-7 0,6-9 0,-10-18 0,16-110 0,-19 136 0,1-1 0,0 1 0,1 0 0,0-1 0,0 1 0,5-10 0,-5 11 0,1-1 0,-1 1 0,0-1 0,0 0 0,-1 0 0,0-9 0,-1 8 0,-1-4 0,1 0 0,1 0 0,0 0 0,0 0 0,1-1 0,1 2 0,6-19 0,-5-1 0,0 7 0,-4 25 0,0-1 0,1 1 0,-1 0 0,0-1 0,1 1 0,-1 0 0,1-1 0,-1 1 0,0 0 0,1-1 0,-1 1 0,1 0 0,-1 0 0,1 0 0,-1 0 0,1-1 0,-1 1 0,1 0 0,-1 0 0,1 0 0,-1 0 0,1 0 0,-1 0 0,1 0 0,-1 0 0,1 0 0,-1 1 0,1-1 0,-1 0 0,1 0 0,-1 0 0,1 0 0,-1 1 0,1-1 0,-1 0 0,0 1 0,1-1 0,-1 0 0,1 1 0,-1-1 0,17 21 0,-6-2 0,-5-12 0,0 0 0,-1 1 0,0-1 0,-1 1 0,0 0 0,6 15 0,-7-13 0,0 0 0,1-1 0,1 1 0,0-1 0,0-1 0,0 1 0,1-1 0,9 10 0,10 27 0,-22-38 0,0 0 0,1 0 0,-1 0 0,1-1 0,7 9 0,-4-6 0,-1 0 0,-1 1 0,1-1 0,6 19 0,-4-9 0,4 9-1059,-10-22 234,1 0 0,0 0 0,0 0 0,0 0 0,0-1 0,1 1 0,0-1 0,9 9 0,36 24-15290,-29-32 11663,6-6 752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16.1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356 495 272,'74'-93'5861,"-44"58"-2456,-26 31-2864,0 0 0,0 0 0,0-1 0,0 1 0,-1-1-1,0 0 1,5-10 0,7-15 2056,-13 27-2257,0-1 0,0 1-1,0-1 1,-1 0 0,1 1 0,-1-1 0,0 0 0,0 0 0,0 0-1,-1 0 1,1-7 0,8-44 3340,1-9 1111,-9 47-3584,0 14-998,-1-1 1,1 0-1,-1 0 1,0 0-1,0 1 1,0-1 0,-1 0-1,1 0 1,-1 0-1,0 1 1,-2-6-1,-3 0-186,-19-23-3,24 31-20,0 0 0,0 0-1,0 0 1,0 0 0,0 0-1,-1 0 1,1 1-1,0-1 1,0 0 0,-1 1-1,1-1 1,0 1 0,-1-1-1,1 1 1,-1 0 0,1 0-1,0 0 1,-1-1 0,1 1-1,-1 1 1,1-1 0,0 0-1,-3 1 1,-37 8 0,35-9 0,0 1 0,-1 0 0,1 0 0,0 1 0,0 0 0,0 0 0,1 1 0,-1-1 0,1 1 0,-1 0 0,1 1 0,-6 4 0,-27 13 0,35-20 0,-1 0 0,1 1 0,0-1 0,-1 1 0,1-1 0,0 1 0,0 0 0,0 1 0,0-1 0,0 0 0,1 1 0,-1-1 0,1 1 0,0 0 0,-1 0 0,-1 4 0,-18 43 0,17-42 0,2-1 0,-1 1 0,1 0 0,0 1 0,0-1 0,1 0 0,0 1 0,1-1 0,-1 18 0,2-24 0,0 0 0,1 0 0,-1 0 0,1 0 0,-1-1 0,1 1 0,0 0 0,0 0 0,-1 0 0,1-1 0,1 1 0,-1 0 0,0-1 0,0 1 0,1-1 0,-1 0 0,0 1 0,1-1 0,-1 0 0,1 0 0,0 0 0,-1 0 0,1 0 0,0 0 0,0 0 0,0-1 0,0 1 0,0 0 0,-1-1 0,1 0 0,0 1 0,4-1 0,10 1 0,0 0 0,1 0 0,18-3 0,-9 0 0,30 0 0,-37 1 0,0 0 0,0 1 0,1 1 0,21 4 0,-37-4 0,1 1 0,-1 0 0,0 0 0,1 0 0,-1 1 0,0-1 0,0 1 0,-1 0 0,1 0 0,-1 0 0,1 1 0,-1-1 0,0 1 0,0 0 0,0 0 0,-1 0 0,1 0 0,-1 0 0,0 1 0,0-1 0,2 10 0,0 2 0,0 0 0,-1 0 0,0 1 0,-2-1 0,1 22 0,-2-16 0,-1-1 0,-1 1 0,-1 0 0,-7 23 0,4-3 0,6-37 0,0 0 0,-1 0 0,0 0 0,0 0 0,0 0 0,0 0 0,-1 0 0,0 0 0,0-1 0,0 1 0,-1-1 0,-5 8 0,-3 3 0,-16 22 0,-36 37 0,56-66 0,0-1 0,0 0 0,-1-1 0,0 0 0,0 0 0,0-1 0,-1 0 0,0 0 0,0-1 0,0 0 0,-12 3 0,7-4 0,-1 0 0,0-1 0,-1 0 0,1-2 0,0 0 0,0 0 0,-30-6 0,33 5 0,7 0 0,0 1 0,0-1 0,0 0 0,0 0 0,0-1 0,1 1 0,-1-1 0,-8-4 0,-27-12 102,34 16-155,1 1-1,0-1 0,0-1 0,0 1 0,0-1 0,1 0 0,-1 0 0,1 0 0,-1-1 0,-6-6 0,-8-10-2282,13 14 678,1 1 0,-1-1 0,1 0 0,0-1 1,0 1-1,1-1 0,-5-9 0,6-10-5351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17.2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199 790 8276,'-5'0'-599,"-16"-5"14786,20 4-13702,-1-6 601,26 3 2283,-24 3-3263,1 1 0,-1 0 1,1-1-1,-1 1 0,0-1 0,1 1 0,-1 0 0,0-1 0,1 1 0,-1-1 0,0 1 0,1-1 0,-1 1 0,0-1 0,0 1 1,0-1-1,0 1 0,1-1 0,-1 0 0,0 1 0,0-1 0,0 1 0,0-1 0,0 1 0,0-2 0,2-6 1296,8 1-615,-8 5-730,1 1-1,-1 0 0,0 0 1,0-1-1,0 1 1,0-1-1,0 0 1,0 0-1,0 1 1,0-1-1,-1 0 0,1 0 1,-1-1-1,0 1 1,1 0-1,-1 0 1,1-5-1,8-19-56,-9 25 0,0-1 0,0 0 0,0 0 0,0 0 0,0 0 0,0 0 0,-1 0 0,1-1 0,-1 1 0,1 0 0,-1-3 0,0 2 0,0 0 0,0 1 0,0-1 0,0 0 0,-1 0 0,0 1 0,1-1 0,-1 0 0,0 1 0,0-1 0,0 1 0,-1-1 0,1 1 0,-1-1 0,1 1 0,-1 0 0,0 0 0,0 0 0,0 0 0,0 0 0,0 0 0,0 0 0,0 1 0,-1-1 0,1 1 0,0 0 0,-1-1 0,-4 0 0,3 0 0,1 0 0,-1 0 0,0 1 0,0-1 0,0 1 0,0 0 0,0 0 0,0 1 0,0-1 0,-1 1 0,1 0 0,0 0 0,0 0 0,0 0 0,0 1 0,0 0 0,-1 0 0,1 0 0,-6 3 0,-19 4 0,27-8 0,-1 1 0,0 0 0,1 0 0,-1 0 0,1 0 0,-1 1 0,1-1 0,0 1 0,0 0 0,-1-1 0,1 1 0,0 0 0,0 0 0,1 0 0,-1 0 0,0 1 0,1-1 0,-2 3 0,-33 49 0,30-43 0,4-9 0,0 1 0,0 0 0,0 1 0,0-1 0,1 0 0,-1 1 0,1-1 0,0 0 0,0 1 0,0 0 0,0-1 0,1 1 0,0-1 0,-1 1 0,1 0 0,0-1 0,1 1 0,-1 0 0,1-1 0,-1 1 0,1-1 0,2 6 0,3 3 0,1 0 0,0-1 0,0 0 0,1 0 0,0-1 0,1 0 0,11 10 0,-2-4 0,0 0 0,1-1 0,30 18 0,-41-29 0,0 0 0,0-1 0,0 0 0,0 0 0,0-1 0,1 0 0,-1-1 0,1 0 0,-1 0 0,1-1 0,-1 0 0,1 0 0,9-2 0,87-24 0,-104 25 0,0 1 0,0 0 0,0 0 0,-1-1 0,1 1 0,0 0 0,0-1 0,0 1 0,0-1 0,0 1 0,0-1 0,-1 0 0,1 1 0,0-1 0,-1 0 0,1 0 0,0 1 0,-1-1 0,1 0 0,-1 0 0,1 0 0,-1 0 0,1 1 0,-1-1 0,0 0 0,0 0 0,1 0 0,-1-1 0,6-12 0,10 1 0,-14 12 0,0-1 0,0 1 0,0 0 0,0-1 0,0 0 0,0 1 0,-1-1 0,1 0 0,0 0 0,2-4 0,8-17 0,-10 19 0,1 0 0,-1 0 0,0 0 0,0 0 0,0-1 0,-1 1 0,1-1 0,-1 1 0,0-1 0,0-6 0,-1 6 0,1 1 0,-1 0 0,1-1 0,0 1 0,0 0 0,1-1 0,1-4 0,-1 5 0,0 0 0,-1 0 0,0 0 0,0-1 0,0 1 0,0 0 0,0-6 0,-1-84 0,-10 69 0,4 18 0,3 12 0,3-4 0,0-1 0,0 1 0,0-1 0,0 1 0,0-1 0,0 1 0,0-1 0,0 1 0,0-1 0,0 1 0,1-1 0,-1 1 0,0-1 0,0 1 0,0-1 0,1 1 0,-1-1 0,0 0 0,1 1 0,-1-1 0,0 1 0,1-1 0,-1 0 0,1 1 0,-1-1 0,0 0 0,1 0 0,-1 1 0,1-1 0,-1 0 0,1 0 0,-1 1 0,2-1 0,-2 0 0,0 0 0,1 0 0,-1 0 0,1 1 0,-1-1 0,1 0 0,-1 0 0,1 0 0,-1 1 0,0-1 0,1 0 0,-1 1 0,1-1 0,-1 0 0,0 1 0,0-1 0,1 0 0,-1 1 0,0-1 0,1 1 0,-1-1 0,0 1 0,0-1 0,0 0 0,0 1 0,1-1 0,-1 1 0,0-1 0,0 1 0,0-1 0,0 1 0,0-1 0,0 2 0,0 1 0,1 0 0,0 0 0,0 0 0,0 0 0,0 0 0,1 0 0,-1-1 0,1 1 0,0 0 0,0-1 0,0 1 0,0-1 0,4 5 0,13 19 0,-16-20 0,-1-1 0,1 1 0,0-1 0,0 0 0,1 0 0,0 0 0,-1 0 0,2 0 0,-1-1 0,0 0 0,10 7 0,4 1 0,22 10 0,-39-21 0,1-1 0,-1 1 0,1-1 0,-1 0 0,1 1 0,-1-1 0,1 0 0,0 0 0,-1 0 0,1 0 0,-1-1 0,1 1 0,0 0 0,-1-1 0,1 1 0,-1-1 0,1 1 0,-1-1 0,1 0 0,-1 1 0,0-1 0,1 0 0,-1 0 0,2-2 0,5-23 0,-6 21 0,1 0 0,-1 0 0,0 0 0,0-1 0,-1 1 0,1-1 0,-1 1 0,-1-1 0,1 1 0,-1-1 0,0 1 0,-1-10 0,1 11 0,0-2 0,0 3 0,0-1 0,0 1 0,0-1 0,0 0 0,0 1 0,1-1 0,0 1 0,0-1 0,0 1 0,1-4 0,-1 6 0,1 0 0,-1 0 0,0 1 0,0-1 0,1 0 0,-1 0 0,0 1 0,1-1 0,-1 1 0,1-1 0,-1 1 0,0 0 0,1 0 0,-1-1 0,1 1 0,-1 0 0,1 0 0,-1 0 0,1 1 0,-1-1 0,1 0 0,-1 0 0,1 1 0,-1-1 0,1 1 0,-1-1 0,0 1 0,3 1 0,-2-1 0,0 0 0,0 1 0,0-1 0,0 0 0,0 1 0,0-1 0,0 1 0,0-1 0,0 1 0,1 3 0,21 15 0,26 1 0,-39-17 0,-1 0 0,0 0 0,0 1 0,0 0 0,9 7 0,-3 0 0,1-1 0,0-1 0,0-1 0,1-1 0,29 10 0,-39-15 0,0 0 0,0-1 0,0-1 0,1 1 0,-1-1 0,0 0 0,1-1 0,-1 0 0,1-1 0,-1 1 0,0-1 0,1-1 0,-1 0 0,0 0 0,0-1 0,11-4 0,-11-1 0,0 0 0,-1 0 0,0 0 0,0-1 0,-1 0 0,0-1 0,0 1 0,-1-1 0,5-15 0,8-34 0,-11 38 0,0 1 0,-2-1 0,0 0 0,-2 0 0,2-30 0,-5 35 0,1-22 0,-1-1 0,-3 1 0,-1 0 0,-13-60 0,-10 19 0,25 72 0,-1 1 0,0-1 0,-1 1 0,1 0 0,-1 0 0,-1 0 0,1 0 0,-1 1 0,0 0 0,-10-9 0,-19-23 0,33 36 0,1 1 0,0-1 0,0 1 0,0-1 0,0 1 0,-1-1 0,1 1 0,0-1 0,0 1 0,-1-1 0,1 1 0,0 0 0,-1-1 0,1 1 0,-1-1 0,1 1 0,-1 0 0,1 0 0,0-1 0,-1 1 0,1 0 0,-1 0 0,1-1 0,-1 1 0,1 0 0,-1 0 0,1 0 0,-1 0 0,1 0 0,-1 0 0,1 0 0,-1 0 0,0 0 0,1 0 0,-1 0 0,1 0 0,-1 0 0,1 0 0,-1 1 0,1-1 0,-1 0 0,1 0 0,-1 0 0,1 1 0,0-1 0,-1 0 0,1 1 0,-1-1 0,1 0 0,0 1 0,-1-1 0,1 1 0,0-1 0,-1 0 0,1 1 0,0-1 0,0 1 0,-1-1 0,1 1 0,0-1 0,0 1 0,0-1 0,0 2 0,-8 38 0,8-35 0,1-1 0,-1 1 0,1 0 0,0-1 0,0 1 0,1 0 0,-1-1 0,1 1 0,3 5 0,-2-5 0,-1-1 0,0 1 0,-1-1 0,1 1 0,-1-1 0,0 1 0,0 0 0,0 0 0,-1 7 0,2 2 0,0-1 0,1 1 0,0-1 0,1 0 0,1 0 0,0 0 0,0 0 0,1-1 0,1 0 0,8 11 0,24 51 0,-12-9 0,3-2 0,3-1 0,3-1 0,50 66 0,-42-87 0,-39-32-814,-3-6 8,-1 0 1,0 0-1,0 0 0,1 0 1,0 0-1,-1 0 1,1 0-1,0 0 1,0-1-1,0 1 1,0-1-1,0 0 0,0 1 1,0-1-1,0 0 1,1 0-1,-1 0 1,0 0-1,1-1 1,-1 1-1,5 0 1,3-5-5331,2-6 4506,-11 9 669,4-10-4479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17.5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58 3762,'-1'0'392,"0"0"-156,1 0 0,-1 1 1,0-1-1,0 0 0,0 0 0,1 0 0,-1 1 1,0-1-1,0 0 0,0 0 0,0-1 1,0 1-1,1 0 0,-1 0 0,0 0 0,0 0 1,0-1-1,1 1 0,-1 0 0,0-1 0,0 1 1,1-1-1,-1 1 0,0-1 0,1 1 0,-1-1 1,0 1-1,1-1 0,-1 1 0,1-1 0,-1 0 1,1 0-1,-1 1 0,1-1 0,-1 0 0,1 0 1,0 1-1,-1-2 0,-9-8 4815,10 10-5003,-1-1 0,1 1-1,-1 0 1,1 0 0,0 0 0,-1 0-1,1 0 1,0 0 0,-1 0 0,1 0-1,-1-1 1,1 1 0,0 0-1,0 0 1,-1 0 0,1-1 0,0 1-1,-1 0 1,1 0 0,0-1 0,0 1-1,-1 0 1,1-1 0,0 1-1,0 0 1,0-1 0,-1 1 0,1-1-1,0 1 1,0 0 0,0-1 0,0 1-1,0 0 1,0-1 0,0 1-1,0-1 1,0 1 0,0 0 0,0-1-1,0 1 1,0-1 0,0 1 0,0 0-1,0-1 1,1 1 0,-1 0-1,0-1 1,0 1 0,0 0 0,1-1-1,-1 1 1,0 0 0,0-1 0,1 1-1,-1 0 1,1-1 0,4-2 366,0 1 0,1-1 0,-1 1 0,1 0 0,0 1 0,0-1 1,0 1-1,0 0 0,0 1 0,0-1 0,0 1 0,10 2 0,87 8 3610,-91-8-3387,1 0-388,1 1 0,-1 0-1,1 1 1,-1 1-1,14 6 1,4 2-156,-17-6-93,0 1 0,0 0 0,0 1 0,-1 0 0,18 17 0,53 57 0,-74-72 0,0 1 0,14 24 0,10 14 0,-28-42 0,0 0 0,-1 1 0,0 0 0,-1 0 0,0 0 0,0 0 0,-1 1 0,0 0 0,-1 0 0,3 19 0,-5-27 0,0 0 0,0-1 0,1 1 0,-1 0 0,0 0 0,1-1 0,-1 1 0,1 0 0,0-1 0,-1 1 0,1-1 0,0 1 0,0-1 0,0 1 0,0-1 0,1 1 0,0 0 0,0 0 0,-1-1 0,0 1 0,1-1 0,-1 1 0,0 0 0,0 0 0,0-1 0,0 1 0,0 0 0,-1 0 0,1 0 0,0 0 0,-1 0 0,0 0 0,1 0 0,-1 0 0,0 3 0,-1-17 34,-1-10-142,2 0 0,0 0 0,1-1-1,4-26 1,0 27-2666,-1-1 0,-1 0 0,1-40 0,-4 57 1988,0 0-1,1 1 0,0-1 0,0 0 1,0 1-1,1 0 0,0-1 0,3-7 1,5-13-1946,-2-23-2316,8 5-1240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18.0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 0 3346,'0'0'11330,"-5"0"-9265,-14 0-960,14 0-492,5 28 3328,0-18-3009,0-6-585,-1-1-1,1 1 1,0-1 0,1 1-1,-1-1 1,0 1 0,1-1 0,0 1-1,2 5 1,1-3 20,-1 0 0,0 0 0,-1 0 0,1 0 0,-1 0 0,0 1 0,0-1 0,-1 1 0,0-1 0,0 1 0,-1-1 0,0 1 0,0 8 0,18 104 463,-17-114-830,-1 1 0,1-1 0,0 1 0,0-1 0,1 1 0,0-1 0,0 0 0,3 7 0,-3-8 0,0 1 0,0-1 0,0 1 0,-1 0 0,1 0 0,-1 0 0,-1 0 0,1 5 0,0-5 0,-1 0 0,0-1 0,1 1 0,0-1 0,0 1 0,1-1 0,2 8 0,-2-8 0,-1-1 0,1 1 0,-1 0 0,0 0 0,0 0 0,-1 1 0,1 5 0,-1-4-326,0-1 0,0 1 0,1-1 0,0 1 0,0-1 0,0 0 0,0 1 0,1-1 0,0 0-1,0 0 1,1 0 0,-1 0 0,6 7 0,-7-11-191,-1 1 0,1-1 0,0 1-1,0-1 1,-1 0 0,1 1 0,-1 0-1,0-1 1,1 1 0,-1-1 0,0 1 0,0 0-1,0-1 1,0 1 0,0-1 0,0 1 0,-1 2-1,0 9-9357,1 0 5564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18.4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0 316 1617,'49'-56'8606,"-43"51"-6990,-1-1-1,1-1 1,-1 1-1,0-1 1,-1 0-1,1 0 1,5-13-1,13-20 2712,-21 36-3964,0 1 0,0-1 0,0 0 0,0 0 0,-1 1 0,1-2 0,-1 1 0,0 0 0,1-8 0,9-21 1300,-5 26-1663,13-22 0,-19 27 0,1 1 0,-1 0 0,1 0 0,-1 0 0,0 0 0,0 0 0,0-1 0,1 1 0,-1 0 0,0 0 0,0-1 0,0 1 0,-1 0 0,1 0 0,0 0 0,0 0 0,-1-1 0,1 1 0,-1 0 0,1 0 0,-1 0 0,1 0 0,-1 0 0,0 0 0,1 0 0,-1 0 0,-2-1 0,2 1 0,0 0 0,-1 1 0,1-1 0,-1 0 0,1 1 0,-1 0 0,1-1 0,-1 1 0,1 0 0,-1 0 0,1 0 0,-1 0 0,0 0 0,1 0 0,-1 1 0,1-1 0,-1 0 0,1 1 0,-1-1 0,1 1 0,0 0 0,-1-1 0,1 1 0,-1 0 0,1 0 0,0 0 0,0 0 0,0 0 0,-1 0 0,1 0 0,0 0 0,0 0 0,1 1 0,-2 1 0,-4 2 0,1 1 0,1 0 0,-1 1 0,1-1 0,0 1 0,-5 13 0,0 3 0,4-13 0,2 0 0,-1 0 0,1 0 0,1 0 0,0 1 0,0-1 0,0 15 0,-7 15 0,8-36 0,-1-1 0,1 1 0,0 0 0,0 0 0,0 0 0,0 0 0,1 0 0,-1 0 0,1 0 0,0 0 0,0 0 0,1 1 0,1 5 0,5 0 0,-7-10 0,1 1 0,0 0 0,0 0 0,-1 0 0,1 0 0,0 0 0,-1 0 0,1-1 0,-1 1 0,1 0 0,-1 0 0,0 1 0,1-1 0,-1 0 0,0 0 0,0 0 0,0 0 0,0 1 0,0-1 0,0-1 0,0 1 0,0-1 0,0 1 0,0 0 0,0-1 0,0 1 0,0-1 0,1 1 0,-1-1 0,0 1 0,0-1 0,0 1 0,1-1 0,-1 1 0,0-1 0,0 1 0,1-1 0,-1 1 0,0-1 0,1 0 0,-1 1 0,1-1 0,-1 0 0,0 1 0,1-1 0,-1 0 0,1 1 0,-1-1 0,1 0 0,-1 0 0,1 1 0,-1-1 0,1 0 0,0 0 0,-1 0 0,1 0 0,-1 0 0,1 0 0,-1 0 0,1 0 0,-1 0 0,1 0 0,-1 0 0,1 0 0,0 0 0,0-1 0,34-13 0,-14 5 0,-20 8 0,0 1 0,1 0 0,-1-1 0,0 1 0,1-1 0,-1 0 0,0 1 0,0-1 0,1 0 0,-1 0 0,0 0 0,0 1 0,0-1 0,0 0 0,0-1 0,0 1 0,-1 0 0,1 0 0,0 0 0,0 0 0,0-3 0,0 2 0,0 0 0,0 1 0,0-1 0,0 0 0,0 1 0,1-1 0,-1 0 0,1 1 0,-1 0 0,1-1 0,-1 1 0,1 0 0,0 0 0,-1 0 0,3-1 0,4-2 0,11-4 0,-1-1 0,-1 0 0,1-2 0,22-18 0,-33 24 0,0-1 0,0 1 0,1 0 0,-1 1 0,1 0 0,0 0 0,0 0 0,1 1 0,-1 1 0,1-1 0,-1 1 0,1 1 0,0 0 0,0 0 0,11 0 0,-14 3 0,0 1 0,-1-1 0,1 1 0,-1 0 0,0 0 0,1 1 0,-1-1 0,-1 1 0,1 0 0,-1 1 0,1-1 0,5 9 0,37 97 0,-45-104 0,-1 1 0,1 0 0,-1-1 0,0 1 0,-1 0 0,0 0 0,0 0 0,-2 9 0,2 4 0,-1-16 0,1-1 0,-1 0 0,0 0 0,0 0 0,0 0 0,0 0 0,0 0 0,-1 0 0,1 0 0,-1 0 0,0-1 0,0 1 0,0-1 0,0 1 0,0-1 0,-4 4 0,-10 12 0,4-5-1653,-9-4-5038,15-9 4728,0 0 1,0 0-1,0-1 1,0 0 0,-11-2-1,-9 1-4410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18.6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48 185 7091,'0'-26'4498,"0"-1"-2097,-29 1-1504,29 10-1009,0-10-881,0 15-928,0-15-768,0 10-688,-18 5-2370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21.6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68 322 1329,'-44'0'7731,"41"0"-5962,-2 0-673,-10 0 957,30 0-1254,-10 0-289,-2 0 453,42-1 2923,51-7 0,-48 4-2894,-29 3-326,0-1 0,32-8 0,-16 3 1072,58-6 0,-57 9-950,247-27 703,-18-3-1491,143-1 0,-80 9 0,-147 19 0,121-8 0,66 10 0,-217 7 0,-93-1 0,200-10 0,-118-6 0,-46 3 0,-77 11 0,10-2 0,-15-6-261,-11 8 78,1 0 0,-1 0 0,0 0 0,1 0 0,-1 0 0,0 0 0,0 0-1,0 0 1,0 0 0,0 0 0,0-1 0,0 1 0,-1-1 0,1 1 0,0 0 0,-1-1 0,1 1 0,-1-1 0,1 1 0,-1-1 0,0 1 0,1-1 0,-1 0 0,0 1 0,0-1 0,0 1 0,-1-4 0,-22-12-13117,18 1 6678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22.2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76 1 1185,'0'1'214,"-1"0"0,1 0 0,0 0 0,-1 0 0,1 0 0,0 0 0,-1-1 1,1 1-1,-1 0 0,0 0 0,1 0 0,-1 0 0,0-1 0,1 1 1,-1 0-1,0-1 0,0 1 0,0 0 0,1-1 0,-1 1 0,0-1 0,0 1 1,0-1-1,0 0 0,0 1 0,0-1 0,0 0 0,0 0 0,0 0 1,-2 0-1,2 0-39,0 0 1,0 1 0,0-1 0,0 0-1,0 0 1,0 0 0,0 1-1,0-1 1,0 1 0,1-1 0,-1 1-1,0-1 1,0 1 0,0-1 0,0 1-1,0 0 1,1-1 0,-1 1-1,0 0 1,1 0 0,-1-1 0,0 1-1,1 0 1,-1 0 0,1 0-1,-1 0 1,1 0 0,0 0 0,-1 0-1,1 1 1,-5 3 966,4-5-1022,0 0 0,0 1 0,-1-1 0,1 1 0,0 0 0,0-1 0,0 1 0,0 0 0,0-1 0,0 1 0,0 0 0,0 0 0,0 0 0,0 0 0,0 0 0,1 0 0,-1 0 0,-1 2 0,-1 33 8352,3-35-8399,0-1 1,0 1 0,0-1 0,0 1 0,1-1 0,-1 1 0,0-1-1,0 1 1,0-1 0,1 0 0,-1 1 0,0-1 0,1 0 0,-1 1-1,0-1 1,1 0 0,-1 1 0,0-1 0,1 0 0,-1 1-1,1-1 1,-1 0 0,0 0 0,1 0 0,-1 1 0,1-1 0,-1 0-1,1 0 1,-1 0 0,1 0 0,-1 0 0,1 0 0,-1 0 0,1 0-1,0 0 1,-1 0-22,1 0 0,-1 0-1,1 0 1,0 0 0,-1 0-1,1 0 1,-1 0 0,1 0-1,-1 0 1,1 0 0,-1 1-1,1-1 1,0 0-1,-1 0 1,1 1 0,-1-1-1,1 0 1,-1 1 0,0-1-1,1 0 1,-1 1 0,1-1-1,-1 1 1,0-1 0,1 1-1,-1-1 1,0 1 0,1-1-1,-1 1 1,0-1 0,0 1-1,0-1 1,1 1 0,-1-1-1,0 1 1,0 0 0,23 11 2973,-18-11-3024,0 0 0,-1 0 0,1-1 0,0 1 0,-1-1-1,1 0 1,0 0 0,0-1 0,-1 1 0,9-3 0,-11 2-1,0 1 0,0 0 0,0-1 0,0 1 0,-1-1 0,1 0 0,0 1-1,0-1 1,-1 0 0,1 0 0,-1 0 0,1 0 0,-1-1 0,1 1 0,-1 0 0,0 0 0,1-1 0,-1 1 0,0-1 0,0 0 0,0 1-1,0-1 1,0 0 0,-1 1 0,1-1 0,0 0 0,0-3 0,-1 3 1,-4-30 61,4 31-76,-1 0-1,1 0 1,-1 0 0,0 0-1,0 0 1,0 0-1,1 0 1,-1 0 0,0 0-1,0 0 1,0 1-1,0-1 1,0 0 0,-1 1-1,1-1 1,0 1 0,0-1-1,0 1 1,0-1-1,-1 1 1,-1 0 0,-18-11-3516,21 11 3279,-1-1-1,1 0 0,-1 1 0,0-1 0,1 1 1,-1-1-1,0 1 0,1 0 0,-1-1 1,0 1-1,1 0 0,-1-1 0,0 1 0,0 0 1,0 0-1,1 0 0,-1 0 0,0 0 1,0 0-1,0 0 0,1 0 0,-1 0 1,0 0-1,0 0 0,0 0 0,1 0 0,-1 1 1,0-1-1,-1 1 0,-30 21-13970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22.4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82 27 1553,'0'2'455,"0"1"1,0 0 0,0-1-1,1 1 1,0 0 0,-1-1-1,1 1 1,0-1 0,0 1-1,1-1 1,-1 0-1,0 1 1,1-1 0,-1 0-1,1 0 1,0 0 0,0 0-1,3 3 1,-4-4-179,-1 0-1,1 0 1,0 0 0,-1 0-1,1 0 1,-1 0 0,1 0-1,-1 0 1,0 1 0,1-1-1,-1 0 1,0 0-1,0 0 1,0 0 0,0 1-1,0-1 1,0 0 0,0 0-1,0 0 1,-1 1 0,1-1-1,-1 2 1,1-3-118,-1 1 0,1 0 0,0-1 0,0 1 0,0 0 0,-1-1 0,1 1 0,0 0 0,0 0 0,0-1 0,0 1 0,0 0 0,0 0 0,0-1 0,1 1-1,-1 0 1,0 0 0,0-1 0,0 1 0,1 0 0,-1-1 0,0 1 0,1 0 0,-1-1 0,1 1 0,-1 0 0,1-1 0,0 1 0,0 0 100,0 0-1,0 0 1,0 0-1,1 0 1,-1-1-1,0 1 1,1 0-1,-1-1 1,0 1-1,1-1 1,-1 0-1,1 1 1,-1-1-1,1 0 1,-1 0-1,1 0 1,-1 0-1,1 0 1,-1 0-1,1 0 1,-1 0-1,0-1 1,3 0-1,-3 0 59,0-1-1,0 0 1,0 0-1,0 0 0,0 1 1,-1-1-1,1 0 1,0 0-1,-1 0 1,1 0-1,-1 0 1,0 0-1,0 0 1,0 0-1,0 0 1,0-4-1,-1 4-316,0 0 0,0 0 0,0 1 0,0-1 0,0 0 0,0 0 0,0 1 0,0-1 0,-1 0 0,1 1 0,-1-1 0,1 1 0,-1 0 0,1-1 0,-1 1 0,0 0 0,-2-1 0,-46-25 0,30 16 0,-3 5-2308,-15 2-6109,49 3 997,-11 1 7415,13-3-4679,26-10 402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22.6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27 11029,'-5'-14'16644,"-10"5"-15738,11 8 990,-1-2 1,5 166-1502,1-153-395,-1-1 0,2 1 0,-1 0 0,1-1 0,1 1 0,4 12 0,9 32 0,43 211 0,-43-210 0,-13-46 0,0 0 0,0 1 0,-1-1 0,0 1 0,-1-1 0,0 16 0,0-16 0,0 1 0,0-1 0,1 1 0,0-1 0,1 0 0,0 0 0,6 13 0,-7-18 0,0 4-877,0 0 1,0 1-1,-1-1 0,0 1 1,0-1-1,-1 1 0,0-1 1,-3 15-1,1 8-2673,3-21-518,-1-9 3624,1 0 0,-1 0-1,0 1 1,0-1 0,0 0-1,0 1 1,0-1 0,0 0-1,0 0 1,0 1-1,0-1 1,-1 0 0,1 0-1,0 1 1,-1-1 0,1 0-1,-1 0 1,1 0 0,-1 0-1,0 0 1,0 2-1,-23-2-3164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23.0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95 201 3025,'-1'0'313,"-1"-1"-1,0 1 1,1-1-1,-1 0 0,1 0 1,-1 1-1,1-1 0,-1 0 1,1 0-1,0 0 0,0 0 1,-1-1-1,1 1 1,0 0-1,0 0 0,-1-3 1,-2-28 7460,4 30-7418,0 1 12,0-1 1,-1 0 0,1 1 0,-1-1-1,1 1 1,-1-1 0,0 1 0,1-1-1,-1 1 1,0 0 0,0-1 0,0 1-1,-1-1 1,1 1-248,0 0 0,1 1 0,-1-1 1,0 0-1,1 0 0,-1 1 0,0-1 0,1 0 0,-1 0 0,1 0 0,0 0 0,-1 0 0,1 0 0,0 0 0,-1 0 0,1 0 0,0 0 0,0 0 0,0 0 1,0 0-1,0 0 0,0 0 0,0 0 0,0 0 0,0 0 0,1 0 0,-1 0 0,0 0 0,0 0 0,1 0 0,-1 0 0,2-1 0,2-3 239,0 0 0,1-1-1,0 2 1,0-1-1,1 0 1,-1 1-1,1 0 1,0 1 0,0-1-1,12-4 1,-2 2 453,1 1 0,-1 0 0,33-4 0,-20 5-812,10-2 0,51-1 0,54 22 0,-119-7-2445,-20-4 829,1-1 1,-1 1 0,0 1-1,0-1 1,-1 1-1,8 9 1,-12-13 1333,1 0 0,-1 1-1,1-1 1,-1 0 0,0 1 0,0-1 0,0 0 0,0 1-1,0-1 1,0 0 0,0 1 0,0-1 0,0 0-1,-1 0 1,1 1 0,-1-1 0,1 0 0,-1 0-1,1 1 1,-1-1 0,1 0 0,-1 0 0,0 0 0,0 0-1,0 0 1,0 0 0,1 0 0,-3 1 0,-37 34-5431,26-25 4730,-3 2 197,-1-1 0,0 0 0,-32 14 0,6-3 478,-70 41 1979,-52 29 8549,90-38-2046,74-54-7847,1 0 0,0 0 0,-1-1 1,1 1-1,0 0 0,0 0 0,0 0 0,0 0 0,0 0 0,0 1 0,0-1 0,0 0 1,0 0-1,0 1 0,1-1 0,-1 0 0,0 1 0,1-1 0,-1 1 0,1-1 0,0 1 1,-1-1-1,1 1 0,0-1 0,0 1 0,0-1 0,0 1 0,1 2 0,-1-4-294,19 3 2386,-15-3-2338,113-18-81,-88 14 0,51-15 0,-49 10 0,49-7 0,-57 13-78,18-2-1877,63-16 0,-54 11-4297,1 2 0,1 3 1,101 1-1,-106 4 2528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23.5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524 97 736,'0'-11'2352,"-2"-12"2930,2 23-5187,0-1 0,-1 1 0,1-1 0,0 1-1,0-1 1,-1 1 0,1-1 0,0 1 0,-1 0 0,1-1 0,-1 1 0,1 0 0,-1-1 0,1 1 0,-1 0 0,1-1 0,-1 1 0,1 0 0,-1 0 0,1-1 0,-1 1 0,1 0 0,-1 0 0,1 0 0,-1 0 0,1 0 0,-1 0 0,0 0 0,0 0-1,-3-12 5977,0 0-3906,-5 8-2035,8 4 194,0 0 1,0 0 0,1 0 0,-1-1-1,0 1 1,0 0 0,1-1 0,-1 1-1,0 0 1,1-1 0,-1 1-1,1-1 1,-1 1 0,1-1 0,-1 0-1,1 1 1,-1-1 0,1 1-1,-1-1 1,1 0 0,0 1 0,-1-1-1,1 0 1,0 0 0,-1 1 0,1-1-1,0 0 1,0 0 0,0 1-1,0-1 1,0 0 0,0 0 0,0 1-1,0-1 1,0 0 0,1-1-1,-22-1 845,2 3-1169,11-1 0,0 1 0,0-1 0,0 2 0,0-1 0,0 1 0,0 0 0,0 1 0,0 0 0,0 0 0,0 0 0,0 1 0,1 1 0,0-1 0,-11 7 0,-48 37 0,48-36 0,-1 1 0,2 1 0,0 1 0,1 1 0,-20 21 0,22-20 0,-38 52 0,48-62 0,1-1 0,0 1 0,0 0 0,0 0 0,1 0 0,0 0 0,0 0 0,0 0 0,1 1 0,-1 10 0,1-15 0,1-1 0,0 1 0,0 0 0,-1 0 0,0 0 0,1-1 0,-1 1 0,0 0 0,1-1 0,-1 1 0,0-1 0,0 1 0,-1-1 0,1 1 0,0-1 0,-2 2 0,2-2 0,0 0 0,0-1 0,0 1 0,0 0 0,1 0 0,-1 0 0,0 0 0,1 0 0,-1 0 0,0 0 0,1 0 0,-1 0 0,1 0 0,0 0 0,-1 0 0,1 0 0,0 1 0,-1-1 0,1 0 0,0 0 0,0 0 0,0 1 0,0-1 0,0 0 0,1 0 0,-1 0 0,0 0 0,0 1 0,1-1 0,0 2 0,3 5 0,0-1 0,0 1 0,1-1 0,0 0 0,0 0 0,1 0 0,8 8 0,-7-12 0,0 0 0,1-1 0,-1 0 0,1 0 0,-1 0 0,1-1 0,-1 0 0,1-1 0,0 0 0,-1 0 0,1 0 0,0-1 0,-1 0 0,1-1 0,0 0 0,-1 0 0,9-4 0,-10 4 0,0-1 0,0 1 0,1 0 0,-1 0 0,12-2 0,-15 4 0,0 0 0,0 0 0,0-1 0,0 1 0,0-1 0,0 0 0,0 0 0,0 0 0,-1 0 0,1 0 0,0-1 0,-1 1 0,1-1 0,-1 0 0,1 0 0,-1 0 0,0 0 0,0 0 0,0 0 0,0 0 0,0-1 0,3-4 0,0-3 0,0 0 0,1 1 0,0 0 0,12-12 0,-12 14 0,0 0 0,-1-1 0,0 1 0,0-1 0,0 0 0,4-11 0,-5 4 0,0 0 0,-1 0 0,-1 0 0,0 0 0,-1-31 0,-4 25 0,-4 27 0,-2 35 0,7-10 0,1-22 0,1 0 0,0 0 0,0 0 0,0 0 0,1 0 0,4 16 0,0-11 0,1-1 0,0 1 0,1-2 0,0 1 0,1-1 0,0 0 0,15 16 0,-7-13 0,-11-10 0,0 0 0,1 0 0,-1 0 0,1 0 0,0-1 0,0 0 0,1 0 0,-1-1 0,1 0 0,12 4 0,4-8-2355,-17-1 908,-1-1 0,0 0 1,0 0-1,0-1 0,0 1 0,0-1 1,7-8-1,-11 11 1338,43-38-9715,-18 21 5545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24.4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76 215 2449,'0'-42'6396,"0"-57"1046,0 68-2263,0 0 3531,0 31-8675,0-1 0,0 1 0,0 0 0,1-1 0,-1 1 0,0 0 0,0-1 0,0 1 0,0 0 0,0-1 0,0 1 0,0 0 0,0-1 0,0 1 0,0 0 0,0-1 0,0 1 0,0 0 0,-1-1 0,1 1 0,0 0 0,0-1 0,0 1 0,0 0 0,-1 0 0,1-1 0,0 1 0,0 0 0,0 0 0,-1-1 0,1 1 0,0 0 0,0 0 0,-1-1 0,1 1 0,0 0 0,-1 0 0,1 0 0,0 0 0,-1 0 0,1 0 0,0-1 0,-1 1 0,1 0 0,0 0 0,-1 0 0,1 0 0,0 0 0,-1 0 0,1 0 0,0 0 0,-1 0 0,1 1 0,-1 0 0,0 0 0,0 0 0,0 0 0,0 0 0,1 0 0,-1 0 0,0 0 0,1 0 0,-1 0 1,1 0-1,-1 1 0,1-1 0,0 0 0,-1 0 0,1 1 0,0-1 0,0 0 0,0 1 0,0 1 0,0-1-35,0 0 0,0 0 0,-1 0 0,1 0 0,-1 0 0,1 0 0,-1-1 0,0 1 0,1 0 0,-1 0 0,0-1 0,0 1 0,0 0 0,-1-1 0,-1 3 0,1-2 0,1 0 0,-1 0 0,1 0 0,0 0 0,0 0 0,0 0 0,0 0 0,0 0 0,0 0 0,0 0 0,1 1 0,-1-1 0,1 0 0,-1 1 0,1 3 0,0 1 0,-1 0 0,0 0 0,0-1 0,-1 1 0,0 0 0,-5 11 0,4-12 0,1 1 0,0-1 0,0 1 0,0 0 0,1 0 0,-1 13 0,2 0 0,2 0 0,0 1 0,1-1 0,10 32 0,-10-37 0,7 36 0,-1-25 0,-6-19 0,-1 0 0,0 0 0,0 0 0,0 1 0,-1-1 0,1 14 0,-2-12 0,1 0 0,0 0 0,1-1 0,-1 1 0,1 0 0,1-1 0,0 0 0,8 16 0,7 24 0,-13-23 0,-4-20 0,0 0 0,0 0 0,0 0 0,0 0 0,1-1 0,0 1 0,0-1 0,0 1 0,5 7 0,19 38-2561,-23-42 1742,0 0 0,1 0 0,0 0 1,0-1-1,1 0 0,-1 0 0,2 0 0,-1 0 0,1-1 1,0 0-1,12 10 0,-10-11-932,3 4-1175,0 4-2762,4 2 1148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25.5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1 723 4002,'0'-4'1190,"0"0"1,1 1-1,-1-1 1,1 1-1,0-1 1,0 1-1,0 0 1,3-5-1,-3 4 245,1-1-1,0 1 1,-1 0 0,0 0 0,0-1-1,0 1 1,-1-1 0,1-6 0,-1 347 3703,0-332-5138,0 1 0,1 0 0,-1 0 0,1-1 0,1 1 0,-1 0 0,0-1 0,1 1 0,4 7 0,11 30 0,-12-29 0,1 0 0,0-1 0,1 1 0,8 11 0,-7 2 0,-2-22 0,-5-2 0,1-1 0,-1 0 0,1 1 0,-1-1 0,1 0 0,0 0 0,0 0 0,0 0 0,0 0 0,-1-1 0,1 1 0,0 0 0,0-1 0,0 1 0,0-1 0,1 0 0,-1 0 0,0 0 0,0 0 0,0 0 0,0 0 0,0-1 0,0 1 0,0-1 0,0 1 0,2-2 0,5-5 0,-1-1 0,-1 0 0,1 0 0,-1-1 0,-1 0 0,1 0 0,-2-1 0,1 1 0,6-19 0,-8 15 0,0 1 0,1 0 0,9-17 0,-13 25 0,1-1 0,-1 1 0,0 0 0,0-1 0,0 1 0,-1-1 0,0 1 0,1-1 0,-2 1 0,1 0 0,-1-7 0,0 6 0,0 0 0,1 1 0,0-1 0,0 0 0,1 0 0,-1 0 0,3-8 0,-2 10 0,1 0 0,0-1 0,0 0 0,-1 1 0,1-1 0,-1 0 0,0 0 0,0 0 0,0 0 0,0-8 0,1 12 0,-1 1 0,0-1 0,1 0 0,-1 1 0,0-1 0,1 1 0,-1 0 0,0-1 0,0 1 0,1 0 0,-1 0 0,0-1 0,0 1 0,0 0 0,0 0 0,0 0 0,0 1 0,0-1 0,-1 0 0,1 0 0,0 0 0,-1 1 0,1-1 0,-1 0 0,1 0 0,-1 1 0,1-1 0,-1 1 0,0-1 0,0 3 0,1 3 0,0 0 0,1 0 0,-1 0 0,1 0 0,1 0 0,-1 0 0,1 0 0,0-1 0,8 13 0,10 23 0,-19-36 0,1 1 0,-1-1 0,1 0 0,0 0 0,0 0 0,1 0 0,-1-1 0,1 1 0,1-1 0,6 6 0,21 31 0,-29-38 0,-1 0 0,0 0 0,1 0 0,0-1 0,0 1 0,0-1 0,0 0 0,0 0 0,7 4 0,-8-6 0,0-1 0,0 1 0,0-1 0,0 0 0,0 0 0,0 0 0,0 0 0,0 0 0,0-1 0,0 1 0,0 0 0,0-1 0,0 1 0,0-1 0,0 0 0,-1 0 0,1 0 0,0 0 0,0 0 0,-1 0 0,1 0 0,0-1 0,-1 1 0,0 0 0,1-1 0,1-2 0,-2 3 0,0 0 0,0-1 0,-1 1 0,1 0 0,0 0 0,-1 0 0,1 0 0,-1-1 0,0 1 0,1 0 0,-1 0 0,0-1 0,0 1 0,1 0 0,-1-1 0,0 1 0,0 0 0,-1-2 0,2-10 0,38-85 0,-36 87 0,-1-1 0,-1 1 0,0-1 0,0 1 0,-1-1 0,-2-16 0,1-2 0,1-252-5824,0 277 3444,0 49-2411,19 49 5628,-19-91-758,0 0 0,0 0 0,0 0 0,1-1 0,-1 1 0,1 0-1,-1 0 1,1-1 0,0 1 0,-1-1 0,1 1 0,0 0-1,0-1 1,0 1 0,0-1 0,1 0 0,-1 1 0,0-1 0,0 0-1,1 0 1,-1 0 0,3 1 0,-2 0 48,0-1 0,0 1 0,0 0 0,0-1 0,-1 1 0,1 0 1,0 0-1,-1 0 0,1 0 0,-1 1 0,0-1 0,1 3 0,1 1 112,0 0 0,0 0 0,0-1 0,1 1 0,0-1 0,0 1 0,0-1 0,0 0-1,1-1 1,0 1 0,0-1 0,0 0 0,1 0 0,0-1 0,5 4 0,12 4 1239,1-1-1,39 11 1,-27-10-1042,-32-10-436,-1-1 0,1 0 0,0 0 0,0 0 0,0-1 0,0 0 0,0 1 0,0-1 0,-1 0 0,1-1 0,5-1 0,12-4 0,-13 4 0,0 0 0,-1 0 0,1-1 0,0 0 0,-1-1 0,0 1 0,0-2 0,0 1 0,-1-1 0,0 0 0,0 0 0,0 0 0,-1-1 0,0 0 0,4-7 0,-1-25 0,-3 33 0,-3 3 0,0-1 0,0 1 0,0 0 0,0 0 0,-1-1 0,1 1 0,-1-1 0,0 1 0,0-1 0,0 0 0,0 1 0,0-1 0,-1 0 0,0 0 0,0 0 0,0-3 0,0 4 0,0 1 0,-1 0 0,1 0 0,-1 0 0,1 0 0,-1 0 0,1 0 0,-1 0 0,0 0 0,0 0 0,0 0 0,0 0 0,0 0 0,-1 1 0,1-1 0,-2-1 0,2 2 0,-1-1 0,1 1 0,0-1 0,0 1 0,0-1 0,0 0 0,0 1 0,0-1 0,1 0 0,-1 0 0,0 0 0,1 1 0,-1-1 0,1 0 0,0-3 0,-1 3 0,1 0 0,-1 0 0,1 0 0,-1 0 0,1 0 0,-1 0 0,0 1 0,0-1 0,0 0 0,0 0 0,0 1 0,-1-1 0,1 1 0,0-1 0,-1 1 0,1 0 0,-1 0 0,1-1 0,-1 1 0,0 0 0,1 0 0,-1 0 0,0 1 0,0-1 0,0 0 0,1 1 0,-1-1 0,0 1 0,0 0 0,0-1 0,-2 1 0,-4-1 0,0 0 0,-1 0 0,1 1 0,0 0 0,0 1 0,-12 2 0,14-2 0,0 1 0,0 0 0,1 1 0,-1-1 0,1 1 0,-1 0 0,1 0 0,0 1 0,0 0 0,1-1 0,-1 2 0,1-1 0,0 0 0,0 1 0,0 0 0,1 0 0,-4 5 0,-6 16 0,10-22 0,1-1 0,0 1 0,0 0 0,0 0 0,1 0 0,-1 0 0,1 0 0,0 1 0,0-1 0,1 0 0,-1 0 0,1 1 0,0 4 0,0-2 0,0 0 0,0-1 0,0 1 0,1 0 0,0-1 0,1 1 0,-1-1 0,1 1 0,0-1 0,1 0 0,-1 0 0,8 11 0,-8-12 0,0 0 0,0 0 0,0 1 0,0-1 0,-1 0 0,2 12 0,-3-12 0,1 1 0,0-1 0,1 1 0,-1-1 0,1 0 0,5 10 0,-4-8-326,0 0 0,1-1 0,0 1 0,0-1 1,0 0-1,1 0 0,0-1 0,0 1 0,1-1 0,0 0 0,-1-1 0,10 6 0,-4-4-1619,1 0 0,1 0 0,-1-2 0,1 0 0,-1 0 0,1-1 0,1 0 0,-1-1 0,26 0 0,-14-3 473,0-1 1,1-2 0,-2 0 0,34-11-1,-48 11 1382,0 0 0,0-1 0,-1 0 0,1 0 0,15-14 0,11-5 460,-20 14 627,-1-1 0,-1-1 0,1 0 0,-2-1 0,0-1 0,0 0 0,-2 0 0,1-2 0,-2 1 0,15-29 0,16-22 3974,-38 61-4200,0 0-1,0 0 1,-1 0 0,0 0 0,0 0 0,0-1 0,-1 1 0,1-1-1,-1 1 1,-1-1 0,1 1 0,-1-1 0,0 0 0,-1-8 0,1-6 2657,-1 18-3415,1 1 0,-1 0 0,1 0 0,-1 0 1,0 0-1,1 0 0,-1 1 0,0-1 0,0 0 1,0 0-1,0 0 0,0 1 0,1-1 1,-1 0-1,0 1 0,-1-1 0,1 1 0,0-1 1,0 1-1,0 0 0,0-1 0,0 1 1,0 0-1,0 0 0,-1-1 0,0 1 0,0 0-17,0 0-1,-1-1 1,1 1 0,0 0-1,0 0 1,0 0-1,0 0 1,-1 0-1,1 1 1,0-1-1,0 1 1,0-1-1,0 1 1,0 0-1,-3 1 1,3 0 4,-45 43 0,44-41 0,0-1 0,0 1 0,0-1 0,1 1 0,0 0 0,-1 0 0,2 0 0,-1 0 0,0 1 0,1-1 0,0 0 0,0 1 0,-1 6 0,2-4 0,-1 0 0,0-1 0,0 1 0,-1 0 0,0-1 0,-5 13 0,4-13 0,1 0 0,0 1 0,0 0 0,0 0 0,1-1 0,-1 15 0,0 12 0,1-24 0,1 0 0,0 1 0,0-1 0,1 0 0,0 0 0,0 0 0,4 12 0,1-5 0,-3-8 0,0 0 0,0 0 0,-1 0 0,0 0 0,-1 1 0,1-1 0,-1 13 0,-1-20 0,-1 1 0,1-1 0,0 1 0,0 0 0,0-1 0,0 1 0,0 0 0,0-1 0,1 1 0,-1-1 0,0 1 0,1 0 0,0-1 0,-1 1 0,1-1 0,0 0 0,-1 1 0,1-1 0,0 1 0,0-1 0,0 0 0,0 0 0,1 0 0,-1 1 0,0-1 0,0 0 0,1 0 0,-1-1 0,0 1 0,1 0 0,-1 0 0,1-1 0,-1 1 0,1-1 0,0 1 0,-1-1 0,1 0 0,-1 1 0,1-1 0,0 0 0,-1 0 0,1 0 0,0 0 0,-1-1 0,1 1 0,-1 0 0,1-1 0,0 1 0,-1-1 0,1 1 0,-1-1 0,0 0 0,1 0 0,-1 0 0,1 0 0,-1 0 0,0 0 0,0 0 0,1 0 0,-1 0 0,0 0 0,0-1 0,0 1 0,-1 0 0,2-3 0,23-56 0,-19 49 0,0-1 0,-1 1 0,0-1 0,-1 0 0,0 0 0,-1 0 0,0 0 0,1-17 0,6-26 0,4-8 0,-3-1 0,-2 0 0,-1-82 0,-7 65 0,1 13 0,-3-1 0,-16-110 0,15 144 0,2 30 0,0 1 0,0-1 0,0 0 0,-1 1 0,0-1 0,0 1 0,-2-8 0,-7-3 0,8 14 0,1 0 0,0-1 0,0 1 0,0 0 0,0-1 0,0 1 0,0-1 0,0 1 0,1-1 0,-1 0 0,0 1 0,1-1 0,0 0 0,-1 0 0,1 1 0,0-3 0,0 218 0,1-186 0,1-1 0,11 47 0,2 10 0,44 317 0,-24-188-7382,-33-202 5654,1 1 0,1 0 0,0-1 0,9 17 0,0 1-2272,-9 2-1910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27.4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4851 65 4754,'0'-8'9171,"0"-17"-4932,0 18 386,1 6-4450,-1 0 0,0 0 1,0 0-1,0 0 0,0 0 0,0 0 0,0 0 1,-1 0-1,1 1 0,0-1 0,0 0 0,-1 0 1,1 0-1,0 0 0,-1 0 0,1 0 0,-1 1 1,1-1-1,-1 0 0,0 0 0,1 1 0,-1-1 1,0 0-1,0 0 0,-23-1 4794,11 2-4340,-81 11-629,41-2 0,16-2 0,-66 3 0,-15 6 0,-22-5 0,57-4 0,61-3 0,1-2 0,-25 0 0,-209 7 0,2-3 0,-22 3 0,142-6 0,94-4 0,-48 4 0,-226 21 0,123-9 0,102-5 0,-27 1 0,-107 6 0,115-8 0,26-2 0,50-6 0,0 2 0,-32 6 0,34-4 0,-56 3 0,-110 3 0,53 4 0,-46-4 0,-649-11 0,698-11 0,115 11 0,-42 2 0,62-2 0,0 1 0,1 0 0,-1-1 0,0 1 0,1 1 0,-1-1 0,1 1 0,-1-1 0,1 1 0,0 0 0,0 0 0,0 0 0,0 1 0,-3 2 0,-2 3 0,7-7 0,-1 1 0,1-1 0,-1 1 0,1 0 0,0-1 0,0 1 0,0 0 0,0 0 0,0 0 0,0 0 0,0 0 0,1 0 0,-1 0 0,1 0 0,-1 0 0,1 1 0,0-1 0,0 0 0,0 0 0,0 0 0,0 3 0,-8 31 0,6-31 0,0 0 0,0 0 0,1 0 0,0 0 0,0 0 0,0 8 0,-1 26 0,1-26 0,0-1 0,1 1 0,0 0 0,1-1 0,5 24 0,-2-17 0,0-1 0,-1 1 0,0 0 0,-2 0 0,-1 20 0,0 549 0,0-585 0,1 0 0,-1 0 0,0-1 0,1 1 0,0 0 0,0-1 0,-1 1 0,1 0 0,1-1 0,-1 1 0,0-1 0,1 1 0,1 2 0,-1-3 0,0 0 0,-1 1 0,1-1 0,-1 0 0,0 1 0,0 0 0,0-1 0,0 1 0,0 0 0,-1-1 0,1 1 0,-1 0 0,1 3 0,-2 17 0,0-16 0,1 1 0,-1-1 0,2 0 0,-1 0 0,1 0 0,0 0 0,0 0 0,0 0 0,1 0 0,1-1 0,-1 1 0,4 7 0,-4-11 0,-1 1 0,0 0 0,0 0 0,-1 0 0,1 0 0,-1 0 0,1 0 0,-1 0 0,-1 0 0,1 0 0,-2 6 0,1 5 0,1-13 0,0-1 0,0 1 0,0 0 0,0-1 0,1 1 0,-1-1 0,0 1 0,1-1 0,-1 1 0,1-1 0,-1 1 0,1-1 0,0 1 0,-1-1 0,1 0 0,0 1 0,0-1 0,0 0 0,0 0 0,0 0 0,2 2 0,-1-2 0,-1 0 0,0 0 0,0 0 0,0 0 0,0 0 0,0 1 0,0-1 0,0 0 0,-1 1 0,1-1 0,0 1 0,-1-1 0,1 1 0,-1-1 0,1 1 0,-1-1 0,0 1 0,0-1 0,1 1 0,-1-1 0,-1 3 0,1-3 0,1 1 0,-1-1 0,0 0 0,0 0 0,0 0 0,1 0 0,-1 1 0,1-1 0,-1 0 0,1 0 0,-1 0 0,1 0 0,0 0 0,-1 0 0,1 0 0,0 0 0,1 0 0,-1 0 0,0 0 0,-1 0 0,1 0 0,0 0 0,0 0 0,-1 0 0,1 0 0,-1 0 0,1 0 0,-1 0 0,1 0 0,-1 0 0,0 1 0,1-1 0,-1 0 0,0 0 0,0 2 0,2-1 0,-1 0 0,1 0 0,0-1 0,-1 1 0,1 0 0,0-1 0,0 1 0,0-1 0,1 1 0,-1-1 0,0 0 0,0 0 0,3 1 0,9 6 0,-3-2 0,0-1 0,0 0 0,0 0 0,1-1 0,-1 0 0,1-1 0,0 0 0,22 1 0,61 7 0,-53-4 0,10 1 0,159-8 0,-205 0 0,0 0 0,0 0 0,0-1 0,0 0 0,0 0 0,7-3 0,-7 2 0,0 0 0,1 1 0,-1-1 0,0 2 0,1-1 0,7 1 0,-12 0 0,204-9 0,-181 7 0,48 2 0,-56 1 0,1-1 0,0 0 0,19-4 0,-11-1 0,1 1 0,0 2 0,49 0 0,82-8 0,-138 10 0,0-1 0,-1 0 0,1-2 0,26-5 0,5 5 0,-40 4 0,0 0 0,-1-2 0,1 1 0,15-4 0,19-2 0,88-3 0,-5 2 0,-97 5 0,47 3 0,-52 1 0,1-2 0,46-5 0,-12-2 0,1 2 0,64 4 0,-59 2 0,92-11 0,-140 8 0,0 1 0,28 3 0,-34-1 0,-1-1 0,1 0 0,0-1 0,18-2 0,4-4 0,-1 2 0,1 2 0,48 1 0,44-3 0,-46 4 0,-57 1 0,1 0 0,29-4 0,-31 0 0,0 0 0,0 1 0,29 1 0,66-9 0,3-4 0,43 4 0,-154 11 0,32 1 0,1-2 0,77-12 0,-106 11 0,0 0 0,1 1 0,-1 0 0,26 3 0,-16-1 0,-4-1 0,-4 1 0,0-1 0,-1-1 0,1-1 0,21-5 0,-29 6 0,1 0 0,-1 0 0,1 1 0,15 1 0,-14 0 0,0 0 0,0-1 0,0-1 0,15-2 0,27-4 0,0 3 0,52 2 0,-100 2 0,-1 0 0,0 0 0,1-1 0,-1 1 0,1-1 0,-1 0 0,0 0 0,0 0 0,6-2 0,-6 1 0,-1 1 0,1 0 0,0 0 0,0 0 0,-1 1 0,1-1 0,0 1 0,0-1 0,5 1 0,12 0 0,0-1 0,-1-2 0,1 1 0,-1-2 0,30-10 0,20 3 0,-54 10 0,12-2 0,9-14 0,5 0 0,-39 16 0,-1 0 0,0 1 0,1-1 0,-1 0 0,0 0 0,0-1 0,0 1 0,0 0 0,0 0 0,0-1 0,0 1 0,0 0 0,0-1 0,-1 1 0,1-1 0,0 1 0,-1-1 0,1 1 0,-1-1 0,0 1 0,1-1 0,-1-2 0,0 4 0,0-1 0,0 0 0,0 0 0,0 1 0,0-1 0,0 0 0,0 1 0,0-1 0,1 0 0,-1 0 0,0 1 0,0-1 0,1 0 0,-1 1 0,1-1 0,-1 0 0,0 1 0,1-1 0,-1 1 0,1-1 0,-1 1 0,1-1 0,0 1 0,-1-1 0,1 1 0,-1-1 0,1 1 0,0 0 0,0-1 0,-1 1 0,2 0 0,-1-1 0,0 1 0,0 0 0,-1 0 0,1-1 0,0 1 0,0-1 0,-1 1 0,1-1 0,0 1 0,0-1 0,-1 1 0,1-1 0,-1 0 0,1 1 0,-1-1 0,1 0 0,-1 0 0,1 1 0,-1-1 0,1 0 0,-1 0 0,0 1 0,0-1 0,1 0 0,-1 0 0,0 0 0,0 0 0,0 0 0,0 1 0,0-1 0,0-2 0,0-159 0,0 160 0,0 0 0,-1 0 0,1 0 0,0 0 0,-1 0 0,0 1 0,1-1 0,-1 0 0,0 0 0,0 0 0,0 0 0,0 1 0,0-1 0,0 0 0,-3-1 0,3 1 0,-1 0 0,1 1 0,0-1 0,0 0 0,-1 0 0,1 0 0,0 0 0,1 0 0,-1 0 0,0 0 0,0 0 0,1 0 0,0 0 0,-1 0 0,1-4 0,0-208 0,-9 181 0,7 29 0,1-1 0,-1 1 0,1-1 0,0 0 0,0 1 0,0-1 0,0-7 0,2-4 0,0 11 0,0 1 0,-1-1 0,1 0 0,-1 0 0,0 0 0,-1 0 0,1 0 0,-1 0 0,0 1 0,0-1 0,-4-9 0,3 12 0,0 1 0,0-1 0,0 0 0,0 0 0,1-1 0,-1 1 0,0 0 0,1-1 0,0 1 0,-1 0 0,1-1 0,0 0 0,0 1 0,1-1 0,-1 0 0,0 1 0,1-1 0,0 0 0,-1 0 0,1 1 0,0-1 0,1 0 0,-1 0 0,1-3 0,-1-234 0,0 238 0,0 1 0,0-1 0,0 0 0,0 1 0,-1-1 0,1 0 0,0 1 0,-1-1 0,0 0 0,1 1 0,-1-1 0,0 1 0,0-1 0,1 1 0,-3-3 0,1 2 0,1 1 0,0 0 0,1-1 0,-1 1 0,0-1 0,0 0 0,1 1 0,-1-1 0,1 1 0,-1-1 0,1 0 0,-1 0 0,1 1 0,0-1 0,0-3 0,0-105 0,0 106 0,-1 1 0,1-1 0,-1 0 0,0 0 0,0 1 0,0-1 0,-1 1 0,0-1 0,-2-4 0,2 4 0,0 0 0,0 1 0,0-1 0,1 0 0,-1 0 0,1 0 0,0 0 0,0 0 0,0-8 0,1-136 0,0 147-101,-1 0 1,1 0-1,0 0 1,-1 0-1,1 0 1,-1 0-1,1 0 1,-1 0-1,1 1 1,-1-1-1,0 0 1,0 0-1,1 1 1,-1-1-1,0 0 1,0 1-1,0-1 1,0 1-1,0-1 1,1 1-1,-1-1 1,0 1-1,0 0 1,0 0-1,0-1 1,0 1-1,0 0 1,0 0-1,0 0 1,0 0-1,-1 0 1,1 0-1,0 0 1,0 0-1,0 1 1,0-1-1,0 0 1,-1 1-1,-7 0-1507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41.0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14522 177 5346,'-8'1'567,"0"-1"-1,1-1 1,-1 1-1,0-1 0,0-1 1,-15-4-1,-27 2-430,-108-35 3791,90 22-1746,33 10-1000,-113-10 930,12 2-1122,-84-7-501,60 7-293,37 7-101,54 5-20,-152-2 13,-57-5-3,205 6-63,0 2 1,-91 12-1,-29-1 40,-21 4-11,3 0-71,-29-2 48,7 5 80,-11-3-107,-12-5-21,61-5 50,-330 2 11,265-8 0,-355 3 275,308 16-281,-247-6 100,296 6-89,172-17-37,-72 4 32,-97 6-131,21 7 121,-11-6-25,7 6 35,2-5-131,-7 2 126,-14-2-30,-4 4-5,131-12 6,24-1-14,-112 12-38,-71-4-95,79 6-43,-27 2-141,-4 1 36,27-3 198,-69-6 38,-6 6-32,28-7 149,-135-5 163,219-6-139,-270 2-64,299-11 61,-306 11-162,340 11 31,56-4 39,-9 1 54,-70 3-1,15 5-73,76-15 18,-77 11-1,14-8-27,-38 18 72,49-10 71,65-11-40,30-1-62,-1-1-1,1 1 0,0 0 1,-1 0-1,1 1 0,-1-1 1,1 1-1,-6 1 0,-9 3 0,0-2-1,0 0 0,0-1 1,0-1-1,-30-1 1,24-1 67,1 1 1,-1 2-1,-30 5 0,-14 11 27,64-18-72,1 1 1,0 0 0,0 0 0,-1 0 0,1 1 0,0-1-1,0 1 1,0-1 0,0 1 0,1 0 0,-1 0 0,0 0-1,1 1 1,0-1 0,-1 1 0,1-1 0,0 1 0,-2 3-1,-45 36 973,31-23-474,11-12-366,1-1 0,-1 1 0,2 0 1,-1 0-1,1 0 0,0 1 0,0 0 1,-4 11-1,-12 15 322,18-30-432,-1 0-1,1 0 0,1 1 1,-1-1-1,1 1 1,-1-1-1,1 1 0,-2 7 1,-1 7 58,-2 0 0,0-1 0,-16 30 0,20-42-87,0 1 0,0-1 1,1 1-1,0-1 0,0 1 0,1 0 0,-1 7 1,-5 18 103,-2-5-44,6-19-57,0 0-1,1 0 1,0 0-1,0 1 1,1-1-1,0 13 1,-1 2 13,0-1 0,-2 1 0,0-1 0,-8 24 0,6-24 16,0-1-1,2 1 0,1 0 1,-1 25-1,-15 127 126,18-159-184,-1 0-1,0 1 1,-7 24-1,5-25 3,1 0 0,0 0-1,-1 26 1,4-14-5,1-15 15,-1 0 0,0 0 1,-1 0-1,-4 20 1,-4-5 13,6-19-14,0 0 0,1-1 0,0 1 0,1 0 0,-1 1-1,1 12 1,1 268 87,0-284-96,0 1 0,1-1-1,0 1 1,0-1 0,0 1 0,0-1 0,1 0 0,0 1-1,4 6 1,-4-8 7,0 0-1,0 0 1,-1 0-1,1 0 0,-1 0 1,0 0-1,0 1 1,-1-1-1,1 6 1,-1-8-3,0 1 0,0 0 0,0-1 0,1 1 0,-1-1 0,1 1 0,0 0 0,0-1 0,0 0 0,0 1 0,0-1 0,0 1 0,1-1 0,1 3 0,7 13 5,0 9 28,-9-21-23,1-1 1,0 1-1,0 0 1,0 0 0,1-1-1,-1 1 1,1-1-1,1 0 1,-1 0 0,1 0-1,0-1 1,0 1-1,0-1 1,1 0-1,-1 0 1,9 5 0,15 10 73,-24-16-70,0 0 0,0 0 0,1 0-1,0-1 1,-1 0 0,11 4 0,133 20 246,-140-25-250,-1-1 1,1 0 0,-1 0-1,1-1 1,-1 0 0,14-3-1,32-4 73,-9 6-89,54-9 0,-55 5-9,53-1 1,-69 5 18,1-1 1,-1 0-1,35-11 0,-25 5 28,49-4 0,-10 2-29,88-24 1,-25 4-22,45 2 49,-157 26-17,-1-1 0,43-13 1,-43 9-17,0 2 0,44-5 1,117-8 28,-85-3-15,-16 13-28,-37 5 43,52-11 0,-26 2-70,100-3 0,-25 4 89,-47 0-46,225-15 58,-83 11-89,95-4 38,-139 5-17,-103 7 23,69-2-3,91 0-36,-69-4-37,0 1 51,27-3 93,-2 6-101,8-6 42,11 0-34,336 6 2,526 10 3,-709 10 32,-64 3-104,-12 2 107,148 14 29,-245-12 6,-88-9-76,103 6-50,106 12 109,-2 1 70,80 15 621,-7-2 681,-127-13-924,-16-1-218,-94-8-210,-86-11 27,411 35 386,-366-32-399,-66-7-62,60 12-1,27 3 5,-80-11 25,116 4 207,130-7-8,-173-6-191,-112 0-54,0 0 0,41-10 0,2 0 0,-55 7 0,1 0 0,25-11 0,-15 6 0,-11 2 0,-1-1 0,1 0 0,-1-1 0,-1 0 0,0-2 0,-1 1 0,0-2 0,0 0 0,21-29 0,-10 1 0,-3 1 0,-15 27 0,-1 1 0,-1-1 0,0 0 0,0 0 0,4-21 0,4-13 0,26-86 0,8-56 0,-33 127 0,-9 43 0,-1-1 0,0 0 0,0-30 0,15-233 0,-19 41 0,-19 123 0,19 116 0,0 0 0,0 0 0,0 0 0,-1 1 0,0-1 0,1 0 0,-1 0 0,0 0 0,0 1 0,-1-1 0,1 0 0,-1 1 0,-2-5 0,2 5 0,1 0 0,-1-1 0,1 1 0,0 0 0,-1-1 0,1 1 0,1 0 0,-1-1 0,0 0 0,0 1 0,1-1 0,0 1 0,-1-6 0,-8-28 0,7 31 0,1 1 0,-1-1 0,1 1 0,0-1 0,0 1 0,0-1 0,0-7 0,1-2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41.1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66 38 32767,'0'-11'-896,"-18"11"-4067,-11-16-8531,11 6 6979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45.3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 59 2113,'-1'-8'7942,"-2"2"-4329,-12-2-3633,11 6 1184,-1 0-203,4 5-848,1 1 0,-1 0 0,1-1 0,0 1 0,0 0 0,0-1 0,0 1 0,1 4 1,0 10 567,-3 32 556,0-32-780,2 1 1,-1 0 0,2-1 0,1 1-1,5 27 1,32 102 703,4 24-842,-11-52-265,-17-72-22,-12-39-23,0-1 0,0 1-1,-1 0 1,0-1 0,-1 1 0,1 11 0,-2-14 3,1-1 0,-1 1 1,1-1-1,1 1 0,-1-1 1,4 9-1,-3-9-3,-1 1 0,1-1 0,-1 0 0,0 1 0,0-1 0,0 9 0,0-55 219,2-17-203,-10-110-1,2 139-6,1 8 1,1 0 0,-1-27 0,4 35-15,-2 0 0,1 1 0,-2-1 0,-5-19 0,4 20 82,1 0 0,1 0-1,0-1 1,-1-18-1,-16-141 5262,19 170-5203,0-1-1,0 0 1,0 0 0,-1 1 0,1-1-1,-1 0 1,0 0 0,0 1 0,0-1-1,0 1 1,0-1 0,-1 1 0,1-1 0,-3-2-1,2 3-61,1 0 1,-1 0-1,1-1 0,0 1 0,0 0 0,0-1 0,0 1 0,0-1 0,0 1 0,1-1 1,-1 1-1,1-1 0,-1 1 0,1-4 0,0 5-82,0 1 0,0 0 0,0 0 0,0-1 0,0 1 0,0 0 0,-1-1 0,1 1 0,0 0 0,0-1 0,0 1 0,0 0 0,0 0 0,1-1 0,-1 1 0,0 0 0,0-1 0,0 1 0,0 0 0,0-1 0,0 1 0,0 0 0,1 0 0,-1-1 0,0 1 0,0 0 0,0 0 0,0-1 0,1 1 0,-1 0 0,0 0 0,0 0 0,1-1 0,-1 1 0,0 0 0,0 0 0,1 0 0,-1 0 0,0 0 0,1 0 0,-1 0 0,0-1 0,1 1 0,-1 0 0,14 12 0,16 29 0,-28-39 0,7 9 0,0 0 0,1 0 0,0 0 0,1-2 0,1 1 0,-1-1 0,1-1 0,24 13 0,-35-21 0,8 4 0,0 1 0,0 0 0,0 1 0,0 0 0,12 12 0,-11-12 1,0 1 0,1-1-1,-1-1 1,1 0 0,0 0 0,19 4 0,23 10-268,-29-11-712,2-1 1,-1-1-1,1-2 0,0 0 1,0-2-1,0 0 1,0-2-1,50-7 1,-55 5 732,-1-2 1,0-1 0,1 0-1,-2-2 1,1 0-1,-1-1 1,0-1-1,33-21 1,-18 4 144,-25 21 160,-1-1 0,0 0 0,0 0 0,-1-1-1,1 0 1,-1-1 0,-1 1 0,0-1 0,0 0 0,9-17 0,-10 9 1135,0 0 1,-1 0-1,0-1 1,-2 0-1,0 0 1,0 0-1,-3-30 1,1 35-245,-2-1-756,-3 14-117,-8 18-102,10-12 3,-6-1 22,8-5 0,0 0 0,0 0 0,0 0 0,0 0 0,0 0 0,0 0 0,0 0 0,0 0 0,0 0 0,0 0 0,1 1 0,-1-1 0,0 0 0,1 0 0,-1 1 0,1-1 0,0 1 0,-1-1 0,1 0 0,0 1 0,0-1 0,0 1 0,0-1 0,0 0 0,0 3 0,-2 17 0,-1 0 0,-2 0 0,0 0 0,-1-1 0,-1 1 0,-13 26 0,-2 10 0,20-51 0,1 1 0,-1-1 0,1 1 0,1-1 0,-1 1 0,1 0 0,2 10 0,-2-9 0,1 0 0,-2 0 0,1 0 0,-3 14 0,1-14 0,-2 8 0,1 0 0,0 0 0,1 1 0,0 22 0,2-34 0,0-1 0,-1 1 0,0-1 0,0 1 0,0-1 0,0 1 0,-1-1 0,-4 8 0,4-7 0,0 0 0,0 0 0,0 0 0,0 0 0,1 0 0,0 1 0,0-1 0,0 1 0,0 5 0,0 5 0,0 4 0,1-20 0,0 0 0,0 0 0,1 0 0,-1 0 0,0 0 0,0-1 0,0 1 0,0 0 0,0 0 0,0 0 0,0 0 0,1 0 0,-1 0 0,0 0 0,0 0 0,0-1 0,0 1 0,0 0 0,1 0 0,-1 0 0,0 0 0,0 0 0,0 0 0,0 0 0,0 0 0,1 0 0,-1 0 0,0 0 0,0 0 0,0 0 0,0 0 0,1 0 0,-1 0 0,0 0 0,0 0 0,0 0 0,0 1 0,0-1 0,1 0 0,-1 0 0,0 0 0,0 0 0,0 0 0,0 0 0,0 0 0,0 0 0,1 1 0,-1-1 0,0 0 0,0 0 0,0 0 0,0 0 0,0 0 0,0 1 0,0-1 0,0 0 0,0 0 0,0 0 0,0 0 0,0 0 0,0 1 0,0-1 0,0 0 0,0 0 0,0 0 0,0 0 0,0 1 0,0-1 0,0 0 0,6-7 0,-1 0 0,0 0 0,-1 0 0,0-1 0,0 0 0,0 0 0,3-11 0,-2 7 0,0-1 0,1 1 0,9-15 0,-9 16 0,0 1 0,-1-1 0,0 0 0,-1 0 0,-1-1 0,0 1 0,0-1 0,2-22 0,7-29 0,27-83 0,-23 97 0,-13 43 0,-1-1 0,1 1 0,-1-1 0,-1 0 0,1 0 0,-1 1 0,0-10 0,-1 10 0,1 1 0,0 0 0,0-1 0,0 1 0,0 0 0,3-8 0,-2 8 0,0-1 0,0 1 0,-1-1 0,0 1 0,0-1 0,0-8 0,-1 14 0,0-1 0,0 0 0,0 0 0,0 0 0,0 0 0,0 1 0,0-1 0,0 0 0,1 0 0,-1 0 0,0 1 0,1-1 0,-1 0 0,0 0 0,1 1 0,-1-1 0,1 0 0,-1 1 0,1-1 0,-1 0 0,1 1 0,0-1 0,-1 1 0,1-1 0,0 1 0,-1-1 0,1 1 0,0 0 0,0-1 0,-1 1 0,2-1 0,-1 1 0,-1 1 0,1-1 0,0 0 0,0 0 0,-1 0 0,1 1 0,0-1 0,-1 0 0,1 1 0,-1-1 0,1 0 0,0 1 0,-1-1 0,1 1 0,-1-1 0,1 1 0,-1-1 0,1 1 0,-1-1 0,0 1 0,1 0 0,-1-1 0,0 1 0,1 0 0,-1-1 0,0 1 0,0 0 0,0-1 0,1 1 0,-1 0 0,0-1 0,0 1 0,0 0 0,0 0 0,0-1 0,0 1 0,0 0 0,-1 0 0,20 186 0,-19-178 0,2 0 0,-1 1 0,1-1 0,0 0 0,1 0 0,4 9 0,7 29 0,-8-25 0,-4-13 0,1-1 0,-2 1 0,1-1 0,0 16 0,-2-18 0,0-1 0,1 0 0,0 1 0,0-1 0,1 0 0,0 0 0,-1 1 0,2-1 0,-1 0 0,0-1 0,1 1 0,5 6 0,-3-3 0,-1-1 0,1 1 0,-2 0 0,5 11 0,2 28-367,-8-34-221,0 0-1,1-1 0,8 24 1,3 7-3483,-10-29 1382,1 1 0,0-1 0,0 0 1,9 14-1,5-9-1612,-14 6 553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45.5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1 262 8436,'3'-4'596,"0"0"0,0 0 1,0 0-1,0 0 0,-1 0 1,1-1-1,-1 1 0,-1-1 0,1 0 1,0 0-1,-1 0 0,0 1 1,0-1-1,0-7 0,-2-82 5399,-1 44-757,2 13-2599,0 30-1562,0 29-639,0 227-438,0-236 0,1 0 0,1 0 0,4 18 0,-3-18 0,0 0 0,-1 0 0,0 18 0,-4 21-469,0-32-246,1 1-1,1 0 1,1 0-1,1-1 0,4 21 1,4-14-1690,-7-22 1720,-1 0 0,0 0 0,0 1 0,-1-1 0,0 1 0,0-1 0,0 1 0,0 6 1,-1 66-9126,0-50 5258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45.6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76 306 9012,'0'-26'8020,"-28"-11"-3762,9 5-2129,19 6-1089,-28-1-576,28 1-336,0 15-224,0-15-560,0 10-480,0-10-849,0 10-769,28 5-591,-9-4-337,-19 4-160,28 11 401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46.2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294 1 3506,'27'4'6712,"18"3"-2657,-45-7-4002,1 0-1,0 0 0,-1 1 1,1-1-1,0 0 0,0 0 0,-1 0 1,1 0-1,0 0 0,0 0 1,-1 0-1,1 0 0,0 0 0,0 0 1,-1-1-1,1 1 0,0 0 1,-1 0-1,1-1 0,0 1 0,-1 0 1,1-1-1,0 1 0,-1-1 1,1 1-1,-1-1 0,1 1 0,-1-1 1,1 1-1,-1-1 0,1 0 1,-1 1-1,0-1 0,1-1 0,15 1 1453,-70 2 4486,40 0-5094,0 1 1,0 0-1,1 1 1,-1 0-1,1 1 0,0 1 1,0 0-1,-14 8 1,-21 8-183,38-17-681,0-1 0,0 2 1,1-1-1,-1 1 0,1 0 0,0 1 0,0 0 0,1 1 1,-1 0-1,-13 15 0,19-17-34,-6 7 0,1 1 0,1 0 0,-9 18 0,14-27 0,1 0 0,0 1 0,0-1 0,0 0 0,0 0 0,0 1 0,1-1 0,0 1 0,0-1 0,0 1 0,0-1 0,1 0 0,0 1 0,0-1 0,0 0 0,3 7 0,0-2 0,2 1 0,0-1 0,0-1 0,0 1 0,1-1 0,0 0 0,1-1 0,0 1 0,0-1 0,15 9 0,12 6 0,55 24 0,-20-10 0,92 59 0,-159-94 0,0 0 0,0 1 0,-1-1 0,1 1 0,0 0 0,-1 0 0,0-1 0,1 2 0,-1-1 0,0 0 0,0 0 0,0 1 0,0-1 0,-1 1 0,1 0 0,-1-1 0,1 1 0,-1 0 0,0 0 0,0 0 0,0 0 0,-1 0 0,1 0 0,-1 0 0,1 6 0,-2-9 0,1 1 0,0 0 0,-1 0 0,1 0 0,0 0 0,-1-1 0,1 1 0,-1 0 0,1-1 0,-1 1 0,0 0 0,1-1 0,-1 1 0,0 0 0,1-1 0,-1 1 0,0-1 0,1 0 0,-1 1 0,0-1 0,0 1 0,0-1 0,-1 0 0,-30 10 0,13-5 0,9 0 0,8-4 0,0 0 0,0 0 0,0 0 0,0 0 0,0 0 0,0-1 0,0 1 0,0-1 0,0 0 0,-1 1 0,1-1 0,0 0 0,0 0 0,0 0 0,0-1 0,-1 1 0,-1-1 0,-12-3 0,4 2 0,0 0 0,0-1 0,1-1 0,-1 0 0,1 0 0,-1-1 0,2-1 0,-1 0 0,-11-8 0,21 11 0,0 1 0,0-1 0,0 1 0,0-1 0,1 1 0,-1-1 0,1 1 0,0-1 0,0 0 0,0 1 0,0-1 0,0 1 0,0-1 0,1 0 0,-1 1 0,1-1 0,0 1 0,-1-1 0,3-2 0,13-27 0,2 1 0,1 1 0,42-50 0,17-11 0,-57 64 0,0 1 0,2 1 0,2 1 0,26-21 0,0 3 0,-40 31 0,1 0 0,1 1 0,-1 1 0,2 0 0,-1 1 0,1 0 0,18-7 0,-17 10 0,0 0 0,0 0 0,1 2 0,29-4 0,-18 7 0,-19-1 0,0 1 0,0 0 0,0 1 0,0 0 0,0 0 0,0 0 0,0 1 0,10 4 0,11 2 0,-24-7 0,1 0 0,-1 0 0,0 1 0,0-1 0,0 1 0,0 0 0,0 1 0,-1-1 0,1 1 0,-1 0 0,1 0 0,-1 0 0,0 0 0,0 1 0,-1 0 0,5 5 0,28 38 0,-22-30 0,-1 1 0,0 0 0,-1 1 0,16 34 0,-19-14 0,0-20 0,-7-16 0,0 1 0,0 0 0,0-1 0,-1 1 0,1 0 0,-1 0 0,0 0 0,0 1 0,0-1 0,-1 0 0,1 0 0,-1 0 0,0 1 0,0-1 0,-1 0 0,1 0 0,-1 0 0,0 1 0,-2 5 0,-6 11 0,-2 0 0,-19 29 0,7-19 0,21-27 0,0-1 0,0 1 0,-1-1 0,1 0 0,-1 0 0,0 0 0,0 0 0,0-1 0,0 1 0,-1-1 0,1 0 0,-5 3 0,-11 5-39,-1 0 0,0-2 0,0 0 0,-1-1 0,0-1 0,0-1 0,0-1 0,-1 0 0,-39 0 0,46-8-1644,14 3 1351,1 1 1,-1-1-1,1 1 1,-1-1-1,1 1 1,-1-1-1,1 1 1,0-1-1,-1 0 1,1 1-1,0-1 1,0 1 0,-1-1-1,1 0 1,0 1-1,0-1 1,0 0-1,0 0 1,0 1-1,0-1 1,0 0-1,0 1 1,0-1-1,0-1 1,10-19-8475,1 8 6199,16-11-1523,1-3 708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46.3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40 5298,'0'-1'454,"0"0"-1,0 0 0,0 0 1,1-1-1,-1 1 0,0 0 1,1 0-1,-1 0 0,0 0 1,1 0-1,-1 0 0,1 0 1,0 0-1,-1 0 0,1 1 1,0-1-1,-1 0 0,1 0 1,0 0-1,0 1 0,0-1 1,0 0-1,0 1 0,0-1 1,0 1-1,0-1 0,0 1 1,0-1-1,0 1 0,0 0 1,0 0-1,0-1 0,0 1 1,0 0-1,0 0 0,2 0 1,-3 0-296,1 0 1,0 0-1,0 0 1,-1 0-1,1 0 1,0 0-1,0 0 1,-1 0-1,1 0 1,0 0-1,-1-1 1,1 1-1,0 0 1,-1-1-1,1 1 1,0 0-1,-1-1 1,1 1-1,-1-1 1,1 1-1,0-1 1,-1 1-1,1-1 1,-1 0-1,0 1 1,1-1-1,-1 0 1,1 1-1,-1-1 1,0 0-1,0 1 1,1-1-1,-1-1 1,0 4-2,0-1 0,0 0 0,0 0 0,0 0 0,0 1 0,1-1 0,-1 0 0,0 0 0,1 0 0,-1 0 0,1 0 0,-1 1 0,1-1 1,0 0-1,-1 0 0,1 0 0,1 1 0,-1-1-24,0 1-1,0-1 1,0 0 0,0 1 0,0-1 0,0 1 0,0-1 0,-1 1-1,1 0 1,-1-1 0,1 1 0,-1 0 0,1-1 0,-1 1-1,0 0 1,0 0 0,0 2 0,-1 14-45,0-12-88,0-1 0,1 1 0,0-1 0,0 1 0,1-1 0,-1 1 0,1-1 0,0 1 0,3 8 0,5-1 0,-7-11 0,-1 0 0,1 1 0,-1-1 0,1 0 0,-1 0 0,0 1 0,0-1 0,0 1 0,0-1 0,-1 1 0,1 0 0,-1-1 0,1 1 0,-1 4 0,-1 14 0,0-14 0,1 0 0,-1 1 0,1-1 0,1 0 0,0 1 0,0-1 0,3 14 0,0-15-1,-1 0-124,0 0 1,-1 0-1,1 0 1,-1 0 0,0 0-1,-1 1 1,1-1 0,-1 0-1,0 1 1,-1 0-1,0 8 1,1-1-1929,0-1 0,0 0 1,5 16-1,1 3-3954,-4 3-4821,-3-23 4681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47.1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2 394 7283,'0'-38'4385,"0"-57"11924,0 39-11519,0 55-4790,0 4 0,-1 17 0,1-15 0,0 1 0,0-1 0,0 1 0,1-1 0,0 0 0,3 9 0,5-1 0,-8-10 0,1-1 0,-1 0 0,1 0 0,-1 0 0,0 1 0,0-1 0,0 1 0,0-1 0,0 1 0,0-1 0,-1 1 0,1-1 0,-1 1 0,0 3 0,0-1 0,1 0 0,-1 0 0,1 1 0,0-1 0,0 0 0,1 0 0,1 5 0,-1-4 0,0-1 0,0 0 0,-1 1 0,0 0 0,0-1 0,0 1 0,-1 6 0,0-8 0,0-1 0,0 1 0,0-1 0,1 0 0,-1 1 0,1-1 0,0 0 0,0 1 0,0-1 0,0 0 0,1 0 0,-1 0 0,1 0 0,0 0 0,0 0 0,0 0 0,0-1 0,0 1 0,5 3 0,-1 0 0,-1 0 0,-1 1 0,1-1 0,-1 1 0,6 13 0,-6-13 0,0 0 0,0 1 0,0-1 0,11 12 0,-13-17 0,1 0 0,-1 0 0,1 0 0,0 0 0,-1 0 0,1-1 0,0 1 0,0-1 0,0 0 0,0 0 0,0 0 0,0 0 0,0-1 0,0 1 0,1-1 0,-1 1 0,3-1 0,-2-1 0,-1 0 0,0 0 0,0-1 0,0 1 0,0 0 0,-1-1 0,1 0 0,0 0 0,-1 0 0,1 0 0,-1 0 0,1 0 0,-1-1 0,0 1 0,0-1 0,3-4 0,16-17 0,-18 22 0,-1-1 0,0 1 0,0-1 0,0 1 0,0-1 0,-1 0 0,1 1 0,-1-1 0,0 0 0,1 0 0,-1 0 0,0 0 0,-1 0 0,1-1 0,-1 1 0,1-6 0,5-23 0,-1 12 0,-1 0 0,-1 1 0,-1-1 0,0-1 0,-2-27 0,0 45 0,0-3 0,1-1 0,0 0 0,0 1 0,1-1 0,-1 1 0,6-12 0,-4 11 0,0 0 0,-1 1 0,0-1 0,-1 0 0,1 0 0,0-13 0,-2 11 0,2-17 0,11 46 0,-5 31 0,-1-36 0,1 1 0,1-1 0,17 22 0,-24-34 0,0 0 0,0 0 0,0 0 0,0 0 0,-1 0 0,1 0 0,-1 0 0,0 0 0,0 1 0,1 5 0,5 13 0,4 4 0,-7-13 0,2 0 0,0 0 0,11 17 0,11 21-3024,-26-44 2374,1 0 1,0 0-1,0-1 0,1 1 0,0-1 0,0 0 0,1 0 0,-1-1 0,1 1 0,0-1 0,1 0 0,-1 0 0,8 4 0,-5-4-315,2 1-472,0-1 0,1 0 0,-1 0 0,1-1 0,0-1 0,16 4 0,-21-6 1247,6 3-629,1-2 0,0 0 0,0 0 0,1-1 0,-1-1 1,16-1-1,49-21-1414,-63 20 2181,0 0 0,-1-1 0,1-1 0,0 0 0,-1-1 0,0 0 0,21-12-1,26-9 1590,-53 24-1159,-1-1-1,1 0 1,-1 0 0,0-1 0,0 0-1,8-6 1,21-16 2010,-28 21-1954,-1 0 1,1 0-1,-1-1 1,-1 0-1,1-1 1,-1 1 0,6-10-1,-1 0 554,1 0 0,0 1-1,17-17 1,-24 28-548,-1-1-1,1 0 1,-2-1-1,1 1 1,0-1-1,-1 0 0,0 1 1,-1-1-1,4-11 1,13-23 1702,-15 32-1598,0 1 0,-1-1 0,0 0 0,-1 0 1,1 0-1,-2 0 0,1 0 0,-1 0 0,0-1 0,-1 1 1,0-1-1,0 1 0,-2-12 0,1-16 2509,1 32-3033,0-1 0,-1 1 0,1-1 0,-1 1 0,1 0 0,-1-1 0,-1 1 0,1 0 0,0 0 0,-1 0 0,0 0 0,0 0 0,0 0 0,-1 1 0,1-1 0,-1 1 0,0-1 0,0 1 0,0 0 0,0 0 0,-1 0 0,1 1 0,-1-1 0,1 1 0,-1 0 0,0 0 0,0 0 0,-8-2 0,-1 0-27,1 1 1,-1 1-1,0 1 1,0-1-1,-1 2 1,1 0-1,0 1 1,0 0-1,-13 3 1,2 1 6,1 2 0,0 0 0,1 1 0,0 1 0,0 2 0,1 0 0,-33 23 0,41-22 0,1 0 0,0 0 0,1 2 0,1-1 0,0 1 0,-16 30 0,24-40 0,1 0 0,0 0 0,-1 1 0,1-1 0,0 0 0,1 0 0,-1 1 0,1-1 0,0 0 0,0 1 0,0-1 0,1 0 0,-1 0 0,1 1 0,2 5 0,25 55 0,-25-59 0,3 2 0,0-1 0,1 0 0,0-1 0,0 0 0,0 0 0,1 0 0,0-1 0,11 6 0,-8-5 0,-6-2 0,0-1 0,1 0 0,-1 0 0,1 0 0,0-1 0,0 0 0,10 2 0,2 1 0,-1 1 0,0-2 0,1 0 0,22 2 0,13 3 0,-24-3 0,-18-4 0,-1 0 0,0 1 0,1 0 0,-1 0 0,0 1 0,15 9 0,-11-5 0,-12-8 0,0 1 0,1 0 0,-1 0 0,0 0 0,0 0 0,0 0 0,0 1 0,0-1 0,0 1 0,0-1 0,0 1 0,-1 0 0,1-1 0,-1 1 0,1 0 0,-1 0 0,0 0 0,1 0 0,-1 1 0,0-1 0,0 0 0,-1 0 0,1 1 0,0-1 0,-1 0 0,0 1 0,1-1 0,-1 1 0,0-1 0,0 3 0,1 22 0,0-21 0,0 0 0,-1 0 0,0 0 0,0 0 0,0-1 0,-1 1 0,0 0 0,0 0 0,0-1 0,-3 7 0,4-12 0,-9 17 0,0-1 0,-23 30 0,12-11 0,19-31 0,-1-1 0,1 1 0,-1-1 0,1 0 0,-1 0 0,0 1 0,-1-1 0,1-1 0,0 1 0,-1 0 0,0-1 0,-4 5 0,-83 70 0,79-69 0,0-1 0,-1 0 0,0 0 0,0-2 0,-1 1 0,1-2 0,-1 0 0,-25 5 0,-13 5 0,16-5 0,1-2 0,-1-1 0,0-2 0,0-1 0,-1-2 0,-40-4 0,5 2 0,50 1-898,15 1-279,-1-1 0,1 0 0,-1 0 0,1 0 0,-1-1 0,1 0 1,-1 0-1,1-1 0,-8-3 0,10-12-10503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48.1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47 148 3089,'-4'-2'4085,"-38"-22"13248,42 24-17176,1 0 0,0 1 0,0-1 0,0 0 0,0 1-1,0-1 1,-1 1 0,1-1 0,0 1 0,0-1 0,-1 1 0,1 0 0,0-1-1,-1 1 1,1 0 0,-1 0 0,1-1 0,0 1 0,-1 0 0,0 0-1,1 0 1,-1 0 0,0-1 0,1 1 0,-1 0 0,0 0 0,0 0 0,0 0-1,0 0 1,0 0 0,0 1 0,7 16 2563,-1-13-2435,-4-3-266,0 1 1,0-1 0,0 0-1,0 1 1,0-1-1,0 1 1,-1-1 0,1 1-1,-1 0 1,0 0-1,2 5 1,44 140-20,-31-112 0,7 20 0,-18-37 0,1-1 0,1 0 0,1 0 0,18 30 0,-20-35 0,1 1 0,-2 0 0,6 22 0,-11-36 0,2 4 0,-1 0 0,1 0 0,0-1 0,0 1 0,0-1 0,0 1 0,1-1 0,4 6 0,17 25 0,-22-31 0,-1 0 0,1-1 0,0 1 0,0 0 0,0-1 0,0 0 0,1 1 0,-1-1 0,1 0 0,-1 0 0,1-1 0,0 1 0,-1 0 0,6 1 0,-6-2 0,-1-1 0,1 1 0,-1 0 0,1-1 0,-1 0 0,1 1 0,-1-1 0,1 0 0,0 0 0,-1 0 0,1 0 0,-1 0 0,1 0 0,-1 0 0,1-1 0,0 1 0,-1-1 0,1 1 0,-1-1 0,1 1 0,-1-1 0,0 0 0,1 0 0,-1 0 0,0 0 0,1 0 0,-1 0 0,0 0 0,0 0 0,0 0 0,1-2 0,7-11 0,13-14 0,-20 26 0,0 0 0,0 0 0,-1 0 0,1-1 0,-1 1 0,1 0 0,-1-1 0,0 1 0,0-1 0,0 1 0,0-1 0,0 0 0,0-4 0,5-15 0,12-11 0,-15 28 0,0 0 0,0-1 0,0 1 0,-1-1 0,0 1 0,0-1 0,0 0 0,-1 0 0,1 1 0,-2-1 0,1 0 0,0-8 0,-1 4 0,1 1 0,0-1 0,1 1 0,0-1 0,5-12 0,-4 12 0,0 0 0,0 0 0,-1-1 0,0 1 0,0-17 0,-2-343-259,0 368-1141,9 6-2026,5 7-8,-5-5 2212,-8-5 933,1 0 1,-1 0-1,1 0 1,-1 1 0,0-1-1,0 0 1,1 1-1,-1-1 1,0 0-1,0 1 1,0 0 0,-1-1-1,1 1 1,1 2-1,0-1-163,0 0-1,0 1 1,1-1-1,0 0 1,-1 0-1,1 0 1,1 0-1,3 2 1,-4-3 90,0 1-1,0-1 1,0 1 0,0 0 0,0 0-1,-1 0 1,1 0 0,-1 0 0,0 1-1,2 3 1,-1-1 70,0 0-1,1-1 1,0 0 0,0 0-1,0 0 1,0 0 0,1-1-1,0 0 1,0 1-1,0-2 1,0 1 0,10 4-1,21 18-38,-13-4 159,-16-15 204,-1-1 0,1 1 0,0-1 0,0-1 0,1 1 0,0-1-1,0-1 1,0 1 0,0-1 0,1-1 0,-1 0 0,1 0 0,16 3-1,88 12 2837,-97-18-1403,1 0 0,0-1-1,0 0 1,-1-2 0,24-5-1,-20 3-6,-11 4-459,0-1-1,0-1 1,0 1 0,0-2 0,-1 1 0,10-6 0,-14 8-773,1-1 0,-1-1 0,0 1 0,1-1 0,-1 0 0,0 0 0,-1 0 0,1 0 0,0 0 0,-1-1 0,0 0 0,0 0 0,0 0 0,0 0 0,-1 0 0,1 0 1,-1-1-1,0 1 0,0-1 0,-1 0 0,0 0 0,1 1 0,-2-1 0,1 0 0,0-9 0,-1 11-226,0 0 0,-1 1 0,1-1 0,-1 0 0,0 0 0,0 0 0,0 1 0,0-1 0,0 1 0,0-1 0,-1 1 0,1-1 0,-4-2 0,-10-23 0,13 24 0,0 0 0,0 0 0,-1 1 0,1-1 0,-1 1 0,0-1 0,0 1 0,0 0 0,0 0 0,0 1 0,-1-1 0,1 1 0,-1 0 0,0-1 0,1 2 0,-1-1 0,0 0 0,-7-1 0,-2-1 0,1 1 0,-1 0 0,0 1 0,0 1 0,-15 0 0,17 2 0,0 1 0,0 0 0,0 1 0,1 0 0,-1 1 0,1 0 0,0 0 0,0 1 0,-13 9 0,-6 2 0,6-2 0,0 1 0,-39 34 0,59-46 0,-6 6 0,1 0 0,0 0 0,0 1 0,1 0 0,-9 16 0,-4 7 0,13-24 0,1 0 0,1 1 0,0-1 0,0 1 0,1 0 0,0 1 0,1-1 0,0 1 0,1-1 0,0 1 0,0 0 0,1 0 0,1 17 0,-2 15 0,0-33 0,1 1 0,1-1 0,0 1 0,0-1 0,1 1 0,0-1 0,1 1 0,4 12 0,-1-10 0,-1-2 0,0 0 0,1 0 0,0-1 0,1 0 0,9 12 0,-1-4 0,-13-15 0,1-1 0,0 1 0,-1-1 0,1 0 0,0 0 0,0 0 0,0 0 0,0 0 0,0 0 0,0-1 0,1 1 0,-1-1 0,1 1 0,-1-1 0,1 0 0,-1 0 0,1 0 0,0 0 0,-1 0 0,1-1 0,0 0 0,0 1 0,2-1 0,4 0 0,-1-1 0,0 0 0,0 0 0,0 0 0,0-1 0,0-1 0,-1 1 0,1-1 0,-1 0 0,1-1 0,-1 0 0,0 0 0,-1-1 0,1 1 0,-1-1 0,7-7 0,5-8 0,-1 0 0,-1 0 0,21-38 0,5-5 0,-21 25 0,-19 33 0,0 1 0,0 0 0,0 0 0,0 0 0,1 0 0,0 0 0,0 0 0,4-4 0,17-17 0,-22 22 0,-1 0 0,1 1 0,0-1 0,0 1 0,0 0 0,0-1 0,1 1 0,-1 0 0,1 0 0,-1 1 0,1-1 0,0 0 0,-1 1 0,1 0 0,0-1 0,0 1 0,0 0 0,0 1 0,0-1 0,0 0 0,0 1 0,1 0 0,-1 0 0,0 0 0,0 0 0,0 0 0,0 0 0,0 1 0,0 0 0,0-1 0,5 3 0,4 2 0,-1 1 0,0 0 0,0 0 0,-1 1 0,0 0 0,0 1 0,10 11 0,-5-6 0,1-1 0,30 21 0,-4-4-3585,-35-22 2351,1 0 0,0-1 0,0 0 0,0-1 0,0 0 0,1 0 0,0-1 0,0 0 0,0-1 0,1 0-1,-1 0 1,14 2 0,18-5-3186,-10 0 503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48.3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217 381 5859,'-14'-35'4429,"-93"-199"17455,93 195-21186,13 34-705,0 1 0,-1-1 0,1 1 0,-1 0 0,1-1 1,-1 1-1,-1 0 0,1 0 0,0 0 0,-1 0 0,0 1 1,0-1-1,0 1 0,-5-5 0,6 7 7,0 0 0,1 0 0,-1 0 0,0 1 0,0-1 0,0 0 0,0 1 0,0-1 0,0 1 0,0-1 0,0 1 0,0 0 0,-2 0 0,3 1 0,0-1 0,0 1 0,0 0 0,0-1 0,0 1 0,0 0 0,0 0 0,0-1 0,1 1 0,-1 0 0,0 0 0,1 0 0,-1 0 0,0 0 0,1 0 0,-1 0 0,1 1 0,-1-1 0,1 0 0,0 0 0,0 0 0,-1 0 0,1 1 0,0-1 0,0 0 0,0 0 0,0 0 0,0 1 0,0-1 0,1 2 0,0 12 0,0 0 0,1 1 0,1-1 0,7 24 0,4 19 0,-6-27 0,1-1 0,1 1 0,17 32 0,8 25 0,-18-46 0,29 53 0,-25-53 0,17 47 0,-29-67 16,2 0 0,20 34 0,-21-42-52,-2 1 0,0 0-1,0 0 1,-1 1 0,-1 0 0,7 32 0,4 26-2926,-12-59 768,2 0 1,-1-1-1,11 16 1,12 35-8474,-13-47 6175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48.9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2 506 3330,'-1'-23'2020,"0"13"-957,1 1 1,0-1-1,1 1 1,0 0-1,4-18 1,3 4 662,-5 16-999,-1 0 0,1 0 0,-1 1 0,-1-2 0,1 1 0,-1 0 0,0-10 0,0-9 2107,1-35 5258,-10 30-5633,-6 13-2323,14 19-136,0-1 0,0 0-1,0 0 1,0 1-1,0-1 1,0 0 0,0 0-1,0 0 1,0 1-1,0-1 1,0 0-1,0 0 1,0 0 0,0 1-1,0-1 1,-1 0-1,1 0 1,0 0 0,0 0-1,0 1 1,0-1-1,0 0 1,0 0 0,-1 0-1,1 0 1,0 0-1,0 0 1,0 1 0,-1-1-1,1 0 1,0 0-1,0 0 1,0 0 0,-1 0-1,1 0 1,0 0-1,0 0 1,0 0 0,-1 0-1,1 0 1,0 0-1,0 0 1,0 0-1,-1 0 1,1 0 0,0 0-1,0 0 1,0 0-1,-1 0 1,1 0 0,0-1-1,0 1 1,0 0-1,-1 0 1,1 0 0,0 0-1,0 0 1,0 0-1,0-1 1,0 1 0,-1 0-1,1 0 1,0 0-1,0-1 1,0 1 0,0 0-1,-1 6 1,1-4 0,0 1 0,-1-1 0,1 0 0,0 0 0,0 1 0,1-1 0,-1 0 0,0 0 0,1 0 0,-1 0 0,1 1 0,0-1 0,-1 0 0,3 2 0,4 10 0,1 0 0,-2 0 0,0 0 0,6 21 0,22 73 0,-32-102 0,1 1 0,-1-1 0,1 0 0,0 0 0,1 0 0,0-1 0,6 9 0,-5-8 0,-1-1 0,0 1 0,0 0 0,-1 0 0,5 13 0,-3-8 0,-1 1 0,2-1 0,-1 0 0,2 0 0,-1 0 0,10 10 0,-12-15 0,1-1 0,-1 0 0,1 0 0,0 0 0,0 0 0,0-1 0,1 0 0,0 0 0,-1 0 0,1-1 0,1 0 0,8 3 0,-12-6 0,-1 1 0,1-1 0,-1 0 0,1-1 0,0 1 0,-1 0 0,1-1 0,-1 1 0,1-1 0,-1 0 0,1 0 0,-1 0 0,1 0 0,-1 0 0,0-1 0,0 1 0,0-1 0,0 1 0,0-1 0,0 0 0,0 0 0,3-3 0,10-9 0,-7 7 0,0 0 0,0-1 0,-1 0 0,1-1 0,-2 0 0,0 0 0,0 0 0,0-1 0,5-14 0,2-9 0,13-56 0,-2 4 0,-19 72 0,0 0 0,-2 0 0,1 0 0,-2-1 0,3-25 0,-5 38 0,0 0 0,0 0 0,0 0 0,0 0 0,0 0 0,0 0 0,0 0 0,1 0 0,-1 0 0,0 0 0,1 0 0,-1 0 0,1 0 0,-1 0 0,1 0 0,0 1 0,-1-1 0,1 0 0,0 0 0,-1 1 0,1-1 0,0 0 0,0 1 0,0-1 0,0 0 0,0 1 0,-1 0 0,3-2 0,-2 2 0,-1 0 0,1 0 0,0 0 0,-1-1 0,1 1 0,-1 0 0,1-1 0,0 1 0,-1 0 0,1-1 0,-1 1 0,1-1 0,-1 1 0,0-1 0,1 1 0,-1-1 0,1 1 0,-1-1 0,0 0 0,1 1 0,-1-1 0,0 1 0,0-1 0,0 0 0,1 1 0,-1-1 0,0-1 0,0 3 0,0 0 0,1 0 0,-1 0 0,0 0 0,1-1 0,-1 1 0,1 0 0,-1 0 0,1-1 0,-1 1 0,1 0 0,-1-1 0,1 1 0,0 0 0,-1-1 0,1 1 0,0-1 0,0 1 0,1 0 0,9 8 0,14 46 0,94 101 0,-115-150 0,0-1 0,1 1 0,0-1 0,0 0 0,0-1 0,0 1 0,1-1 0,8 5 0,27 24 0,-35-26 0,1-1 0,0 1 0,1-1 0,0-1 0,0 0 0,0 0 0,0 0 0,1-1 0,-1 0 0,16 4 0,-18-6 0,1 0 0,-1-1 0,1 0 0,-1 0 0,1-1 0,-1 1 0,1-2 0,-1 1 0,1-1 0,-1 1 0,1-2 0,-1 1 0,0-1 0,1 0 0,10-5 0,-10 1 0,-1 1 0,1-1 0,-1-1 0,-1 1 0,1-1 0,-1 0 0,-1 0 0,1 0 0,-1 0 0,0-1 0,-1 0 0,5-15 0,-6 18 0,7-19 0,-1-1 0,-1 0 0,-1 0 0,-1 0 0,2-45 0,-6 56 0,-1 0 0,0 0 0,-1 1 0,-1-1 0,0 0 0,0 0 0,-2 1 0,0 0 0,0 0 0,-1 0 0,-1 0 0,-10-16 0,12 23 0,-1 0 0,0 0 0,0 1 0,-1 0 0,1 0 0,-1 0 0,0 1 0,0 0 0,-10-5 0,13 7 0,0 1 0,0 0 0,1 0 0,-1-1 0,0 2 0,0-1 0,0 0 0,0 1 0,0-1 0,0 1 0,-1 0 0,1 0 0,0 0 0,0 0 0,0 1 0,0-1 0,0 1 0,0 0 0,0 0 0,0 0 0,0 0 0,1 0 0,-1 1 0,-2 1 0,-8 9 0,0 1 0,1 0 0,1 1 0,-17 27 0,9-15 0,15-19 0,0 1 0,0-1 0,0 1 0,1 0 0,0 0 0,1 0 0,0 0 0,0 0 0,1 0 0,0 1 0,0-1 0,1 0 0,0 1 0,1 12 0,4 11 0,1 0 0,15 45 0,-18-69 0,5 12 0,1-1 0,1 0 0,0-1 0,2 0 0,0-1 0,1-1 0,25 27 0,-11-9 0,-23-29 0,0 1 0,0-1 0,0 0 0,0 0 0,1 0 0,0-1 0,0 0 0,8 6 0,-4-6 0,-1 0 0,1 0 0,-1 0 0,1-1 0,0-1 0,0 1 0,0-2 0,1 1 0,-1-1 0,0 0 0,1-1 0,-1 0 0,0-1 0,1 0 0,-1 0 0,0-1 0,0 0 0,0-1 0,0 0 0,0 0 0,14-9 0,13-3 0,-32 14 0,1-1 0,-1 1 0,1-1 0,-1 0 0,0-1 0,0 1 0,1-1 0,-2 0 0,1 0 0,0 0 0,-1 0 0,6-6 0,1-3-370,73-95-14566,-56 79 7800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56.1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40 2913,'0'-15'7038,"0"-10"-3732,0 29-3220,0-1 1,0 0 0,1 0-1,-1 0 1,1 0 0,-1 0-1,1 0 1,0 0 0,0 0 0,0 0-1,1 0 1,1 4 0,2 2 130,-3-3 110,0 0 0,-1 1-1,0-1 1,0 0-1,-1 1 1,1-1 0,-1 0-1,-1 1 1,-1 9 0,1-8-58,0 0 0,1 0 0,0 0 0,0 0 0,1 0 0,0 0 0,2 9 0,5 3 110,-6-14-228,1 0 1,-1 0-1,0 0 1,0 1-1,-1-1 1,1 1-1,-2-1 1,1 9-1,0 57 1464,14 93 1,-12-104-1117,2 16 21,2-43-363,-2-10-73,0 0 0,-2 1 0,0 27 0,24 261 750,-4-105 739,16 61 196,57 1066-649,-89-932-1106,1-293 48,8 210 313,-1 375 140,-10 13-515,-6-411 0,-18 454 0,20-528 0,-7 328 0,-1-424 0,-9 255 0,16 915 0,14-916 0,0 3 0,-14 871 0,19-530 0,-21-529 0,8 292 0,33 116-152,-9-216-1638,-9-145-31,5 36-944,-23-260 2551,42 254-3598,-19-103 463,-22-121 1142,2-1 1,3 0-1,2 0 0,29 80 0,-18-82-1133,-18-4-1038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57.1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361 119 4034,'-5'-31'9010,"4"28"-8786,0 1-1,0 0 1,0 0 0,-1-1-1,1 1 1,-1 0 0,1 0 0,-1 0-1,0 1 1,0-1 0,0 0-1,0 1 1,0-1 0,0 1 0,0 0-1,0-1 1,-1 1 0,1 0-1,0 1 1,-1-1 0,1 0 0,-1 1-1,1-1 1,-1 1 0,1 0-1,-1-1 1,1 1 0,-5 1 0,2-1-76,-1 0 0,1 0 1,0 1-1,0 0 1,0 0-1,0 0 1,0 0-1,0 1 0,1 0 1,-1 0-1,0 0 1,1 1-1,0-1 0,-1 1 1,1 0-1,0 0 1,0 1-1,-5 5 1,-37 24 1032,40-29-1026,-1 0 0,1 0 1,0 1-1,0 0 0,1 0 0,-1 0 0,-6 9 0,-5 9 519,2 0 0,1 1 0,0 1 0,-17 45 0,29-62-595,0 1 0,0 0 1,1-1-1,0 1 0,0 0 1,1 0-1,0 0 0,2 12 1,1 21 166,-4-24-194,0-11-24,1 0-1,0 0 1,0 0 0,1 0-1,0 0 1,3 13-1,23 62 208,-25-75-222,0-1 1,1 0-1,0 0 0,0 0 0,1 0 0,0 0 1,0-1-1,0 1 0,0-1 0,1 0 1,0 0-1,8 5 0,5 4 114,1-1 0,22 12-1,-34-22-9,0 1-1,0-2 0,0 1 1,0-1-1,1 0 0,-1-1 0,1 1 1,-1-2-1,1 1 0,-1-1 0,10 0 1,-1-2 130,0 0 0,0-1 0,0-1 0,15-6 0,-16 3-247,-1-1 0,-1 0 0,1-1 0,-2-1 0,1 0 0,-1-1 0,-1 0 0,0-1 0,0 0 0,10-17 0,-17 24 0,-1-1 0,-1 1 0,1 0 0,-1-1 0,0 0 0,0 0 0,0 1 0,-1-1 0,0 0 0,1-10 0,-3-67 0,-1 35 0,0 24 0,0 1 0,-1-1 0,-1 1 0,-9-28 0,10 42 0,-1 0 0,-1 0 0,0 0 0,0 1 0,0 0 0,-1 0 0,0 0 0,-10-9 0,-26-36 0,32 39 0,-1 1 0,0 0 0,-1 1 0,0 0 0,-1 1 0,0 1 0,-1 0 0,-27-15 0,35 21 0,0 1 0,0 0 0,-1 0 0,1 0 0,-1 1 0,1 0 0,-1 0 0,0 0 0,0 1 0,1 0 0,-1 0 0,0 1 0,0 0 0,0 0 0,0 1 0,0 0 0,0 0 0,0 1 0,0-1 0,1 1 0,-1 1 0,1-1 0,-1 1 0,1 1 0,0-1 0,0 1 0,1 0 0,-1 0 0,1 0 0,0 1 0,0 0 0,0 0 0,-5 8 0,8-11 0,0 0 0,1 0 0,-1 0 0,1 0 0,-1 1 0,1-1 0,0 1 0,0-1 0,0 1 0,0-1 0,0 1 0,1 0 0,-1-1 0,1 1 0,0 0 0,0-1 0,0 1 0,0 3 0,0-1 0,0-1 0,0 0 0,0 0 0,-1 1 0,0-1 0,1 0 0,-2 0 0,1 0 0,-2 4 0,1-5 0,1 0 0,0 0 0,-1 1 0,1-1 0,0 0 0,1 0 0,-1 0 0,1 1 0,-1-1 0,1 0 0,0 1 0,0-1 0,0 0 0,1 1 0,-1-1 0,1 0 0,0 1 0,0-1 0,0 0 0,2 5 0,-1-1 0,5 26 40,-5-24-79,-1 0 0,1 0 1,1-1-1,0 1 1,4 8-1,5 8-289,-6-10-967,2 1 0,0-1-1,1-1 1,0 0 0,16 18-1,-7-11-1405,2-1 0,1-2-1,38 29 1,-23-22-98,-28-19 1883,0 0-1,0 0 1,1-1-1,0 0 1,0 0-1,17 5 0,21 5-1217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57.6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1 887 2049,'12'-11'1209,"0"0"-1,-1-1 1,-1-1 0,0 0 0,-1 0-1,0-1 1,-1 0 0,0-1 0,-1 1 0,-1-1-1,0-1 1,5-24 0,15-36 4484,-23 67-4819,-1-1 0,0 1 0,-1-1 0,0 1 0,0-1 0,-1 1 0,0-1-1,-3-15 1,1-12 572,1 51-1446,0 1 0,1 0 0,1 0 0,3 20 0,0-24 0,-1 1 0,0 0 0,-1 0 0,0 0 0,-1 0 0,0 20 0,-1-27 0,0 0 0,0-1 0,1 1 0,-1-1 0,1 1 0,0-1 0,1 1 0,-1-1 0,1 0 0,4 8 0,11 31 0,-13-29 0,-3-5 0,2 0 0,-1 0 0,1-1 0,1 1 0,-1-1 0,1 1 0,1-1 0,8 12 0,-10-16 0,0 0 0,0 0 0,0 1 0,-1-1 0,1 1 0,-1 0 0,1 5 0,-2-7 0,0 1 0,1-1 0,-1 0 0,1 1 0,-1-1 0,1 0 0,0 0 0,0 0 0,0 0 0,1-1 0,3 4 0,8 6 0,-10-8 0,1 0 0,0 0 0,-1 0 0,1-1 0,0 0 0,7 3 0,-10-5 0,0-1 0,-1 1 0,1-1 0,0 0 0,0 1 0,0-1 0,0 0 0,-1 0 0,1 0 0,0-1 0,0 1 0,0 0 0,-1-1 0,1 1 0,0-1 0,0 1 0,-1-1 0,1 0 0,-1 0 0,1 0 0,0 0 0,-1 0 0,0 0 0,1 0 0,1-3 0,41-42 0,-41 42 0,0 0 0,-1 0 0,1 0 0,-1-1 0,1 1 0,-1-1 0,0 1 0,-1-1 0,1 0 0,-1 0 0,0 1 0,0-8 0,8-43 0,-6 45 0,-1 1 0,0-1 0,0 0 0,-1-11 0,-1-183 0,0 203 0,0 1 0,0-1 0,1 0 0,-1 1 0,0-1 0,0 1 0,1-1 0,-1 0 0,0 1 0,1-1 0,-1 1 0,0-1 0,1 1 0,-1-1 0,1 1 0,-1 0 0,1-1 0,-1 1 0,1 0 0,-1-1 0,1 1 0,-1 0 0,1-1 0,0 1 0,-1 0 0,1 0 0,-1 0 0,1 0 0,0-1 0,-1 1 0,1 0 0,0 0 0,-1 0 0,1 0 0,-1 0 0,1 1 0,0-1 0,0 0 0,1 0 0,-1 0 0,0 1 0,1-1 0,-1 0 0,0 1 0,0-1 0,1 0 0,-1 1 0,0 0 0,0-1 0,0 1 0,0 0 0,1-1 0,-1 1 0,0 0 0,0 0 0,-1 0 0,1 0 0,0 0 0,1 1 0,1 4 0,0 0 0,0-1 0,1 1 0,0-1 0,0 0 0,8 8 0,6 7 0,11 19 0,-22-29 0,0 0 0,1 0 0,0 0 0,10 8 0,96 76 0,-103-82 0,1-1 0,0 0 0,0-1 0,1-1 0,1 0 0,-1 0 0,17 6 0,97 30 0,-120-42-131,0 0-1,1 0 1,-1-1 0,1 0 0,0-1-1,-1 0 1,1 0 0,0 0-1,0-1 1,0 0 0,-1-1-1,1 0 1,0 0 0,0 0 0,-1-1-1,1 0 1,-1-1 0,1 0-1,-1 0 1,0 0 0,0-1-1,-1 0 1,1-1 0,-1 1 0,0-1-1,0 0 1,6-7 0,4-8-11,8-8 15,-2-2 0,19-33 0,-34 52 135,-2 0-1,0 0 1,0-1 0,-1 0-1,-1 0 1,0 0 0,0 0 0,-1-1-1,0-23 1,0 15 232,0 0 0,8-35-1,-6 41 134,-1 1 0,0-1 0,-1 0 0,-1 0 0,0-1 0,-1 1 0,-4-30 0,-6 10 15,7 25-383,0 1 1,1-1-1,0 0 0,0 0 0,0-15 0,1 5-5,-1-1 0,-8-35 0,8 46 0,-3-9 0,-1 0 0,-1 1 0,-12-24 0,9 19 0,4 7 0,6 15 0,0 1 0,0-1 0,0 1 0,0-1 0,0 0 0,0 1 0,0-1 0,0 1 0,0-1 0,0 1 0,-1-1 0,1 1 0,0-1 0,0 1 0,0 0 0,-1-1 0,1 1 0,0-1 0,-1 1 0,1-1 0,0 1 0,-1 0 0,1-1 0,0 1 0,-1 0 0,1-1 0,-1 1 0,1 0 0,0 0 0,-1-1 0,1 1 0,-1 0 0,1 0 0,-1 0 0,1-1 0,-1 1 0,1 0 0,-1 0 0,1 0 0,-1 0 0,1 0 0,-1 0 0,1 0 0,-1 0 0,0 0 0,1 1 0,0-1 0,-1 0 0,1 0 0,-1 0 0,1 1 0,-1-1 0,1 0 0,-1 0 0,1 1 0,-1-1 0,1 0 0,-1 1 0,0 2 0,0 0 0,0 0 0,0 1 0,0-1 0,0 0 0,1 0 0,0 0 0,-1 1 0,1-1 0,0 0 0,1 1 0,0 4 0,0 1 0,-3 49 0,0-35 0,1 1 0,1-1 0,1 0 0,7 36 0,-3-41 0,10 38 0,34 87 0,45 57 0,-74-139 0,-16-46 0,1 0 0,0 0 0,8 14 0,30 87-4058,-35-99 529,5 15-2602,-10-13-752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58.1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92 580 3378,'-25'-19'7397,"21"17"-6774,1 0 0,0 0 0,0 0 0,0 0 0,0-1 0,0 0 0,0 1 0,1-1 0,-1 0 0,1 0 0,-3-6 0,4 8-430,0 0 0,0 0 0,0 0-1,0 0 1,0-1 0,0 1 0,0 0 0,-1 1 0,1-1 0,0 0-1,0 0 1,-1 0 0,1 1 0,-2-1 0,3 1-176,-1 0 1,1 0-1,-1 0 1,1 0-1,0 0 1,-1 0 0,1 0-1,0 0 1,-1 0-1,1 0 1,0 0-1,-1 0 1,1-1-1,0 1 1,-1 0-1,1 0 1,0 0-1,-1 0 1,1-1-1,0 1 1,-1 0-1,1 0 1,0-1 0,0 1-1,-1 0 1,1 0-1,0-1 1,0 1-1,0 0 1,-1-1-1,1 1 1,0 0-1,0-1 1,0 1-1,0 0 1,0-1-1,0 1 1,0-1 0,0 1-1,0 0 1,0-1-1,0 1 1,0 0-1,0-1 1,0 1-1,0 0 1,0-1-1,0 1 1,0 0-1,0-1 1,1 1-1,-1 0 1,0-1-1,0 1 1,0 0 0,0-1-1,1 1 1,-1-1-1,9-3 50,-1 0 0,1 0 0,-1 1 0,1 0 0,0 1 0,0 0 0,0 0 0,1 1 0,-1 0 0,16 0-1,89 3-26,107-3 71,-187-2-90,0 0 1,-1-2 0,0-2 0,42-14-1,-57 14-7,0-1-1,-1 0 0,30-21 1,-45 27-10,0 1 0,0-1 0,-1 0 0,1 1-1,-1-1 1,1 0 0,-1 0 0,1 0 0,-1 0 0,0 0 0,0 0 0,0-1 0,0 1 0,-1 0 0,2-4 0,6-16 199,-2 10 343,0 1-1,-1-1 1,0 0-1,-1 0 1,-1-1-1,1 1 1,-2-1-1,0 0 1,-1 1-1,0-1 1,0 0-1,-2 0 1,1 0-1,-2 0 1,0 1 0,-7-25-1,7 12-545,2 23 0,0 0 0,0-1 0,0 1 0,0 0 0,0 0 0,-1 0 0,1 0 0,-1 0 0,1 0 0,-1 0 0,-1-3 0,-8-4 0,9 8 0,0 0 0,0 1 0,0-1 0,0 0 0,0 0 0,0 0 0,1 0 0,-1 1 0,0-1 0,0 0 0,1 0 0,-1-1 0,1 1 0,-1 0 0,1 0 0,-1 0 0,1 0 0,0 0 0,0 0 0,-1-1 0,1 0 0,0 2 0,0 1 0,0-1 0,0 0 0,-1 1 0,1-1 0,0 1 0,0-1 0,0 0 0,-1 1 0,1-1 0,0 0 0,0 1 0,-1-1 0,1 0 0,0 1 0,-1-1 0,1 0 0,0 0 0,-1 1 0,1-1 0,-1 0 0,1 0 0,0 0 0,-1 0 0,1 1 0,-1-1 0,1 0 0,-1 0 0,1 0 0,0 0 0,-1 0 0,1 0 0,-1 0 0,1 0 0,-1 0 0,1 0 0,-1-1 0,1 1 0,0 0 0,-1 0 0,1 0 0,-1 0 0,1-1 0,0 1 0,-1 0 0,1 0 0,0-1 0,-1 1 0,1 0 0,0-1 0,-1 1 0,1 0 0,0-1 0,-1 0 0,1 5 0,0 0 0,-1 0 0,0 0 0,0-1 0,0 1 0,0 0 0,-1-1 0,1 1 0,-4 4 0,3-4 0,0 0 0,0 0 0,0 0 0,1 1 0,-1-1 0,1 0 0,0 1 0,0-1 0,0 9 0,1 119 0,0-124 0,1-1 0,0 0 0,0 0 0,0 0 0,1 0 0,0 0 0,4 9 0,4 12 0,5 61 0,-12-69 0,0 0 0,1 0 0,0-1 0,2 1 0,9 20 0,-10-28 0,0 1 0,0 0 0,3 19 0,-5-22 0,-1 0 0,2 0 0,-1 0 0,9 15 0,6 23 0,-16-42 0,0 0 0,0 0 0,0 0 0,0-1 0,1 1 0,0-1 0,1 1 0,4 6 0,44 54 0,-49-67 0,1 0 0,-1 1 0,1-2 0,-1 1 0,0 0 0,0-1 0,1 1 0,-1-1 0,0 0 0,3-3 0,2-7 0,-7 10 0,0 0 0,0 0 0,0 0 0,0 0 0,0 0 0,1 0 0,-1 0 0,1 1 0,-1-1 0,4-2 0,0-1 0,0 0 0,0 0 0,-1 0 0,0-1 0,0 1 0,0-1 0,-1 0 0,0 0 0,0 0 0,2-8 0,19-70 0,-23 77 0,10-34 0,-5 20 0,-2 1 0,0 0 0,-1-1 0,1-30 0,14-97 0,-18 118 0,1 53 0,3 49 0,6-51 0,-8-17 0,0 0 0,0-1 0,-1 1 0,1 0 0,-1 0 0,0 0 0,0 0 0,-1 1 0,1-1 0,0 6 0,0 10 0,1-1 0,1 1 0,1-1 0,1 1 0,9 24 0,7 26 0,25 49 0,-42-105 0,1 1 0,0-1 0,0-1 0,15 26 0,-19-37 2,0-1 0,0 1 0,0-1 0,-1 1 0,1 0 0,-1-1 0,1 1 0,-1 0 0,0 0 0,1-1 0,-1 1 0,0 0 0,-1 3 0,3 9-155,6-3-438,0 5-3885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58.3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69 11317,'-28'-15'4242,"28"4"-2193,-19-5-1024,19 6-593,0-6-400,19 16-5315,-19 16 3074,28-6 208,-28 6 145,19 10-161,-19 1-64,28-1 336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2:58.7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1 243 3490,'33'21'4252,"-28"-17"-3866,1 0 0,0 0 0,0-1 0,0 0-1,0 0 1,0 0 0,10 2 0,-1-2 641,0 0 0,1-2 0,-1 1 0,0-2 0,1 0 0,-1-1 0,21-3 0,-27 2-467,0-1 0,0 0-1,0 0 1,0 0-1,0-1 1,-1-1-1,0 1 1,0-1-1,0-1 1,0 0-1,-1 0 1,0 0-1,6-8 1,-1 1 274,-1-1-1,0 0 1,10-19-1,-17 27-577,-1-1-1,0 0 0,-1 0 1,1 0-1,-1 0 0,-1 0 1,1 0-1,-1-1 1,0-12-1,-2 17-255,1-1 0,-1 1 0,0-1 0,-1 1 0,1 0 0,0 0 0,-1-1 0,0 1 0,0 0 0,0 0 0,0 0 0,0 1 0,0-1 0,-1 0 0,0 1 0,1 0 0,-1-1 0,0 1 0,0 0 0,0 1 0,0-1 0,-1 0 0,1 1 0,0 0 0,-1 0 0,1 0 0,-1 0 0,1 0 0,-6 0 0,0 1 0,0 1 0,0 0 0,-1 0 0,1 1 0,0 0 0,0 1 0,1 0 0,-1 0 0,0 1 0,1 0 0,0 1 0,0 0 0,0 0 0,-9 9 0,3-2 0,1 1 0,1 1 0,0 1 0,1-1 0,0 2 0,-11 21 0,2-5 0,16-27 0,0 1 0,0-1 0,1 1 0,0 0 0,0 0 0,0 0 0,1 0 0,0 0 0,0 1 0,0-1 0,1 1 0,-1 10 0,0 27 0,1-31 0,0 0 0,1 1 0,0-1 0,1 0 0,0 0 0,6 24 0,-4-27 0,1 0 0,0 0 0,1 0 0,0 0 0,1 0 0,-1-1 0,2 0 0,-1 0 0,2-1 0,-1 0 0,1 0 0,0-1 0,13 10 0,-1-1 0,-19-15 0,0 0 0,-1 0 0,1 0 0,0 0 0,0-1 0,0 1 0,0 0 0,0-1 0,1 1 0,-1 0 0,0-1 0,0 1 0,0-1 0,0 0 0,1 1 0,-1-1 0,0 0 0,0 0 0,1 0 0,-1 0 0,3 0 0,5 0 0,0 0 0,0-1 0,0 0 0,0-1 0,0 0 0,0 0 0,0-1 0,-1 0 0,1 0 0,-1-1 0,0 0 0,0-1 0,0 1 0,13-13 0,-5 2 0,-2 0 0,0-1 0,-1-1 0,-1 0 0,14-27 0,-13 22 0,12-17 0,-3-1 0,-1 0 0,-1-2 0,15-53 0,-34 92 0,0-1 0,1 0 0,-1 0 0,1 0 0,-1 1 0,1-1 0,1 1 0,-1-1 0,0 1 0,1 0 0,-1 0 0,1 0 0,0 0 0,0 0 0,0 1 0,5-3 0,-6 4 0,-1 0 0,1 1 0,0-1 0,0 1 0,0 0 0,0-1 0,0 1 0,0 0 0,0 0 0,0 0 0,0 0 0,0 1 0,0-1 0,0 0 0,0 1 0,-1-1 0,1 1 0,0 0 0,0 0 0,0 0 0,-1 0 0,1 0 0,0 0 0,-1 0 0,1 0 0,-1 1 0,1-1 0,-1 1 0,0-1 0,0 1 0,0-1 0,1 1 0,-1 0 0,1 2 0,48 67 0,-14-29 0,-15-17 0,2 0 0,37 33 0,-39-34 0,-19-21 0,-1-1 0,1 1 0,0 0 0,1-1 0,-1 0 0,0 1 0,1-1 0,-1 0 0,5 3 0,-6-4 0,1 0 0,-1 0 0,0 0 0,1 0 0,-1 0 0,1 0 0,-1 0 0,1-1 0,-1 1 0,1 0 0,0-1 0,-1 1 0,1-1 0,0 0 0,0 0 0,-1 1 0,1-1 0,0 0 0,-1-1 0,1 1 0,0 0 0,-1 0 0,1-1 0,0 1 0,-1-1 0,1 1 0,0-1 0,-1 0 0,1 0 0,-1 1 0,1-1 0,-1 0 0,0 0 0,2-2 0,16-10 0,4-5-2231,-2-17-6145,4-6-218,2 15 2535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19.1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24 216 2689,'1'-5'4230,"-1"3"-3935,0 1-1,0-1 0,0 0 1,0 1-1,0-1 0,0 1 1,0-1-1,0 1 0,-1-1 0,1 1 1,-1-1-1,1 1 0,-2-3 1,2 4-192,0-1 1,0 1 0,0 0 0,-1-1-1,1 1 1,0 0 0,0-1-1,-1 1 1,1 0 0,0-1 0,-1 1-1,1 0 1,0 0 0,-1-1 0,1 1-1,0 0 1,-1 0 0,1 0-1,0-1 1,-1 1 0,1 0 0,-1 0-1,1 0 1,0 0 0,-1 0 0,1 0-1,-1 0 1,1 0 0,0 0-1,-1 0 1,1 0 0,-1 0 0,1 0-1,0 0 1,-1 1 0,1-1-1,-1 0 1,1 0 0,0 0 0,-1 1-1,-1 20 4844,3-9-5420,-4 59 3549,1-43-2012,2-1-1,0 1 0,8 47 0,31 82 1242,-36-117-1971,-3-32-289,0-1-1,0 0 0,1 1 1,0-1-1,3 13 0,35 113 197,-23-93-172,-14-36-70,0 0 1,0 0-1,0 1 1,0-1-1,-1 1 1,1-1-1,-1 1 1,-1-1-1,1 8 1,9 28-103,-1-23 2639,-10-46-2527,-1 1 1,-10-53 0,4-26-10,0 78 0,4 16 0,1 0 0,0 0 0,1-1 0,-2-25 0,3-5 0,-13-83 0,10 92 0,2 1 0,3-58 0,1 25 0,-2 65 0,0-4 0,2 8 0,16 16 0,-16-17 0,-1 0 0,1 1 0,0-1 0,-1 0 0,1 0 0,-1 1 0,0-1 0,1 1 0,-1-1 0,0 1 0,0-1 0,2 4 0,11 16 0,114 97 0,-117-108 0,-1 0 0,2-2 0,-1 1 0,1-1 0,0-1 0,21 9 0,-19-9 0,-1 0 0,1 1 0,13 11 0,-16-12 0,0 1 0,1-1 0,0-1 0,0 0 0,0-1 0,1 0 0,22 5 0,8 3 0,-33-10 0,0-1 0,0 0 0,0-1 0,1 0 0,-1 0 0,0-1 0,0-1 0,1 0 0,-1 0 0,0-1 0,0 0 0,0-1 0,0 0 0,15-7 0,-23 9 0,7-3 0,0 0 0,0-1 0,-1 0 0,1-1 0,-1 0 0,10-9 0,6-4 0,-16 12 0,0-1 0,0 0 0,-1 0 0,0-1 0,0 0 0,-1 0 0,0 0 0,-1-1 0,7-16 0,12-20 0,-13 29 0,-1-2 0,-1 1 0,-1-1 0,-1-1 0,0 1 0,-1-1 0,-1 0 0,-1-1 0,-1 1 0,0-41 0,-3-20 0,-42 162 0,33-53 0,0 0 0,-6 42 0,11-46 0,-1 1 0,-1-2 0,-2 1 0,-14 33 0,19-50 0,0 1 0,0-1 0,0 1 0,1-1 0,0 1 0,-1 13 0,-3 10 0,-6 13 0,4-18 0,2 0 0,0 1 0,2 0 0,-2 35 0,6-61 0,0 32 0,0-22 0,0-15 0,1-2 0,0 0 0,0-1 0,1 1 0,0 0 0,0 1 0,0-1 0,1 0 0,0 1 0,0-1 0,0 1 0,6-7 0,-5 6 0,1-1 0,-1 0 0,0 0 0,-1 0 0,0 0 0,4-14 0,1-11 0,1 0 0,1 1 0,2 0 0,28-52 0,-36 73 0,0 1 0,0-1 0,-1 0 0,-1 0 0,3-12 0,-4 13 0,1-1 0,1 0 0,0 1 0,0 0 0,1-1 0,6-11 0,-1 3 0,-1-1 0,-1 0 0,9-35 0,-14 46 0,-1 6 0,-1-1 0,1 0 0,0 0 0,0 1 0,0-1 0,0 1 0,0-1 0,1 1 0,-1-1 0,1 1 0,0 0 0,-1-1 0,1 1 0,4-3 0,-2 1 0,4-12 0,-4 10 0,4 19 0,-7-10 0,0 0 0,0 0 0,-1 0 0,1 0 0,-1 1 0,0-1 0,0 0 0,0 0 0,-1 4 0,1-3 0,0 0 0,-1 1 0,2-1 0,-1 0 0,0 0 0,1 0 0,0 0 0,2 8 0,5 3 0,-6-11 0,0-1 0,0 1 0,0 0 0,-1 0 0,1 0 0,-1 0 0,0 0 0,0 0 0,-1 0 0,1 0 0,-1 8 0,9 45 0,-6-44 0,0 1 0,-1 0 0,0 18 0,-3 10 0,0-18 0,1 0 0,1 0 0,5 31 0,2-21 0,-4-20 0,0-1 0,-2 1 0,1 0 0,-1 21 0,1 38-1992,1-29-3103,3-1-1,16 65 0,3-28 979,-24-74 3353,-2-4 512,1 0 0,-1 0-1,1 0 1,0-1 0,-1 1 0,1 0 0,0 0 0,0 0 0,0-1-1,0 1 1,1-1 0,-1 1 0,0-1 0,1 1 0,-1-1 0,1 0-1,-1 1 1,1-1 0,0 0 0,-1 0 0,1 0 0,2 0 0,24 11-2139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19.3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47 316 3874,'6'-16'1468,"0"1"0,-1-2-1,-1 1 1,0-1 0,-1 1 0,-1-1 0,-1 0 0,0 0 0,-1 0 0,-3-19 0,2-16 3210,1 50-4476,0 0-1,0 1 1,0-1 0,0 0-1,-1 0 1,1 1-1,-1-1 1,1 0-1,-1 1 1,1-1 0,-1 0-1,0 1 1,0-1-1,0 1 1,0-1-1,0 1 1,0-1 0,0 1-1,-1 0 1,1 0-1,-3-2 1,-1-2 416,4 4-549,1 1-1,-1-1 0,1 1 1,-1-1-1,1 1 1,-1-1-1,1 1 0,-1-1 1,1 1-1,0-1 1,0 0-1,-1 1 0,1-1 1,0 0-1,0 1 0,-1-1 1,1 0-1,0 1 1,0-1-1,0 0 0,0 1 1,0-1-1,0 0 1,0 0-1,0 1 0,1-1 1,-1 0-1,0 1 0,1-2 1,1 1 627,-7 9-429,3-5-267,0 0 0,0-1 0,1 1 0,-1 0 0,1 0 0,0-1 0,0 1 0,0 0 0,0 0 0,0 1 0,0-1 0,1 0 0,0 0 0,0 0 0,0 0 0,0 6 0,0-4 0,-1 0 0,1 0 0,-1 0 0,-1 0 0,1-1 0,-1 1 0,1 0 0,-4 5 0,2-5 0,1 0 0,0 0 0,0 1 0,1-1 0,-1 0 0,1 1 0,0-1 0,0 8 0,1 216 0,1-218 0,0 0 0,1-1 0,0 1 0,6 17 0,-5-18 0,0 1 0,0 0 0,-1 0 0,1 18 0,-2-6 0,1 0 0,0 0 0,9 31 0,-10-16-276,-2-33 72,1 0 0,0 0 0,0 0-1,0 0 1,1 0 0,-1-1-1,1 1 1,0 0 0,4 8 0,3 0-1018,-6-11 521,-1 0 0,1 0 0,-1 1-1,1-1 1,-1 0 0,0 1 0,0-1 0,0 1 0,0 0 0,-1-1-1,1 1 1,-1 0 0,1-1 0,-1 4 0,0-5 350,0 1 0,0-1 0,1 1 0,-1-1 0,0 0 0,1 1-1,-1-1 1,1 1 0,-1-1 0,1 0 0,-1 0 0,1 1 0,0-1 0,0 0 0,0 0 0,1 2 0,12-3-8613,9-8 5218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19.7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0 215 6355,'0'-94'9356,"0"91"-9207,1 1 0,-1-1 0,0 0-1,1 1 1,0-1 0,0 1 0,0-1 0,0 1-1,0-1 1,0 1 0,0 0 0,1-1 0,-1 1-1,4-4 1,9-16 1130,-11 19-924,-1-1-1,0 0 1,1 0 0,0 1-1,0 0 1,0-1 0,0 1-1,1 0 1,-1 1 0,1-1-1,-1 0 1,1 1 0,0 0-1,0 0 1,0 0 0,0 1-1,1-1 1,5 0 0,-5 0 15,1 1 1,-1 0 0,1 0 0,0 1-1,-1 0 1,1 0 0,-1 0-1,1 1 1,0 0 0,-1 0-1,1 0 1,-1 1 0,1-1 0,-1 1-1,6 3 1,-10-4-331,0 0 1,0 0-1,1 0 1,-1 0-1,0 0 1,0 0-1,0 0 1,0 0-1,0 0 0,0 0 1,0 0-1,0 1 1,0-1-1,-1 0 1,1 1-1,-1-1 1,1 1-1,-1-1 0,1 2 1,6 14 25,8 4-66,-12-17 0,0 0 0,0 0 0,-1 0 0,1 0 0,-1 1 0,0-1 0,4 10 0,7 28 0,-9-33 0,-1 0 0,0 0 0,-1 1 0,0-1 0,0 0 0,0 17 0,-2 117 0,-1-132 0,0-1 0,-1 1 0,0-1 0,-1 1 0,0-1 0,0 0 0,-10 18 0,-3 10 0,14-33 0,0 0 0,0 1 0,0-2 0,-1 1 0,1 0 0,-1 0 0,-1-1 0,1 1 0,-1-1 0,1 0 0,-1 0 0,-9 6 0,9-5 0,4-5 0,1-21 0,-1 6 0,-1 10 0,1 0 0,0 0 0,0 0 0,1 0 0,-1 0 0,1 1 0,0-1 0,0 0 0,1 0 0,-1 0 0,1 1 0,0-1 0,0 1 0,1 0 0,2-5 0,-1 3 0,0-1 0,-1 0 0,0 0 0,0 0 0,0-1 0,-1 1 0,1-9 0,0 4 0,0 0 0,1 0 0,8-19 0,-4 15 0,58-106 0,-58 109 0,1 0 0,0 1 0,1 0 0,0 0 0,1 1 0,22-18 0,49-36 0,-80 64 0,0 1 0,1-1 0,-1 1 0,1 0 0,-1 0 0,0 0 0,1 1 0,-1-1 0,0 1 0,1-1 0,-1 1 0,0 0 0,1 0 0,-1-1 0,4 4 0,17 3 0,-22-6 0,1 0 0,0-1 0,0 1 0,-1 0 0,1 0 0,-1 0 0,1 0 0,-1 0 0,1 0 0,-1 0 0,0 1 0,1-1 0,-1 0 0,0 1 0,0-1 0,0 1 0,0-1 0,0 1 0,0 0 0,-1-1 0,1 1 0,0 0 0,0 1 0,16 28 0,29 54 0,-42-81 0,-1 0 0,-1 1 0,1-1 0,-1 0 0,1 1 0,-1 0 0,-1 0 0,1-1 0,-1 1 0,0 0 0,0 0 0,0 0 0,0 0 0,-1 7 0,0-4 0,1-1 0,0 0 0,1 0 0,-1 0 0,1 0 0,5 12 0,-4-13 0,-1 1 0,0-1 0,0 1 0,0 0 0,-1 0 0,1 12 0,-2 247-3631,0-265 3409,0 0 1,0 0-1,0 0 0,0 0 1,0-1-1,0 1 0,0 0 1,0 0-1,0 0 0,-1 0 1,1-1-1,0 1 0,-1 0 1,1 0-1,-1 0 0,1-1 1,-1 1-1,1 0 0,-1-1 1,1 1-1,-1 0 0,1-1 0,-1 1 1,0-1-1,0 1 0,1-1 1,-1 1-1,0-1 0,0 1 1,1-1-1,-3 1 0,3-1 15,-1 0 0,0 0-1,0 1 1,1-1 0,-1 0-1,0 1 1,1-1 0,-1 0-1,1 1 1,-1-1 0,0 1-1,1-1 1,-1 1-1,1-1 1,-1 1 0,1 0-1,0-1 1,-1 1 0,1 0-1,-1-1 1,1 1 0,0 0-1,0-1 1,-1 1 0,1 0-1,0 0 1,0-1-1,0 1 1,0 0 0,0-1-1,0 2 1,-1 9-6334,7-22 2605,12-1 1594,-13-3-198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19.9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1 425 608,'1'-12'858,"0"-1"-1,1 1 0,0 0 0,1-1 0,0 1 1,9-20-1,6-20 2341,-11 27-1239,-2 0 0,0-1 0,1-43 0,-6 66-1648,1 0 0,-1 0 0,0 0 0,1 0 0,0 0 0,-1 0-1,1 0 1,0 0 0,1 1 0,-1-1 0,0 0 0,1 1 0,2-5 0,-2 5-48,-1 0 0,1 0 0,-1 0 0,0-1 0,0 1 0,0 0 0,0-1 0,0 1 0,0 0 0,-1-1 0,1 1 0,-1-1 0,1-3 0,-1 5-103,0-1-1,0 1 1,0 0-1,0-1 0,0 1 1,1 0-1,-1-1 1,1 1-1,-1 0 0,1-1 1,-1 1-1,1 0 1,0 0-1,0 0 0,-1 0 1,1-1-1,2 0 0,-2 1-9,0 0 0,-1 1 0,1-1 0,0 0-1,-1 0 1,1 0 0,-1 1 0,1-1 0,-1 0-1,1 0 1,-1 0 0,0 0 0,1 0-1,-1 0 1,0 0 0,0 0 0,0-1 0,0 7-24,1 1 0,-1-1 0,1 1 0,0-1 0,0 0 0,0 0 0,1 1 0,0-1 0,0 0 0,0 0 0,6 7 0,-5-6-115,-1 0-11,-1 1 0,1-1 0,-1 0 0,0 1 0,-1-1 0,1 1 0,-1-1 0,-1 1 0,0 8 0,-1 7 0,2 83-3859,0 136-13209,-4-199 11706,2-39 4556,0 0 0,0 1 1,0-1-1,-1 0 0,1 0 0,-1 0 1,-5 4-1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20.5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1 446 6451,'0'-10'1039,"1"0"0,0 0-1,1 0 1,0 1 0,5-15 0,-3 14-262,-1 0 1,-1 0 0,0 0-1,0 0 1,0-17-1,-2-125 14532,0 251-15200,0-93-109,0 1 0,1-1 0,0 1 0,1-1 0,-1 0 0,1 1 0,0-1 0,5 9 0,8 28 0,32 75 0,-46-114 0,1 0 0,0 0 0,0 0 0,1-1 0,-1 1 0,1 0 0,-1-1 0,1 0 0,0 0 0,4 3 0,-4-3 0,1 0 0,-1 0 0,-1 0 0,1 1 0,0-1 0,-1 1 0,1 0 0,-1-1 0,2 7 0,-1 0 0,-3-9 0,0 1 0,1-1 0,-1 0 0,0 1 0,1-1 0,-1 0 0,1 1 0,-1-1 0,1 0 0,0 0 0,-1 1 0,1-1 0,0 0 0,0 0 0,0 0 0,0 0 0,0 0 0,0 0 0,0 0 0,0-1 0,0 1 0,0 0 0,0-1 0,1 1 0,-1 0 0,0-1 0,1 0 0,-1 1 0,2-1 0,20 9 0,-21-8 0,-1 0 0,1 0 0,-1-1 0,1 1 0,-1-1 0,1 0 0,0 1 0,-1-1 0,1 0 0,-1 0 0,1 0 0,0 0 0,-1 0 0,1 0 0,-1 0 0,1-1 0,0 1 0,-1 0 0,1-1 0,-1 1 0,1-1 0,-1 0 0,1 0 0,-1 1 0,0-1 0,1 0 0,-1 0 0,2-2 0,6-2 0,-4 3 0,-1 0 0,1-1 0,0 0 0,-1 0 0,1 0 0,-1 0 0,0-1 0,0 1 0,0-1 0,-1 0 0,1 0 0,4-9 0,24-57 0,-20 47 0,-2 0 0,0-1 0,-1 0 0,-1 0 0,7-39 0,-1 6 0,-10 44 0,0-1 0,-1 0 0,-1 0 0,2-20 0,-5 21 0,1 0 0,1 0 0,0-1 0,0 1 0,1 0 0,1 0 0,6-16 0,-3 10 0,-9 50 0,2-7 0,0-13 0,0 0 0,1 0 0,0 0 0,1 0 0,0 0 0,4 16 0,9 4 0,11 47 0,-21-67 0,-1-1 0,2 0 0,-1 0 0,7 9 0,9 27 0,-16-35 1,0 0-1,1-1 1,0 1-1,0-1 1,1 0 0,1 0-1,0-1 1,0 0-1,12 12 1,22 29-52,-35-44-153,1-1 0,0 1 0,0-1 0,1 0 1,0-1-1,-1 0 0,2 0 0,-1 0 0,0-1 0,1-1 1,-1 1-1,1-1 0,0-1 0,17 2 0,-7-3-173,-14 0 335,-1 1-1,1-1 1,0 0 0,0 0-1,-1-1 1,1 1-1,0-1 1,0 0-1,-1-1 1,1 1-1,-1-1 1,1 0-1,-1 0 1,5-3-1,-5 2 34,0 1 0,0 0 0,0-1-1,0 2 1,1-1 0,-1 0 0,1 1-1,8-2 1,-9 3 13,-1-1 0,1 0 1,0 0-1,-1 0 0,1-1 0,-1 1 1,1-1-1,-1 0 0,0 0 0,0 0 1,0 0-1,0 0 0,3-4 0,27-20 146,-26 21-76,0 0-1,0-1 1,-1 0 0,0 0 0,0 0 0,0-1 0,-1 1-1,6-10 1,83-146 3034,-89 152-3089,-1-1 0,0 0 0,0 0 0,-1 0 0,0 0 0,-1 0 0,-1-1 0,0 1 0,0-1 0,-1 0 0,-2-14 0,2 1-28,-1 21 9,0 0 0,0 0 0,0 1 0,0-1 0,-1 1 0,0-1 0,0 1 0,0 0 0,0 0 0,0 0 0,-1 0 0,0 0 0,1 0 0,-1 0 0,0 1 0,-6-4 0,1-2 0,5 6 0,0 0 0,0 0 0,0 1 0,-1-1 0,1 1 0,0-1 0,-1 1 0,1 0 0,-1 0 0,0 1 0,1-1 0,-1 1 0,1-1 0,-1 1 0,0 0 0,1 1 0,-8 0 0,-17 0 0,15 0 0,-1 1 0,1 0 0,0 0 0,0 1 0,1 1 0,-1 0 0,0 1 0,1 0 0,0 1 0,1 0 0,-21 15 0,27-17 0,-1-1 0,1 2 0,0-1 0,1 0 0,-1 1 0,1 0 0,0 0 0,0 1 0,0-1 0,1 1 0,0-1 0,0 1 0,0 0 0,1 0 0,0 1 0,0-1 0,0 0 0,1 1 0,0-1 0,0 1 0,1-1 0,0 1 0,0-1 0,0 1 0,1-1 0,0 1 0,3 8 0,14 36 0,-11-30 0,0-1 0,2 0 0,0 0 0,1 0 0,21 30 0,78 88 0,-72-95 0,54 83 0,-31-32 0,-36-60 0,-2 0 0,-2 2 0,22 52 0,-40-83 0,0 1 0,-1-1 0,0 0 0,-1 0 0,1 1 0,-1-1 0,0 0 0,-1 9 0,0 3 0,1-12 0,0-1 0,-1 0 0,1 1 0,-1-1 0,0 0 0,0 1 0,0-1 0,-1 0 0,0 0 0,0 0 0,-4 7 0,0 0 0,4-8 0,1 0 0,-1 0 0,1 0 0,-1-1 0,0 1 0,0 0 0,0-1 0,0 1 0,-1-1 0,1 0 0,-1 0 0,1 0 0,-1 0 0,0 0 0,-5 2 0,-30 22 0,28-19 14,1 0-1,-1-1 1,0 0-1,0 0 1,-1-1 0,1 0-1,-1-1 1,0 0 0,-1-1-1,1 0 1,-20 1-1,-15 1-188,-79-4-1,63-2-335,56 0-1141,-1 0-1,1 0 1,-1-1-1,1 0 1,-1 0-1,1-1 1,0 1-1,0-1 1,-8-6-1,-7-2-4910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21.1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81 1953,'0'0'2833,"-1"-13"4694,1 11-6549,0 1-1,0-1 0,0 1 1,0-1-1,0 1 1,0 0-1,0-1 0,0 1 1,0-1-1,1 1 1,-1 0-1,1-1 0,-1 1 1,1 0-1,0-2 0,0 2-933,-1 1-1,1 0 0,-1 0 0,0 0 0,1 0 0,-1 0 0,1 0 1,-1 0-1,0 0 0,1 0 0,-1 0 0,1 0 0,-1 0 0,1 0 1,-1 0-1,0 0 0,1 0 0,-1 0 0,1 1 0,-1-1 0,0 0 0,1 0 1,-1 0-1,1 1 0,-1-1 0,0 0 0,1 0 0,-1 1 0,0-1 1,0 0-1,1 1 0,-1-1 0,0 1 0,0-1 0,1 0 0,-1 1 1,0-1-1,0 0 0,0 1 0,0-1 0,0 1 0,0-1 0,1 1 1,-1-1-1,0 0 0,0 1 0,0-1 0,-1 1 0,1-1 0,0 1 0,0 0 1,0 1 161,0 1 0,0-1 0,0 0 0,0 1 0,1-1 0,-1 0 0,1 0 0,0 1 0,-1-1 0,1 0 0,2 3 0,18 26-74,-13-22-134,-1 0 0,-1 1 0,0 0-1,0 0 1,5 14 0,-3 17 3,-6-30 0,0 0 0,0 0 0,1 0 0,5 12 0,38 80 0,4-2 0,70 105 0,-116-199 0,0-1 0,1 0 0,-1 0 0,1-1 0,1 0 0,-1 1 0,1-2 0,0 1 0,9 5 0,-13-9 0,1 0 0,0 0 0,0 0 0,0 0 0,0-1 0,0 1 0,0-1 0,0 0 0,0 0 0,0 0 0,0 0 0,0-1 0,0 1 0,0-1 0,0 0 0,0 0 0,-1 0 0,1 0 0,0 0 0,0 0 0,-1-1 0,1 1 0,-1-1 0,1 0 0,-1 0 0,0 0 0,3-4 0,-1 3 0,-2 0 0,1-1 0,0 1 0,-1-1 0,1 0 0,-1 0 0,0 0 0,-1 0 0,1 0 0,-1 0 0,1 0 0,0-6 0,16-39 0,-8 29 0,-1 0 0,-2 0 0,0-1 0,5-24 0,-7 24 0,-3 12 0,0-1 0,-1 1 0,-1 0 0,1-12 0,1-29 0,4 22 0,-4 18 0,0 0 0,0 0 0,-1 0 0,0 0 0,-1 0 0,0 0 0,-1-11 0,-7-31 0,3 0 0,2-60 0,3 110 0,0 1 0,0-1 0,0 0 0,0 0 0,-1 0 0,1 1 0,-1-1 0,1 0 0,-1 1 0,1-1 0,-1 0 0,0 1 0,0-1 0,0 1 0,0-1 0,0 1 0,0 0 0,0-1 0,-1 1 0,1 0 0,-3-2 0,-1-2 0,4 5-1,1-1 1,0 1-1,0 0 0,0-1 1,0 1-1,0 0 1,0-1-1,0 1 0,0 0 1,0-1-1,0 1 0,0 0 1,0-1-1,0 1 0,0 0 1,0-1-1,0 1 0,0 0 1,0-1-1,0 1 1,0 0-1,1-1 0,-1 1 1,0 0-1,0-1 0,0 1 1,0 0-1,1 0 0,-1-1 1,0 1-1,0 0 1,1 0-1,-1 0 0,0-1 1,1 1-1,-1 0 0,0 0 1,1 0-1,-1 0 0,0-1 1,0 1-1,1 0 0,-1 0 1,0 0-1,1 0 1,-1 0-1,1 0 0,-1 0 1,1 0-1,-1 0-22,1 0 0,-1 0 1,1 0-1,-1 0 0,1 0 0,-1 0 1,1-1-1,-1 1 0,1 1 0,-1-1 1,1 0-1,-1 0 0,0 0 0,1 0 0,-1 0 1,1 0-1,-1 0 0,1 1 0,-1-1 1,1 0-1,-1 0 0,0 1 0,1-1 1,-1 0-1,1 1 0,-1-1 0,0 0 1,1 1-1,-1-1 0,0 0 0,0 1 0,1-1 1,-1 1-1,0-1 0,0 1 0,0-1 1,1 1-1,-1-1 0,0 1 0,0-1 1,0 1-1,0-1 0,0 0 0,0 2 1,0 0-338,0 0 0,1 0 0,-1 1 1,1-1-1,-1 0 0,1 0 1,0 0-1,0 0 0,0 0 0,0 0 1,0 0-1,0 0 0,0-1 1,1 1-1,-1 0 0,1-1 1,-1 1-1,1-1 0,0 1 0,3 1 1,12 15-3455,-7 3-483,5 9-360,10-2 618,-4 7 627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21.7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405 787 1633,'1'1'261,"1"-1"1,-1 0-1,1 0 0,-1 0 1,1 0-1,-1 0 1,1 0-1,-1 0 0,1-1 1,-1 1-1,1 0 1,-1-1-1,1 1 0,-1-1 1,1 0-1,-1 1 1,0-1-1,1 0 0,-1 0 1,0 0-1,0 0 1,0 0-1,0 0 0,0 0 1,0 0-1,0-1 1,0 1-1,0 0 0,0-1 1,-1 1-1,2-2 1,8-14 2778,0 6-1147,-8 10-1680,-1-1 0,0 1 0,0 0-1,0 0 1,0-1 0,0 1 0,0 0-1,0-1 1,-1 1 0,1-1-1,0 1 1,-1-1 0,1 0 0,-1 1-1,0-1 1,1 1 0,-1-1 0,0 0-1,0 1 1,0-1 0,0-2 0,8-40 4137,-6 39-3818,0 0-1,-1 1 1,0-1 0,0 0 0,0 0-1,-1 0 1,1 0 0,-1 0 0,-1 1-1,0-8 1,-29-77 2155,13 46-2418,15 38-269,0 0 0,-1 0 0,0 0 0,0 1 0,0-1 0,0 1 0,-1 0 0,1 0 0,-1 0 0,0 0 0,-1 1 0,1 0 0,-1-1 0,1 2 0,-1-1 0,0 0 0,0 1 0,0 0 0,0 0 0,0 1 0,-1-1 0,1 1 0,0 0 0,-1 1 0,1-1 0,-9 1 0,1 0 0,-1 1 0,0 0 0,1 1 0,-1 0 0,1 1 0,-1 0 0,1 2 0,0-1 0,1 1 0,-14 8 0,12-4 0,0 0 0,1 1 0,1 1 0,-1 0 0,2 0 0,0 1 0,-10 14 0,14-17 0,1-1 0,0 1 0,1 1 0,0-1 0,0 1 0,1 0 0,0 0 0,1 0 0,0 0 0,0 1 0,1-1 0,0 14 0,1 18 0,1-4 0,5 58 0,-3-84 0,0-1 0,1 0 0,0 0 0,0 1 0,1-2 0,1 1 0,0-1 0,1 1 0,7 10 0,-12-20 0,0 0 0,0 0 0,1 0 0,-1 0 0,1 0 0,-1-1 0,1 1 0,-1 0 0,1-1 0,-1 1 0,1-1 0,0 1 0,-1-1 0,1 0 0,2 1 0,9 2 0,-8 0 0,15 4 0,8-19 0,-16 3 0,0 0 0,-1 0 0,0-1 0,0-1 0,-1 1 0,13-20 0,5-4 0,-24 30 0,-2 0 0,1 0 0,0 0 0,-1 0 0,0 0 0,0 0 0,3-9 0,-4 10 0,0-1 0,0 1 0,1-1 0,0 1 0,-1 0 0,1-1 0,0 1 0,1 0 0,-1 0 0,5-4 0,15-20 0,-18 23 0,-1-1 0,0 1 0,1-1 0,0 1 0,0 0 0,6-4 0,-9 8 0,0-1 0,0 1 0,0-1 0,0 1 0,0-1 0,1 1 0,-1 0 0,0 0 0,0 0 0,0 0 0,0-1 0,1 1 0,-1 1 0,0-1 0,0 0 0,0 0 0,0 0 0,1 1 0,-1-1 0,0 0 0,0 1 0,0-1 0,0 1 0,0 0 0,0-1 0,0 1 0,0 0 0,0-1 0,0 1 0,-1 0 0,1 0 0,0 0 0,0 0 0,0 1 0,29 30 0,1-2 0,50 40 0,-4 1 0,-55-49-835,-18-18 421,0 1 1,1-1-1,-1 0 0,1 0 0,0 0 0,0-1 0,0 1 0,9 3 1,32 3-2420,-39-9 2034,1-1 0,-1 0 0,0 0 1,0-1-1,0 0 0,0 0 1,0-1-1,0 0 0,-1 0 0,1 0 1,0-1-1,-1 0 0,0-1 1,0 1-1,10-8 0,-6 4 421,-1-1 0,1 0 0,-2 0 1,1-1-1,-1 0 0,-1 0 0,0-1 0,0 0 0,-1-1 0,10-20 1,1-5 270,-13 27 166,1 0 1,-1-1-1,5-18 0,6-29 614,-11 44-363,-1 1 1,0-1-1,0 0 0,-2 0 0,1-18 1,-2-164 6257,0 175-4923,-2 1-1,0-1 1,-2 1-1,-6-24 1,-3-11 2679,6 19-3687,-2 1 0,-2 0 0,-21-48 0,31 80-637,0 0 0,0-1 0,0 1 0,-1 0 0,1 0 0,-1 0 0,1 0 0,-1 0 0,1 0 0,-1 1 0,-3-3 0,-2-2 0,2-2 0,5 8 0,1 10 0,-2 16 0,0-14 0,0 1 0,1 0 0,1 0 0,0-1 0,4 20 0,3-11 0,-5-14 0,0 1 0,-1 0 0,0 0 0,0 0 0,0 1 0,-1-1 0,0 9 0,17 153 0,-17-148 0,1 0 0,1 0 0,9 34 0,2 13 0,17 87 0,-23-124 0,-4 21 13,-5-40-29,2-1-1,0 1 0,3 17 1,11 24-806,3 13-3989,-9-1-3448,-8-62 7560,-1 0 1,1 0-1,0 0 1,0 0-1,0 0 0,1 0 1,-1 0-1,1 0 0,0 0 1,0-1-1,0 1 1,1-1-1,-1 1 0,1-1 1,0 0-1,0 0 1,0 0-1,0 0 0,0-1 1,7 4-1,16-3-1195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22.2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1 616 3298,'7'-13'1726,"0"1"1,-1-1 0,-1-1 0,0 1 0,-1-1 0,0 0-1,-1 0 1,-1 0 0,0 0 0,0-24 0,-2-69 8747,0 98-10474,0 22 0,3 25 0,3-22 0,-4-13 0,-1 1 0,1-1 0,-1 1 0,0-1 0,0 1 0,-1 0 0,1 0 0,0 6 0,-1 0 0,2 0 0,0 0 0,0 0 0,1 0 0,0-1 0,7 16 0,11 39 0,-20-59 0,1 5 0,0-1 0,0 1 0,1-1 0,0 1 0,1-1 0,9 18 0,-9-19 0,1 1 0,-2 0 0,1 1 0,2 11 0,-5-13 0,1-1 0,1 0 0,-1 1 0,1-1 0,1 0 0,6 10 0,34 55 0,-42-68 0,1 0 0,0 0 0,0 0 0,0-1 0,0 1 0,8 5 0,-3-3 0,-8-6 0,0 1 0,0-1 0,0 0 0,0 0 0,1 1 0,-1-1 0,0 0 0,0 0 0,0 0 0,1 1 0,-1-1 0,0 0 0,0 0 0,1 0 0,-1 0 0,0 0 0,1 1 0,-1-1 0,0 0 0,1 0 0,-1 0 0,0 0 0,0 0 0,1 0 0,-1 0 0,0 0 0,1 0 0,-1 0 0,0 0 0,1 0 0,-1 0 0,0-1 0,0 1 0,1 0 0,-1 0 0,0 0 0,1 0 0,-1-1 0,4-12 0,2-4 0,4 4 0,1-1 0,-2 0 0,0-1 0,-1 0 0,-1 0 0,0-1 0,-1 1 0,0-2 0,-1 1 0,3-21 0,18-56 0,-24 87 0,0-1 0,-1 0 0,0 0 0,0 0 0,-1 0 0,0-10 0,1-17 0,7 8 0,0-15 0,-8 39 0,0 0 0,0 0 0,1 0 0,-1-1 0,1 1 0,-1 0 0,1 0 0,0 0 0,0 0 0,0 0 0,0 0 0,0 0 0,0 1 0,0-1 0,3-3 0,-2 4 0,-1-1 0,0 1 0,0-1 0,1 0 0,-1 1 0,0-1 0,0 0 0,-1 0 0,1 0 0,0 1 0,-1-1 0,1 0 0,-1 0 0,0 0 0,1-3 0,-1 4 0,0 0 0,-1 1 0,1-1 0,0 1 0,0-1 0,0 0 0,0 1 0,0-1 0,0 1 0,1-1 0,-1 0 0,0 1 0,0-1 0,0 1 0,0-1 0,1 1 0,-1-1 0,0 1 0,1-1 0,-1 1 0,0-1 0,1 1 0,-1-1 0,1 1 0,-1-1 0,0 1 0,1 0 0,-1-1 0,1 1 0,-1 0 0,1-1 0,-1 1 0,1 0 0,0 0 0,0 0 0,-1 0 0,1 0 0,-1 0 0,1 1 0,-1-1 0,1 0 0,-1 0 0,1 1 0,-1-1 0,1 1 0,-1-1 0,0 0 0,1 1 0,-1-1 0,1 1 0,-1-1 0,0 1 0,0-1 0,1 1 0,-1-1 0,0 1 0,0-1 0,0 1 0,1-1 0,-1 1 0,0-1 0,0 1 0,0 0 0,0-1 0,0 1 0,0-1 0,0 2 0,0 0 0,1 1 0,0-1 0,0 0 0,0 1 0,1-1 0,-1 0 0,0 0 0,1 0 0,0 0 0,-1 0 0,1 0 0,0-1 0,0 1 0,0 0 0,0-1 0,3 2 0,15 15 0,-2-2 0,-14-12 0,0-1 0,-1 1 0,1 0 0,-1 0 0,1 0 0,-1 0 0,4 8 0,6 25 0,46 31 0,-45-50 0,1-1 0,1 0 0,0-1 0,1-1 0,20 13 0,10 11 0,-40-33 0,0-1 0,0 1 0,0-2 0,1 1 0,0-1 0,-1 0 0,2 0 0,-1-1 0,0 0 0,1 0 0,-1-1 0,1 0 0,0-1 0,-1 0 0,1 0 0,0-1 0,0 0 0,0-1 0,0 0 0,-1 0 0,1-1 0,0 0 0,-1 0 0,0-1 0,1 0 0,-1 0 0,0-1 0,12-8 0,6-5 0,0-2 0,-1 0 0,-1-2 0,-1 0 0,-1-2 0,33-42 0,-49 56 0,0-1 0,0 0 0,-1 0 0,-1 0 0,1-1 0,-2 0 0,1 0 0,-2 0 0,1 0 0,0-12 0,5-19 0,1 5 0,-5 26 0,-1 1 0,-1 0 0,1-1 0,-2 1 0,0-1 0,0 1 0,0-1 0,-2 0 0,1 0 0,-1 1 0,-4-14 0,1 10 0,0 1 0,-1-1 0,-1 1 0,0 0 0,-1 1 0,-1-1 0,1 1 0,-2 1 0,0 0 0,0 0 0,-1 0 0,-17-13 0,21 19 0,0 1 0,-1-1 0,0 1 0,0 0 0,0 1 0,0-1 0,-1 1 0,0 1 0,1 0 0,-1 0 0,0 0 0,0 1 0,0 0 0,0 0 0,0 1 0,0 0 0,0 1 0,0 0 0,0 0 0,0 0 0,1 1 0,-1 1 0,-9 3 0,5 0 0,0 0 0,0 1 0,1 1 0,0 0 0,1 0 0,-1 1 0,2 0 0,-1 1 0,-8 12 0,-7 5 0,18-18 0,1 1 0,0 0 0,1 0 0,0 0 0,0 1 0,1-1 0,0 1 0,1 0 0,-2 13 0,1-7 0,2-10 0,0 1 0,0 0 0,1-1 0,1 1 0,-1 0 0,1 0 0,1 0 0,-1-1 0,1 1 0,1 0 0,-1-1 0,1 1 0,1-1 0,0 1 0,-1-1 0,2 0 0,-1 0 0,6 7 0,24 55 0,-28-54 0,2 0 0,0 0 0,1-1 0,10 15 0,-14-24 0,84 98 0,-76-92 0,0 0 0,1 0 0,1-1 0,0-1 0,0 0 0,23 11 0,-17-12 0,115 44 0,-118-47 0,0-1 0,0 0 0,0-2 0,0 0 0,0-1 0,32-2 0,-25-3 0,0-2 0,0 0 0,-1-2 0,1 0 0,-2-2 0,0 0 0,26-17 0,-42 23 6,-1 0-1,0 0 1,0-1-1,0 0 1,-1 0-1,1 0 1,-1 0-1,0-1 1,5-9 0,16-20-371,25-28-7203,-47 58 6400,1 1 1,-1-1 0,-1 0-1,1 0 1,-1 0-1,0-1 1,0 1-1,-1 0 1,1-1 0,0-10-1,-2-2-3613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23.1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114 385 4402,'-3'0'5250,"-39"0"1479,-26 0-4208,68-2-1445,6-4-48,4 1-291,-4 0-306,-5 4-373,0 0-1,0 0 0,0 0 1,0 1-1,0-1 1,0 0-1,0 1 1,1-1-1,-1 1 0,0-1 1,0 1-1,1 0 1,-1-1-1,0 1 0,0 0 1,1 0-1,-1 0 1,0 0-1,1 0 1,-1 0-1,2 1 0,203-14 3908,9-1-2063,99 4 128,-221 10-1660,478-13 661,-415 10-1008,25 0-14,202-21-9,188-17 0,-76 15 0,103 0 0,-198 11 0,578-8 0,-479 7 0,290 16 0,-372-16 0,49 6 0,-191-6 0,-227 14 0,52-10 0,-53 6 0,51-1 0,-5-3 0,-74 6-711,-27-3-1153,-33-7-3687,33 13 4376,-1 0-715,1 0 1,-1-1-1,1 0 0,-1-1 1,-7-3-1,-27-6-3931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23.6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50 27 2193,'-1'0'172,"0"0"-55,0-1 0,0 1-1,0 0 1,1 0 0,-1 0 0,0-1 0,0 1-1,0 0 1,0 0 0,0 0 0,1 0 0,-1 1-1,0-1 1,0 0 0,0 0 0,0 0 0,1 1-1,-1-1 1,0 0 0,0 1 0,1-1 0,-1 0 0,0 1-1,1-1 1,-1 1 0,0 0 0,1-1 0,-1 1-1,0-1 1,1 1 0,-1 0 0,1-1 0,0 1-1,-1 0 1,1 0 0,-1-1 0,1 1 0,0 1 0,0-1-64,0-1 1,-1 0 0,1 1 0,0-1 0,0 0 0,0 1 0,0-1 0,0 0 0,0 1 0,-1-1-1,1 0 1,0 1 0,0-1 0,0 0 0,-1 1 0,1-1 0,0 0 0,0 0 0,-1 1 0,1-1-1,0 0 1,-1 0 0,1 0 0,0 0 0,-1 1 0,1-1 0,0 0 0,-1 0 0,1 0 0,0 0 0,-1 0-1,1 0 1,0 0 0,-1 0 0,0 0 0,1 0-31,-1 0 1,1 0-1,0 0 0,-1 0 1,1 0-1,0 0 0,-1 0 1,1 0-1,0 1 0,-1-1 1,1 0-1,0 0 0,-1 0 0,1 0 1,0 0-1,-1 1 0,1-1 1,0 0-1,-1 0 0,1 1 1,0-1-1,0 0 0,-1 0 1,1 1-1,0-1 0,0 0 1,0 1-1,0-1 0,-1 0 1,1 1-1,0-1 0,0 0 0,0 1 1,0-1-1,0 1 0,-1 9 808,0 17 1246,3-14 2840,-2-13-4676,1 1 0,0-1 0,-1 0 0,1 0 0,0 0 0,-1 1 0,1-1 0,0 0 0,0 0 0,-1 0 0,1 0 0,0 0 0,-1-1 0,1 1 0,0 0-1,-1 0 1,1 0 0,0-1 0,-1 1 0,1 0 0,-1-1 0,1 1 0,0 0 0,-1-1 0,1 1 0,-1-1 0,1 1 0,-1-1 0,1 1 0,-1-1 0,1 0 0,2-2 1602,-1 3-1661,-1 0-1,0-1 1,0 1-1,1-1 1,-1 1-1,0-1 1,0 1-1,0-1 1,0 0-1,0 0 1,0 1-1,0-1 1,0 0-1,0 0 1,0 0-1,0 0 1,1-2-1,1-33 2220,-3 31-2381,-4-16-3107,4 20 2747,-1 0-1,1 0 1,-1-1 0,1 1-1,-1 0 1,1 0 0,-1 0-1,1 0 1,-1 1 0,0-1-1,0 0 1,1 0 0,-1 0-1,0 0 1,0 1 0,0-1-1,0 1 1,0-1 0,0 0-1,0 1 1,0-1 0,0 1-1,0 0 1,0-1 0,-1 1-1,1 0 1,-1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23.9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267 0 13686,'-68'3'7749,"-31"12"-3658,90-12-4041,-1 0 1,1 1-1,0 0 0,0 1 0,0 0 0,0 0 0,1 1 0,-10 9 0,17-15-40,1 0-1,-1 0 1,1 1 0,-1-1-1,1 0 1,-1 0-1,1 1 1,-1-1-1,1 0 1,-1 1-1,1-1 1,0 0 0,-1 1-1,1-1 1,0 1-1,-1-1 1,1 0-1,0 1 1,0-1 0,-1 1-1,1-1 1,0 1-1,0-1 1,0 1-1,0-1 1,0 1 0,0-1-1,0 1 1,0-1-1,0 1 1,0 0-1,0-1 1,0 1 0,0-1-1,0 1 1,0-1-1,0 1 1,0-1-1,1 1 1,-1-1 0,0 1-1,0-1 1,1 0-1,-1 1 1,0-1-1,1 1 1,-1-1 0,0 0-1,1 1 1,-1-1-1,1 0 1,-1 1-1,1-1 1,-1 0 0,1 1-1,19 3 878,-20-4-893,5 0 1681,-1 0 20,11-3 137,-15-3 435,0 3-4011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28.3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23 175 1441,'-1'-36'5733,"1"32"-5492,-1 1 0,1-1 0,-1 1 0,0-1 0,0 1 1,0-1-1,-1 1 0,1 0 0,-1-1 0,-3-3 0,4 0 560,-1 0 0,1 0 0,0 0 1,0 0-1,1 0 0,-1 0 0,2 0 1,-1 0-1,2-7 0,-1-3 2200,-1 15-1889,0 24-293,1 0 0,1 0 1,1 0-1,7 24 0,-7-32-537,-1 1 0,-1-1 1,0 0-1,-1 1 0,-2 21 1,0 6 336,1-8-82,0-24-357,0 0 1,1 0-1,1 0 0,-1 0 0,2 1 0,3 15 0,4-4 97,-7-17-212,0 0-1,1 1 1,-2-1 0,1 1-1,-1-1 1,0 1 0,0 0-1,0 7 1,-1 413 1685,1-423-1750,0 0 0,0-1 0,0 1 0,0-1 0,0 1 0,0-1 0,1 1 0,-1-1 0,1 0 0,0 0 0,0 0 0,0 0 0,0 0 0,0 0 0,4 3 0,10 11 0,-14-14 0,0-1 0,0 1 0,0 0 0,0-1 0,0 1 0,1-1 0,-1 0 0,1 1 0,-1-1 0,0 0 0,1-1 0,0 1 0,-1 0 0,1-1 0,-1 0 0,1 1 0,0-1 0,0 0 0,-1 0 0,1 0 0,0-1 0,2 0 0,73-17 0,-45 9 0,-9 4 0,237-63 0,-141 17 0,-118 50 0,0 0 0,-1 0 0,1 0 0,-1 0 0,1 0 0,0 0 0,-1 0 0,0-1 0,1 1 0,-1-1 0,0 1 0,0-1 0,1 1 0,-1-1 0,-1 0 0,1 1 0,0-1 0,0 0 0,0-2 0,2-40 0,-4 25 0,1 17 0,0 1 0,0-1 0,0 0 0,0 1 0,0-1 0,0 1 0,0-1 0,-1 0 0,1 1 0,-1-1 0,1 1 0,-1-1 0,0 1 0,1-1 0,-1 1 0,0 0 0,0-1 0,0 1 0,0 0 0,0 0 0,-1-1 0,1 1 0,-2-1 0,-4-4 0,6 4 0,0 0 0,0 1 0,0-1 0,1 0 0,-1 0 0,1 1 0,-1-1 0,1 0 0,0 0 0,0 0 0,0 0 0,0-2 0,0-4 0,1 15 0,-1-3 0,0 0 0,1 0 0,-1 0 0,1 0 0,0 0 0,0 0 0,1 0 0,-1 0 0,1-1 0,3 7 0,-3-6 0,0-1 0,0 0 0,-1 1 0,1-1 0,-1 1 0,0-1 0,0 1 0,0-1 0,-1 1 0,1 6 0,-1-6 0,1-1 0,-1 0 0,1 1 0,-1-1 0,1 0 0,0 1 0,1-1 0,2 5 0,-3-5 0,1 0 0,-1 0 0,0 0 0,0 0 0,0 1 0,-1-1 0,1 0 0,0 6 0,-1 95 0,0-103 0,0 1 0,0 0 0,0 0 0,-1 0 0,1-1 0,0 1 0,-1 0 0,1 0 0,-1-1 0,0 1 0,1 0 0,-1-1 0,0 1 0,0-1 0,-2 3 0,2-3 0,0 0 0,0 1 0,0-1 0,1 0 0,-1 1 0,0-1 0,1 1 0,-1-1 0,0 1 0,1 0 0,0-1 0,-1 1 0,1-1 0,0 1 0,0 2 0,0-3-2,0 0 0,0 0 0,0 0 0,0-1 0,0 1 0,0 0 0,-1 0 1,1 0-1,0 0 0,-1-1 0,1 1 0,0 0 0,-1 0 0,1-1 0,-1 1 0,1 0 0,-1-1 0,1 1 0,-1 0 0,0-1 0,1 1 1,-1-1-1,0 1 0,1-1 0,-1 1 0,0-1 0,0 0 0,-1 1 0,1 0-37,0-1 0,1 0 0,-1 1 0,0-1 0,0 0 0,1 1 1,-1-1-1,0 1 0,1-1 0,-1 1 0,0 0 0,1-1 0,-1 1 0,1 0 0,-1-1 0,1 1 0,-1 0 1,1 0-1,0-1 0,-1 1 0,1 0 0,0 0 0,-1 0 0,1 0 0,0-1 0,0 1 0,0 0 0,0 1 0,-3 7-3801,-7-5 2802,-2 0-4510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28.7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96 38 3073,'-3'-2'3527,"-11"-9"111,13 9-3521,0 1 1,0 0 0,0 0 0,0 0 0,0 1-1,0-1 1,0 0 0,-1 0 0,1 1-1,0-1 1,0 0 0,-1 1 0,1-1-1,0 1 1,-1 0 0,1-1 0,0 1-1,-3 0 1,4 0-104,0 0 1,-1 0-1,1 0 0,0 0 0,0 0 1,0 0-1,0 0 0,-1 0 1,1 0-1,0 0 0,0 0 0,0 0 1,0 0-1,-1 0 0,1 0 0,0 0 1,0 0-1,0 0 0,0 0 1,0 0-1,-1-1 0,1 1 0,0 0 1,0 0-1,0 0 0,0 0 0,0 0 1,0 0-1,0 0 0,-1-1 1,1 1-1,0 0 0,0 0 0,0 0 1,0 0-1,0 0 0,0-1 1,0 1-1,0 0 0,0 0 0,0 0 1,0 0-1,0-1 0,0 1 0,0 0 1,0 0-1,0 0 0,0 0 1,0-1-1,0 1 0,0 0 0,0 0 1,0 0-1,0-1 0,0 1 11,0 0 0,0 0 0,0 0 0,1 0 1,-1 0-1,0-1 0,0 1 0,0 0 0,0 0 0,0 0 0,0 0 0,0-1 0,0 1 0,0 0 0,0 0 0,0 0 0,0 0 0,-1-1 0,1 1 0,0 0 1,0 0-1,0 0 0,0 0 0,0 0 0,0-1 0,0 1 0,0 0 0,0 0 0,0 0 0,-1 0 0,1 0 0,0 0 0,0 0 0,0-1 0,0 1 1,0 0-1,-1 0 0,1 0 0,0 0 0,0 0 0,0 0 0,0 0 0,0 0 0,-1 0 0,1 0 0,0 0 0,0 0 0,0 0 0,0 0 0,-1 0 0,1 0 1,0 0-1,0 0 0,0 0 0,-1 0 16,0 0 0,0 0 0,0 0 0,0 0 1,0 0-1,1 0 0,-1 0 0,0 0 0,0 1 1,0-1-1,1 0 0,-1 0 0,0 1 0,0-1 0,0 0 1,1 1-1,-1-1 0,0 1 0,1-1 0,-1 1 1,0-1-1,1 1 0,-1 0 0,1-1 0,-1 1 1,1 0-1,-1-1 0,1 1 0,-1 0 0,1 0 0,0-1 1,0 1-1,-1 0 0,1 0 0,0 0 0,0 0 1,0-1-1,0 1 0,0 0 0,0 0 0,0 0 1,0 0-1,0-1 0,0 1 0,0 1 0,-4 26 1456,4-28-1483,-3 8 536,0 1 0,0-1 0,1 0 0,0 1 0,1 0 1,0-1-1,0 15 0,1 20 608,-1-11-803,1 0 1,1-1-1,2 1 0,10 46 1,-12-73-352,0-1 1,0 1-1,-1 0 0,0-1 1,1 1-1,-2 0 1,1-1-1,-1 6 1,0-7-6,1 0 0,-1 1 0,1-1 1,0 0-1,0 1 0,0-1 0,1 0 1,-1 1-1,1-1 0,0 0 0,-1 0 1,2 0-1,1 5 0,0-2-29,0 0 0,0 0-1,0 0 1,0 0 0,-1 0 0,0 1 0,-1-1 0,0 1-1,0 0 1,0-1 0,0 1 0,-2 12 0,1 11-808,0 21-4291,0-2-6739,-28-47 6239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29.0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170 308 2401,'0'-97'8416,"0"-48"-3311,0 143-5022,0 1-1,0-1 1,1 1-1,-1 0 1,0-1 0,0 1-1,1-1 1,-1 1 0,1 0-1,-1-1 1,1 1-1,0 0 1,-1 0 0,1-1-1,0 1 1,0 0 0,0 0-1,0 0 1,0 0 0,0 0-1,2-1 1,-2 1 32,0 0-1,0 1 1,0-1 0,0 0 0,0 0 0,0 0-1,-1 1 1,1-1 0,0 0 0,-1 0 0,1 0-1,0 0 1,-1 0 0,1-1 0,-1 1 0,0 0-1,1 0 1,-1 0 0,0 0 0,0 0 0,0-2-1,0 2-31,0 1 0,0-1 0,0 1 0,0-1 0,0 1 0,1-1 0,-1 1 0,0-1 0,0 1 0,0-1 0,0 1 0,1-1 0,-1 1 0,0-1 0,1 1 0,-1-1 0,0 1 0,1 0 0,-1-1 0,0 1 0,1-1 0,-1 1 0,1 0 0,-1-1 0,1 1 0,-1 0 0,1 0 0,-1-1 0,0 1 0,1 0 0,0 0 0,-1 0-1,1 0 1,-1 0 0,1 0 0,0 0 0,27 4 2627,24 19 640,-41-16-2704,1 1 1,-1 0-1,17 18 0,5 2-155,40 38-202,-26-21-282,-31-29-7,-2 0 0,22 30 0,9 10 0,-34-42 0,0 1 0,-1 0 0,-1 1 0,-1 0 0,0 0 0,-1 1 0,0 0 0,-2 0 0,5 21 0,-2-9 0,-7-24 0,0 1 0,0-1 0,0 1 0,-1 0 0,0 0 0,0-1 0,0 1 0,-1 0 0,0-1 0,0 1 0,0-1 0,-1 1 0,-2 7 0,-3 7 0,5-12 0,-1 1 0,-1-1 0,1-1 0,-2 1 0,1 0 0,-1-1 0,0 0 0,0 0 0,-1 0 0,0-1 0,0 0 0,0 0 0,-1 0 0,-12 7 0,-7 3 0,0-2 0,-53 20 0,46-20 0,16-9 0,0-1 0,-1 0 0,0-1 0,0-1 0,-23 0 0,-14 2 0,33-3 0,0-1 0,-36-5 0,-4 1 0,56 3-67,0 1-1,0-1 1,-1 0-1,1-1 1,1 1-1,-1-1 1,0 0-1,0 0 1,1-1-1,-11-6 1,-3-1-1109,18 8 288,0 0-1,0 0 1,1-1 0,-1 1 0,0 0 0,1-1 0,0 1 0,-1-1 0,1 1-1,0-1 1,0 1 0,0 0 0,1-1 0,-1 1 0,1-1 0,-1 1-1,1 0 1,0 0 0,1-4 0,20-6-3415,-2-3 626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29.4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284 211 5875,'24'-12'4656,"0"-1"0,-1-1 1,31-25-1,-13-3 313,-40 41-4790,-1 0-1,1 0 1,-1 0-1,1-1 1,-1 1-1,1 0 0,-1 0 1,0 0-1,1 0 1,-1-1-1,0 1 0,0 0 1,0 0-1,0 0 1,0-3-1,3-11 156,1 11-233,-3 4-101,0-1 0,0 1 1,-1 0-1,1-1 0,0 1 0,0-1 1,0 1-1,-1-1 0,1 1 0,0-1 1,-1 0-1,1 1 0,-1-1 0,1 0 1,0 0-1,-1 1 0,1-1 0,-1 0 1,0 0-1,1 0 0,-1 0 0,0 0 0,0 1 1,1-1-1,-1 0 0,0 0 0,0 0 1,0 0-1,0 0 0,0 0 0,0 0 1,-1-1-1,-1-1 0,-1 1 0,1 0 0,-1 0 0,0 0 0,0 0 0,0 0 0,0 1 0,0-1 0,0 1 0,-5-2 0,-49-1 0,33 7 0,0 2 0,1 0 0,-1 1 0,1 1 0,1 1 0,-1 2 0,-22 12 0,41-20 0,1 0 0,0 1 0,-1-1 0,1 1 0,0-1 0,0 1 0,1 0 0,-1 0 0,-2 5 0,-17 16 0,-3-5 0,20-15 0,-1-1 0,1 1 0,1 0 0,-1 0 0,0 0 0,1 1 0,0-1 0,0 1 0,0 0 0,1 0 0,-1 1 0,-4 10 0,-8 25 0,14-37 0,-1 1 0,1-1 0,1 1 0,-1-1 0,1 1 0,0 0 0,0 0 0,0 0 0,0 6 0,1 11 0,-1-17 0,0 1 0,1-1 0,0 1 0,0 0 0,0-1 0,1 1 0,0-1 0,0 1 0,1-1 0,-1 1 0,1-1 0,0 0 0,0 1 0,1-1 0,0 0 0,0-1 0,5 7 0,11 22 0,-18-30 0,0-1 0,0 1 0,0-1 0,1 1 0,-1-1 0,1 0 0,-1 1 0,1-1 0,0 0 0,0 0 0,0 0 0,0-1 0,0 1 0,3 2 0,4 1 0,1 0 0,-1 0 0,1-1 0,-1-1 0,1 1 0,0-1 0,0-1 0,18 2 0,-21-4 0,0 0 0,-1-1 0,1 0 0,0 0 0,-1 0 0,1-1 0,-1 0 0,0 0 0,1 0 0,-1-1 0,0 0 0,-1 0 0,1-1 0,10-8 0,-9 6 0,0 0 0,0 0 0,0-1 0,-1 0 0,0 0 0,0-1 0,-1 1 0,0-1 0,0 0 0,4-12 0,25-74 0,-30 82 0,1 1 0,-1-1 0,2 1 0,-1 1 0,11-14 0,-11-7 0,0 8 0,-5 23 0,1 0 0,-1 0 0,1 0 0,0 0 0,-1 0 0,1 0 0,0 0 0,-1 0 0,1 0 0,0 0 0,-1 1 0,1-1 0,-1 0 0,1 0 0,0 1 0,-1-1 0,1 0 0,-1 0 0,1 1 0,-1-1 0,1 1 0,-1-1 0,1 1 0,-1-1 0,1 1 0,-1-1 0,0 1 0,1-1 0,-1 1 0,0-1 0,1 1 0,-1-1 0,0 1 0,0 0 0,1 0 0,10 17 0,-7-11 0,0 0 0,0 0 0,1-1 0,0 1 0,5 5 0,41 36-987,-39-35 118,0-1 0,1 0 0,20 13 0,-13-2-3035,-18-20 3021,0 0 1,0 0-1,0 0 0,1-1 0,-1 1 1,1 0-1,0-1 0,0 0 0,3 2 0,6 2-599,18 3-8353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29.6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47 349 2753,'0'-170'14041,"0"97"-5493,0 69-8116,0 0-1,-1 0 1,1 1 0,-1-1-1,0 0 1,0 0-1,-1 1 1,1-1 0,-1 1-1,-3-6 1,3 6-189,0-1 1,1 1-1,-1-1 0,1 0 1,-1 0-1,1 0 0,0 0 1,0 0-1,1 0 1,-1-6-1,1 10-243,0-1 0,0 1 0,0 0 0,0-1 0,1 1 0,-1-1 0,0 1 0,0 0 0,0-1 0,-1 1 0,1 0 0,0-1 0,0 1 0,0 0 0,0-1 0,0 1 0,0 0 0,0-1 0,-1 1 0,1 0 0,0-1 0,0 1 0,0 0 0,-1 0 0,1-1 0,0 1 0,0 0 0,-1 0 0,1-1 0,0 1 0,-1 0 0,1 0 0,0 0 0,-1-1 0,1 1 0,0 0 0,-1 0 0,1 0 0,0 0 0,-1 0 0,1 0 0,0 0 0,-1 0 0,1 0 0,0 0 0,-1 0 0,1 0 0,-1 0 0,1 0 0,0 0 0,-1 0 0,1 1 0,0-1 0,-1 0 0,1 0 0,-1 1 0,1-1 0,-1 1 0,0 0 0,1 0 0,-1-1 0,1 1 0,-1 0 0,1 0 0,0-1 0,-1 1 0,1 0 0,0 0 0,0 0 0,-1 0 0,1 0 0,0-1 0,0 1 0,0 0 0,0 0 0,0 0 0,0 0 0,0 0 0,1 0 0,-1 0 0,0-1 0,0 1 0,1 0 0,-1 0 0,0 0 0,1 1 0,3 6 0,-2-5 0,0 1 0,-1 0 0,1-1 0,-1 1 0,0 0 0,0 0 0,0 0 0,-1 0 0,1 5 0,-1-6 0,1 1 0,-1-1 0,1 1 0,-1-1 0,1 1 0,0-1 0,1 0 0,-1 1 0,0-1 0,3 4 0,7 18 0,-3 69 0,31 80 0,-35-120-290,-4-42-169,0 0 1,1 1 0,4 18-1,3-2-1041,-4-16 93,-1 0 1,0 0 0,-1 1 0,1 25-1,-2-12-756,0-15 886,-1 0-1,0 1 1,-1-1-1,0 0 1,-4 16-1,-13 12-3241,13 2 661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30.1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0 279 3602,'2'-2'643,"0"-1"0,0 0 0,0 0 0,0 0 0,-1-1 0,1 1 1,-1 0-1,0 0 0,0-1 0,0 1 0,0-1 0,-1 1 0,1-1 1,-1-3-1,0 3-320,1 0 1,0 1 0,-1-1 0,2 1-1,-1-1 1,0 1 0,1-1 0,-1 1-1,1 0 1,0-1 0,0 1 0,3-3-1,6-12 775,-6 13-804,0 0 1,0 0-1,1 1 0,-1-1 1,1 1-1,0 1 0,0-1 1,1 1-1,10-4 0,1-2 327,-3 1 69,-1 1 0,1 1 0,0 0-1,1 1 1,0 1 0,0 0 0,0 1-1,21-1 1,-18 2 230,-1-1 0,1-1 0,28-9 0,-29 6-738,1 1 1,0 2 0,33-5 0,5-1-154,-2 8-29,-54 2 0,-1 0 0,1 0 0,0 0 0,0 0 0,0 1 0,-1-1 0,1 0 0,0 0 0,0 0 0,-1 1 0,1-1 0,0 0 0,0 1 0,-1-1 0,1 1 0,0-1 0,-1 1 0,1-1 0,-1 1 0,1 0 0,0 0 0,-1 0 0,-1 0 0,1 0 0,0 0 0,-1 0 0,1 0 0,-1 0 0,0 0 0,1 0 0,-1-1 0,0 1 0,1 0 0,-1 0 0,0-1 0,0 1 0,0 0 0,0-1 0,1 1 0,-1-1 0,0 1 0,0-1 0,0 1 0,-2-1 0,-29 20 0,-36 29 0,17-11 0,-12 18 0,20-16 0,33-30 0,0 1 0,1-1 0,1 1 0,-9 13 0,-8 11 0,20-28 0,0 0 0,1 0 0,-1 1 0,1-1 0,1 1 0,-1 0 0,1 0 0,1 0 0,0 0 0,-2 10 0,1 7 0,1 1 0,1 27 0,2-33 0,-1-19 0,0-1 0,0 1 0,0-1 0,0 1 0,0-1 0,0 0 0,0 1 0,0-1 0,0 1 0,0-1 0,0 0 0,1 1 0,-1-1 0,0 0 0,0 1 0,0-1 0,1 1 0,-1-1 0,0 0 0,1 0 0,-1 1 0,0-1 0,0 0 0,1 1 0,-1-1 0,1 0 0,-1 0 0,0 0 0,1 0 0,-1 1 0,1-1 0,-1 0 0,0 0 0,1 0 0,-1 0 0,1 0 0,0 0 0,21-5 0,16-15 0,-17-2 0,-1-1 0,-1 0 0,-1-2 0,23-42 0,5-42 0,-39 98 0,-1 0 0,0 0 0,-1-1 0,0 0 0,-1 0 0,-1 0 0,0-1 0,0 1 0,-1-1 0,0-13 0,-2 26 0,0-1 0,0 1 0,0-1 0,0 0 0,0 1 0,0-1 0,0 0 0,0 1 0,0-1 0,1 1 0,-1-1 0,0 1 0,0-1 0,1 0 0,-1 1 0,0-1 0,1 1 0,-1-1 0,1 1 0,-1 0 0,0-1 0,1 1 0,-1-1 0,1 1 0,-1 0 0,1-1 0,0 1 0,-1 0 0,1-1 0,-1 1 0,1 0 0,-1 0 0,1 0 0,0 0 0,-1 0 0,1 0 0,0-1 0,-1 1 0,1 1 0,0-1 0,-1 0 0,1 0 0,-1 0 0,1 0 0,-1 0 0,1 0 0,-1 0 0,0 0 0,1 0 0,-1 0 0,1 0 0,-1-1 0,0 1 0,1 0 0,-1 0 0,1 0 0,-1 0 0,0-1 0,1 1 0,-1 0 0,0 0 0,1-1 0,-1 1 0,0 0 0,1 0 0,-1-1 0,0 1 0,0 0 0,1-1 0,-1 1 0,0-1 0,0 1 0,0 0 0,0-1 0,1 1 0,-1-1 0,0 1 0,0-1 0,1 10 0,0 0 0,0-1 0,1 1 0,1 0 0,-1-1 0,1 1 0,1-1 0,0 0 0,5 9 0,3 3 0,1-1 0,27 32 0,7 28-99,-38-69-94,46 49-5598,-46-50 3790,1-1-1,0 0 1,0 0 0,1-1 0,0 0 0,1-1-1,21 9 1,11-4-2910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30.3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 69 8388,'2'-4'1336,"0"1"-1,0-1 1,0 0 0,0 0-1,0 0 1,-1 0 0,1 0 0,-1 0-1,0 0 1,-1 0 0,1 0 0,-1-1-1,1 1 1,-2-6 0,1 7-725,0 47 2988,0 196-3466,-10-184-133,2-8 0,9-19-781,0-24 332,0-1 0,-1 0 1,1 1-1,-1-1 0,0 1 1,0-1-1,-1 1 1,1-1-1,-1 1 0,0-1 1,-1 1-1,-2 7 0,-6-1-2276,9-9 2093,0-1 1,-1 1-1,1-1 0,0 1 0,0 0 0,0 0 0,0-1 1,0 1-1,0 0 0,0 0 0,1 0 0,-1 0 0,1 0 1,-1 0-1,1 0 0,0 0 0,0 0 0,0 1 0,0 2 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30.4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47 122 12518,'0'-27'7235,"-19"12"-3697,-9-1-1890,28 5-815,0-5-993,0 6-1057,0-6-4642,0 6-976,28 10 592,-9 0 3602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30.7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263 1 6083,'0'2'913,"0"1"1,-1-1-1,1 1 0,0-1 1,-1 1-1,1-1 0,-1 1 1,0-1-1,0 0 1,-2 5-1,1-4-567,0-1 1,0 0-1,0 0 1,0 0 0,-1 0-1,1 0 1,-1 0-1,1 0 1,-1-1-1,-3 2 1,2-1-92,1 0-1,0-1 1,0 1 0,0 0 0,0 1 0,0-1 0,0 0 0,1 1-1,-5 5 1,-21 55 6127,18-53-5099,9-10-1223,0 1 1,1-1-1,-1 1 0,0-1 1,0 1-1,1-1 1,-1 1-1,0 0 1,1-1-1,-1 1 0,1 0 1,-1-1-1,1 1 1,-1 0-1,1 0 0,-1-1 1,1 1-1,0 0 1,-1 0-1,1 0 0,0 0 1,0 0-1,0 0 1,0-1-1,0 1 1,0 0-1,0 0 0,0 0 1,0 0-1,0 0 1,0 0-1,1 0 0,-1-1 1,0 1-1,0 0 1,1 0-1,-1 0 0,1 0 1,38 68 195,-35-62-256,0 0 0,0 0 0,0 0 0,1 0 0,0-1 0,0 0 0,1 0 0,0 0 0,0 0 0,0-1 0,0 0 0,12 6 0,30 26 0,-9-15 0,-35-20 0,0-1 0,-1 0 0,1 1 0,-1 0 0,0 0 0,1 0 0,-1 0 0,0 0 0,0 1 0,0-1 0,-1 1 0,1 0 0,-1 0 0,4 5 0,-6-7 0,1 0 0,0 0 0,-1 1 0,1-1 0,0 0 0,-1 0 0,1 0 0,0 0 0,0 0 0,0 0 0,0 0 0,0 0 0,0 0 0,0-1 0,0 1 0,0 0 0,1-1 0,1 1 0,-2 0 0,-1-1 0,1 1 0,0-1 0,0 0 0,-1 1 0,1-1 0,0 1 0,-1-1 0,1 1 0,0 0 0,-1-1 0,1 1 0,-1 0 0,1-1 0,-1 1 0,1 0 0,-1 0 0,1 0 0,-1-1 0,0 1 0,0 0 0,1 0 0,-1 0 0,0 0 0,0 0 0,0-1 0,0 1 0,0 0 0,0 0 0,0 0 0,0 0 0,0 0 0,-1 1 0,1-2 0,0 1 0,0 0 0,0 0 0,0-1 0,-1 1 0,1 0 0,0 0 0,-1-1 0,1 1 0,0 0 0,-1-1 0,1 1 0,-1-1 0,1 1 0,-1 0 0,1-1 0,-1 1 0,0-1 0,1 0 0,-1 1 0,1-1 0,-1 1 0,0-1 0,1 0 0,-1 1 0,0-1 0,0 0 0,1 0 0,-1 0 0,0 0 0,0 1 0,1-1 0,-2 0 0,-38 1 0,0-1 0,-30 6 0,49-5 0,1 0 0,-1 1 0,-38 10 0,52-10-652,1 0-1,-1-1 1,0 0-1,0 0 1,0-1 0,-14-1-1,15 1-264,0-1 0,0 1 0,0 1 0,0-1-1,1 1 1,-1 0 0,-10 3 0,-2-4-5011,13-9-43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32.0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97 200 1665,'20'18'3011,"-16"-14"-2497,0 0 0,1 0 1,-1 0-1,1 0 1,0-1-1,0 0 0,0 0 1,1 0-1,-1-1 0,0 0 1,1 0-1,7 2 1,9-1 2547,0 0 0,0-1 1,34-1-1,-31-2 869,5-7-531,-29 8-3360,-1 0 0,1 0-1,0-1 1,0 1 0,-1 0-1,1-1 1,0 1 0,-1-1-1,1 1 1,0-1 0,-1 1-1,1-1 1,-1 1-1,1-1 1,-1 0 0,1 1-1,-1-1 1,0 0 0,1 1-1,-1-1 1,0 0 0,1 0-1,-1 1 1,0-1 0,0 0-1,0 0 1,0 1-1,1-1 1,-1 0 0,0 0-1,-1 0 1,1 1 0,0-1-1,0 0 1,0 0 0,0 1-1,-1-1 1,1 0 0,0 0-1,0 1 1,-1-1-1,1 0 1,-1 1 0,1-1-1,-1 0 1,-3-5-40,0 1 0,0 0 0,0 0 0,-1 0 0,0 1 0,0 0 0,0 0 0,0 0 0,-1 0 0,1 1 0,-1 0 0,0 0 0,0 0 0,0 1 0,0 0 0,-1 0 0,1 1 0,-1-1 0,1 2 0,-1-1 0,1 1 0,-11 0 0,8 0 0,-1 1 0,0 0 0,1 0 0,-1 1 0,1 1 0,0-1 0,0 2 0,0-1 0,0 1 0,0 0 0,1 1 0,0 0 0,-1 0 0,2 1 0,-1 0 0,1 1 0,-13 14 0,13-12 0,0 0 0,0 1 0,1 0 0,0 1 0,0-1 0,2 1 0,-1 0 0,1 0 0,1 1 0,0-1 0,0 1 0,2 0 0,-1 0 0,1 13 0,0 9 0,0-20 0,0 0 0,1 1 0,1-1 0,0 0 0,1 0 0,1 1 0,0-1 0,1-1 0,8 23 0,27 30 0,-37-64 0,-1 0 0,1 0 0,-1 0 0,1 0 0,0 0 0,0 0 0,0-1 0,0 1 0,0-1 0,0 0 0,0 1 0,5 1 0,-7-3 0,1 0 0,-1 1 0,1-1 0,-1 0 0,1 0 0,-1 1 0,1-1 0,-1 0 0,1 0 0,-1 0 0,1 1 0,-1-1 0,1 0 0,-1 0 0,1 0 0,0 0 0,-1 0 0,1 0 0,-1 0 0,1 0 0,-1 0 0,1-1 0,-1 1 0,1 0 0,0 0 0,-1 0 0,1-1 0,-1 1 0,1 0 0,-1-1 0,0 1 0,1 0 0,-1-1 0,1 1 0,-1 0 0,0-1 0,1 1 0,-1-1 0,0 1 0,1-1 0,-1 1 0,0-1 0,0 1 0,1-1 0,-1 1 0,0-1 0,0 1 0,0-1 0,0 1 0,0-2 0,0 1 0,1 0 0,-1 0 0,0 0 0,0 0 0,0 0 0,1 0 0,-1 0 0,0 0 0,1 0 0,-1 0 0,1 1 0,-1-1 0,1 0 0,0 0 0,-1 0 0,1 0 0,0 1 0,-1-1 0,1 0 0,0 1 0,0-1 0,0 1 0,0-1 0,1 0 0,7-7 0,-7 4 0,1-1 0,-1 1 0,-1-1 0,1 0 0,0 0 0,-1 0 0,0 0 0,0-11 0,0 11 0,0-1 0,0 0 0,0 0 0,0 0 0,1 0 0,4-8 0,-3 8 0,1 0 0,-1 0 0,-1 0 0,1 0 0,-1-1 0,0 1 0,-1-1 0,1 1 0,-1-1 0,-1 1 0,1-1 0,-2-12 0,2 13 0,-1-1 0,1 1 0,0 0 0,1 0 0,3-10 0,-3 10 0,0 0 0,-1 0 0,1 0 0,-1 0 0,0-11 0,-1 16 0,0 0 0,0 0 0,0 0 0,0 1 0,0-1 0,0 0 0,0 0 0,0 0 0,0 0 0,1 1 0,-1-1 0,0 0 0,0 0 0,1 1 0,-1-1 0,1 0 0,-1 0 0,1 1 0,-1-1 0,1 0 0,-1 1 0,1-1 0,-1 1 0,1-1 0,0 1 0,-1-1 0,1 1 0,0-1 0,0 1 0,-1 0 0,1-1 0,0 1 0,0 0 0,0 0 0,1-1 0,1 1 0,1 0 0,-1 1 0,1-1 0,-1 1 0,0-1 0,1 1 0,-1 0 0,1 1 0,3 1 0,15 8 0,38 26 0,-52-32 0,36 28 0,-37-28 0,-1 1 0,1-1 0,0-1 0,0 1 0,14 5 0,95 47 0,-92-38 0,-22-17 0,1 1 0,0-1 0,0 0 0,0 0 0,0 0 0,0 0 0,0 0 0,6 2 0,6 0 0,0-1 0,0 0 0,0-1 0,1-1 0,-1 0 0,1-1 0,-1-1 0,21-3 0,-31 3 0,0-1 0,0 0 0,0-1 0,0 1 0,0-1 0,0 0 0,-1 0 0,0 0 0,1-1 0,-1 0 0,0 1 0,-1-2 0,1 1 0,-1 0 0,1-1 0,3-7 0,16-18 0,-21 28 0,0-1 0,0 0 0,-1 0 0,1 0 0,0 0 0,-1 0 0,0 0 0,0 0 0,0 0 0,0-1 0,0 1 0,-1 0 0,1-1 0,-1-6 0,7-27 0,-3 24 0,1 0 0,-1 0 0,-1 0 0,-1-1 0,0 1 0,0-1 0,-1-15 0,-1 11 0,1 10 0,-1 0 0,0 0 0,0 0 0,-1 1 0,0-1 0,-3-9 0,-2-1 0,3 10 0,-1-1 0,2 0 0,-1 1 0,1-1 0,1-1 0,0 1 0,0 0 0,1-10 0,-9-25 0,7 38 0,0 0 0,0-1 0,1 1 0,0-1 0,-1-10 0,18 83 0,-15-63 0,0-1 0,-1 1 0,1-1 0,0 1 0,-1-1 0,1 1 0,-1-1 0,0 1 0,0 0 0,0 2 0,3 17 0,62 90 0,-60-83 0,-2-5 0,16 12 0,-16-32 0,0 1 0,0 0 0,-1 0 0,1-1 0,-1 1 0,0 1 0,-1-1 0,1 0 0,-1 0 0,0 1 0,0-1 0,0 6 0,8 21 0,-8-29 0,1 0 0,-1 1 0,0-1 0,0 0 0,0 1 0,0-1 0,0 1 0,-1 4 0,0 113 0,1-118 0,-1-1 0,0 1 0,0 0 0,1 0 0,0 0 0,-1-1 0,1 1 0,0 0 0,1-1 0,-1 1 0,0-1 0,1 1 0,2 2 0,-3-2 0,1-1 0,-1 0 0,1 1 0,-1-1 0,0 0 0,0 1 0,0 0 0,0-1 0,0 1 0,-1 0 0,1-1 0,-1 1 0,1 4 0,-1 0 0,1 0 0,-1 0 0,-1 0 0,1 0 0,-1 1 0,-1-1 0,1 0 0,-1 0 0,0-1 0,-1 1 0,1 0 0,-2-1 0,-3 7 0,5-7 0,1-1 0,0 0 0,0 1 0,0-1 0,1 0 0,-1 1 0,2 7 0,0 1 0,-1-36 0,0-124 0,0 141 0,0 1 0,-1 0 0,1-1 0,-1 1 0,-1 0 0,1 0 0,-3-5 0,2 4 0,1 1 0,-1 0 0,1 0 0,0-1 0,0 1 0,1-1 0,-1-5 0,2-19 0,1 21 0,-1 1 0,-1-1 0,0 0 0,0 1 0,0-1 0,-1 0 0,0 1 0,0-1 0,-5-13 0,2 15 0,1 3 0,1 0 0,0-1 0,0 1 0,0 0 0,1-1 0,-1 1 0,1-1 0,0 1 0,0-1 0,0 0 0,0 1 0,1-1 0,-1 0 0,1 0 0,0 1 0,1-5 0,-2 4 0,1 0 0,0 0 0,-1 1 0,0-1 0,0 0 0,0 0 0,-3-6 0,2 6 0,0 0 0,1-1 0,0 1 0,-1-1 0,2 1 0,-1-1 0,0 1 0,1-6 0,0-162 0,0 399 0,19-106 0,-19-114 0,1 0 0,0 0 0,0 0 0,0-1 0,1 1 0,0 0 0,4 7 0,-3-8 0,-1 1 0,0-1 0,0 0 0,-1 1 0,1-1 0,-1 1 0,0 7 0,-1-3 0,0-1 0,1 1 0,1-1 0,0 1 0,0-1 0,6 18 0,-5 2 0,-4-28 0,1 1 0,0-1 0,0 0 0,0 0 0,0 1 0,0-1 0,1 0 0,-1 0 0,1 0 0,-1 1 0,1-1 0,0 0 0,1 3 0,-1-4 0,0 0 0,0 0 0,1 0 0,-1 0 0,0 0 0,0 0 0,1-1 0,-1 1 0,0 0 0,1-1 0,-1 1 0,1-1 0,-1 1 0,1-1 0,-1 0 0,1 1 0,-1-1 0,1 0 0,-1 0 0,1 0 0,-1 0 0,1-1 0,-1 1 0,1 0 0,-1-1 0,1 1 0,-1-1 0,0 1 0,1-1 0,1-1 0,5-3 0,-2 0 0,1-1 0,-1 0 0,11-13 0,11-10 0,-1 3 0,-16 14 0,0 1 0,1 0 0,1 1 0,-1 1 0,27-15 0,47-18 0,-78 37 0,1 1 0,-1 0 0,1 0 0,0 0 0,0 1 0,0 1 0,1 0 0,-1 0 0,0 0 0,1 1 0,10 0 0,6 2 0,0 2 0,38 7 0,-16-2 0,-42-6 0,0 0 0,0 1 0,-1 0 0,1 0 0,-1 0 0,0 1 0,0-1 0,0 1 0,0 0 0,-1 1 0,1-1 0,6 10 0,-9-8 0,-1 0 0,1 0 0,-1 0 0,0 0 0,0 1 0,-1-1 0,0 0 0,0 0 0,0 1 0,-2 8 0,0 13 0,1-21 0,0 0 0,-1-1 0,0 1 0,0-1 0,-1 1 0,0-1 0,0 0 0,0 0 0,-1 0 0,0 0 0,0-1 0,0 1 0,-1-1 0,1 0 0,-8 5 0,-4 8 0,4-8 0,1 0 0,-2-1 0,1 0 0,-1-1 0,-1-1 0,1 0 0,-1-1 0,-16 6 0,24-10 0,-8 3 0,0 0 0,-1-2 0,-25 5 0,1-1 0,29-6-1,-1 0 0,0 0 0,0-1 0,0 0 0,0-1 0,0-1 0,1 1 0,-1-2 0,-14-4 0,7 2-32,-49-19-4625,63 23 4149,1-1 1,-1 1-1,1 0 0,0-1 0,0 1 0,0-1 0,0 0 1,0 0-1,0-1 0,0 1 0,1 0 0,-1-1 1,1 0-1,-1 1 0,-2-6 0,3 3-313,0 0 0,1 0 0,-1 0 0,1 0 0,0 0-1,1 0 1,-1-1 0,1 1 0,0-7 0,0 10 525,0-1 0,1 0 0,-1 1 0,1-1 0,-1 0 0,1 1 0,0-1 0,0 1 0,0-1 0,0 1 0,1-1 0,-1 1 0,0 0 0,1-1 0,0 1 1,0 0-1,2-2 0,3-5-385,21-30-1874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32.8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70 2833,'56'-22'5973,"27"-7"1970,-61 19-4713,-21 9-2812,1 0 0,-1 0-1,1 0 1,-1 1 0,0-1 0,1 0 0,-1 1 0,1-1 0,-1 1 0,1 0 0,0-1 0,-1 1 0,1 0 0,-1 0 0,4 0 0,-5 2 21,0 0 1,0 0-1,0 0 1,0 0-1,0 0 1,-1 0-1,1 0 1,-1 0-1,1 0 1,-1 0-1,-1 3 1,-8 5-288,0-1 1,1 2-1,1-1 0,-13 20 1,19-27-150,0 1 0,0-1 0,0 1 0,0 0-1,1-1 1,0 1 0,0 0 0,0 0 0,0 0 0,0 0 0,1 0 0,0 0 0,-1 1 0,2-1 0,-1 0 0,0 0 0,1 0 0,0 0 0,0 0 0,0 0 0,3 7 0,8 11-3,-1 0 0,0-2 0,24 33 0,-23-39 0,1-1 0,0 0 0,0-1 0,28 19 0,-29-22 0,-1 0 0,-1 0 0,0 1 0,0 1 0,-1 0 0,0 0 0,14 25 0,-23-35 0,0-1 0,0 1 0,0 0 0,0 0 0,0 0 0,0-1 0,0 1 0,0 0 0,-1 0 0,1 0 0,0-1 0,-1 1 0,1 0 0,0-1 0,-1 1 0,1 0 0,-1-1 0,1 1 0,-1 0 0,1-1 0,-1 1 0,0-1 0,1 1 0,-1-1 0,0 1 0,1-1 0,-1 0 0,0 1 0,0-1 0,1 0 0,-1 1 0,0-1 0,0 0 0,1 0 0,-1 0 0,0 0 0,0 0 0,-1 0 0,-2 2 0,0-1 0,-1 0 0,1-1 0,0 1 0,0-1 0,-1 0 0,1 0 0,-6-1 0,-10-3 0,1-2 0,0 0 0,0-1 0,-21-12 0,39 19 0,1-1 0,-1 0 0,1 0 0,0 1 0,-1-1 0,1 0 0,0 0 0,-1 1 0,1-1 0,0 0 0,0 0 0,0 0 0,0 1 0,0-1 0,0 0 0,0 0 0,0 0 0,0 0 0,0 1 0,0-1 0,1 0 0,-1 0 0,0 1 0,0-1 0,1 0 0,-1 0 0,1 1 0,-1-1 0,0 0 0,1 1 0,-1-1 0,2 0 0,16-24 0,-10 19 0,0 1 0,0 0 0,0 0 0,1 1 0,0 0 0,0 0 0,16-4 0,35-16 0,-44 16 0,1 0 0,29-8 0,-34 13 0,-1-1 0,1 0 0,-1 0 0,0-2 0,0 1 0,0-1 0,18-15 0,8-6 0,-31 24 0,0-1 0,0 1 0,-1-1 0,1-1 0,-1 1 0,0-1 0,-1 0 0,9-10 0,-6-16 0,-3 28 0,11-15 0,-15 18 0,0 0 0,1-1 0,-1 1 0,0-1 0,1 1 0,-1-1 0,0 0 0,0 1 0,1-1 0,-1 1 0,0-1 0,0 0 0,0 1 0,0-1 0,0 1 0,0-1 0,0 0 0,0 1 0,0-1 0,0 1 0,0-1 0,0 0 0,0 1 0,0-1 0,-1 1 0,1-1 0,0 1 0,0-1 0,-1 0 0,1 1 0,-1-1 0,-5-6 0,3 5 0,1-1 0,-1 0 0,0 1 0,1-1 0,-1 1 0,0 0 0,-1 0 0,1 0 0,0 1 0,0-1 0,-1 1 0,1-1 0,-1 1 0,1 0 0,-1 1 0,0-1 0,-6 0 0,5 1 0,2-1 0,-1 1 0,1-1 0,0 1 0,0 0 0,0 0 0,0 0 0,-1 1 0,1-1 0,0 1 0,0 0 0,0-1 0,0 1 0,0 1 0,0-1 0,0 0 0,0 1 0,1-1 0,-1 1 0,0 0 0,1 0 0,0 0 0,-1 0 0,-2 4 0,-23 21 0,25-25 0,1-1 0,-1 1 0,1-1 0,0 1 0,0 0 0,0 0 0,0 0 0,0 1 0,0-1 0,0 0 0,1 1 0,-1-1 0,1 1 0,0-1 0,0 1 0,0-1 0,0 1 0,0 0 0,0 0 0,1 0 0,-1 2 0,-1 39 0,1-30 0,0 0 0,1 0 0,0 0 0,1-1 0,5 25 0,-3-27 0,0 1 0,1-1 0,0 1 0,1-1 0,0 0 0,1-1 0,0 1 0,0-1 0,1-1 0,8 10 0,-4-9 0,-4-3 0,1 0 0,-1-1 0,1 0 0,1 0 0,14 8 0,-20-13 0,-1 0 0,1 0 0,0 0 0,-1 0 0,1-1 0,0 1 0,0-1 0,0 0 0,0 0 0,-1 0 0,1 0 0,0 0 0,0-1 0,0 1 0,-1-1 0,1 0 0,0 0 0,-1 0 0,1 0 0,0 0 0,-1-1 0,0 1 0,1-1 0,-1 1 0,0-1 0,3-3 0,10-8 0,-9 9 0,0 0 0,-1-1 0,0 1 0,0-1 0,-1-1 0,1 1 0,-1-1 0,5-8 0,-5 4 0,1 1 0,0 0 0,0 1 0,0-1 0,9-9 0,-7 10 0,-1-1 0,0 0 0,0 0 0,5-12 0,-7 9 0,-1 0 0,0 0 0,-1 0 0,1-23 0,-2 20 0,1 0 0,0 1 0,6-20 0,-1 15 0,-4 11 0,0 0 0,0-1 0,-1 1 0,0-1 0,-1 1 0,1-15 0,-2 10 0,2-19 0,2 27 0,6 14 0,-9-6 0,0-1 0,0 0 0,0 1 0,0-1 0,-1 0 0,1 1 0,-1-1 0,0 1 0,1-1 0,-1 1 0,0-1 0,-1 1 0,1-1 0,-1 6 0,0-6 0,1 1 0,-1 0 0,1 0 0,0 0 0,0 0 0,0 0 0,1-1 0,-1 1 0,1 0 0,-1 0 0,3 4 0,16 30 0,-2 0 0,14 46 0,3 13 0,-11-63 0,-7-13 0,-8-6 0,-4-5 0,0-1 0,0-1 0,1 1 0,0-1 0,0 0 0,1 0 0,8 8 0,-13-15 0,0 1 0,0-1 0,0 1 0,0-1 0,0 1 0,0-1 0,0 0 0,0 0 0,0 1 0,0-1 0,0 0 0,0 0 0,0 0 0,0 0 0,0 0 0,0 0 0,0-1 0,0 1 0,0 0 0,0 0 0,0-1 0,0 1 0,0-1 0,-1 1 0,1-1 0,0 1 0,0-1 0,0 1 0,0-1 0,-1 0 0,1 0 0,0 1 0,-1-1 0,1 0 0,0 0 0,-1 0 0,1 0 0,0 0 0,22-38 0,-22 35 0,13-20 0,-12 21 0,0-1 0,0 0 0,0 1 0,0-1 0,0 0 0,-1 0 0,0 0 0,0 0 0,0 0 0,0 0 0,-1-1 0,1-6 0,-1 6 0,0 0 0,1 0 0,-1-1 0,1 1 0,1 0 0,-1 0 0,3-5 0,-2 4 0,0 1 0,-1 0 0,1-1 0,-1 1 0,-1-1 0,1 1 0,-1-7 0,0-146 0,1 159 0,-1 0 0,0-1 0,0 1 0,0-1 0,0 1 0,0 0 0,1-1 0,-1 1 0,0-1 0,1 1 0,-1-1 0,0 1 0,1-1 0,-1 1 0,0-1 0,1 1 0,-1-1 0,1 1 0,-1-1 0,1 0 0,-1 1 0,1-1 0,-1 0 0,1 0 0,-1 1 0,1-1 0,0 0 0,-1 0 0,1 0 0,-1 0 0,1 0 0,0 1 0,-1-1 0,1 0 0,-1 0 0,1-1 0,0 1 0,-1 0 0,1 0 0,0 0 0,-1 0 0,1 0 0,-1-1 0,1 1 0,-1 0 0,1 0 0,-1-1 0,1 1 0,-1-1 0,1 1 0,-1 0 0,1-1 0,-1 1 0,1-1 0,-1 1 0,0-1 0,1 1 0,-1-1 0,0 1 0,0-1 0,1 1 0,-1-1 0,0 0 0,0 1 0,0-1 0,1-1 0,-1 4 0,-1-1 0,2 0 0,-1 0 0,0 1 0,0-1 0,0 0 0,0 0 0,1 0 0,-1 1 0,1-1 0,-1 0 0,1 0 0,-1 0 0,1 0 0,0 0 0,-1 0 0,1 0 0,0 0 0,0 0 0,0 0 0,0 0 0,-1-1 0,3 2 0,-2-1 0,0 0 0,1 0 0,-1-1 0,0 1 0,-1 0 0,1 0 0,0 0 0,0 0 0,0 1 0,0-1 0,-1 0 0,1 0 0,-1 0 0,1 0 0,-1 1 0,1-1 0,-1 0 0,0 1 0,1-1 0,-1 0 0,0 1 0,0-1 0,0 3 0,0 2 0,1 0 0,0 0 0,0 0 0,1 0 0,0-1 0,0 1 0,0 0 0,1-1 0,-1 0 0,1 1 0,1-1 0,-1 0 0,1 0 0,0-1 0,7 8 0,-7-8 0,-1 0 0,0 0 0,0 0 0,0 0 0,0 1 0,-1 0 0,3 6 0,16 25 0,-2-5-1384,-17-28 1094,-1 0 0,0 0 0,1 0 0,-1-1 0,1 1 0,0 0-1,0-1 1,0 0 0,0 1 0,0-1 0,0 0 0,1 0 0,-1 0 0,1 0 0,-1 0 0,1-1 0,0 1 0,0-1 0,0 0 0,4 1 0,-1 0-647,-3-2 111,1 1 0,-1 0 0,1 0 1,-1 0-1,0 0 0,1 1 0,-1-1 0,6 4 0,2-2-3106,46-12-1933,-54 8 5545,1 1-1,-1-1 1,0-1 0,1 1 0,-1 0-1,0-1 1,0 0 0,0 1 0,0-1-1,0 0 1,0-1 0,0 1 0,-1 0 0,1-1-1,-1 0 1,4-4 0,-3-18-1313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33.0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19 374 1185,'0'-200'14847,"0"68"1104,0 129-15902,0 1 0,0-1 1,0 1-1,-1-1 0,1 1 1,-1-1-1,0 1 0,1 0 1,-1-1-1,0 1 0,-1 0 1,1-1-1,0 1 0,-1 0 1,-1-2-1,2 2-54,0 52 5,-1-28 0,1 0 0,2-1 0,2 26 0,10-3 0,2-1 0,29 59 0,-27-63 0,4 27 0,-19-53 0,1-1 0,1 0 0,0 0 0,10 19 0,-10-24 1,18 28 61,20 48 0,-37-69-161,0-1 0,-1 0 1,0 1-1,-2 0 1,1 0-1,-2 0 0,1 18 1,-2-31-69,0 0 1,0 0 0,0-1-1,0 1 1,0 0 0,0 0-1,0 0 1,1 0 0,-1 0-1,0 0 1,0 0 0,1 0-1,-1-1 1,1 1-1,-1 0 1,1 0 0,-1 0-1,1-1 1,-1 1 0,1 0-1,0-1 1,0 1 0,-1 0-1,1-1 1,0 1 0,0-1-1,-1 1 1,1-1 0,0 0-1,1 1 1,-1-1-40,-1 1 0,1-1 0,0 0 0,0 1 0,-1-1-1,1 1 1,0-1 0,-1 0 0,1 1 0,0 0 0,-1-1 0,1 1 0,-1-1 0,1 1 0,-1 0 0,1-1 0,-1 1 0,0 0 0,1-1 0,-1 1 0,0 0 0,1 0 0,-1 0 0,0-1-1,0 1 1,0 0 0,0 0 0,0 0 0,0 1 0,0-2 20,0 1 1,0 0-1,0-1 0,-1 1 0,1-1 0,0 1 0,0-1 0,-1 1 1,1 0-1,0-1 0,-1 1 0,1-1 0,0 0 0,-1 1 1,1-1-1,-1 1 0,1-1 0,-1 0 0,1 1 0,-1-1 1,1 0-1,-1 1 0,0-1 0,1 0 0,-1 0 0,1 1 1,-1-1-1,0 0 0,1 0 0,-1 0 0,1 0 0,-1 0 1,0 0-1,1 0 0,-1 0 0,1 0 0,-1 0 0,0-1 1,1 1-1,-1 0 0,1 0 0,-1 0 0,0-1 0,1 1 1,-1 0-1,1-1 0,-1 1 0,1 0 0,-1-1 0,1 1 1,0-1-1,-1 1 0,1-1 0,-1 1 0,1-1 0,0 1 1,-1-1-1,1 1 0,0-1 0,0 0 0,0 1 0,-1-1 1,1 0-1,-3-13-3875,-13 2-637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33.1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98 227 2209,'-4'-5'751,"-5"-10"2089,-1 1 0,0 0 0,-1 1 0,-19-18 0,28 29-2313,0 0 0,0-1 1,0 1-1,0-1 0,0 1 1,0-1-1,1 1 0,0-1 1,-1 0-1,1 0 0,0 0 0,0 0 1,0 0-1,1 0 0,-1 0 1,1-4-1,-1 5-290,1 0 0,0 0 1,0 1-1,0-1 0,1 0 0,-1 0 1,0 0-1,1 0 0,-1 0 0,1 0 1,0 1-1,-1-1 0,1 0 0,0 0 1,0 1-1,0-1 0,0 0 0,0 1 1,1-1-1,-1 1 0,0 0 0,1-1 1,-1 1-1,1 0 0,-1 0 0,1 0 1,3-2-1,108-21-237,-99 21-296,0 1-1,0 1 1,0 0 0,0 1-1,18 2 1,39-2-3211,18-8-8936,-65 8 5984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33.4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552 86 7203,'1'0'378,"0"0"-1,0-1 0,0 1 1,0-1-1,-1 0 0,1 1 1,0-1-1,0 0 0,0 0 1,-1 1-1,1-1 0,0 0 1,-1 0-1,1 0 0,-1 0 1,1 0-1,-1 0 1,0 0-1,1 0 0,-1 0 1,0 0-1,1 0 0,-1 0 1,0 0-1,0 0 0,0 0 1,0 0-1,0 0 0,0-1 1,-1 0-11,1 1 0,0 0 1,0 0-1,0 0 1,0-1-1,1 1 0,-1 0 1,0 0-1,0 0 0,1-1 1,-1 1-1,1 0 1,-1 0-1,1 0 0,-1 0 1,1 0-1,0 0 1,-1 0-1,1 0 0,1-1 1,7-4 1405,-8 6-1613,0-1 1,-1 1 0,1-1-1,0 1 1,0-1 0,0 1 0,0-1-1,-1 1 1,1-1 0,0 0-1,-1 1 1,1-1 0,0 0 0,-1 0-1,1 0 1,-1 1 0,1-1-1,-1 0 1,0 0 0,1 0 0,-1 0-1,0 0 1,0 0 0,1 0-1,-1 0 1,0-1 0,0 2-152,0 0 1,0-1-1,0 1 1,0 0-1,0 0 1,0-1-1,0 1 0,0 0 1,0 0-1,0-1 1,0 1-1,0 0 1,0 0-1,0-1 1,0 1-1,0 0 1,-1 0-1,1-1 1,0 1-1,0 0 0,0 0 1,0 0-1,0-1 1,-1 1-1,1 0 1,0 0-1,0 0 1,0-1-1,-1 1 1,1 0-1,0 0 1,0 0-1,-1 0 0,1 0 1,0 0-1,0 0 1,-1-1-1,1 1 1,0 0-1,0 0 1,-1 0-1,1 0 1,0 0-1,-15 8 95,-8 16-208,18-13 104,-1-1 0,-1 1 0,0-2 0,0 1 0,-12 12 0,11-14 0,1 0 0,0 1 0,0 0 0,1 0 0,1 1 0,-9 16 0,5-2 0,-1 0 0,-1-1 0,-26 40 0,16-30 0,1 1 0,1 2 0,-22 60 0,-5 11 0,3-25 0,-17 98 0,21-52 0,34-112 0,1 0 0,-4 31 0,0 2 0,-9 8 0,12-40 0,-1 0 0,2 0 0,1 0 0,0 1 0,-1 29 0,4-45 0,0-1 0,0 1 0,0 0 0,0-1 0,0 1 0,0-1 0,-1 1 0,1 0 0,-1-1 0,1 1 0,-1-1 0,0 1 0,1-1 0,-1 1 0,0-1 0,0 1 0,0-1 0,0 0 0,0 1 0,0-1 0,-1 0 0,1 0 0,-2 1 0,-3 4 0,2-2-2512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34.7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94 119 1040,'-1'-1'205,"-1"1"0,0-1 0,1 0 0,-1 1 0,1-1-1,-1 0 1,1 0 0,0 0 0,-1 0 0,1 0 0,0 0-1,0-1 1,0 1 0,0 0 0,0-1 0,0 1 0,0 0-1,0-1 1,-1-2 0,0-34 7904,2 22-3926,0 15-4073,0 1 0,0-1 0,0 1 0,0-1-1,0 1 1,0 0 0,0-1 0,0 1 0,0-1 0,0 1 0,0-1-1,0 1 1,-1 0 0,1-1 0,0 1 0,0-1 0,0 1-1,-1 0 1,1-1 0,0 1 0,0 0 0,-1-1 0,1 1-1,0 0 1,-1-1 0,1 1 0,-1 0 0,1 0 0,0-1-1,-1 1 1,1 0 0,-1 0 0,1 0 0,0 0 0,-2-1-1,2 1 37,-1 0-1,1 0 1,-1 0-1,1-1 1,-1 1-1,1 0 1,-1 0-1,1-1 1,-1 1-1,1 0 1,-1-1-1,1 1 0,-1-1 1,1 1-1,0 0 1,-1-1-1,1 1 1,0-1-1,-1 1 1,1-1-1,0 0 1,0 1-1,-1-1 1,1 1-1,0-1 1,0 1-1,0-1 0,0 1 1,0-1-1,0 0 1,0 1-1,0-1 1,0 1-1,0-1 1,0 0-1,0-5 1347,-1 15 562,5 18 547,0-15-2601,0 0 0,-1 0 0,-1 0 0,0 0 0,-1 1 0,0-1 0,-2 19 0,1-26 0,0 0 0,1 0 0,0 0 0,0 0 0,0 0 0,0 0 0,1-1 0,-1 1 0,5 8 0,-3-9 0,-1 0 0,-1 0 0,1 1 0,0-1 0,-1 1 0,0-1 0,0 1 0,-1-1 0,1 9 0,0-6 0,-1 0 0,1-1 0,0 1 0,1-1 0,0 1 0,0-1 0,3 7 0,-2-6 0,-1-1 0,0 1 0,0 0 0,0-1 0,-1 1 0,0 0 0,0 9 0,18 104 0,-19-113 0,1-1 0,0 1 0,0-1 0,1 1 0,-1-1 0,2 1 0,2 5 0,-2-5 0,-1 0 0,0-1 0,0 1 0,0 0 0,-1 0 0,0 0 0,0 8 0,0-2 0,-3 29 0,2-41 0,0 0 0,0-1 0,0 1 0,0-1 0,0 1 0,-1-1 0,1 1 0,0 0 0,0-1 0,0 1 0,-1-1 0,1 1 0,0-1 0,0 1 0,-1-1 0,1 1 0,-1-1 0,1 1 0,0-1 0,-1 0 0,1 1 0,-1-1 0,1 0 0,-1 1 0,1-1 0,-1 0 0,1 0 0,-1 1 0,1-1 0,-1 0 0,1 0 0,-1 0 0,0 0 0,1 1 0,-1-1 0,1 0 0,-1 0 0,1 0 0,-1-1 0,0 1 0,1 0 0,-1 0 0,1 0 0,-1 0 0,1 0 0,-1-1 0,0 1 0,1 0 0,-1 0 0,1-1 0,-1 0 0,0 1 0,0-1 0,1 0 0,-1 0 0,1 0 0,-1 1 0,1-1 0,0 0 0,-1 0 0,1 0 0,0 0 0,-1 0 0,1 0 0,0 0 0,0 0 0,0 0 0,0 0 0,0 0 0,0 1 0,0-1 0,0-2 0,-2-18 0,-21-34 0,2 0 0,-23-100 0,41 116 0,-1-3 0,-4 22 0,5 12 0,0 0 0,1 0 0,0 0 0,0 0 0,0 0 0,1-1 0,0-9 0,1 15 0,0-1 0,0 1 0,0 0 0,0 0 0,-1 0 0,1-1 0,-1 1 0,0 0 0,0 0 0,0 0 0,-1 0 0,1 0 0,-1 0 0,1 1 0,-3-4 0,3 6 0,1 0 0,0 0 0,0 0 0,0-1 0,-1 1 0,1 0 0,0 0 0,0 0 0,0 0 0,0 0 0,0-1 0,-1 1 0,1 0 0,0 0 0,0 0 0,0-1 0,0 1 0,0 0 0,0 0 0,0 0 0,0-1 0,0 1 0,0 0 0,0 0 0,-1 0 0,1-1 0,0 1 0,1 0 0,-1 0 0,0-1 0,0 1 0,0 0 0,0 0 0,0 0 0,0-1 0,0 1 0,0 0 0,0 0 0,0 0 0,0-1 0,1 1 0,-1 0 0,0 0 0,0 0 0,0 0 0,0-1 0,0 1 0,1 0 0,-1 0 0,0 0 0,0 0 0,0 0 0,1 0 0,-1 0 0,0 0 0,0-1 0,0 1 0,1 0 0,-1 0 0,0 0 0,0 0 0,1 0 0,-1 0 0,1 1 0,0-1 0,0 0 0,0 0 0,1 1 0,-1-1 0,0 1 0,0-1 0,0 1 0,0 0 0,0-1 0,0 1 0,-1 0 0,1-1 0,0 1 0,0 0 0,1 2 0,16 25 0,-11-16 0,1 0 0,0-1 0,0 0 0,16 16 0,11-1 0,18 18 0,30 41 0,168 131 0,-249-215 0,51 33 0,-13-7 0,-38-25 0,-1-1 0,1 1 0,0-1 0,-1 0 0,1 0 0,0 1 0,0-1 0,0 0 0,0-1 0,0 1 0,0 0 0,2 0 0,-3-1 0,0 0 0,-1 0 0,1 0 0,0 0 0,-1 0 0,1 0 0,0 0 0,-1 0 0,1-1 0,0 1 0,-1 0 0,1 0 0,0-1 0,-1 1 0,1 0 0,0-1 0,-1 1 0,1-1 0,-1 1 0,1-1 0,-1 1 0,1-1 0,0 0 0,1-3 0,-1 0 0,1 0 0,-1 1 0,0-1 0,0 0 0,0 0 0,0 0 0,-1 0 0,0 0 0,0-6 0,2-31 0,-1 28 0,0 0 0,-1 0 0,-1 0 0,0 0 0,0 0 0,-5-16 0,-20-63 0,23 83 0,0 0 0,0 0 0,-1 0 0,0 1 0,-5-10 0,-7-13 0,-9-20 0,17 36 0,0 0 0,1-1 0,-9-32 0,14 39 0,1 1 0,-1-1 0,0 1 0,-1 0 0,0-1 0,0 2 0,-1-1 0,-6-10 0,7 14-59,1 0-1,-1 0 1,1-1-1,0 1 1,0-1-1,0 1 1,1-1-1,0 0 1,0 0-1,0 1 1,0-1-1,1 0 1,0 0-1,1-9 1,-1 11-44,1 2-247,0 0-1,0 0 1,0-1-1,0 1 1,1 0 0,-1 0-1,1 1 1,-1-1 0,1 0-1,-1 0 1,1 1-1,-1-1 1,1 1 0,-1-1-1,1 1 1,0-1 0,-1 1-1,1 0 1,0 0-1,-1 0 1,1 0 0,0 0-1,-1 0 1,3 1 0,53 3-6626,-33 1 5496,-1 1 1,0 2 0,0 0-1,-1 1 1,24 14 0,-36-17 1162,-1-1 0,1 0 0,0-1 0,0 0 0,21 4 0,-21-5 372,1 0-1,-1 0 0,0 1 0,13 7 1,-14-5 253,1-1 0,0 0 0,0 0 0,0-1 0,1 0 0,-1-1 1,1 0-1,0-1 0,16 2 0,-27-4-250,1 0 0,-1 0 0,1 0 0,-1 0-1,1 0 1,-1 0 0,1 0 0,-1 0 0,1 0 0,-1 0 0,1 0 0,-1 0 0,1 0-1,-1 0 1,1 1 0,-1-1 0,1 0 0,-1 0 0,0 1 0,1-1 0,-1 0 0,1 1 0,-1-1-1,0 0 1,1 1 0,-1-1 0,0 0 0,1 1 0,-1-1 0,0 1 0,0-1 0,0 1-1,1 0 1,-1-1 23,0 1 0,0-1 0,1 1 0,-1-1 0,0 1 0,0-1 0,1 1 0,-1-1 0,0 0 0,1 1-1,-1-1 1,0 0 0,1 1 0,-1-1 0,1 0 0,-1 1 0,0-1 0,1 0 0,-1 0 0,1 0 0,-1 1-1,1-1 1,-1 0 0,1 0 0,-1 0 0,1 0 0,-1 0 0,1 0 0,-1 0 0,1 0 0,-1 0 0,1 0 0,0 0-1,18 0 2164,-15 0 245,-8 2-48,-14 10 981,-8 2 1862,21-13-5062,0 1 0,0 0 1,1 0-1,-1 0 0,1 1 0,-1-1 1,1 1-1,0 0 0,0 0 0,0 1 1,0-1-1,1 1 0,0 0 0,-1-1 1,-3 9-1,-25 37-222,27-44 0,0 1 0,0 0 0,1 0 0,0 1 0,0-1 0,1 1 0,0 0 0,0 0 0,0 0 0,1 0 0,0 1 0,-1 11 0,3 125 0,0-138 0,1 0 0,0 0 0,1 0 0,0 0 0,-1 0 0,2 0 0,-1 0 0,1-1 0,0 1 0,0-1 0,1 0 0,-1 0 0,1 0 0,8 8 0,5 4 0,1-1 0,24 18 0,-33-29 0,1-1 0,-1 0 0,1 0 0,-1-1 0,1 0 0,0-1 0,0 0 0,0-1 0,0 0 0,0 0 0,1-1 0,16-2 0,-8 2 0,-13-1 0,0 1 0,-1-1 0,1 0 0,-1-1 0,1 1 0,-1-1 0,0 0 0,0 0 0,1-1 0,-2 0 0,1 0 0,0 0 0,-1 0 0,1-1 0,-1 1 0,0-1 0,0 0 0,0-1 0,-1 1 0,5-7 0,6-6 0,-10 12 0,-1 1 0,0-1 0,0 0 0,-1 0 0,0 0 0,0 0 0,0-1 0,0 1 0,-1 0 0,1-1 0,-2 1 0,2-7 0,-2-74 0,-1 46 0,0 30 0,0-1 0,-1 0 0,0 1 0,-1 0 0,0 0 0,-1-1 0,0 2 0,0-1 0,-1 0 0,0 1 0,-1 0 0,0 0 0,-8-9 0,0-1 0,5 8 0,-1 0 0,0 1 0,0 0 0,-1 1 0,-1 0 0,0 1 0,0 0 0,0 1 0,-17-7 0,-1-2 0,17 9 0,-1 2 0,1 0 0,-1 1 0,1 0 0,-1 0 0,-29-1 0,-2-3 0,40 8-40,0 0-1,0 0 1,1 0 0,-1 0-1,0 1 1,0 0 0,-9 3-1,13-4-40,-1 0-1,0 1 0,1-1 0,-1 1 1,0-1-1,1 1 0,-1 0 1,1-1-1,-1 1 0,1 0 1,-1 0-1,1 0 0,0 0 1,-1 1-1,1-1 0,0 0 0,0 0 1,0 1-1,0-1 0,-1 3 1,2-2-449,1 0 1,0-1-1,0 1 1,0 0-1,1 0 1,-1 0-1,0-1 1,0 1-1,1-1 1,-1 1-1,1-1 1,0 1-1,-1-1 1,1 0-1,0 0 1,0 0-1,3 1 1,45 21-8557,-6-8 3969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34.9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23 224 6179,'2'-39'5080,"-1"27"-3447,0 1 1,-1-1-1,0 0 1,-1 1-1,0-1 1,-4-17-1,1 19 46,1-1 0,1 0 0,-1 0 0,2 0 0,-2-21 0,2 86-1679,-1-27 0,2 1 0,0-1 0,7 36 0,16 45 0,13 64 0,-23-107 0,-7-40 0,-1 0 0,2 45 0,-7 199-11048,0-263 9914,-1-1 0,-1 1 0,1 0-1,-1-1 1,1 1 0,-2-1 0,1 1-1,-1-1 1,1 0 0,-7 7 0,4-3-812,4-8 1787,1-1 1,-1 1-1,1-1 0,-1 1 1,1-1-1,-1 1 1,1-1-1,-1 0 1,0 1-1,1-1 0,-1 0 1,0 0-1,1 0 1,-1 1-1,0-1 1,1 0-1,-1 0 1,0 0-1,0 0 0,1 0 1,-1 0-1,-1 0 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35.1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0 280 5811,'0'-175'26769,"1"173"-26759,0 0 1,-1 0-1,1 0 0,0 1 0,0-1 0,0 0 0,0 0 0,1 0 1,-1 1-1,0-1 0,1 1 0,-1-1 0,1 1 0,0-1 1,-1 1-1,1 0 0,0 0 0,0 0 0,0 0 0,0 0 0,0 0 1,3 0-1,59-19-57,-39 14 47,-1 1 0,-1 0 0,1 1 0,24 0 0,-4 1-2029,25-8-5958,-41 6 1994,45-2 0,-24 7 686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36.6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425 442 5731,'-4'-5'907,"0"1"0,-1-1 0,1 1 1,-1 0-1,0 0 0,0 0 0,0 1 1,0 0-1,-1 0 0,-10-5 0,8 5-67,1-1 0,-1 0-1,1 0 1,0-1 0,-6-5-1,-13-6 2910,24 16-3294,0-1 1,0 0-1,0-1 0,-1 1 0,1 0 1,0-1-1,0 1 0,1-1 0,-1 1 1,0-1-1,1 0 0,-1 0 0,1 0 0,-1 0 1,1 0-1,-2-4 0,-1 3-425,1-1-1,-1 0 1,0 1-1,0 0 1,0 0-1,0 0 1,0 1-1,-1-1 1,1 1-1,-1 0 1,0 0-1,0 1 1,0-1-1,0 1 1,0 0-1,0 1 0,-9-1 1,12 1-30,0 0 0,0 1 0,0-1 0,1 1 0,-1-1 0,0 1 0,1-1 0,-1 1 0,0 0 0,1 0 0,-1 0 0,1 0 0,-1 0 0,1 0 0,0 1 0,-1-1 0,-1 3 0,-13 10 0,8-9 0,1 0 0,0 0 0,0 1 0,0 1 0,1-1 0,0 1 0,0 0 0,1 0 0,-9 15 0,-7 9 0,18-26 0,0 1 0,0 0 0,0-1 0,1 1 0,0 0 0,0 1 0,1-1 0,-1 0 0,1 0 0,0 10 0,2 74 0,1-45 0,-1-26 0,0 1 0,2 0 0,0-1 0,1 0 0,1 0 0,1 0 0,0 0 0,2-1 0,0 0 0,1-1 0,1 0 0,18 25 0,-10-9 0,-17-30 0,0-1 0,0 1 0,0-1 0,1 1 0,-1-1 0,1 1 0,0-1 0,-1 0 0,1 1 0,0-1 0,0 0 0,1 0 0,-1-1 0,4 4 0,0-1 0,1-1 0,0 1 0,0-1 0,0 0 0,0-1 0,0 0 0,0 0 0,1 0 0,-1-1 0,1 0 0,-1 0 0,1-1 0,-1 0 0,1 0 0,0-1 0,-1 0 0,1-1 0,-1 1 0,0-1 0,0-1 0,10-3 0,-6-1 0,0-1 0,0 0 0,-1 0 0,0-1 0,0 0 0,-1-1 0,13-16 0,0-7 0,22-41 0,-17 27 0,-18 29 0,-2 0 0,0 0 0,5-20 0,-3 9 0,-3 11 0,-1-1 0,-1 0 0,-1 0 0,0 0 0,-1-34 0,-2 53 0,0 1 0,1 0 0,-1-1 0,0 1 0,0-1 0,0 1 0,1-1 0,-1 1 0,0-1 0,1 1 0,-1-1 0,0 1 0,1-1 0,-1 1 0,1-1 0,-1 1 0,1-1 0,-1 0 0,1 1 0,-1-1 0,1 0 0,-1 1 0,1-1 0,0 0 0,-1 0 0,1 1 0,-1-1 0,1 0 0,0 0 0,-1 0 0,1 0 0,-1 0 0,1 0 0,0 0 0,-1 0 0,1 0 0,-1 0 0,1-1 0,0 1 0,-1 0 0,1 0 0,-1 0 0,1-1 0,-1 1 0,1 0 0,0-1 0,-1 1 0,0 0 0,1-1 0,-1 1 0,1-1 0,-1 1 0,1-1 0,-1 1 0,0-1 0,1 1 0,-1-1 0,0 1 0,0-1 0,1 1 0,-1-1 0,0 0 0,0 0 0,-1 32 0,-1-23 0,2 0 0,-1 0 0,1 0 0,0 0 0,1 0 0,-1 0 0,2 0 0,-1 0 0,4 10 0,4-1 0,-2-7 0,-2 1 0,1 0 0,6 22 0,-9-23 0,-2-5 0,0 0 0,0-1 0,1 1 0,0 0 0,0-1 0,0 1 0,0-1 0,1 0 0,0 0 0,5 7 0,-5-7 0,1 1 0,-1 0 0,0 0 0,0 0 0,-1 0 0,1 1 0,1 9 0,-2-10 0,0 1 0,0-1 0,1 1 0,-1-1 0,1 0 0,5 7 0,39 68 0,-26-48 0,-19-27 0,1-1 0,-1 0 0,1 0 0,0 0 0,0-1 0,6 7 0,9 15 0,-16-22 0,1 0 0,0-1 0,1 1 0,-1-1 0,0 0 0,1 0 0,-1 0 0,1-1 0,0 1 0,-1-1 0,1 1 0,0-1 0,0-1 0,0 1 0,0 0 0,0-1 0,0 0 0,0 0 0,6-1 0,-6-1 0,0 0 0,0-1 0,0 1 0,0-1 0,0 0 0,-1 0 0,0-1 0,1 1 0,-1-1 0,0 0 0,-1 1 0,1-1 0,2-5 0,-1 3 0,-1 0 0,0 0 0,0 0 0,-1 0 0,1-1 0,-1 1 0,-1-1 0,3-12 0,-3-31 0,1 29 0,-1 1 0,-2-1 0,0 0 0,-6-34 0,-32-55 0,35 95 0,3 10 0,0 0 0,0-1 0,-1 1 0,0 0 0,0 0 0,-1 0 0,1 0 0,-1 0 0,0 1 0,-4-6 0,1 4 0,4 4 0,0 0 0,0 0 0,0 0 0,1 0 0,-1 0 0,1 0 0,-1-1 0,1 1 0,0-1 0,-1 1 0,1-1 0,1 1 0,-1-1 0,0 1 0,1-1 0,-1 0 0,1 1 0,0-5 0,0 4 0,-1 0 0,1 0 0,-1 0 0,1 0 0,-1 0 0,0 1 0,0-1 0,0 0 0,-2-4 0,1 4 0,1 0 0,-1 1 0,1-1 0,0 0 0,0 0 0,1-1 0,-1 1 0,0 0 0,1-6 0,0 9 0,0-1 0,0 1 0,0-1 0,0 1 0,0-1 0,0 1 0,0-1 0,0 1 0,0-1 0,1 1 0,-1-1 0,0 1 0,0 0 0,0-1 0,1 1 0,-1-1 0,0 1 0,1 0 0,-1-1 0,0 1 0,1 0 0,-1-1 0,0 1 0,1 0 0,-1 0 0,0-1 0,1 1 0,-1 0 0,1 0 0,-1 0 0,1-1 0,-1 1 0,1 0 0,-1 0 0,1 0 0,-1 0 0,1 0 0,0 0 0,27 7 0,-19-3 0,0 1 0,0 0 0,-1 1 0,12 8 0,10 12 0,-20-18 0,0 0 0,0 1 0,-1 0 0,-1 1 0,9 11 0,55 84 0,-66-95 0,-1-1 0,0 1 0,-1 1 0,0-1 0,3 12 0,6 12 0,-8-3 0,-3-6 0,3-13 0,-3-6 0,0 0 0,0 0 0,-1 1 0,1-1 0,-1 1 0,0 11 0,-1-11 0,-1-9 0,0-20 0,1 17 0,-1-1 0,2 0 0,-1 0 0,1 1 0,-1-1 0,2 1 0,2-10 0,34-58 0,-33 60 0,0 0 0,1 0 0,1 1 0,0 0 0,1 0 0,0 0 0,1 1 0,0 0 0,1 1 0,0 0 0,0 1 0,23-16 0,-26 21 0,1 0 0,-1 1 0,1 0 0,0 0 0,-1 1 0,1 0 0,13-2 0,-19 4 0,1 0 0,-1-1 0,1 1 0,-1 1 0,1-1 0,-1 0 0,1 0 0,-1 1 0,1 0 0,-1-1 0,1 1 0,-1 0 0,0 0 0,1 0 0,-1 1 0,0-1 0,0 0 0,0 1 0,0-1 0,0 1 0,0 0 0,-1 0 0,1 0 0,-1 0 0,1 0 0,-1 0 0,1 0 0,0 3 0,27 41 0,-26-43 0,1 1 0,-2 0 0,1 0 0,0 0 0,-1 0 0,0 0 0,1 0 0,-2 1 0,1-1 0,-1 1 0,1 0 0,-1-1 0,1 9 0,-2-9 0,0 1 0,1-1 0,0 0 0,0 1 0,0-1 0,0 0 0,3 5 0,-2-4 0,-1-1 0,1 0 0,-1 0 0,0 0 0,0 1 0,0-1 0,-1 6 0,0 34 0,0-27 0,0-27 0,0 8 0,1 0 0,-1 0 0,0 0 0,1 0 0,-1 0 0,1 0 0,0 0 0,-1 0 0,1 0 0,0 1 0,0-1 0,0 0 0,0 1 0,1-1 0,1-2 0,-2 3 0,1-1 0,-1 0 0,1 0 0,-1 1 0,0-1 0,0 0 0,0 0 0,0 0 0,0 0 0,-1 0 0,1 0 0,-1-1 0,1 1 0,-1 0 0,0-4 0,1-15 0,0 0 0,1 0 0,1 0 0,6-24 0,-1-25-1982,31-25-5032,-37 89 6685,0 0 0,0 0-1,1 0 1,0 1 0,0-1 0,0 1 0,6-6 0,-1 0-586,3-3 713,-11 14 221,1 0-1,-1 0 1,0 0 0,0 0-1,0 0 1,1 0-1,-1 0 1,0 0 0,0 0-1,1 1 1,-1-1-1,0 0 1,0 0 0,0 0-1,1 0 1,-1 0-1,0 0 1,0 1 0,0-1-1,0 0 1,0 0-1,1 0 1,-1 1 0,0-1-1,0 0 1,0 0-1,0 0 1,0 1 0,0-1-1,0 0 1,0 0-1,0 1 1,0-1 0,0 0-1,0 0 1,0 0-1,0 1 1,0-1 0,0 0-1,0 0 1,0 1-1,0-1 1,0 0-1,0 0 1,0 0 0,0 1-1,0-1 1,0 0-1,0 0 1,-1 0 0,1 1-1,5 3 1223,-4-3-1162,0-1 0,0 0 0,0 0 0,0 1 0,-1-1 0,1 0 0,0 1 0,0-1 0,0 1 0,0-1 0,0 1 0,-1 0 0,1-1 0,0 1 0,0 0 0,-1 0 0,1-1 0,-1 1 0,1 0 0,0 0 0,-1 0 0,0 0 0,1 0 0,-1 0 1,1-1-1,-1 1 0,0 0 0,0 0 0,0 0 0,0 0 0,1 0 0,-1 0 0,0 0 0,-1 0 0,1 2 0,0 0 275,0 1 1,0 0-1,1-1 0,-1 1 1,1-1-1,0 1 1,0-1-1,2 6 1,4 7 395,0 0 1,1 0-1,1-1 1,1 0-1,13 16 1,-6-15-751,-12-11 0,0 1 0,0-1 0,1 0 0,0 0 0,0-1 0,0 0 0,0 0 0,0 0 0,1-1 0,0 0 0,0 0 0,0-1 0,0 1 0,0-2 0,1 1 0,-1-1 0,0 0 0,8 0 0,-8-1 0,3 0 0,0 0 0,-1 0 0,1-1 0,15-4 0,-21 4 0,-1 0 0,1-1 0,-1 0 0,0 1 0,0-1 0,1-1 0,-1 1 0,0 0 0,-1-1 0,1 1 0,0-1 0,-1 0 0,0 0 0,4-5 0,7-8 0,-9 13 0,-1-1 0,0 0 0,1 1 0,-2-2 0,1 1 0,4-8 0,8-18 0,-13 27 0,0 0 0,0-1 0,0 0 0,-1 1 0,1-1 0,-1 0 0,0 0 0,0 0 0,0 0 0,-1 0 0,1-7 0,0-1 0,0 8 0,-1 1 0,0-1 0,0 0 0,0 0 0,0 0 0,0 0 0,-1 0 0,0 0 0,1 0 0,-1 0 0,-2-4 0,-37-47 0,39 53 0,-1-1 0,0 1 0,-1-1 0,1 1 0,0 0 0,-1 0 0,1 0 0,-1 0 0,1 0 0,-1 1 0,0-1 0,0 1 0,0-1 0,0 1 0,0 0 0,0 0 0,0 1 0,0-1 0,-1 1 0,1-1 0,0 1 0,0 0 0,0 0 0,-1 1 0,1-1 0,0 1 0,0-1 0,0 1 0,0 0 0,0 0 0,0 0 0,0 1 0,-5 2 0,-4 3 0,1 0 0,-1 1 0,1 0 0,1 1 0,0 0 0,-15 16 0,14-13 0,8-9 0,-1 0 0,1 0 0,0 0 0,1 1 0,-1-1 0,0 1 0,1 0 0,0-1 0,0 1 0,-2 6 0,-3 16 0,1-7 0,1 0 0,0 1 0,2 0 0,-2 36 0,4-25 0,0-20 0,0 0 0,1 0 0,1 0 0,0 0 0,0 0 0,4 13 0,34 95 0,-38-114-192,1-1 0,0 1 0,0-1 0,0 0 0,0 0-1,1 0 1,0 0 0,0 0 0,0-1 0,0 1 0,1-1 0,-1 0 0,1 0 0,0 0 0,0 0 0,0-1 0,0 1-1,0-1 1,7 2 0,-5-1-237,1-1-1,1 0 1,-1 0-1,0-1 1,0 0-1,0 0 1,1-1-1,-1 0 0,0 0 1,1 0-1,12-4 1,-8 2-279,0-1-1,-1 0 1,1-1 0,-1-1 0,0 0 0,0 0-1,0-1 1,-1 0 0,0-1 0,0 0-1,-1-1 1,11-10 0,-8 5 463,5-3-13,-2-1 0,0 0-1,16-27 1,-18 24 239,-8 13 78,-1 0-1,0 0 1,0 0 0,0 0 0,-1-1-1,3-9 1,2-12 1843,1 1 1,20-45-1,-28 70-1215,0 0-1,0-1 1,0 1 0,-1-1 0,0 1 0,1 0-1,-1-1 1,-1-4 0,1 2 1472,0 7-2118,-1-1 1,1 1 0,0 0 0,0 0-1,0 0 1,-1 0 0,1-1-1,0 1 1,-1 0 0,1 0 0,0-1-1,-1 1 1,1 0 0,-1 0-1,0-1 1,1 1 0,-1-1 0,-1 2-1,1-1-24,1 0 0,-1-1 0,0 1 0,0 0 0,0 0 0,1 0 0,-1 0 0,0 0 0,1 0 0,-1 0 0,1 0-1,-1 0 1,1 0 0,0 0 0,-1 0 0,1 0 0,0 1 0,0-1 0,0 2 0,0-1 2,0 0 1,-1 0-1,1 0 0,0 0 1,-1-1-1,1 1 1,-1 0-1,0 0 1,1 0-1,-1 0 0,0-1 1,0 1-1,0 0 1,-1-1-1,1 1 0,-2 1 1,1-1-13,1-1 1,0 1 0,0 0 0,-1-1-1,1 1 1,0 0 0,0-1 0,1 1-1,-1 0 1,0 0 0,1 0 0,-1 0-1,1 0 1,-1 0 0,1 0 0,0 3-1,-2 30 50,1-24-33,0 1-1,1-1 0,0 0 0,1 0 0,0 0 0,5 21 0,33 65-130,-36-91 44,0 1 0,0-1 0,1 0 0,-1 0 0,1 0 0,0 0 0,1-1 0,-1 1 0,1-1 0,1 0 0,-1-1 0,0 1 0,1-1 0,0 0 0,0 0 0,0-1 0,1 0 0,-1 0 0,1-1 0,-1 1 0,1-1 0,0-1 0,0 1 0,0-1 0,13 0 0,-13 0 2,1-1 0,-1 0 0,0 0 0,0-1 0,1 0-1,-1 0 1,0-1 0,0 0 0,0 0 0,0 0 0,0-1 0,-1 0-1,1-1 1,-1 1 0,0-1 0,0 0 0,0-1 0,0 0 0,-1 0-1,0 0 1,0 0 0,0-1 0,-1 0 0,6-8 0,37-38 58,-41 47 43,1-1 0,-1 0 0,0 0 0,-1 0 0,0-1 0,0 0 0,0 0 0,-1 0 0,1-1 0,-2 1 0,1-1 0,-1 0 0,3-13 0,0-7 414,1 0 0,23-54 0,-22 60-239,1-6 358,-2 0 0,0 0 1,2-39-1,9-39 1333,-9 75-1721,-5 18-188,-1 1 0,-1 0 0,1-1 1,0-19-1,-3-133 3,1 213 0,13 93 0,-12-105 0,-2-28 0,0 0 0,0-1 0,1 1 0,0 0 0,3 10 0,8 23 0,-3 0 0,-1 0 0,-2 1 0,1 57 0,-6-90 0,-1 0 0,1-1 0,1 1 0,0 0 0,0-1 0,5 12 0,-4-13 0,-1 1 0,1 0 0,-2 0 0,1 0 0,-1 0 0,0 11 0,-1 22-2192,0 49-8766,1-89 10754,-1-1 0,0 1 0,0 0 1,0-1-1,0 1 0,0 0 0,-1-1 0,1 1 0,0 0 1,0-1-1,0 1 0,0 0 0,-1-1 0,1 1 0,0 0 0,-1-1 1,1 1-1,-1-1 0,1 1 0,0-1 0,-1 1 0,1-1 1,-1 1-1,1-1 0,-1 1 0,0-1 0,1 0 0,-1 1 0,1-1 1,-1 0-1,0 0 0,1 1 0,-1-1 0,0 0 0,1 0 0,-1 0 1,0 0-1,1 0 0,-1 0 0,0 0 0,1 0 0,-1 0 1,0 0-1,1 0 0,-2 0 0,-1 0-653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37.3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29 360 3762,'0'-1'218,"0"-1"0,0 1 0,0-1 0,0 1 0,0 0 0,0-1 0,-1 1 0,1 0-1,0-1 1,-1 1 0,1 0 0,-1-1 0,1 1 0,-1 0 0,0 0 0,0 0 0,1 0 0,-1-1 0,0 1 0,0 0 0,0 1 0,0-1 0,0 0 0,-2-1 0,-5-5 816,7 7-995,1 0 1,0 0 0,-1-1-1,1 1 1,0 0 0,-1 0-1,1-1 1,0 1-1,0 0 1,0-1 0,-1 1-1,1 0 1,0 0 0,0-1-1,0 1 1,-1 0 0,1-1-1,0 1 1,0-1-1,0 1 1,0 0 0,0-1-1,0 1 1,0 0 0,0-1-1,0 1 1,0 0 0,0-1-1,0 1 1,0-1-1,0 1 1,0 0 0,1-1-1,-1 1 1,0 0 0,0-1-1,0 1 1,1-1 0,15-6 1170,21 2 612,198 5 3716,-130-13-719,-72 8-3237,-29 4-1439,0 0 1,1 0-1,-1 0 1,0 0-1,0-1 1,0 0-1,0 0 1,-1 0-1,1 0 1,0-1 0,-1 1-1,0-1 1,0 0-1,1 0 1,-2 0-1,1 0 1,0-1-1,-1 1 1,1-1-1,-1 0 1,0 0-1,0 1 1,1-6 0,1-3 221,0 0 1,-1 0 0,-1 0 0,0 0-1,0-1 1,-1-20 0,-1 19-366,0 2 0,0 0 0,0 0 0,-5-20 0,5 31 0,0 0 0,0 0 0,0-1 0,0 1 0,-1 0 0,1 0 0,-1 0 0,1 0 0,0 0 0,-1 0 0,0 0 0,1 0 0,-1 0 0,0 0 0,1 1 0,-1-1 0,0 0 0,0 0 0,0 0 0,0 1 0,0-1 0,0 1 0,0-1 0,0 1 0,0-1 0,0 1 0,0-1 0,0 1 0,0 0 0,0 0 0,0-1 0,0 1 0,0 0 0,-1 0 0,1 0 0,0 0 0,0 0 0,0 1 0,0-1 0,0 0 0,0 0 0,0 1 0,-2 0 0,1 0 0,0 0 0,1 0 0,-1 1 0,1-1 0,-1 0 0,1 1 0,0-1 0,0 1 0,-1-1 0,1 1 0,0 0 0,1-1 0,-1 1 0,0 0 0,0 0 0,1-1 0,-1 1 0,1 0 0,-1 3 0,-5 12 0,-2 0 0,1 0 0,1 0 0,0 1 0,2-1 0,0 1 0,1 0 0,0 1 0,2-1 0,0 23 0,2-4 0,2 0 0,9 49 0,-9-45 0,2 3 0,34 73 0,-37-110 0,0-1 0,1 1 0,0 0 0,0-1 0,0 1 0,1-1 0,0 0 0,7 8 0,-11-13 0,1 0 0,0 0 0,-1 0 0,1-1 0,0 1 0,0 0 0,0 0 0,-1 0 0,1-1 0,0 1 0,0 0 0,0-1 0,0 1 0,0-1 0,1 1 0,-1-1 0,0 0 0,0 1 0,0-1 0,0 0 0,0 0 0,0 0 0,1 0 0,-1 0 0,0 0 0,0 0 0,0 0 0,0 0 0,1 0 0,-1-1 0,0 1 0,0 0 0,0-1 0,0 1 0,0-1 0,0 0 0,0 1 0,0-1 0,0 0 0,0 1 0,0-1 0,0 0 0,-1 0 0,1 0 0,1-2 0,29-29 0,-26 29 0,-1-1 0,0 0 0,0 0 0,0 0 0,-1 0 0,1-1 0,-1 1 0,0-1 0,0 0 0,-1 0 0,3-6 0,34-48 0,-32 36 0,-6 18 0,1 0 0,-1 0 0,1 1 0,0-1 0,0 1 0,0-1 0,4-4 0,5-5 0,-5 6 0,-1 1 0,0-1 0,0 0 0,5-13 0,-7 15 0,0-1 0,0 1 0,0 0 0,1 1 0,6-10 0,11-17 0,-20 30 0,-1 1 0,1-1 0,0 1 0,0-1 0,0 1 0,0-1 0,0 1 0,0 0 0,0-1 0,0 1 0,0 0 0,0 0 0,1 0 0,1-1 0,-3 2 0,1 0 0,-1 0 0,1-1 0,0 1 0,-1 0 0,1 0 0,0 0 0,-1 0 0,1 0 0,-1 0 0,1 0 0,0 0 0,-1 0 0,1 0 0,0 1 0,-1-1 0,1 0 0,-1 0 0,1 0 0,-1 1 0,1-1 0,0 0 0,-1 1 0,1-1 0,0 1 0,1 2 0,0-1 0,0 1 0,-1 0 0,1 0 0,-1 0 0,1 0 0,-1 0 0,0 0 0,0 0 0,0 0 0,-1 0 0,1 1 0,-1-1 0,0 0 0,0 6 0,0 3 0,-1-8 0,1-1 0,0 1 0,0 0 0,0 0 0,0 0 0,1-1 0,-1 1 0,1 0 0,0-1 0,2 5 0,1-1 0,-2-3 0,1 1 0,-1 0 0,1 0 0,-1 0 0,-1 0 0,1 0 0,-1 1 0,0-1 0,0 0 0,0 1 0,-1-1 0,0 6 0,0-3 0,1-1 0,-1 1 0,1-1 0,0 1 0,1-1 0,0 0 0,0 1 0,5 9 0,0 12 0,-6-28 0,-1 1 0,0-1 0,0 0 0,0 0 0,1 0 0,-1 0 0,0 1 0,1-1 0,-1 0 0,1 0 0,0 0 0,-1 0 0,1 0 0,0 0 0,-1 0 0,1 0 0,0-1 0,0 1 0,0 0 0,0 0 0,0-1 0,0 1 0,0 0 0,0-1 0,0 1 0,0-1 0,0 1 0,1-1 0,-1 0 0,1 1 0,-1-1 0,0 1 0,0 0 0,0 0 0,0-1 0,0 1 0,0 0 0,0-1 0,1 1 0,-1-1 0,0 1 0,0-1 0,1 1 0,-1-1 0,0 0 0,1 0 0,-1 1 0,0-1 0,1 0 0,-1 0 0,0-1 0,1 1 0,-1 0 0,0 0 0,1-1 0,-1 1 0,0 0 0,1-1 0,-1 1 0,0-1 0,0 0 0,0 1 0,0-1 0,0 0 0,2-1 0,-3 1 0,1 0 0,-1 0 0,1 1 0,-1-1 0,1 0 0,0 0 0,-1 1 0,1-1 0,0 1 0,0-1 0,-1 0 0,1 1 0,0 0 0,0-1 0,0 1 0,-1-1 0,1 1 0,0 0 0,0 0 0,0-1 0,1 1 0,11-4 0,-4-3 0,1-1 0,-2 1 0,1-2 0,-1 1 0,0-1 0,0-1 0,9-15 0,21-25 0,-10 22 0,-19 19 0,1-1 0,-1 0 0,-1 0 0,0-1 0,9-15 0,-15 23 0,0 0 0,0 0 0,1 0 0,-1 1 0,0-1 0,1 0 0,0 1 0,0 0 0,0-1 0,0 1 0,0 0 0,0 1 0,0-1 0,0 1 0,1-1 0,-1 1 0,8-2 0,-11 3 0,15-2 0,-12 11 0,-3-8 0,0 0 0,0 0 0,0 0 0,0 0 0,1 0 0,-1 0 0,0 0 0,1 0 0,-1 0 0,0 0 0,1 0 0,-1 0 0,1 0 0,-1 0 0,1-1 0,1 3 0,6 6 0,-1 0 0,-1 1 0,0 0 0,0 1 0,0-1 0,-2 1 0,1 0 0,2 13 0,5 14 0,7 49 0,-16-38 0,2 11 0,3-31 0,-4-16 0,-1 1 0,0-1 0,-1 0 0,1 25 0,-3 319 0,-1-340 0,-1 0 0,-1 0 0,-1 0 0,0-1 0,-1 1 0,-9 17 0,4-5 0,7-20 0,2-7 0,1 1 0,-1 0 0,0-1 0,0 1 0,0-1 0,0 1 0,0-1 0,-1 1 0,1-1 0,0 0 0,-1 1 0,0-1 0,0 0 0,0 0 0,0 0 0,0-1 0,0 1 0,0 0 0,0-1 0,-1 1 0,1-1 0,-1 0 0,1 0 0,-1 0 0,-4 1 0,-14 5 0,18-6 0,-1 1 0,0-1 0,0 1 0,0-1 0,0-1 0,0 1 0,0 0 0,0-1 0,0 0 0,0 0 0,-5-1 0,-2-1 0,1-1 0,1 0 0,-1-1 0,0 0 0,1-1 0,0 0 0,0 0 0,0-1 0,1 0 0,-16-14 0,23 17 0,0 0 0,0 0 0,0 0 0,0 0 0,0 0 0,0 0 0,1-1 0,0 1 0,-1 0 0,1 0 0,0 0 0,1-1 0,-1 1 0,1-5 0,1-6 0,-2 10 0,0 0 0,1 0 0,0-1 0,-1 1 0,2 0 0,-1 0 0,0 0 0,1 1 0,4-8 0,3-11 0,-6 14 0,0 0 0,1 0 0,-1 0 0,2 0 0,-1 1 0,1-1 0,6-6 0,-2 2 0,18-41 0,-23 44 0,0 0 0,0 1 0,1-1 0,6-8 0,126-136 0,-101 119 0,1 1 0,1 1 0,2 3 0,72-41 0,150-89-1369,-173 100-8115,-37 22 2070,-5 2 1222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37.8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37 2081,'1'0'311,"0"-1"0,0 1 0,0-1 0,0 1-1,0-1 1,0 0 0,0 1 0,0-1 0,0 0 0,0 0 0,0 0 0,0 0 0,-1 1-1,1-1 1,0 0 0,-1-1 0,1 1 0,-1 0 0,1 0 0,-1 0 0,1 0 0,0-18 15161,-1 32-12156,0-5-2781,1 0 1,-1-1-1,2 1 1,-1-1-1,1 1 1,0-1-1,1 0 1,4 11-1,-2-6-296,-3-7-239,-1 0 0,1 0 0,-1 1 0,0-1 0,-1 0 0,1 1 0,-1-1 0,0 0 0,-2 10 0,1 3 0,20 266 0,-19-269 0,1-1 0,1 0 0,1 1 0,5 18 0,-4-20 0,-1 1 0,0 0 0,-1-1 0,0 19 0,17 205 0,-19-36-2444,-10-155-1882,8-39 3127,0-1 1,1 0-1,-1 1 1,1 0-1,0 8 1,1-12 719,0-1 1,-1 0-1,1 1 0,-1-1 1,1 0-1,-1 1 1,0-1-1,0 0 0,0 0 1,0 0-1,0 0 1,0 0-1,-1 0 0,1 0 1,-1 0-1,1 0 0,-1 0 1,0-1-1,1 1 1,-1-1-1,0 1 0,0-1 1,0 0-1,0 0 0,-1 0 1,1 0-1,0 0 1,0 0-1,-3 0 0,2-1-1743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38.0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1033 64,'0'-8'149,"1"-1"0,0 0 0,1 1 0,0-1 0,0 1 0,1-1 0,0 1 0,5-9 0,-3 6 397,-1 1 1,0-1-1,4-19 1,16-82 3421,-13 68-2347,-2 0 0,7-90 0,-16 77 1412,15-102 0,-12 123-286,-2-55 0,-1 47-306,0 38-2038,0 1 0,1-1-1,0 1 1,0-1 0,0 1 0,1-1 0,0 1 0,4-9 0,-4 9-124,0 0 1,0 0 0,0 0 0,0 0 0,-1 0-1,0 0 1,0 0 0,0-9 0,-2 12-273,1-1 1,0 1-1,0 0 1,0 0-1,0 0 0,1 0 1,-1 0-1,1 0 1,-1 0-1,1 0 0,-1 0 1,1 1-1,0-1 1,0 0-1,0 0 0,0 0 1,0 1-1,1-1 1,-1 0-1,0 1 1,1 0-1,-1-1 0,1 1 1,-1 0-1,1-1 1,2 0-1,-1 1-4,0 0 1,1 1-1,-1-1 0,1 1 1,-1 0-1,0-1 0,1 2 1,-1-1-1,1 0 0,-1 1 1,1-1-1,-1 1 0,0 0 1,5 2-1,2 0-8,-1 1 1,1 1-1,-1 0 1,0 0-1,0 1 1,-1 0-1,0 0 1,0 1-1,0 0 1,11 14-1,-6 2 5,-1 1 0,-1 1 0,-1 0 0,-2 0 0,9 37 0,-16-59 0,-1 1 0,1 0 0,0 1 0,-1-1 0,0 0 0,0 1 0,0-1 0,-1 1 0,1-1 0,-1 0 0,0 1 0,0-1 0,0 0 0,-1 0 0,-3 6 0,-4 16 0,3-4 0,3-10 0,-1 1 0,0-1 0,-1 0 0,0 0 0,0-1 0,-1 0 0,-9 13 0,2-8-84,-1-1 1,0-1-1,-1 0 1,-1 0-1,-28 18 0,38-28-660,0-1 0,0 1 0,-1-2-1,1 1 1,-1-1 0,-9 3 0,9-4-542,0 0 0,0 0 1,-1-1-1,1 0 1,-1 0-1,1-1 0,0 0 1,0 0-1,-1-1 1,1 0-1,0 0 0,0 0 1,1-1-1,-12-6 1,1-5-2365,14-10-456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38.8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1 201 1088,'24'0'2258,"-11"-1"-1139,1 1 0,-1 0 1,0 1-1,18 4 0,-28-4-823,1 0 1,-1 0 0,0 0-1,0 0 1,0 0 0,0 1-1,0 0 1,0 0-1,-1-1 1,1 1 0,-1 1-1,1-1 1,-1 0 0,0 1-1,1-1 1,-1 1 0,-1 0-1,1 0 1,0-1 0,-1 1-1,1 0 1,1 5 0,-2 15 970,-1-20-970,0 1-1,0-1 1,0 1 0,0 0-1,1-1 1,-1 1 0,1-1-1,0 1 1,2 5-1,1-2 114,-1-2 69,-1-1-1,1 1 1,-1 0 0,0 0 0,0 0 0,-1 1-1,1-1 1,-1 0 0,0 1 0,-1-1 0,1 11-1,-1 62 5336,0-77-5800,-1-1 0,1 1 1,0 0-1,0 0 0,0 0 1,0-1-1,0 1 0,0 0 1,0 0-1,0 0 0,0-1 1,1 1-1,-1 0 1,0 0-1,1 0 0,-1-1 1,0 1-1,1 0 0,-1-1 1,1 1-1,-1 0 0,1-1 1,-1 1-1,1 0 0,-1-1 1,1 1-1,0-1 0,-1 1 1,1-1-1,1 1 0,-1-1 1,1 0 0,-1 0 0,1-1 0,-1 1 0,0-1 0,1 1 0,-1-1 0,1 1 0,-1-1 0,0 0 0,1 1 0,-1-1 0,0 0 0,0 0 0,2-1 0,48-52 102,-43 45-118,4-6-690,-1 0 0,-1-1 0,-1 0 0,0-1 0,7-18 0,14-25-2393,7-18-5293,-25 50 5045,1 1 0,19-27-1,-28 48 2883,0 1 0,1-1 0,-1 1 0,1 0 0,0 1 0,1 0 0,-1-1 0,1 2 0,0-1 0,9-4 0,-10 6 470,0 0 1,1 0-1,-1 1 0,0-1 0,0 1 0,1 1 0,7-1 0,-12 0 90,0 1 0,0 0-1,-1 0 1,1 0-1,0 0 1,0 0 0,-1 0-1,1 0 1,0 0-1,0 1 1,-1-1 0,1 0-1,0 0 1,0 1 0,-1-1-1,1 0 1,0 1-1,-1-1 1,1 0 0,-1 1-1,1-1 1,0 1-1,-1-1 1,1 1 0,-1 0-1,1-1 1,-1 1-1,1-1 1,-1 1 0,0 0-1,1 0 1,-1-1-1,0 1 1,0 0 0,1-1-1,-1 1 1,0 0 0,0 0-1,0-1 1,0 1-1,0 0 1,0 1 0,6 18 2134,15 13 26,-15-21-758,1-1 1,1 1 0,0-1 0,14 16 0,-1-11-389,-4-1 1381,0-2 0,26 15 0,-38-25-2174,0 0-1,0-1 1,0 1 0,1-1 0,-1-1 0,0 1-1,1-1 1,-1 0 0,1 0 0,-1 0 0,1-1 0,-1 0-1,1 0 1,9-2 0,-13 1-331,0 1 0,0-1 0,0 0 0,0 0 0,-1 0 0,1 0 0,0-1 0,0 1 0,-1 0 0,1-1 0,-1 1 0,3-4 0,-4 4 0,1 1 0,0-1 0,-1 0 0,1 0 0,-1 0 0,0 0 0,1 0 0,-1 1 0,0-1 0,1 0 0,-1 0 0,0 0 0,0 0 0,0 0 0,0 0 0,0 0 0,0 0 0,0 0 0,0 0 0,0 0 0,-1 0 0,1 0 0,0 0 0,-1 0 0,1 0 0,0 0 0,-1 1 0,1-1 0,-1 0 0,1 0 0,-1 0 0,0 1 0,1-1 0,-2-1 0,-4-2 0,1-1 0,-1 2 0,0-1 0,0 0 0,0 1 0,0 0 0,0 1 0,-1 0 0,1-1 0,-1 2 0,0-1 0,0 1 0,1 0 0,-1 1 0,0-1 0,-13 2 0,10-1 0,0 1 0,0 0 0,0 0 0,0 1 0,1 0 0,-1 0 0,0 1 0,1 1 0,0 0 0,-1 0 0,1 0 0,1 1 0,-1 1 0,1 0 0,-15 13 0,7-2 0,13-14 0,0-1 0,0 1 0,1 0 0,-1 0 0,1 0 0,0 0 0,0 1 0,0-1 0,0 0 0,0 1 0,1-1 0,0 1 0,-1 0 0,1 0 0,1-1 0,-1 1 0,1 0 0,-1 0 0,1 0 0,0 0 0,1 4 0,-2 5 0,0-9 0,1 1 0,0-1 0,0 1 0,0-1 0,0 0 0,1 1 0,-1-1 0,1 0 0,0 1 0,2 4 0,24 44 0,-26-51 0,0 1 0,1-1 0,-1 0 0,1 1 0,-1-1 0,1 0 0,0 0 0,0 0 0,0 0 0,0 0 0,0-1 0,0 1 0,1-1 0,-1 1 0,0-1 0,1 0 0,-1 0 0,1 0 0,0 0 0,-1 0 0,1 0 0,4 0 0,33 14 0,-29-9 0,1-1 0,-1-1 0,1 0 0,0-1 0,0 0 0,0-1 0,0 0 0,1-1 0,-1 0 0,0-1 0,1-1 0,-1 0 0,0 0 0,0-1 0,17-5 0,-10 2 0,0-2 0,0 0 0,-1-1 0,0 0 0,-1-2 0,1 0 0,-2-1 0,30-24 0,-35 22 0,0 0 0,0 0 0,-2-1 0,1 0 0,-2-1 0,10-20 0,27-44 0,30-18 0,-55 66 0,8-8 0,-27 37 0,0 1 0,1 0 0,-1 0 0,1 1 0,-1-1 0,1 0 0,-1 0 0,1 1 0,-1-1 0,1 1 0,0-1 0,-1 1 0,1 0 0,0-1 0,-1 1 0,1 0 0,0 0 0,-1 0 0,1 0 0,0 1 0,0-1 0,-1 0 0,1 1 0,-1-1 0,3 2 0,21 21 0,-13-13 0,1-1 0,-1 1 0,-1 1 0,0 0 0,0 1 0,-1 0 0,-1 0 0,0 1 0,-1 0 0,10 22 0,25 34 0,-39-62 0,1 1 0,-2 0 0,1 0 0,-1 1 0,0-1 0,-1 1 0,0-1 0,0 1 0,-1 0 0,0 0 0,-1 0 0,0 0 0,-2 15 0,2 1 0,0-23 0,0 0 0,0 0 0,-1 1 0,1-1 0,-1 0 0,1 0 0,-1 0 0,0 0 0,0 0 0,0 0 0,0 0 0,0 0 0,0 0 0,0 0 0,-1 0 0,1-1 0,-1 1 0,1 0 0,-1-1 0,-3 3 0,-42 19 0,15-9 0,23-11-82,-1 0 0,-1 0 0,1-1 1,0 0-1,-1 0 0,1-1 0,-1-1 0,1 0 0,-1 0 0,1-1 1,-1-1-1,1 0 0,-1 0 0,1-1 0,0 0 0,0 0 0,1-2 0,-11-4 1,19 8-23,1 1 1,-1-1 0,1 1 0,-1 0 0,1-1-1,0 1 1,-1-1 0,1 1 0,-1-1 0,1 0-1,0 1 1,0-1 0,-1 1 0,1-1 0,0 0-1,0 1 1,0-1 0,0 1 0,-1-1 0,1 0 0,0 1-1,0-1 1,0 0 0,0 1 0,1-1 0,-1 0-1,0 1 1,0-1 0,0 1 0,0-1 0,1 0-1,-1 1 1,0-1 0,1 1 0,-1-1 0,0 1-1,1-1 1,-1 1 0,1-1 0,-1 1 0,1-1-1,0 0 1,28-19-653,-16 11 350,-1-3 239,-10 9 139,1 0 0,-1 1 0,1-1-1,0 1 1,0 0 0,0 0 0,0 0 0,0 0 0,0 0 0,1 0 0,4 0 0,202-93 919,-153 63 2366,68-51 0,-102 67-3003,-2 2-254,-16 11 0,0-1 0,1 1 0,-1-1 0,-1 0 0,1 0 0,-1-1 0,1 1 0,-1-1 0,0 0 0,-1 0 0,1 0 0,4-10 0,8-3 0,6-8 0,-23 16 0,-14 7 0,4 2 0,8 1 0,0-1 0,0 1 0,0 0 0,0 0 0,0 0 0,0 0 0,0 1 0,0-1 0,0 1 0,0-1 0,0 1 0,0 0 0,0 1 0,0-1 0,1 0 0,-1 1 0,0-1 0,-3 4 0,-18 16 0,22-19 0,0-1 0,0 0 0,0 1 0,0-1 0,0 1 0,0 0 0,1 0 0,-1 0 0,0 0 0,1 0 0,-2 3 0,-10 17 0,11-20 0,0 1 0,0-1 0,0 1 0,0 0 0,0-1 0,1 1 0,0 0 0,-1 0 0,1 0 0,0 0 0,0 0 0,1 0 0,-1 1 0,1-1 0,-1 0 0,1 0 0,0 0 0,0 1 0,1-1 0,-1 0 0,1 0 0,-1 0 0,1 0 0,0 0 0,2 5 0,2 2-41,1-1 0,0 0-1,0 0 1,16 16 0,-19-21-134,0-1 0,1 0 1,-1-1-1,1 1 0,0 0 0,0-1 0,0 0 1,0 0-1,0 0 0,0-1 0,1 1 0,-1-1 1,0 0-1,1 0 0,-1-1 0,5 1 1,18-1-7921,-7 0-2019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06.9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43 277 1857,'-43'16'11756,"57"-16"-9839,10 0 46,123-16 4547,-50 5-3365,-73 10-1559,46-11 0,0 1 453,185-23-1657,113-11-356,7 3-26,-256 37 0,-65-1 0,150-12 0,14 3 0,-72 4 0,-6-5 0,-43 6 0,-94 10 0,1 0 0,-1-1 0,0 1 0,0-1 0,0 1 0,0-1 0,0 0 0,0 0 0,4-2 0,-5 1 0,1 1 0,0 0 0,0 0 0,0 0 0,0 0 0,0 1 0,1-1 0,-1 1 0,4 0 0,15 0 0,1-2 0,32-5 0,-24 6 37,-6 0-49,-24 1 5,-1 0 1,1 0 0,-1-1-1,1 1 1,-1 0 0,1 0-1,-1 0 1,1-1 0,-1 1-1,1 0 1,-1 0 0,1-1-1,-1 1 1,0 0 0,1-1-1,-1 1 1,0-1 0,1 1-1,-1-1 1,0 1 0,1 0-1,-1-1 1,0 1 0,0-1-1,1 1 1,-1-1 0,0 1-1,0-1 1,0 1 0,0-1 0,0 1-1,0-2 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09.1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24 342 2161,'-23'-25'18179,"88"21"-14852,-57-3-2650,-8 6-640,1 0 0,-1 1 1,1-1-1,-1 1 0,1-1 1,-1 1-1,1 0 0,0-1 0,-1 1 1,1 0-1,-1-1 0,1 1 0,0 0 1,-1 0-1,1-1 0,0 1 1,-1 0-1,1 0 0,0 0 0,0 0 1,-1 0-1,1 0 0,0 0 0,-1 0 1,2 0-1,70-10 2127,-69 10-2075,0 0 0,1-1 1,-1 1-1,0-1 1,0 1-1,0-1 1,0 0-1,0 0 1,3-2-1,-3 2-4,0-1-1,0 1 1,0 0-1,0 0 1,0 1-1,0-1 1,1 1-1,-1-1 1,4 1-1,9-1 357,1-1 0,-1 0 0,21-7 1,-22 6-41,0-1 0,0 2 0,18-1 1,-31 3-388,0 0 0,0-1 0,0 1 0,0 0 0,-1-1 1,1 1-1,0-1 0,0 0 0,0 1 0,-1-1 1,4-2-1,-3 2-13,0 0 0,-1 0 0,1 0-1,0 0 1,0 0 0,0 1 0,0-1 0,0 1 0,0-1 0,0 1 0,3 0 0,67-11-1,-67 11 0,0 0 0,0-1 0,0 0 0,-1 0 0,1 0 0,7-3 0,22-3 0,-29 6 0,0 1 0,0-1 0,0 0 0,0 0 0,0-1 0,0 1 0,0-1 0,7-4 0,-9 4 0,1 1 0,0-1 0,0 0 0,0 1 0,1 0 0,-1 0 0,0 0 0,6 0 0,59-9 0,3-6 0,-24 5 0,-30 12 0,0-2 0,1 0 0,-1-1 0,29-8 0,-41 9 0,0-1 0,1 1 0,-1 0 0,0 1 0,0 0 0,0 0 0,0 0 0,7 2 0,-6-1 0,0-1 0,1 0 0,-1 0 0,0 0 0,11-2 0,7-2 0,1 1 0,45 1 0,-70 2 0,1 0 0,-1 0 0,1 0 0,-1-1 0,1 1 0,-1 0 0,0-1 0,1 1 0,-1-1 0,1 1 0,-1-1 0,0 0 0,0 1 0,1-1 0,0-1 0,-1 1 0,0 0 0,1 0 0,-1 1 0,0-1 0,1 0 0,-1 1 0,0-1 0,1 1 0,-1-1 0,1 1 0,-1 0 0,1-1 0,-1 1 0,1 0 0,1 0 0,137-10 0,-138 10 0,14 0 0,0 0 0,1-1 0,-1-1 0,-1 0 0,25-7 0,-27 7 0,-1 0 0,1 1 0,-1 0 0,1 1 0,22 2 0,8 0 0,-33-3 0,0 0 0,0 0 0,0-1 0,0 0 0,12-5 0,-11 5 0,0 0 0,0 1 0,0 0 0,0 1 0,0 0 0,14 2 0,6 0 0,37-13 0,-26 4 0,10-2 0,117-1 0,-161 10 0,-5 1 0,0-1 0,0 0 0,0 0 0,0 0 0,0 0 0,-1 0 0,1-1 0,0 1 0,5-3 0,-3 1 0,-1-1 0,1 1 0,0 0 0,0 1 0,0-1 0,0 1 0,1 0 0,-1 0 0,0 0 0,0 1 0,6 0 0,79 2 0,-47-1 0,21-1-309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25.21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46 4146,'0'0'3180,"0"16"-1633,0-14-1446,0 0-1,0 0 0,1 0 0,-1 0 0,1 0 1,-1 0-1,1 0 0,0 0 0,0 0 1,0 0-1,0 0 0,0-1 0,0 1 0,0 0 1,3 2-1,-3-3-14,1 1 1,-1 0-1,0 0 1,1-1-1,-1 1 1,0 0 0,0 0-1,0 0 1,-1 1-1,1-1 1,0 0-1,-1 0 1,0 0-1,1 0 1,-1 4-1,0 397 7160,9-343-6335,-6-47-627,0 1 1,-1 0 0,0 16-1,-2 22 5228,0-92-2329,0 26-2916,-1 6-150,1-1 0,0 1 0,1 0 0,-1-1-1,5-12 1,2 1-9,-4 14-9,0 0 0,-1-1 1,0 1-1,0-1 0,-1 1 1,0-1-1,1-11 0,-2 11-10,1 0 0,0 0 0,0 0 0,1 0 0,0 1 0,0-1 0,3-7 0,-2 7-47,-1 1-1,0 0 1,0 0 0,0-1 0,-1 1-1,0-1 1,0-7 0,0 5-42,-1 0 0,2 0 0,-1 0 0,1 0 0,4-10 0,-2 5 0,1-1 0,0 0 0,16-29 0,-5 12 0,-16 31 0,1-1 0,0 1 0,0-1 0,-1 1 0,1-1 0,0 1 0,0 0 0,1-1 0,-1 1 0,0 0 0,0 0 0,1 0 0,-1 0 0,0 0 0,1 0 0,-1 1 0,1-1 0,-1 0 0,1 1 0,-1-1 0,1 1 0,0-1 0,2 1 0,40 5 0,-42-5 0,0 1 0,0 0 0,0 0 0,0 0 0,0 0 0,0 0 0,-1 0 0,1 1 0,0-1 0,-1 1 0,1-1 0,-1 1 0,1-1 0,-1 1 0,0 0 0,2 3 0,14 15 0,10 18 0,-7-9 0,20 22 0,-29-36 0,1 0 0,22 22 0,-29-33 0,-1 0 0,0 1 0,1-1 0,-1 1 0,-1 0 0,1 0 0,-1 1 0,0-1 0,4 10 0,-6-12 0,0 0 0,1 0 0,-1 0 0,1 0 0,0 0 0,-1-1 0,1 1 0,0-1 0,1 1 0,-1-1 0,0 0 0,1 0 0,-1 0 0,1 0 0,0 0 0,0 0 0,-1-1 0,1 0 0,0 1 0,6 0 0,-9-1 0,1-1 0,0 0 0,0 1 0,0-1 0,0 0 0,0 0 0,0 0 0,0 0 0,-1 0 0,1 0 0,0 0 0,0 0 0,0 0 0,0 0 0,0 0 0,0-1 0,0 1 0,-1 0 0,1-1 0,0 1 0,0-1 0,0 1 0,-1-1 0,1 1 0,0-1 0,0 1 0,-1-1 0,1 0 0,-1 1 0,1-1 0,0 0 0,-1 0 0,1 1 0,-1-1 0,0 0 0,1 0 0,-1 0 0,0 1 0,1-1 0,-1-2 0,17-22 0,-9 17 0,0-1 0,-1 0 0,0 0 0,-1-1 0,0 0 0,-1 0 0,0 0 0,7-21 0,18-34 0,-18 44 0,-2 1 0,0-2 0,-2 1 0,0-1 0,-1-1 0,-1 1 0,-1-1 0,3-41 0,-9 63 0,1-1 0,0 0 0,0 1 0,0-1 0,0 0 0,1 1 0,-1-1 0,0 0 0,1 1 0,-1-1 0,1 0 0,-1 1 0,1-1 0,0 1 0,0-1 0,0 1 0,0 0 0,0-1 0,0 1 0,0 0 0,0 0 0,0-1 0,3 0 0,3-5 0,-6 6 0,0 0 0,0-1 0,0 1 0,0-1 0,0 1 0,0-1 0,0 0 0,-1 1 0,1-1 0,-1 0 0,1 1 0,-1-1 0,1-2 0,3-6 0,9 18 0,-3 2 0,-1 1 0,0 0 0,-1 1 0,-1 0 0,7 12 0,20 31 0,-24-41 0,-5-8 0,-1-1 0,0 1 0,0 1 0,0-1 0,-1 0 0,5 13 0,-6-13 0,-1 0 0,1 1 0,0-1 0,0 0 0,1 0 0,0 0 0,0 0 0,0 0 0,6 7 0,-5-6 0,0 0 0,0 1 0,0 0 0,3 12 0,-4-13 0,-1 0 0,1 0 0,0 0 0,1-1 0,6 11 0,14 23-545,1 1-1527,7-8-2381,-16-19-1313,1-1 0,33 20 0,-45-31 1961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25.4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32 164 3810,'0'-123'19294,"0"122"-19145,0 1-1,0-1 1,0 0 0,0 0 0,0 0-1,-1 0 1,1 0 0,0 0 0,0 0-1,-1 1 1,1-1 0,-1 0 0,1 0 0,-1 0-1,1 1 1,-1-1 0,1 0 0,-1 1-1,0-1 1,1 1 0,-1-1 0,0 0-1,0 1 1,1-1 0,-1 1 0,0 0-1,-1-1 1,1 0-69,0 1-1,0 0 1,1-1-1,-1 1 1,0 0-1,0-1 1,1 1-1,-1-1 1,0 1-1,1-1 1,-1 1 0,1-1-1,-1 0 1,1 1-1,-1-1 1,1 0-1,-1 1 1,1-1-1,0 0 1,-1 1-1,1-1 1,0 0-1,0 0 1,-1 0 0,1 1-1,0-1 1,0-1-1,0-1 1340,0 30 433,-2 3-1852,1-24 0,1 1 0,-1-1 0,1 1 0,0-1 0,1 0 0,-1 1 0,1-1 0,1 0 0,3 13 0,3-5 0,-6-12 0,0 1 0,-1 0 0,1 0 0,-1-1 0,1 1 0,-1 0 0,0 0 0,0 0 0,-1 0 0,1 1 0,0-1 0,-1 5 0,0-4 0,1 1 0,-1-1 0,1 0 0,0 1 0,0-1 0,1 0 0,2 5 0,-3-5 0,1 0 0,-1 1 0,1-1 0,-1 0 0,-1 1 0,1-1 0,0 6 0,-1-5-102,1 0 0,0 0 0,0 0 0,0 0 1,1 0-1,-1 0 0,1 0 0,0-1 0,1 1 0,-1-1 0,4 5 0,-3-4-148,0 0 0,0 0-1,0 0 1,-1 0 0,0 1 0,0-1-1,0 1 1,0 0 0,-1-1 0,0 1-1,0 7 1,-1-11-54,0 0 0,0 0 0,1 0 0,-1 0-1,0-1 1,1 1 0,0 0 0,-1-1 0,1 1 0,0 0 0,0-1 0,0 1-1,0-1 1,0 1 0,0-1 0,0 1 0,1-1 0,-1 0 0,0 0 0,3 2-1,0 1-621,-3-3 713,-1-1-1,1 1 0,-1 0 0,1-1 1,-1 1-1,1 0 0,-1-1 0,0 1 1,1 0-1,-1 0 0,0-1 0,0 1 0,0 0 1,0 0-1,1 0 0,-1-1 0,0 1 1,0 0-1,-1 0 0,1 0 0,0-1 1,0 1-1,0 0 0,0 0 0,-1 0 1,0 12-3888,6-5-2152,11 5 968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25.79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3 351 4498,'-1'-20'2934,"1"15"-2315,-1-1 1,1 1 0,0 0 0,0-1 0,1 1 0,-1-1 0,1 1 0,0 0-1,3-7 1,0 4-232,-1 3 172,0-1 0,-1 0 1,0 0-1,1 0 0,-2 0 0,1 0 0,-1 0 0,0-1 1,0 1-1,-1-10 0,1 11-110,-1 1 0,1-1 0,0 0 0,1 1 0,-1-1 0,1 1 0,-1 0 0,1-1 0,1 1 1,-1 0-1,0 0 0,7-7 0,14-30 3594,-20 36-3883,0 1 1,0 0-1,0 0 1,0 0-1,1 0 0,0 0 1,-1 1-1,1 0 0,0-1 1,1 1-1,7-4 0,-2 2-10,0-1 1,0 1-1,1 1 0,15-5 0,-21 8-151,0 0 0,0 0 0,0 1 0,0-1 0,1 1 0,-1 0 0,0 1 0,0-1 0,1 1 0,-1 0 0,0 0 0,0 1 0,0 0 0,0-1 0,-1 2 0,7 2 0,0 3 0,0 0 0,-1 1 0,0 0 0,18 22 0,-24-27 0,-1 1 0,0-1 0,-1 1 0,1 0 0,-1 0 0,1 1 0,-2-1 0,1 0 0,-1 1 0,1-1 0,-1 1 0,0 5 0,-1 75 0,-1-47 0,0-33 0,0 0 0,0 0 0,-1 0 0,0 0 0,0 0 0,0-1 0,-1 1 0,0-1 0,0 1 0,0-1 0,-4 5 0,-7 12 0,11-18 0,1 0 0,-1 0 0,0-1 0,0 1 0,0-1 0,-1 0 0,-3 3 0,-8 1 0,14-7 0,1 0 0,0 0 0,-1 0 0,1-1 0,0 1 0,-1 0 0,1 0 0,0 0 0,0 0 0,-1 0 0,1 0 0,0-1 0,-1 1 0,1 0 0,0 0 0,0 0 0,0-1 0,-1 1 0,1 0 0,0 0 0,0-1 0,0 1 0,-1 0 0,1 0 0,0-1 0,0 1 0,0 0 0,0-1 0,0 1 0,0 0 0,0-1 0,0 1 0,0 0 0,0 0 0,0-1 0,0 1 0,0 0 0,0-1 0,0 0 0,0 0 0,0 0 0,0 0 0,0 0 0,0 0 0,1 0 0,-1 0 0,0 0 0,1 0 0,-1 0 0,1 0 0,-1 0 0,1 0 0,-1 0 0,1 0 0,0 0 0,-1 1 0,1-1 0,1-1 0,-1 1 0,0 0 0,-1 0 0,1 0 0,0 0 0,0 0 0,0 0 0,-1 0 0,1 0 0,-1 0 0,1-1 0,-1 1 0,1 0 0,-1 0 0,0-1 0,0 1 0,1 0 0,-1-1 0,0-1 0,0 1 0,0-1 0,0 1 0,1-1 0,0 1 0,-1-1 0,1 1 0,0 0 0,0-1 0,0 1 0,0 0 0,0 0 0,1-1 0,-1 1 0,1 0 0,0 0 0,-1 1 0,3-3 0,-1 1 0,-1 0 0,1 1 0,-1-1 0,0-1 0,1 1 0,-2 0 0,1 0 0,0-1 0,1-6 0,1-1 0,0 0 0,0-1 0,1 1 0,0 1 0,1-1 0,1 1 0,-1 0 0,1 0 0,1 1 0,15-15 0,-19 20 0,0-1 0,0 0 0,0 0 0,-1 0 0,0 0 0,5-10 0,-6 11 0,-1 0 0,1 0 0,1 0 0,-1 0 0,1 0 0,-1 1 0,1-1 0,0 1 0,1 0 0,-1 0 0,0 0 0,1 0 0,4-3 0,11-8 0,-18 13 0,0 0 0,0 0 0,0 0 0,0 0 0,0 0 0,0 1 0,1-1 0,-1 0 0,0 1 0,1-1 0,-1 1 0,0-1 0,1 1 0,-1-1 0,0 1 0,1 0 0,-1 0 0,1 0 0,2 0 0,15-1 0,-16 0 0,-1 1 0,0 0 0,0-1 0,1 1 0,-1 0 0,0 0 0,1 0 0,-1 0 0,0 1 0,1-1 0,-1 1 0,0-1 0,0 1 0,0 0 0,0 0 0,1 0 0,-1 0 0,0 0 0,-1 0 0,1 0 0,0 1 0,3 2 0,1 3 0,-4-6 0,-1 0 0,1 1 0,-1-1 0,0 0 0,0 1 0,0-1 0,0 1 0,0-1 0,0 1 0,0 0 0,0-1 0,0 1 0,-1 0 0,1 0 0,-1-1 0,1 1 0,-1 0 0,0 0 0,0 2 0,1-1 0,-1 0 0,0 0 0,1 0 0,0 0 0,0-1 0,0 1 0,0 0 0,0-1 0,1 1 0,-1 0 0,1-1 0,-1 0 0,1 1 0,0-1 0,0 0 0,3 2 0,-3-2 0,0 0 0,0 0 0,0 0 0,0 0 0,-1 1 0,1-1 0,-1 1 0,1-1 0,-1 1 0,0-1 0,0 1 0,0 0 0,0-1 0,0 1 0,-1 0 0,1 3 0,1 3 0,0-1 0,0 1 0,1-1 0,0 0 0,1 0 0,-1 0 0,2 0 0,-1 0 0,8 9 0,-10-14 0,47 77-3452,-30-60-3624,-9-11 4031,-8 0-1945,17 8-3643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26.3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31 185 5651,'0'-113'12768,"0"61"-2182,0 51-10549,0 1-1,0-1 0,-1 1 1,1-1-1,0 1 0,-1-1 1,1 1-1,-1-1 0,1 1 1,0-1-1,-1 1 0,1 0 1,-1-1-1,1 1 0,-1 0 1,0-1-1,1 1 0,-1 0 1,1-1-1,-1 1 1,1 0-1,-1 0 0,0 0 1,1 0-1,-1 0 0,0 0 1,1 0-1,-1 0 0,1 0 1,-1 0-1,0 0 0,1 0 1,-1 0-1,0 0 0,1 0 1,-1 1-1,1-1 0,-1 0 1,1 1-1,-1-1 0,0 0 1,1 1-1,-1-1 0,1 0 1,0 1-1,-1-1 0,1 1 1,-1-1-1,1 1 1,0-1-1,-1 1 0,1-1 1,0 1-1,-1 0 0,1-1 1,0 1-1,0-1 0,0 1 1,0 0-1,-1 0 0,0 20 400,0-15-383,1 1 1,-1-1-1,1 1 0,0-1 0,1 0 1,0 1-1,0-1 0,0 0 0,3 9 1,5-2-17,-8-11-33,1 0 0,-1 0 0,1 1 0,-1-1 0,0 0 0,1 1 0,-1-1 0,-1 1-1,1-1 1,0 1 0,-1-1 0,1 1 0,-1 0 0,0 2 0,1 1 5,-1-1 1,1 1 0,-1-1 0,1 1-1,1-1 1,3 10 0,-3-10-84,0 0 0,-1 0 1,0 1-1,0-1 0,0 0 0,0 11 1,-1-11-85,1-1 1,-1 0 0,1 0-1,0 1 1,0-1-1,1 0 1,-1 0 0,1 0-1,0 0 1,3 5 0,3 6-452,40 80-8326,-47-93 8652,0-1-1,0 1 1,0-1 0,0 1-1,0-1 1,1 0-1,-1 0 1,0 1 0,1-1-1,-1 0 1,0 0-1,1 0 1,0 0 0,2 1-1,8 5-1913,-11-7 2091,0 1 1,0-1 0,0 0-1,-1 1 1,1-1 0,0 0-1,0 0 1,0 0-1,0 1 1,-1-1 0,1 0-1,0 0 1,0 0 0,0 0-1,0 0 1,0 0-1,0-1 1,-1 1 0,1 0-1,0 0 1,0-1-1,0 1 1,-1 0 0,1-1-1,0 1 1,0-1 0,-1 1-1,2-2 1,20-20-1191,-5 1 1283,-14 18 137,-1 0 1,1 0 0,-1 0 0,1-1 0,-1 1 0,0-1-1,-1 1 1,1-1 0,0 0 0,-1 0 0,0 1 0,0-1-1,0 0 1,-1 0 0,1 0 0,-1 0 0,0-8-1,0 8 135,1-1 0,-1 1 0,1-1-1,0 1 1,0 0 0,1 0-1,1-6 1,-1 6 107,0 0-1,-1 0 1,0 0-1,1 0 1,-2-1 0,1 1-1,0-6 1,-1-83 13643,0 91-13067,5 13-161,1-7-738,-5-4-43,0 1 0,0-1 0,0 1 0,0-1 0,-1 1 0,1-1 0,0 1 0,0 0 0,0-1 0,0 1 0,-1 0 0,1 0 0,0 0 0,0 0 0,-1 0 0,1-1 0,-1 1 0,1 0 0,-1 0 0,1 0 0,-1 1 0,0-1 0,0 0 0,1 0 0,-1 0 0,0 0 0,0 0 0,0 1 0,1 7 0,0-1 0,1 1 0,0-1 0,0 0 0,1 1 0,0-1 0,1 0 0,7 12 0,10 27 0,-20-45 0,0 0 0,0 0 0,0 0 0,1 0 0,-1 0 0,1 0 0,-1-1 0,1 1 0,0 0 0,-1-1 0,1 1 0,3 1 0,12 12 0,-7 6 0,-9-18 0,1 0 0,-1 0 0,0-1 0,1 1 0,-1 0 0,1-1 0,0 0 0,0 1 0,0-1 0,3 3 0,-2-3 0,-1 1 0,1-1 0,-1 0 0,0 1 0,0 0 0,0-1 0,0 1 0,2 6 0,-3-8 0,0 1 0,-1-1 0,1 1 0,0 0 0,0-1 0,0 0 0,0 1 0,0-1 0,1 0 0,-1 1 0,0-1 0,0 0 0,1 0 0,-1 0 0,1 0 0,-1 0 0,1-1 0,2 2 0,16 9 0,-19-9 0,0-1 0,1 1 0,-1-1 0,1 0 0,0 0 0,-1 1 0,1-1 0,0 0 0,0-1 0,0 1 0,0 0 0,0-1 0,0 1 0,-1-1 0,2 1 0,-1-1 0,0 0 0,0 0 0,0 0 0,0 0 0,0 0 0,2-1 0,25-14 0,-24 14 0,-1-1 0,1 0 0,-1-1 0,0 1 0,1-1 0,-1 1 0,0-1 0,-1 0 0,1-1 0,0 1 0,2-5 0,-1 4 0,-1-1 0,1 1 0,-1 0 0,1 0 0,1 0 0,7-3 0,-8 3 0,1 1 0,-1 0 0,0-1 0,0 0 0,0 0 0,-1-1 0,5-5 0,0-5 0,-8 13 0,0 0 0,0 0 0,0 0 0,0 1 0,0-1 0,1 0 0,-1 1 0,1-1 0,-1 1 0,1-1 0,-1 1 0,1 0 0,0 0 0,2-2 0,-2 2 0,1-1 0,-1 0 0,0 0 0,1-1 0,-1 1 0,0 0 0,0-1 0,0 1 0,-1-1 0,1 1 0,1-6 0,-2 6 0,0 0 0,-1 1 0,1-1 0,0 0 0,0 0 0,0 1 0,0-1 0,1 1 0,-1-1 0,0 1 0,1-1 0,-1 1 0,0 0 0,1 0 0,0 0 0,-1 0 0,1 0 0,0 0 0,-1 0 0,1 0 0,0 1 0,0-1 0,0 0 0,0 1 0,0 0 0,-1-1 0,3 1 0,20 2 0,-1 0 0,36 8 0,-43-6 0,0 0 0,0-2 0,0 0 0,0-1 0,1 0 0,-1-1 0,23-4 0,6-4 0,34-10 0,-74 15 0,0 1 0,0-1 0,0 0 0,0 0 0,0-1 0,-1 1 0,1-1 0,6-8 0,7-5 0,-12 11 0,-2 0 0,1-1 0,-1 0 0,0 0 0,0 0 0,-1 0 0,0 0 0,0-1 0,0 0 0,-1 1 0,-1-1 0,1 0 0,-1 0 0,0 0 0,-1 0 0,0 0 0,0 0 0,-1 0 0,0 0 0,-1 0 0,1 1 0,-1-1 0,-1 0 0,0 1 0,0-1 0,-5-8 0,-5 6-1179,0 8-3100,-4 4-4520,-10 6-9625,27-8 18354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27.39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620 1094 2849,'0'-3'343,"-1"1"0,1-1 0,-1 1 0,1 0 0,-1 0 0,0-1 0,0 1 0,0 0 0,0 0-1,0 0 1,-1 0 0,1 0 0,-1 0 0,1 0 0,-1 0 0,0 1 0,1-1 0,-1 1 0,-3-3 0,1 2-72,1-1 1,0 0-1,0 0 1,0 0-1,0 0 0,0-1 1,1 1-1,0-1 1,0 1-1,-3-8 1,-42-78 4202,44 84-4061,1 0 1,-1 0 0,0 0-1,0 1 1,0 0-1,-1 0 1,0 0-1,0 0 1,0 0 0,0 1-1,0-1 1,-1 1-1,-7-4 1,1 1 708,0 1 1,0 0 0,-1 0-1,0 1 1,-14-3 0,4 3-555,0 1 0,0 0 0,-27 1 1,39 2-489,-1 1 0,1 0 0,-1 1 0,1 0 0,0 0 0,-1 1 0,1 0 0,0 1 0,-10 5 0,-9 7-80,21-13 0,1 0 0,0 0 0,0 1 0,0 0 0,0 1 0,1 0 0,0 0 0,0 0 0,0 0 0,1 1 0,-1 0 0,-7 13 0,7-5 0,2 0 0,0 0 0,0 1 0,2-1 0,0 1 0,0 0 0,1-1 0,2 26 0,-1-32 0,0-6 0,0 1 0,1 0 0,-1 0 0,1 0 0,-1 0 0,1 0 0,0-1 0,0 1 0,0 0 0,0-1 0,0 1 0,1 0 0,-1-1 0,1 0 0,0 1 0,0-1 0,0 0 0,0 0 0,0 0 0,3 2 0,17 21 0,-20-24 0,-1 1 0,1 0 0,0-1 0,0 1 0,0-1 0,-1 1 0,1-1 0,1 0 0,-1 0 0,0 0 0,0 0 0,0 0 0,1 0 0,-1 0 0,0-1 0,1 1 0,-1-1 0,0 0 0,1 0 0,-1 0 0,0 0 0,1 0 0,-1 0 0,1-1 0,-1 1 0,0-1 0,1 0 0,-1 1 0,0-1 0,3-2 0,8-3 0,0 0 0,-1-1 0,20-14 0,-31 20 0,13-8 0,-9 6 0,0 0 0,-1 0 0,1 0 0,-1-1 0,0 1 0,0-1 0,0 0 0,-1 0 0,1-1 0,4-7 0,26-40 0,-21 35 0,-1-1 0,-1-1 0,-1 0 0,10-25 0,74-263 0,-85 260 0,-2-1 0,-1 1 0,-3-1 0,-6-91 0,1 36 0,2 87 0,0-1 0,-2 1 0,0 0 0,0-1 0,-8-21 0,6 9 0,4 28 0,0 0 0,1 0 0,-1 0 0,0 0 0,0 0 0,0 0 0,0 0 0,0 0 0,0 0 0,0 0 0,-1 0 0,1 0 0,0 0 0,0 0 0,-1 0 0,1 0 0,-1 0 0,1 0 0,-1 0 0,1 0 0,-1 0 0,0 0 0,1 0 0,-1 0 0,0 1 0,0-1 0,0 0 0,1 1 0,-1-1 0,0 1 0,0-1 0,0 1 0,0-1 0,0 1 0,0-1 0,0 1 0,0 0 0,0 0 0,-2-1 0,2 4 0,-1 0 0,1 0 0,1 0 0,-1 1 0,0-1 0,1 0 0,0 0 0,-1 0 0,1 1 0,1-1 0,-1 0 0,1 4 0,-1 0 0,-1 22 0,0-13 0,1 1 0,1-1 0,0 0 0,4 19 0,-2-23 0,11 40 0,8 64 0,-19-86 0,2 0 0,2 0 0,0-1 0,2 0 0,15 33 0,8 3 0,32 74 0,-53-116 0,0 0 0,20 29 0,10 19 0,-33-56 0,0-1 0,1 0 0,0-1 0,1 0 0,1 0 0,0-1 0,17 15 0,-24-25 0,0 0 0,1 0 0,-1 0 0,1 0 0,0-1 0,-1 0 0,1 0 0,0 0 0,0 0 0,0-1 0,7 0 0,-8 1 0,-1-1 0,0 0 0,1 0 0,-1-1 0,0 1 0,0-1 0,1 1 0,-1-1 0,0 0 0,0 0 0,0-1 0,0 1 0,0-1 0,0 1 0,5-4 0,17-48 0,-23 49 0,4-3 0,-1-2 0,1 1 0,-2-1 0,1 0 0,-1 0 0,-1 0 0,4-11 0,4-35 0,2-5 0,-2-1 0,4-108 0,-15 161 0,0-19 0,-6-50 0,5 70 0,0-1 0,-1 1 0,0 0 0,-1-1 0,0 1 0,0 0 0,0 0 0,-1 1 0,0-1 0,0 1 0,-5-6 0,-9-12 0,18 23 0,0 0 0,-1 0 0,1 0 0,-1 1 0,0-1 0,1 0 0,-1 0 0,1 1 0,-1-1 0,0 0 0,0 1 0,1-1 0,-1 0 0,0 1 0,0-1 0,0 1 0,0-1 0,0 1 0,0 0 0,1 0 0,-1-1 0,0 1 0,0 0 0,0 0 0,0 0 0,0 0 0,0 0 0,0 0 0,-1 0 0,-2 1 0,1 0 0,0 0 0,0 0 0,0 0 0,1 0 0,-1 1 0,0 0 0,0-1 0,-2 4 0,-2 0 0,0 1 0,1 0 0,0 1 0,0-1 0,-7 13 0,11-13 0,0 1 0,1 0 0,0 0 0,1-1 0,-1 1 0,1 0 0,1 0 0,-1 0 0,1-1 0,0 1 0,1 0 0,-1-1 0,1 1 0,1-1 0,-1 0 0,5 7 0,-1 3 0,3 12 0,-6-18 0,0 1 0,1-1 0,0 0 0,1 0 0,0-1 0,1 1 0,11 14 0,22 20 0,2-1 0,66 55 0,-87-86 0,0-2 0,0 0 0,1-1 0,1-1 0,36 9 0,-51-16 0,0 0 0,0 0 0,0-1 0,0 0 0,0 0 0,0 0 0,0-1 0,0 0 0,0-1 0,0 0 0,0 0 0,-1 0 0,1-1 0,-1 0 0,0 0 0,0 0 0,0-1 0,0 0 0,0 0 0,-1-1 0,1 1 0,5-9 0,4-3 0,-2-2 0,0 0 0,-1 0 0,-1-1 0,16-37 0,-23 45 0,-1 0 0,0 0 0,0 0 0,-1 0 0,1-14 0,4-16 0,1 5 0,-4 20 0,0 0 0,-1-1 0,1-31 0,-4-150 0,-1 182 0,0 0 0,-1 0 0,-1 0 0,0 0 0,-10-24 0,5 13 0,5 20 0,0 1 0,0 0 0,-1 0 0,1 0 0,-1 0 0,-1 0 0,1 1 0,-1 0 0,-6-6 0,-19-23 0,29 34 0,1-1 0,0 0 0,0 1 0,-1-1 0,1 1 0,-1-1 0,1 1 0,0-1 0,-1 1 0,1 0 0,-1-1 0,1 1 0,-1-1 0,1 1 0,-1 0 0,1 0 0,-1-1 0,0 1 0,1 0 0,-1 0 0,1-1 0,-1 1 0,0 0 0,1 0 0,-1 0 0,1 0 0,-1 0 0,0 0 0,1 0 0,-1 0 0,-1 1 0,-11 16 0,10-10 0,0 1 0,1-1 0,1 0 0,-1 1 0,1-1 0,0 10 0,1-9 0,1-1 0,0 0 0,0 0 0,0 0 0,1 0 0,0-1 0,3 9 0,-2-8 0,0 1 0,-1-1 0,0 1 0,0 0 0,-1 0 0,0 0 0,0 10 0,1 2 0,0 1 0,1-1 0,2 0 0,0 0 0,1 0 0,1-1 0,10 22 0,-11-25 0,-1 1 0,0 0 0,3 27 0,-4-23 0,0-1 0,12 36 0,10 11 0,-3 1 0,17 90 0,-35-134 0,1-1 0,10 24 0,-8-5-2754,-10 24-6437,1-28 4718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28.15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1 646 4962,'0'-62'13863,"1"61"-13646,1-1 0,-1 1 0,1 0 0,-1-1 0,1 1 0,0 0 0,-1 0 0,1 0 0,0 0 0,0 1 0,0-1 0,0 0 0,2 0 0,9-1 954,0 0 0,-1 0 1,1 1-1,0 1 0,0 0 0,15 3 0,10-1 44,196-11 276,-97-6-1491,-115 11 0,-4 0 0,1 0 0,23-9 0,-38 11 0,0 1 0,0-1 0,0 0 0,-1 0 0,1 0 0,-1-1 0,1 1 0,-1-1 0,0 0 0,0 0 0,0 0 0,0 0 0,-1 0 0,1-1 0,3-6 0,-4 6 0,12-40 0,-14 42 0,0 1 0,0-1 0,0 0 0,0 1 0,0-1 0,0 0 0,0 0 0,-1 1 0,1-1 0,-1 1 0,1-1 0,-1 0 0,0 1 0,1-1 0,-1 1 0,0-1 0,0 1 0,0 0 0,0-1 0,0 1 0,-1 0 0,1 0 0,0 0 0,-1 0 0,1 0 0,-3-2 0,-5-1 0,1 0 0,-1 1 0,0 0 0,0 0 0,0 1 0,-1 0 0,1 0 0,-1 1 0,-14 1 0,2 0 0,0 2 0,-39 8 0,55-8 0,0 0 0,1 1 0,-1 0 0,0 0 0,1 0 0,0 1 0,0 0 0,0 0 0,-6 6 0,-5 5 0,9-10 0,0 1 0,1 0 0,-1 0 0,2 1 0,-1 0 0,1 0 0,0 0 0,-6 12 0,9-15 0,0 1 0,0 0 0,1 0 0,-1-1 0,1 1 0,0 0 0,1 0 0,-1 0 0,1 0 0,0 1 0,0-1 0,0 0 0,1 0 0,0 0 0,0 0 0,2 6 0,1 2-7,1 0-1,-1-1 1,2 0 0,0 0-1,0 0 1,1-1 0,1 0-1,0 0 1,0-1 0,1 0-1,0 0 1,1-1 0,0-1-1,0 1 1,21 11 0,-5-8-2270,42 13 1,-49-19 1135,-7-2 259,0 0-1,1-2 0,0 1 0,0-2 1,0 0-1,0 0 0,0-1 1,0-1-1,-1 0 0,22-4 0,3-5 462,-1-1 0,44-20 0,-73 28 587,0-1-1,-1 0 0,1 0 1,-1-1-1,1 0 0,-1 0 1,-1 0-1,11-12 0,36-58 2842,-31 43-1165,-17 25-1098,0-1 1,-1 0 0,-1 0 0,1 0 0,-1 0 0,0 0 0,-1-1 0,0 1 0,0 0 0,-1-1 0,0 1 0,-2-13-1,2-9 20,0 28-764,-1 0 0,1 0 0,0 0 0,-1 0 0,1 0 0,-1-1 0,1 1 0,-1 0 0,0 0 0,0 0 0,0 1 0,0-1 0,-1 0 0,1 0 0,0 0 0,-1 1 0,1-1 0,-1 1 0,1-1 0,-1 1 0,0 0 0,0-1 0,0 1 0,1 0 0,-1 0 0,0 0 0,0 1 0,-1-1 0,1 0 0,0 1 0,0-1 0,0 1 0,0 0 0,0 0 0,-1 0 0,1 0 0,-3 0 0,1 0 0,-1 0 0,1 1 0,0-1 0,-1 1 0,1 0 0,0 0 0,0 0 0,0 1 0,0-1 0,0 1 0,0 0 0,0 0 0,0 0 0,1 1 0,-1-1 0,1 1 0,0 0 0,-4 5 0,-1 22 0,6-27 0,1 1 0,-1-1 0,1 0 0,0 1 0,0-1 0,0 1 0,0-1 0,1 1 0,-1-1 0,1 1 0,0 0 0,0-1 0,0 1 0,1-1 0,-1 1 0,1 0 0,0-1 0,0 0 0,0 1 0,0-1 0,4 6 0,-2 15 0,2 5 0,5-15 0,0-1 0,1 1 0,1-2 0,13 12 0,-5 4 0,-19-26 0,-1-1 0,1 1 0,0-1 0,-1 1 0,1-1 0,0 0 0,0 0 0,0 1 0,0-1 0,0 0 0,0 0 0,0 0 0,0 0 0,1 0 0,-1 0 0,0 0 0,1-1 0,-1 1 0,0 0 0,1-1 0,-1 1 0,3 0 0,23 6 0,-16-4 0,0-1 0,-1 0 0,1 0 0,13-1 0,-17-3 0,-1-1 0,0 1 0,0-2 0,0 1 0,0-1 0,0 0 0,-1 0 0,1 0 0,-1-1 0,0 0 0,6-8 0,-6 7 0,6-6 0,-1-1 0,0 1 0,0-2 0,-2 1 0,0-1 0,0-1 0,-1 1 0,-1-1 0,0-1 0,3-17 0,11-26 0,-16 48 0,1 0 0,-2 0 0,1-1 0,-2 1 0,1-1 0,0-23 0,-3-295 0,0 328 0,0 0 0,0 0 0,0 1 0,0-1 0,-1 0 0,1 0 0,-1 1 0,1-1 0,-1 0 0,0 0 0,0 1 0,1-1 0,-1 1 0,0-1 0,-1 1 0,1-1 0,0 1 0,-2-2 0,-7 2 0,6 17 0,4 230 0,2-222 0,0 0 0,2 0 0,11 39 0,-8-39 0,-2 1 0,0-1 0,2 46 0,-7-62 0,1 0 0,0 0 0,1 0 0,-1 0 0,2 0 0,3 10 0,-3-11 0,-1 1 0,1 0 0,-1 0 0,-1 0 0,1 0 0,-1 12 0,-1 125-5218,-18-167-12921,17 21 17855,0 0 0,0-1 0,0 1 0,0-1 1,0 0-1,0 1 0,1-1 0,-1 1 0,0-1 1,1 0-1,0 0 0,-1 1 0,1-1 0,0 0 1,0-3-1,-1-6-412,0 0 0,-1 0 0,0 1 0,-1-1 0,0 1-1,-9-19 2,8 19 816,0 0 1,1 0 0,-1-1-1,2 1 1,0-1 0,-2-19-1,-5-41 4917,-1-5 6303,10 8-558,1 66-10570,0 0-1,1 0 1,-1 0-1,0 1 0,1-1 1,-1 0-1,1 1 1,-1-1-1,1 1 1,0 0-1,-1-1 1,1 1-1,0 0 1,0 0-1,0 0 1,0 0-1,0 0 0,0 1 1,0-1-1,1 1 1,2-1-1,0-1-129,23-4-83,1 1 0,0 2 0,1 1 0,-1 1 0,41 4 0,-3-2 0,55 15 0,-97-15-971,-1 0 0,44 10 0,-43-7-2516,6-5-7496,-19 1 5724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30.15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1163 144 4722,'-17'-42'4356,"-8"-9"-676,24 49-3596,0 0 1,-1 0-1,1 0 0,0 0 1,1 0-1,-1 0 1,0 0-1,1 0 0,-1-1 1,1 1-1,-1 0 0,1-4 1,0 6-86,0-1-1,1 0 1,-1 1-1,0-1 1,0 0 0,0 1-1,0-1 1,0 0-1,-1 0 1,1 1 0,0-1-1,0 1 1,0-1 0,-1 0-1,1 1 1,0-1-1,0 0 1,-1 1 0,1-1-1,-1 1 1,1-1 0,0 1-1,-1-1 1,1 1-1,-1-1 1,1 1 0,-1 0-1,0-1 1,1 1 0,-1-1-1,1 1 1,-1 0-1,0 0 1,1-1 0,-1 1-1,0 0 1,1 0 0,-1 0-1,0 0 1,1 0-1,-1 0 1,0 0 0,1 0-1,-2 0 1,1 3 4,0-1 0,0 1 0,0 0 0,0-1 0,1 1 0,-1 0 0,1 0 0,0-1 0,0 1-1,0 0 1,0 0 0,0 0 0,1 3 0,-1 2-15,2 108 299,-7 182 291,-13-112 125,-11 143 1147,-10-2 443,14-151-814,-88 383 3779,59-328-3334,-180 946 2649,158-784-4573,-41 271 0,104-553 0,-44 288 0,-40 214-103,41-238-213,46-314 100,-86 725-5733,66-427 103,17-232 139,6 190 0,7-238 3312,0 14-691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31.18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 1277 2977,'0'-1'144,"0"0"-1,0 0 0,0 0 0,0 1 0,0-1 0,0 0 0,0 0 1,-1 0-1,1 0 0,0 1 0,-1-1 0,1 0 0,0 0 0,-1 0 1,1 1-1,-1-1 0,1 0 0,-1 1 0,1-1 0,-1 0 0,0 1 1,1-1-1,-1 1 0,0-1 0,0 1 0,1-1 0,-1 1 1,0 0-1,-1-1 0,1 1-73,0-1-1,1 1 1,-1 0 0,0-1 0,0 1-1,1-1 1,-1 1 0,0-1 0,1 1-1,-1-1 1,0 0 0,1 1 0,-1-1-1,1 0 1,-1 1 0,1-1 0,-1 0-1,1 0 1,0 1 0,-1-1 0,1 0-1,0 0 1,-1 0 0,1 0 0,0 1-1,0-1 1,0 0 0,0 0 0,0-1-1,0-1-1,0 0-1,0 0 1,0 0-1,0 0 1,0 0-1,1 1 1,-1-1-1,1 0 0,0 0 1,0 0-1,0 1 1,0-1-1,2-3 1,0 3-66,1 0 0,-1 1 0,0-1 0,1 1 0,-1 0 1,1 0-1,0 0 0,0 0 0,7-2 0,373-117 737,-80 55 696,-235 52-957,364-78 3681,-80 25-1289,4-1-924,761-203-740,-836 195-1213,227-55-56,-345 88 51,48-9 35,8 7-3,35-6 11,-67 22-82,-123 17 74,-51 8-29,-1 1 0,1 1 1,25-1-1,152-13 54,-186 18-42,0 0 1,-1 0-1,1 1 1,-1-1 0,1 1-1,-1 0 1,0 0-1,7 8 1,-10-10 13,0 1 0,0 0 0,0 0 1,-1 0-1,1-1 0,0 1 0,-1 0 1,1 0-1,-1 0 0,0 0 1,0 0-1,1 0 0,-2 0 0,1 0 1,0 4-1,1 13 50,0-16-59,2 5 38,-1 0 1,1 0-1,-1 0 0,-1 1 1,1-1-1,-1 0 1,-1 16-1,0 1138 7514,14-900-6747,0-6-468,10 333-319,7-298-29,5 66 0,15 310 0,137 1110 0,-164-1499 0,5 36 0,-2-105 0,45 452 0,-51-477 0,-3-48 0,-12-38-211,13 86-1814,11 44-4107,-15 117-8463,-10-263 10263,18 2-1076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31.77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19 538 3009,'0'1'197,"0"0"0,0 0 0,0 0 0,0-1 0,-1 1 0,1 0 0,0 0-1,-1 0 1,1-1 0,0 1 0,-1 0 0,1-1 0,-1 1 0,1 0 0,-1-1 0,1 1-1,-1-1 1,0 1 0,1 0 0,-1-1 0,0 1 0,-1 0 0,-5 9 5396,7-9-5577,0 0 0,1 0 0,0-1 0,-1 1 0,1 0 0,0 0 0,-1 0 0,1 0 0,0-1 0,0 1 0,0 0 0,-1-1 0,1 1 0,0 0 0,0-1 0,0 1 0,0-1 0,0 0 0,0 1 0,0-1 0,0 0 0,0 1 0,1-1 0,-1 0 0,0 0 0,0 0 0,0 0 0,1 0 0,32 1 127,-32-2-112,48-5 408,-17-1-176,581-73 7244,-321 52-4412,-88 11-1759,326-33 448,-224 24-1324,498-22-238,23-2-719,-301 7-799,67-7-1687,-503 41-276,0-5-1,152-43 1,-237 56 3055,10-4-678,-1 0 1,0 0-1,0-2 0,0 0 0,-1 0 1,15-11-1,18-22-2405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32.5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263 403 2081,'-38'11'2644,"29"-8"-1932,-1 0 0,1 0-1,-1-1 1,0 0 0,1-1 0,-15 0 0,1 0-138,0 0 0,-26 6-1,0-5 262,54-11-629,25 0 574,43-8 0,14-3 522,-34 6 119,71-9-1,9-2 691,613-105 6405,-634 115-7967,1273-119 1904,-1203 120-2286,453-9 573,-491 20-682,685 0-58,-462 4 0,183 10 0,-488-11-1898,109 0-9495,-184 0 2669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33.1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60 375 1217,'-2'0'383,"1"0"1,-1 0 0,1 0 0,-1 1-1,1-1 1,-1 0 0,1 1 0,-1-1-1,1 1 1,-1 0 0,1 0 0,0-1-1,0 1 1,-2 1 0,-16 6 3211,14-8-1533,-8 4 23,27-6-1109,11 0-145,255-12 8083,108-31-5255,62-6 13,-209 26-3672,47-3 0,584-37 0,-488 40 0,563-18 0,-206 28 0,-699 15 0,418-9 0,-249-6 0,-175 12 31,21-6-214,-52 8-922,-5-12-4086,-59-7-9792,24 13 11547,-12 4-254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33.7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77 534 4914,'-5'2'1073,"-1"1"0,0-1 0,0 0-1,0 0 1,0-1 0,0 1 0,0-2-1,-1 1 1,-9-1 0,11 0 477,5 0-1497,0-1 0,-1 1 0,1-1 0,0 1-1,0-1 1,0 0 0,0 1 0,0-1 0,0 0 0,0 1 0,0-1 0,0 0 0,0 1 0,0-1 0,0 1-1,1-1 1,-1 0 0,0 1 0,0-1 0,1 1 0,-1-1 0,0 1 0,1-1 0,-1 1 0,0-1 0,1 1 0,-1-1-1,1 1 1,0-1 0,83-35 1253,-46 18-289,71-21 0,359-75 4307,569-61 0,508 39-5324,-621 122 0,-662 15 0,616 25 0,-276 10 0,-437-35-5947,-267-1-10847,59 0 13176,-4 0 411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34.2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378 485 2849,'-141'26'3877,"87"-16"-3415,-17 6-148,36-5-153,-36 14 631,71-25-758,-1 1 0,1-1-1,-1 0 1,1 0 0,0 1 0,-1-1 0,1 0 0,0 1 0,-1-1 0,1 0 0,0 1 0,0-1 0,-1 1 0,1-1 0,0 0 0,0 1 0,0-1 0,0 1 0,0-1 0,-1 1 0,1-1 0,0 0 0,0 1 0,0-1 0,0 1 0,0-1 0,0 1 0,0-1 0,0 1 0,1-1 0,-1 0 0,0 1 0,0-1 0,0 1 0,0-1 0,1 1 0,-1-1 0,0 0 0,0 1 0,1-1 0,-1 0 0,0 1 0,1-1 0,-1 0 0,0 1 0,1-1 0,-1 0 0,0 0 0,1 1 0,0-1 0,18 12 900,-1-10-295,0-1 0,1 0-1,-1-1 1,0-1-1,34-7 1,-4 2 201,419-51 6292,-170 17-3827,165-18-804,404-42 1534,1132-37-4035,-360 100 0,-1122 16 0,-440 17 0,-41 2-1178,0-1 0,-1-1 0,0-2 1,0-2-1,35-12 0,-68 20 881,1-1 0,0 1 0,0-1 0,-1 1 0,1-1-1,0 0 1,-1 0 0,1 0 0,-1 0 0,1 0 0,-1 0 0,1 0 0,-1 0 0,0-1 0,1 1 0,-1 0 0,0-1 0,0 1 0,0-1 0,0 1 0,-1-1 0,1 0 0,0 1 0,-1-1 0,2-2-1,-10-23-6548,-15-10 1815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35.42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51 11 4818,'-4'-2'3386,"-8"-5"-796,9 5-189,3 17-861,0-11-1291,1-1-127,-1-1 0,0 0 0,0 0 1,0 1-1,0-1 0,0 0 1,0 0-1,-1 1 0,1-1 1,-1 0-1,1 0 0,-1 0 1,0 0-1,-1 3 0,-2 0 135,1 0-1,0 1 1,0 0-1,1 0 1,-1 0-1,1 0 1,0 0 0,1 0-1,0 0 1,0 1-1,0-1 1,0 0-1,1 1 1,0-1-1,1 1 1,-1-1-1,1 0 1,1 1-1,2 9 1,-2-12-151,2 5 114,-1 0 0,1 0 0,-1 0-1,-1 0 1,0 0 0,0 0 0,0 15 0,0 4 34,1 1 1,2-1-1,0 0 1,2 0-1,13 33 1,-11-32-203,2 2-281,-2 1 0,-2 0 0,-1 1 0,4 50 0,-10-77-104,1-1 0,0 1 0,0-1 0,1 1-1,0-1 1,0 1 0,5 9 0,-4-10-296,-1 0 0,1 0 0,-1 1 1,-1-1-1,1 1 0,1 9 0,-3-13 191,0 0 0,0 0 0,0 1 1,-1-1-1,1 0 0,-1 0 0,1 0 0,-1 0 0,0 0 0,1 0 0,-1 0 0,0 0 0,-2 3 0,-16 11-2987,15-4 154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35.67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99 270 1953,'-1'-3'301,"1"0"0,0 0 0,-1 0 1,0-1-1,0 1 0,0 0 0,0 0 0,0 0 1,-1 0-1,1 1 0,-1-1 0,0 0 0,0 0 1,0 1-1,-3-4 0,-16-27 2086,4 3-94,15 29-2108,1-1 1,0 1-1,-1-1 1,1 0-1,0 0 1,0 0-1,0 0 1,0 1-1,0-1 1,1 0-1,-1-1 1,1 1-1,-1 0 1,1 0-1,0-2 1,0 2-38,0 1-1,0 0 1,0 0-1,0 0 1,0 0 0,-1 0-1,1 0 1,0 0 0,0 0-1,-1 0 1,1 0 0,-1 0-1,1 0 1,-1 0-1,1 0 1,-1 0 0,1 0-1,-1 0 1,0 0 0,0 1-1,1-1 1,-1 0-1,0 1 1,0-1 0,0 0-1,0 1 1,0-1 0,-1 0-1,2 1-103,0 0 35,-1 0 1,1 0 0,-1-1-1,1 1 1,-1 0-1,1-1 1,0 1 0,-1 0-1,1-1 1,-1 1 0,1 0-1,0-1 1,0 1 0,-1-1-1,1 1 1,0 0 0,0-1-1,-1 1 1,1-1 0,0 1-1,0-1 1,0 1-1,0-1 1,0 1 0,0-1-1,0 1 1,0-1 0,0 1-1,0-1 1,0 1 0,0-1-1,0 1 1,0-1 0,0 1-1,0-1 1,0 1 0,1-1-1,-1 1 1,0-1-1,0 1 1,1 0 0,-1-1-1,0 1 1,1-1 0,-1 1-1,0 0 1,1-1 0,-1 1-1,1-1 1,14-9 1471,-7 2-376,-8 7-1083,1 0 0,0 0 0,0 0 0,0 0 0,0 0 1,1 0-1,-1 0 0,0 0 0,0 1 0,1-1 0,-1 0 0,0 1 0,1-1 0,-1 1 1,0-1-1,1 1 0,-1 0 0,1 0 0,1-1 0,67-12 2259,-40 6-1569,0 2-1,56-3 1,173-3-6,-232 11-1188,-1 0-1386,-1 0 0,0 2 0,33 5 1,-37-5-880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36.1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139 159 1601,'-17'5'1496,"1"2"0,0 0 0,0 0-1,1 2 1,0 0 0,-15 13 0,23-18-1208,1 2 279,27-3 414,68 13-210,-41-19-717,52-8-1,-6 0-38,6 4 8,251-29 58,-270 26-61,31-7 201,-63 10-75,-31 6 181,0-2 0,1 0 0,25-9 0,-37 10 95,0-1 0,0 1 0,0 1 1,0 0-1,1 0 0,8 0 1,-14 1-192,-1 0 0,1-1 0,-1 1 0,0 0 0,1-1 1,-1 1-1,1 0 0,-1-1 0,0 0 0,0 1 0,1-1 0,-1 0 1,0 0-1,0 1 0,0-1 0,0 0 0,9-6 7429,-37 7-6094,19 0-1552,-1 1-1,1 0 1,-1 0 0,-14 5 0,-18 2-27,32-5 13,0 0 0,0 0 0,0 0 0,1 1 0,-1 1 0,1-1 0,0 1 0,-12 11 0,-26 13 0,40-26 0,0 1 0,0 0 0,0 0 0,1 0 0,-1 0 0,1 1 0,0 0 0,1 0 0,-1 0 0,1 1 0,0 0 0,0 0 0,1 0 0,-1 0 0,1 0 0,1 1 0,-1-1 0,1 1 0,-1 8 0,-5 6 0,1 34 0,0-43 0,5-10 0,1-1 0,-1 1 0,1 0 0,0 1 0,0-1 0,0 0 0,0 0 0,0 0 0,0 1 0,0-1 0,1 0 0,-1 1 0,1-1 0,0 1 0,-1-1 0,1 1 0,0-1 0,1 0 0,-1 1 0,0-1 0,2 5 0,11 12 0,-10-15 0,0 0 0,0 0 0,0 0 0,0 0 0,-1 0 0,0 1 0,0-1 0,0 1 0,0 0 0,-1-1 0,0 1 0,1 6 0,-1-8 0,0-1 0,0 1 0,1 0 0,-1 0 0,0 0 0,1-1 0,0 1 0,0-1 0,0 0 0,0 1 0,0-1 0,0 0 0,1 0 0,-1 0 0,1 0 0,-1-1 0,1 1 0,0-1 0,-1 1 0,1-1 0,4 1 0,-4-2 0,1 0 0,0 0 0,0-1 0,0 1 0,0-1 0,-1 0 0,1 0 0,0 0 0,-1 0 0,1-1 0,-1 0 0,1 1 0,-1-1 0,0 0 0,0-1 0,1 1 0,-2-1 0,1 1 0,0-1 0,0 0 0,-1 0 0,0 0 0,0 0 0,0 0 0,0-1 0,0 1 0,0-1 0,1-4 0,12-24 0,-13 29 0,0-1 0,0 1 0,0-1 0,-1 1 0,1-1 0,-1 0 0,0 0 0,0 1 0,0-1 0,-1 0 0,1-5 0,-1-152 0,2 145 0,3 16 0,8 22 0,-10-15 0,15-2 0,-15-5 0,0 1 0,0-1 0,0 1 0,0 0 0,0 0 0,0 0 0,-1 0 0,1 0 0,3 3 0,110 90 0,-57-58 0,-34-21 0,-18-11-267,-1-1 1,1 1-1,0-1 1,0-1-1,0 1 0,1-1 1,-1 0-1,0-1 1,1 0-1,-1 0 0,1 0 1,0-1-1,-1-1 0,9 0 1,-11 1 86,-1-1 0,1 0 0,-1 0 0,1 0 0,-1-1 0,1 1 0,-1-1 0,0 0 0,0 0 0,0-1 0,0 1 0,0-1 0,0 0 0,-1 0 0,0 0 0,1 0 0,-1-1 0,0 1 0,0-1 0,-1 0 0,1 0 0,-1 0 0,3-7 1,18-46-516,-16 43 708,-1-1 0,0 0 0,-1 0 0,-1 0-1,0-1 1,-1 1 0,-1-1 0,1-20 0,-3-109 1606,0 92-488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36.82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80 26140,'0'0'3810,"18"-16"-2914,11 5-5874,-1-5-5075,-28-10 4179,18 15 991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37.40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113 64 1137,'-2'-4'428,"1"1"1,0-1 0,-1 1-1,0-1 1,0 1 0,0 0-1,0 0 1,-1 0 0,1 0-1,-1 1 1,0-1 0,0 0 0,1 1-1,-2 0 1,-4-3 0,-4-5 1836,3 6-1572,6 4 1210,-25 2 522,28 2-2065,-1 0 1,1 0-1,-1 0 0,0 0 1,0 0-1,0 0 1,-3 6-1,2-6-23,1 0-1,-1 0 1,1 0-1,0 1 1,0-1-1,0 1 1,0 7 0,1 163 6184,0 90-1354,19-65-4946,-19-194-221,0 0 0,1-1 0,0 1 0,0 0 0,0 0 0,1-1 0,-1 1 0,6 9 0,-5-10 0,1 1 0,-1 0 0,0-1 0,-1 1 0,0 0 0,1 0 0,-2 0 0,1 11 0,-1-2 0,-1-9 0,1 1 0,0-1 0,0 1 0,0-1 0,1 1 0,0-1 0,0 0 0,1 1 0,0-1 0,0 0 0,6 12 0,-8-17-164,1 1-1,0 0 1,-1 0 0,0 0-1,1 0 1,-1 0-1,0 0 1,0 0 0,0-1-1,0 1 1,-1 4 0,1-5 3,0 0 0,-1 0 1,1 0-1,0 0 1,0 0-1,0 0 1,0 0-1,0 0 0,0 0 1,0 0-1,0 0 1,0 0-1,0 1 1,1-1-1,-1 0 0,0 0 1,1 0-1,-1-1 1,1 1-1,-1 0 1,1 0-1,-1 0 0,1 0 1,1 1-1,7 2-1616,-7-3 1013,0 1 0,0-1 0,1 0 0,-1 0-1,0 0 1,1 0 0,-1 0 0,1-1-1,-1 1 1,5-1 0,44-24-9251,-24 9 7147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37.8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217 92 1441,'0'-15'2187,"1"10"-1456,0 0 0,0 0-1,-1-1 1,0 1 0,0 0 0,-1 0 0,1-1-1,-1 1 1,0 0 0,-4-10 0,2 13-352,0 1 1,0 0 0,0 0 0,0 0-1,0 0 1,0 0 0,0 1-1,-1-1 1,1 1 0,0 0 0,0 0-1,0 0 1,-1 0 0,1 0-1,0 1 1,0 0 0,0 0 0,0 0-1,-1 0 1,1 0 0,1 0-1,-1 1 1,0-1 0,0 1 0,-4 3-1,-21 24 1365,27-27-1659,0 0 1,0 0 0,0 0 0,0 0 0,1 0 0,-1 0-1,1 0 1,0 0 0,0 0 0,0 0 0,0 0-1,0 1 1,0-1 0,0 0 0,0 0 0,1 0 0,-1 0-1,1 0 1,0 0 0,0 0 0,0 0 0,0 0 0,0 0-1,0 0 1,0-1 0,0 1 0,1 0 0,-1-1-1,3 3 1,3 6 306,4 20 458,3 2-307,1-12-243,1 1-132,0 0-1,26 26 1,-31-36-57,0 1-1,17 23 1,-1 0 139,-24-31-140,0 1 1,-1-1-1,1 1 0,-1 0 1,0 0-1,-1 0 1,1 0-1,-1 0 1,0 0-1,0 0 1,0 0-1,-1 1 1,0-1-1,0 0 0,-1 11 1,0 2 347,1-16-441,0-1 1,0 1-1,0 0 0,-1 0 1,1 0-1,-1-1 1,1 1-1,-1 0 1,0-1-1,1 1 1,-1-1-1,0 1 0,0 0 1,0-1-1,0 0 1,-1 1-1,1-1 1,0 0-1,0 1 1,-1-1-1,-2 1 0,-38 17 291,12-6-220,19-9-97,-1 1 1,1-1-1,-1-1 0,0 0 1,0-1-1,-18 2 1,-39 9-114,64-11 39,0-1 1,0 0-1,0-1 0,0 1 0,0-1 0,0 0 0,-8-1 0,-3 0-409,16 1 470,0 0 1,-1-1-1,1 1 0,0 0 1,0 0-1,0-1 0,-1 1 0,1 0 1,0 0-1,0-1 0,0 1 1,-1 0-1,1 0 0,0-1 1,0 1-1,0 0 0,0-1 1,0 1-1,0 0 0,0 0 0,0-1 1,0 1-1,0 0 0,0-1 1,0 1-1,0 0 0,0-1 1,0 1-1,0 0 0,0-1 1,0 1-1,0 0 0,0 0 0,1-1 1,-1 1-1,0 0 0,0 0 1,0-1-1,0 1 0,1 0 1,-1 0-1,0-1 0,1 1 1,-1-1-111,42-13-500,14-11 565,-12 9-71,-11 4 67,-20 8 40,0-1 1,-1 0-1,1-1 1,-1 0-1,13-9 1,23-17 110,-24 18 189,38-33 1,-17 11 624,-37 31-710,-1 0-1,0 0 1,0-1-1,-1 0 1,0 0 0,0-1-1,0 0 1,-1 0-1,0 0 1,7-13-1,-8 10-63,-1 2-54,0 0 1,0 0-1,1 0 1,0 1-1,1-1 1,0 1-1,0 0 1,6-7-1,-11 14-66,1 0 0,-1 0 0,0-1 0,0 1 0,0 0 0,0 0 0,0-1 0,0 1 0,0 0 0,0 0 0,0-1 0,0 1 0,0 0 0,1 0 0,-2-1 0,1 1 0,0 0 0,0 0 0,0-1 0,0 1 0,0 0 0,0 0 0,0-1 0,0 1 0,0 0 0,0 0 0,0-1 0,-1 1 0,1 0 0,0 0 0,0 0 0,0-1 0,0 1 0,-1 0 0,1 0 0,0 0 0,0 0 0,0-1 0,-1 1 0,1 0 0,0 0 0,0 0 0,-1 0 0,1 0 0,0 0 0,0 0 0,-1 0 0,1 0 0,0 0 0,0 0 0,-1 0 0,1 0 0,-1 0 0,0-1 0,0 1 0,0 0 0,0 0 0,0 0 0,0 1 0,1-1 0,-1 0 0,0 0 0,0 0 0,0 1 0,0-1 0,1 0 0,-1 1 0,0-1 0,0 1 0,0-1 0,1 1 0,-1-1 0,0 1 0,1-1 0,-1 1 0,1 0 0,-1-1 0,0 2 0,-15 18 0,12-16 0,0 1 0,0 0 0,0 1 0,0-1 0,1 1 0,-5 11 0,-14 20 0,20-35 0,0 1 0,-1 0 0,1 0 0,0 1 0,1-1 0,-1 0 0,1 1 0,-1-1 0,1 0 0,0 1 0,0 0 0,0-1 0,1 1 0,-1 0 0,1 4 0,0 110 0,0-115 0,1 0 0,0 0 0,-1 0 0,1 0 0,0-1 0,0 1 0,0 0 0,1-1 0,-1 1 0,1-1 0,-1 0 0,1 1 0,0-1 0,3 3 0,5 8 0,29 13 0,-34-23 0,0-1 0,-1 0 0,1 0 0,0-1 0,0 1 0,0-1 0,0 0 0,0 0 0,1-1 0,-1 1 0,0-1 0,6-1 0,59-4 0,-36-8-239,-13 2-968,-7 6 194,30-11-4573,-7-3-2963,5-5 1996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38.8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51 28 1649,'-4'-21'5502,"3"20"-5471,1 1 0,-1-1 0,1 1 0,-1-1-1,0 1 1,0-1 0,1 1 0,-1 0 0,0-1 0,0 1 0,1 0 0,-1-1 0,0 1 0,0 0-1,0 0 1,1 0 0,-1 0 0,0 0 0,0 0 0,0 0 0,0 0 0,-1 0 0,1 0 73,0 2-23,0 0-1,1-1 0,-1 1 0,0 0 1,1 0-1,-1 0 0,1 0 0,-1-1 1,1 1-1,0 0 0,0 0 0,0 4 1,-2 8 508,0-10-366,-1 1 0,1 0 1,0 0-1,0 1 0,0-1 0,1 0 0,0 0 0,0 1 1,0-1-1,1 7 0,0 66 1697,2-33-1021,-4-1-135,1-24-473,1 1 0,0-1-1,6 37 1,49 119 70,-23-83-1259,-29-69-183,-3-22 927,0 0 0,0 0 0,0 0 1,0 0-1,0-1 0,0 1 0,1 0 0,-1 0 0,1 0 1,-1 0-1,1-1 0,1 4 0,9 5-1115,-10-9 1006,0-1-1,0 1 1,0 0-1,0 0 0,0 0 1,-1 0-1,1 0 0,0 0 1,0 0-1,-1 0 1,1 0-1,-1 0 0,1 0 1,-1 0-1,1 0 1,-1 1-1,0-1 0,0 0 1,1 0-1,-1 0 0,0 1 1,0-1-1,0 2 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39.0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1 214 3041,'0'-106'12814,"0"104"-12606,1-1 0,-1 1 0,1 0 0,0 0 0,0 0-1,0 0 1,0 1 0,0-1 0,0 0 0,0 0 0,1 1 0,-1-1-1,1 0 1,-1 1 0,1 0 0,2-2 0,36-25 3855,-28 20-2952,-4 4-638,0 0-1,1 1 1,-1 0-1,1 0 1,0 1-1,0 0 1,0 1-1,0 0 1,12 0-1,22-4 451,-20 1-863,0 1 0,0 1-1,1 1 1,-1 1 0,0 1-1,0 0 1,26 7 0,-15-4-1238,-31-4 879,0 0 0,0 0 0,0 1 0,0-1 1,-1 1-1,1-1 0,0 1 0,0 0 0,-1 0 0,1 0 0,4 3 0,15 8-3225,-18 15-7285,-32-9-766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39.7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95 244 2209,'-2'2'252,"0"0"1,1 0-1,-1 0 0,0 0 1,-1 0-1,1 0 0,0-1 0,0 1 1,-1-1-1,1 0 0,0 1 1,-1-1-1,0 0 0,1-1 1,-1 1-1,0 0 0,1-1 0,-1 0 1,-2 1-1,2-1-40,0 0 0,0 1 0,0-1 1,0 1-1,0 0 0,1 0 0,-1 0 0,0 0 0,1 0 0,-1 1 0,1-1 0,-5 4 1,6-5-164,1 0 0,0 1 0,0-1 0,0 0 1,-1 0-1,1 0 0,0 0 0,0 0 1,-1 0-1,1 0 0,0 1 0,0-1 0,0 0 1,0 0-1,-1 0 0,1 0 0,0 1 1,0-1-1,0 0 0,0 0 0,0 0 1,-1 1-1,1-1 0,0 0 0,0 0 0,0 0 1,0 1-1,0-1 0,0 0 0,0 0 1,0 1-1,0-1 0,0 0 0,0 0 0,0 1 1,0-1-1,0 0 0,0 0 0,0 1 1,0-1-1,0 0 0,0 0 0,1 0 0,-1 1 1,0-1-1,0 0 0,0 0 0,0 0 1,0 1-1,1-1 0,-1 0 0,0 0 0,0 0 1,0 0-1,1 1 0,-1-1 0,0 0 1,0 0-1,0 0 0,1 0 0,-1 0 0,0 0 1,0 0-1,1 0 0,-1 0 0,0 0 1,21 1 2480,-16-1-3031,31 0 1094,58 0 362,106-13 0,101-11 2305,-265 22-2629,59-9 0,-14 0 1497,-22 9 2704,-49 3-3755,-27 3 4,5-1-760,0 0 0,0 0 0,-17 8 0,17-4-321,4-3 0,0 0 0,1 1 0,-1 0 0,1 0 0,0 1 0,-11 12 0,14-15 0,0 1 0,0 0 0,0-1 0,0 0 0,-1 0 0,-7 4 0,9-6 0,1 0 0,-1 1 0,0-1 0,1 1 0,-1 0 0,1 0 0,0-1 0,-1 2 0,1-1 0,0 0 0,0 0 0,1 1 0,-1-1 0,0 1 0,1-1 0,-1 1 0,-1 4 0,-18 29 0,18-34 0,1 1 0,0 0 0,0-1 0,0 1 0,1 0 0,-1 0 0,1 0 0,-1 0 0,1 0 0,0 0 0,0 1 0,0-1 0,1 0 0,-1 1 0,1 4 0,-1-1 0,0-1 0,0 1 0,0-1 0,-1 1 0,-3 8 0,3-10 0,1-1 0,-1 0 0,1 1 0,0-1 0,0 1 0,1-1 0,-1 1 0,1 0 0,0-1 0,0 1 0,0-1 0,1 1 0,-1-1 0,3 7 0,-1-6 0,0 0 0,0 0 0,0 0 0,1 0 0,-1 0 0,1-1 0,0 1 0,1-1 0,-1 0 0,1 0 0,0 0 0,0 0 0,0-1 0,1 0 0,-1 0 0,7 4 0,-8-6 0,1 0 0,0 0 0,-1 0 0,1-1 0,0 1 0,0-1 0,0 0 0,-1 0 0,1 0 0,0 0 0,0-1 0,-1 1 0,1-1 0,0 0 0,-1 0 0,1-1 0,-1 1 0,1-1 0,-1 0 0,0 0 0,1 0 0,-1 0 0,0 0 0,0-1 0,4-4 0,1-1 0,0-1 0,-1 0 0,0 0 0,0-1 0,-1 0 0,0 0 0,-1 0 0,0-1 0,6-20 0,-7 19 0,0 0 0,0 0 0,11-18 0,-13 22 0,0 1 0,0-1 0,-1-1 0,0 1 0,0 0 0,-1 0 0,0 0 0,-1 0 0,-1-10 0,0-12 0,4 17 0,4 14 0,6 18 0,-8-12 0,4-1 0,-6-5 0,-1 0 0,1 1 0,-1-1 0,1 0 0,-1 0 0,0 1 0,0-1 0,0 0 0,0 1 0,0-1 0,0 1 0,0 0 0,0-1 0,0 3 0,2 0 0,0 0 0,-1 0 0,1-1 0,1 1 0,-1-1 0,0 0 0,1 1 0,6 3 0,19 18 0,-6 1 0,1-2 0,50 39 0,-59-48 16,-12-13-25,-1 1 0,0-1 0,1 0 0,-1 0 0,1 0 0,0 0 0,0 0 0,0-1 0,0 1 0,3 1 0,-5-3 7,5 2-265,0 1-1,1-2 1,-1 1-1,0-1 1,14 1-1,-19-2 234,1 0-1,0 0 0,0-1 1,0 1-1,0-1 1,-1 1-1,1-1 1,0 0-1,-1 0 1,1 1-1,0-1 1,-1-1-1,1 1 1,-1 0-1,0 0 1,1 0-1,-1-1 1,0 1-1,0-1 0,1 1 1,-1-1-1,0 1 1,-1-1-1,2-2 1,10-14 35,-10 15 8,0 0-1,0 0 0,0 0 0,0 0 1,0 0-1,-1-1 0,0 1 1,1-1-1,-1 1 0,-1-1 0,1 1 1,0-1-1,-1-4 0,0-387 2428,0 391-2436,0 0 0,0 0 0,-1 0 0,0 0 0,0 0 0,0 0 0,0 0 0,0 1 0,-1-1 0,-4-7 0,4 8 0,0 0 0,1-1 0,-1 1 0,1-1 0,-1 0 0,1 1 0,0-1 0,1 0 0,-1 0 0,0-7 0,1-6 0,-1 42 0,1-14 0,0 0 0,0 0 0,1 0 0,4 15 0,1-14 0,-3-9 0,-1 1 0,0 0 0,0 0 0,-1 0 0,1 0 0,-1 0 0,0 0 0,0 1 0,0-1 0,0 0 0,-1 9 0,1 3 0,1-1 0,0 1 0,0-1 0,2 0 0,9 27 0,-3-22 0,-8-16 0,0 0 0,-1 0 0,1 0 0,-1-1 0,1 1 0,-1 1 0,0-1 0,-1 0 0,1 0 0,-1 6 0,1-3 3,-1 0 1,1 0-1,0 0 0,0 0 1,4 10-1,-2-10-20,-1 0 1,-1 1-1,1-1 0,-1 1 1,0 12-1,0-12-550,0 0 0,1 0 0,0 0 0,0-1 0,1 1 0,0 0 0,0-1 0,6 9 0,9 25-5850,-17-37 5512,1 0-1,0 0 0,0 0 1,0 0-1,1 0 1,-1 0-1,1-1 1,0 1-1,0-1 1,0 1-1,1-1 1,-1 0-1,1-1 1,-1 1-1,1-1 1,7 4-1,-7-4-1762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40.1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111 280 448,'4'-8'524,"1"0"-1,-1-1 0,0 1 0,-1-1 1,0 0-1,0 0 0,-1 0 1,0 0-1,1-15 0,7-30 3232,-8 45-2742,0 0 1,-1 1-1,-1-1 0,1 0 0,-1 0 0,-1-8 0,-1-9 3754,2 25-4500,0 0 0,0-1 0,0 1 0,0 0 0,0 0 0,-1 0 0,1 0 0,-1 0 0,1 0 0,-1 0-1,1 0 1,-1 0 0,1 0 0,-1 0 0,0 0 0,0 0 0,1 0 0,-1 0 0,0 1 0,0-1 0,-2-1 0,1 0 410,-1 0 1764,-2 2-630,-22 11-1174,26-10-636,0 0 0,0-1 0,0 1 0,0 0 0,0-1 0,1 1 0,-1 0 0,0 0 1,0 0-1,1 0 0,-1 0 0,1 0 0,-1 0 0,1 0 0,-1 0 0,1 0 0,-1 0 0,1 0 0,0 0 0,0 0 0,-1 0 0,1 0 0,0 0 0,0 1 0,0-1 0,0 0 0,1 0 0,-1 0 0,0 0 0,0 0 0,1 2 0,12 21-1,2 0 0,0-1 0,1-1 0,24 25 0,25 35 0,-41-49 0,-19-29 0,-1 1 0,0 1 0,0-1 0,-1 0 0,1 1 0,-1 0 0,0 0 0,-1 0 0,1 0 0,-1 0 0,0 1 0,-1-1 0,0 1 0,0-1 0,0 11 0,-2-14 0,0 0 0,-1 0 0,1-1 0,-1 1 0,1 0 0,-1-1 0,0 1 0,0-1 0,-1 0 0,1 1 0,0-1 0,-1 0 0,1-1 0,-1 1 0,0 0 0,1-1 0,-1 1 0,0-1 0,0 0 0,0 0 0,0 0 0,-3 1 0,-12 3 0,1 1 0,-30 4 0,-1-5 0,-71-1 0,115-4 0,4 0 0,-1 0 0,1 0 0,-1 0 0,1 0 0,-1 0 0,1 1 0,-1-1 0,1 0 0,-1 0 0,0 0 0,1 0 0,-1 0 0,1-1 0,-1 1 0,1 0 0,-1 0 0,1 0 0,-1 0 0,1-1 0,-1 1 0,1 0 0,-1 0 0,1-1 0,-1 1 0,1 0 0,-1-1 0,1 1 0,-1-1 0,1 1 0,0-1 0,-1 1 0,1 0 0,0-1 0,0 1 0,-1-1 0,1 1 0,0-1 0,0 0 0,0-1 0,1 1 0,0 0 0,0 0 0,-1 0 0,1 0 0,0 0 0,0 0 0,0 0 0,1 0 0,-1 0 0,0 0 0,0 0 0,0 1 0,1-1 0,-1 1 0,0-1 0,3 0 0,16-6 0,1 0 0,0 2 0,34-5 0,-37 7 0,0-2 0,0 0 0,28-11 0,18-5 0,-27 11 0,0-2 0,-1-1 0,-1-2 0,65-37 0,-16 8 0,-80 42 0,0 0 0,-1 0 0,1 0 0,-1-1 0,0 1 0,0-1 0,0 0 0,0 0 0,0 0 0,-1 0 0,1-1 0,-1 1 0,0-1 0,0 1 0,0-1 0,2-5 0,-3 5 0,1 0 0,0 1 0,0-1 0,0 1 0,0-1 0,0 1 0,1 0 0,-1 0 0,7-6 0,-7 7 0,0 0 0,1-1 0,-1 1 0,-1-1 0,1 1 0,0-1 0,-1 0 0,1 0 0,-1 0 0,0 0 0,0 0 0,0 0 0,0 0 0,-1 0 0,1 0 0,-1 0 0,0 0 0,0-1 0,0 1 0,0 0 0,0 0 0,-2-5 0,1-14 0,1 21 0,0 1 0,0-1 0,0 0 0,0 1 0,0-1 0,0 1 0,0-1 0,0 0 0,0 1 0,0-1 0,-1 1 0,1-1 0,0 1 0,-1-1 0,1 0 0,0 1 0,-1-1 0,1 1 0,0 0 0,-1-1 0,1 1 0,-1-1 0,1 1 0,-1 0 0,1-1 0,-1 1 0,1 0 0,-1-1 0,1 1 0,-1 0 0,0 0 0,1-1 0,-2 1 0,-25 4 0,19-2 0,0 2 0,0-1 0,0 1 0,-13 9 0,14-8 0,1 1 0,-1-1 0,1 2 0,0-1 0,1 0 0,0 1 0,0 0 0,0 0 0,-7 16 0,-1 13 0,10-28 0,0 0 0,0 0 0,0 0 0,1 0 0,1 1 0,-2 13 0,2 4 0,0-16 0,1-1 0,0 0 0,0 1 0,1-1 0,0 0 0,4 13 0,34 60 0,-37-77 0,2 0 0,-1-1 0,0 1 0,1-1 0,0 1 0,0-1 0,0 0 0,1 0 0,-1-1 0,1 0 0,0 1 0,0-2 0,0 1 0,1 0 0,-1-1 0,0 0 0,1 0 0,-1-1 0,1 0 0,0 0 0,0 0 0,-1 0 0,1-1 0,0 0 0,0 0 0,0-1 0,8-1 0,2-3 0,-8 3 0,0 0 0,-1 0 0,1-1 0,-1 0 0,11-7 0,-11 4-504,1 1 0,0-1-1,1 2 1,-1-1 0,1 1 0,12-4-1,-17 6-454,0 1-1,0-1 1,-1 0-1,1 0 0,0 0 1,-1 0-1,0 0 0,1-1 1,-1 0-1,0 0 1,0 1-1,2-5 0,0 2-382,15-22-6138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40.8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141 12 5811,'-57'0'8234,"-22"0"-3380,74 0-1596,10 0-1580,1086 0 7254,-1091 0-8933,1 0-60,0 0 1,-1 1-1,1-1 0,-1 0 0,1 0 0,-1 0 1,1 0-1,0 0 0,-1 0 0,1 0 0,-1 0 1,1 0-1,0 0 0,-1 0 0,1 0 0,-1 0 1,1 0-1,-1 0 0,1-1 0,0 1 1,-1 0-1,1 0 0,-1-1 0,1 1 0,-1 0 1,1-1-1,-1 1 0,0-1 0,1 1 0,-1-1 1,1 1-1,-1-1 0,0 1 0,1-1 0,-1 1 1,0-1-1,0 1 0,1-2 0,-26 0-16668,-42 4 7684,46 7 6745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40.9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49 1 1201,'-47'0'16826,"47"13"-11458,0 1-2727,-1-8-1909,0 0 0,1 0-1,0 0 1,1 1 0,-1-1 0,1 0 0,0 0 0,3 8 0,4-1-585,-6-10-148,0-1 1,-1 1 0,1 0 0,-1-1 0,1 1 0,-1 0-1,0 0 1,0 0 0,-1 0 0,1 0 0,0 0-1,-1 1 1,0 3 0,1 11 0,1-1 0,0 1 0,9 31 0,-10-42 0,1 0 0,-2 0 0,1 0 0,-1 0 0,0 9 0,-1-11 0,1 1 0,0-1 0,0 0 0,1 0 0,-1 1 0,4 8 0,2 2 15,-3-7-53,0 0 1,0 0-1,-1 0 1,0 0-1,0 0 1,-1 1-1,0 16 1,8 32-4701,-6-47 1961,-1 0-1,0-1 1,0 1-1,-1 12 1,-1-2-1748,0-7 299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41.2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64 2593,'0'-2'3612,"0"-5"2143,0 103-2431,0 127 12065,0-143-13295,0-78-2094,0-1 0,0 1 0,0 0 0,1 0 0,-1 0 0,0-1 0,1 1 0,-1 0 0,1-1 0,0 1 0,-1 0 0,1-1 0,0 1 0,0-1 0,0 1 0,0-1 0,0 0 0,1 1 0,-1-1 0,0 0 0,3 2 0,2 2 0,2 13 0,-5-13 0,6-16 0,-1-15 0,-4 21 0,1 0 0,-1 0 0,-1 0 0,1-1 0,-1 0 0,0 0 0,0 1 0,0-2 0,-1 1 0,0 0 0,0 0 0,-1-1 0,0 1 0,0-1 0,0 1 0,-1-9 0,1 6 0,0-1 0,0 1 0,1 0 0,1-1 0,3-9 0,-3 10 0,0 0 0,-1 0 0,0 0 0,0 0 0,0-11 0,5-42-3215,18-21-7565,-7 27 5163,-5 30 820,-10 12 649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41.77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48 158 2753,'-3'3'693,"0"0"0,0 0 0,1 0 0,-1 1 0,1-1 0,0 1 0,0 0-1,0-1 1,0 1 0,1 0 0,0 0 0,0 0 0,0 0 0,0 1 0,0-1 0,1 0 0,0 0-1,0 0 1,0 1 0,1 7 0,-1-3 27,-8 21 2110,6-26-2508,1-1 0,-1 0 0,1 1 0,0-1 0,0 0 0,0 1 0,1 0 0,-1 4 0,1 96 3917,0-102-4223,0-1-1,0 1 1,0 0-1,0-1 1,1 1-1,-1 0 1,1-1-1,-1 1 1,1-1-1,0 1 1,-1-1-1,1 1 1,0-1 0,2 3-1,-2-2 5,0-1 0,0 1 0,0-1 0,0 1-1,0 0 1,-1-1 0,1 1 0,0 0 0,-1 0 0,1-1 0,-1 1 0,0 0 0,0 0-1,0 3 1,1-3-11,-1-1 0,1 0 0,-1 1 0,1-1-1,-1 0 1,1 0 0,-1 1 0,1-1 0,0 0-1,0 0 1,0 0 0,0 0 0,0 0 0,0 0 0,0 0-1,0 0 1,0 0 0,0-1 0,0 1 0,1 0-1,-1-1 1,0 1 0,1-1 0,-1 1 0,0-1-1,1 1 1,-1-1 0,0 0 0,1 0 0,-1 0 0,2 0-1,0 1-1,-1-1 0,0 0-1,0 0 1,0 0 0,1 0 0,-1 0-1,0 0 1,0-1 0,0 1-1,1-1 1,-1 1 0,0-1 0,0 0-1,0 0 1,0 0 0,0 0-1,0 0 1,0 0 0,2-3 0,16-12-14,-18 15 7,0 0 0,0 0 0,0 0 0,0-1 0,-1 1-1,1 0 1,0-1 0,-1 1 0,1-1 0,-1 0 0,1 1 0,-1-1 0,0 0 0,0 0 0,1-3 0,19-28-29,-16 28 22,-1 0 0,-1-1-1,1 0 1,-1 0 0,4-10 0,32-50-92,10-23 182,-48 86-61,0 0 0,0 0 0,0 0 0,0 0 0,1 0 0,-1 1 0,1-1 0,0 0 0,0 1 0,0-1 0,0 1 0,3-3 0,-2 2 17,-2 2-18,0 0 0,0 0 0,-1 0 1,1 0-1,0 0 0,-1-1 0,1 1 0,-1 0 0,1 0 0,-1 0 0,0-1 1,0 1-1,1 0 0,-1 0 0,0-1 0,0 1 0,0-2 0,0 3-18,0 0 0,0 1 1,0-1-1,1 0 0,-1 0 0,0 1 0,0-1 0,0 0 0,1 0 0,-1 0 0,0 1 0,1-1 0,-1 0 0,0 0 0,0 0 1,1 0-1,-1 0 0,0 0 0,1 1 0,-1-1 0,0 0 0,1 0 0,-1 0 0,0 0 0,0 0 0,1 0 0,-1 0 0,0 0 1,1-1-1,-1 1 0,0 0 0,1 0 0,-1 0 0,0 0 0,0 0 0,1 0 0,-1-1 0,0 1 0,1 0 0,-1 0 1,0 0-1,0-1 0,0 1 0,1 0 0,-1 0 0,0-1 0,0 1 0,0 0 0,0 0 0,1-1 0,-1 1 0,0 0 0,0 0 1,0-1-1,0 1 0,0 0 0,0-1 0,0 1 0,0 0 0,0-1 0,0 1 0,0 0 0,0-1 0,0 1 0,0 0 0,0-1 1,0 1-1,8 24 2134,-4-19-2062,0 0 0,0 0 1,0 0-1,0 1 1,-1 0-1,0 0 0,0 0 1,3 10-1,-4-8-47,1 0-1,1-1 1,0 1 0,0-1 0,0 0-1,8 10 1,-10-15-28,0 1 0,0 0 0,0-1 0,0 1 0,-1 0 0,0 0 0,1 0 0,-1 0 0,0 0 0,0 4 0,10 22 0,-2-18 0,0 0 0,0 0 0,13 11 0,17 17 0,-28-27 0,1 0 0,1 0 0,-1-2 0,2 1 0,-1-2 0,2 0 0,-1 0 0,1-1 0,0-1 0,1-1 0,28 8 0,-38-13 0,1-1 0,-1-1 0,1 1 0,-1-1 0,0 0 0,1-1 0,-1 1 0,0-1 0,0 0 0,0-1 0,0 0 0,0 0 0,0 0 0,8-7 0,0 2 0,-3 2 0,0 0 0,-1-1 0,1 0 0,-2 0 0,1-1 0,-1 0 0,0-1 0,11-15 0,-6 7 0,-1-1 0,-1 0 0,-1-1 0,-1-1 0,0 0 0,-2 0 0,0-1 0,-1 1 0,-1-2 0,-1 1 0,-1-1 0,-1 1 0,0-41 0,-21-25 0,17 85 0,1 0 0,-1 0 0,1 0 0,-1 0 0,1 0 0,-1 1 0,0-1 0,0 0 0,0 0 0,0 0 0,0 1 0,-1-1 0,1 0 0,0 1 0,-1 0 0,1-1 0,-1 1 0,0 0 0,1-1 0,-1 1 0,0 0 0,0 0 0,0 0 0,1 1 0,-1-1 0,0 0 0,0 1 0,0-1 0,0 1 0,0 0 0,0 0 0,-4 0 0,1-1 0,-1 0 0,0 1 0,1 0 0,-1 0 0,1 1 0,-1 0 0,0 0 0,1 0 0,-1 0 0,-9 5 0,0 3 0,-1 1 0,1 1 0,-23 22 0,32-28 0,0 1 0,1 0 0,0 1 0,0-1 0,0 1 0,0 0 0,1 0 0,1 0 0,-1 1 0,-3 11 0,-5 22 0,9-34 0,0 0 0,0 1 0,1-1 0,0 1 0,1 0 0,0-1 0,0 1 0,0 0 0,1 0 0,1 0 0,1 12 0,7 6 0,2 0 0,2 0 0,27 44 0,-23-42 0,-8-16 0,0-1 0,0 0 0,1-1 0,1 0 0,0-1 0,0 0 0,1 0 0,0-1 0,14 7 0,-2 0 0,-17-11 0,1 0 0,0 0 0,0-1 0,0 0 0,0 0 0,1-1 0,-1 0 0,0 0 0,1-1 0,0 0 0,-1 0 0,1-1 0,0-1 0,11-1 0,2-2 0,0-1 0,0-1 0,39-16 0,-54 18 5,1 0 0,-1-1 0,1 0-1,-1 0 1,-1-1 0,1 0 0,-1 0 0,8-10 0,12-12-428,-10 8-1860,3-19-6421,-10 21 3724,-4-9-2605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43.2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95 43 3346,'-7'-30'21194,"3"25"-18520,-1 0-3676,2 3 3296,3 2-2264,0 1 0,0-1 1,1 0-1,-1 1 0,0-1 0,0 1 0,0-1 0,0 1 0,0-1 0,0 1 0,0-1 0,0 1 0,0-1 0,0 1 0,0-1 0,0 1 0,0-1 0,-1 1 0,1-1 0,0 1 1,0-1-1,0 0 0,-1 1 0,1-1 0,0 1 0,-1-1 0,1 0 0,0 1 0,-1-1 0,1 0 0,0 1 0,-1-1 0,0 1 0,-3 2 236,0 1-1,0 0 1,0 1-1,0-1 0,1 1 1,-1-1-1,1 1 1,1 0-1,-5 9 1,-6 18 84,10-25-324,0 0 0,1-1 0,-1 1 0,1 0 0,1 1 0,-1-1 0,1 0 0,0 11 0,1 156-26,0-166 0,1 1 0,1 0 0,-1-1 0,1 1 0,1-1 0,4 12 0,8 32 0,-11-32 0,12 50 0,-5-49 0,-10-18 0,1 0 0,0 0 0,-1 0 0,1 1 0,-1-1 0,0 0 0,0 1 0,0 0 0,-1-1 0,1 1 0,-1 5 0,1 4-5,1 1 0,0-1 0,1 0 0,1 0 0,0 0 0,0-1 0,1 1 0,12 19 0,-15-27-322,-1-1 0,1 1 1,-1-1-1,0 1 0,0-1 1,0 1-1,-1 0 0,0 5 1,-2 43-8074,0-23-278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43.4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29 365 3073,'-3'-3'361,"1"0"0,-1 0 0,1 0 0,0 0 0,0 0 0,0 0 0,0 0 0,0-1-1,1 1 1,0-1 0,0 1 0,-1-1 0,1-4 0,-2-52 3979,4 35-3429,-1 23-817,0 1 1,0-1-1,0 0 1,1 0-1,-1 1 0,1-1 1,-1 0-1,1 1 1,-1-1-1,1 0 1,0 1-1,0-1 1,0 1-1,0-1 0,0 1 1,0 0-1,2-2 1,15-24 2348,-15 23-2008,0 0-1,0 0 1,0 1 0,0-1-1,1 1 1,0 0 0,0 0-1,-1 0 1,2 1 0,-1-1 0,0 1-1,7-3 1,24-16 3094,-19 11-2852,0 1 0,0 1 0,1 0-1,0 1 1,1 1 0,-1 1 0,30-6 0,6-2-25,-2 2-2584,-1 2 0,1 3 0,1 2 0,69 3 0,-120 2 1167,0 0 1,-1 1-1,1-1 1,-1 1-1,1-1 1,-1 1-1,1-1 1,-1 1 0,0-1-1,0 1 1,0-1-1,0 1 1,0-1-1,0 1 1,0-1-1,-1 3 1,-3 24-3131,3-27 3715,1 1 0,-1-1 0,0 0-1,-1 0 1,1 0 0,0 0 0,0 0 0,0 0 0,-1-1-1,1 1 1,0 0 0,-1-1 0,1 1 0,-3 0 0,-38 14-3222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44.0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143 329 1505,'-7'8'692,"1"0"0,-1-1 0,0 0 0,-1-1 1,0 1-1,0-1 0,-10 5 0,-28 23 1732,25-19-1752,20-15-631,1 0 0,0 0 1,-1 0-1,1 0 0,0 0 0,-1 1 0,1-1 1,0 0-1,-1 0 0,1 1 0,0-1 1,0 0-1,-1 0 0,1 1 0,0-1 0,0 0 1,0 1-1,-1-1 0,1 0 0,0 0 0,0 1 1,0-1-1,0 0 0,0 1 0,0-1 1,0 1-1,0-1 0,0 0 0,0 1 0,0-1 1,0 0-1,0 1 0,0-1 0,0 0 0,0 1 1,0-1-1,0 0 0,0 1 0,0-1 1,1 0-1,-1 1 0,0-1 0,0 0 0,0 1 1,1-1-1,-1 0 0,0 0 0,0 1 0,1-1 1,-1 0-1,0 0 0,1 1 0,-1-1 1,0 0-1,0 0 0,1 0 0,0 0 0,7 4 237,1 0 0,1-2 0,-1 1 0,0-1 0,1 0 0,-1-1 0,1 0 0,-1 0-1,1-1 1,12-2 0,11-1 850,61-13-1,13 1 1411,-10 3 81,29-7-184,-70 12-1555,1-3 0,67-21 0,-79 28 1627,-32 3-993,-24 1-840,-8 1-674,1 2 0,-1 0 0,1 1 0,-20 9 0,33-12 0,1-1 0,0 1 0,0-1 0,0 1 0,0 1 0,1-1 0,-1 0 0,-5 6 0,-10 7 0,-10 1 0,-31 19 0,55-32 0,1 0 0,0 1 0,0-1 0,0 1 0,0 0 0,0 0 0,1 0 0,-1 1 0,-4 8 0,-18 36 0,24-45 0,1-1 0,0 0 0,0 1 0,0-1 0,0 1 0,0-1 0,1 1 0,0-1 0,0 1 0,0-1 0,0 1 0,0-1 0,1 1 0,-1-1 0,1 1 0,0-1 0,0 1 0,0-1 0,1 0 0,-1 0 0,1 1 0,0-1 0,0 0 0,0-1 0,0 1 0,0 0 0,4 3 0,-5-5 0,0 0 0,0-1 0,-1 1 0,1 0 0,0 0 0,-1 0 0,1 0 0,-1 0 0,1 0 0,-1 0 0,1 0 0,-1 0 0,0 0 0,0 0 0,1 0 0,-1 0 0,0 0 0,0 2 0,0-3 0,0 1 0,0 0 0,0-1 0,0 1 0,0 0 0,0-1 0,0 1 0,1 0 0,-1-1 0,0 1 0,0-1 0,1 1 0,-1 0 0,0-1 0,1 1 0,-1-1 0,1 1 0,-1-1 0,0 1 0,1-1 0,-1 1 0,1-1 0,0 1 0,-1-1 0,1 0 0,-1 1 0,1-1 0,-1 0 0,1 0 0,0 1 0,-1-1 0,1 0 0,0 0 0,-1 0 0,1 0 0,0 0 0,0 0 0,23 8 0,-21-7 0,-1 0 0,1 0 0,0 0 0,0 0 0,0 0 0,-1-1 0,1 1 0,0-1 0,0 0 0,0 0 0,0 0 0,0 0 0,0 0 0,0-1 0,0 1 0,-1-1 0,1 0 0,0 0 0,0 0 0,-1 0 0,1 0 0,0-1 0,2-1 0,3-2 0,0 1 0,-1-1 0,1-1 0,-1 1 0,0-1 0,-1 0 0,0-1 0,0 0 0,0 0 0,0 0 0,-1-1 0,4-8 0,-3 5 0,0 0 0,1 1 0,0-1 0,1 2 0,0-1 0,13-12 0,-19 22 0,0 1 0,0-1 0,0 0 0,0 0 0,0 1 0,-1-1 0,1 1 0,0 0 0,0-1 0,0 1 0,0 0 0,-1 0 0,1 0 0,0 0 0,-1 1 0,1-1 0,-1 0 0,1 1 0,-1-1 0,0 1 0,2 2 0,22 15 0,68 48 0,-49-36 0,-36-24 0,0-1 0,0 0 0,0-1 0,1 1 0,0-2 0,18 8 0,-7-4 0,11 3 0,-30-11 0,0 0 0,1 0 0,-1 0 0,0-1 0,0 1 0,0 0 0,1 0 0,-1-1 0,0 1 0,0-1 0,0 1 0,0-1 0,0 1 0,0-1 0,0 0 0,0 1 0,0-1 0,0 0 0,0 0 0,0 0 0,-1 0 0,1 0 0,0 0 0,-1 0 0,2-1 0,16-20 0,-16 21 0,0-1 0,0 0 0,0-1 0,0 1 0,0 0 0,0 0 0,-1-1 0,1 1 0,-1-1 0,1 0 0,-1 1 0,0-1 0,0 0 0,0 0 0,-1 1 0,2-7 0,-2 3-16,0 1-1,1-1 1,0 1-1,1-1 1,3-10-1,-3 10-21,0 1 0,-1-1 0,1 0 0,-1 0 0,0 1 0,-1-7 0,0-270-445,-1 261 577,-1-1 0,-1 1 0,-1 0 1,-1-1-1,0 2 0,-2-1 0,-1 1 1,-19-38-1,20 27-94,7 30 0,0 1 0,0-1 0,0 0 0,0 0 0,0 1 0,0-1 0,0 0 0,0 1 0,0-1 0,0 0 0,0 0 0,0 1 0,-1-1 0,1 0 0,0 1 0,-1-1 0,1 0 0,0 1 0,-1-1 0,1 0 0,-1 1 0,1-1 0,-1 1 0,1-1 0,-1 1 0,1-1 0,-1 1 0,1-1 0,-1 1 0,0 0 0,1-1 0,-1 1 0,0 0 0,1-1 0,-1 1 0,0 0 0,0 0 0,1 0 0,-1 0 0,0 0 0,0 0 0,1 0 0,-1 0 0,-1 0 0,2 0 0,-1 1 0,0 0 0,1-1 0,-1 1 0,1 0 0,-1 0 0,1-1 0,0 1 0,-1 0 0,1 0 0,0 0 0,-1 0 0,1 0 0,0-1 0,0 1 0,0 0 0,0 0 0,0 0 0,0 0 0,0 0 0,0 0 0,0 0 0,0-1 0,1 1 0,-1 1 0,5 25 0,4-14 0,-7-11 0,-1 0 0,1 0 0,-1 1 0,0-1 0,1 0 0,-1 1 0,0-1 0,0 1 0,-1-1 0,1 1 0,0 0 0,-1-1 0,0 1 0,1 0 0,-1 2 0,-1 13 0,2-1 0,0 0 0,1 0 0,1 0 0,1 0 0,0 0 0,1 0 0,0-1 0,16 30 0,-18-40 0,0 0 0,-1 0 0,0 0 0,0 0 0,2 12 0,5 15 0,-2-16 0,25 73 0,-30-60 0,-2-26 0,0-1 0,0 1 0,0 0 0,1 0 0,-1-1 0,1 1 0,0 0 0,2 5 0,3 2-12,-4-6-111,1 0 0,-1 0 1,0 0-1,0 0 1,0 0-1,-1 1 1,0-1-1,0 0 0,0 1 1,-1-1-1,0 7 1,0-10-192,1 0 0,-1 1 0,0-1 0,1 0 1,-1 1-1,1-1 0,-1 0 0,1 0 0,0 0 0,0 1 1,2 2-1,4 9-3790,-4 8-4535,-3-22 8524,0 1 0,0-1 0,1 1 1,-1 0-1,0-1 0,0 1 0,0-1 1,1 1-1,-1-1 0,0 1 0,1-1 1,-1 1-1,0-1 0,1 1 0,-1-1 1,1 1-1,-1-1 0,0 1 0,1-1 1,-1 0-1,1 1 0,0-1 0,-1 0 1,1 0-1,-1 1 0,1-1 0,-1 0 1,1 0-1,0 0 0,-1 0 0,1 0 0,-1 1 1,1-1-1,0 0 0,-1-1 0,1 1 1,0 0-1,-1 0 0,1 0 0,-1 0 1,1 0-1,-1-1 0,1 1 0,0 0 1,-1 0-1,1-1 0,-1 1 0,1 0 1,-1-1-1,1 1 0,-1-1 0,0 1 1,1 0-1,-1-1 0,1 1 0,-1-1 0,0 1 1,1-1-1,-1 0 0,0 1 0,0-1 1,1 1-1,-1-1 0,0 1 0,0-1 1,0 0-1,14-12-3255,-12 11 2877,29-39-1743,-3 15 1281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44.47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71 163 496,'0'-4'232,"-1"0"0,1 1 0,0-1 0,1 0 0,-1 0 0,1 0 0,-1 0 0,1 1 0,1-1 0,-1 0 0,0 1 0,1-1 0,0 1 0,-1-1-1,1 1 1,5-6 0,0-1 1162,0 0 0,-1 0-1,-1 0 1,0-1-1,5-14 1,-4 7 12407,-7 35-13112,1 0 1,1 0 0,1 0 0,5 26-1,-4-36-507,-1-1-1,1 1 0,0-1 0,1 0 0,0 0 0,-1 0 0,2 0 0,-1-1 0,1 1 0,0-1 1,0 0-1,0-1 0,1 1 0,6 3 0,20 15-181,50 46 0,-52-40 0,-25-25 0,0 0 0,0 1 0,0-1 0,-1 1 0,0 1 0,5 6 0,-8-10 0,-1-1 0,1 1 0,0 0 0,0-1 0,0 1 0,0-1 0,0 1 0,0-1 0,1 0 0,-1 1 0,0-1 0,1 0 0,-1 0 0,3 1 0,4 4 0,-8-6 0,0 1 0,0-1 0,1 1 0,-1-1 0,0 0 0,0 1 0,0-1 0,0 1 0,1-1 0,-1 0 0,0 1 0,0-1 0,0 1 0,0-1 0,0 1 0,0-1 0,0 0 0,0 1 0,0-1 0,0 1 0,0-1 0,0 1 0,-1-1 0,1 0 0,0 1 0,0-1 0,0 1 0,-1-1 0,1 0 0,0 1 0,0-1 0,-1 0 0,1 1 0,0-1 0,-1 0 0,1 1 0,0-1 0,-1 0 0,0 1 0,-13 9 0,13-10 0,-4 4 0,1-1 0,-1 0 0,0 0 0,0 0 0,0-1 0,0 1 0,-1-1 0,1-1 0,0 1 0,-1-1 0,0 0 0,-10 1 0,-78-2 0,45-2 0,-60-14 0,101 16 0,-1-1 0,0 1 0,1-2 0,-1 1 0,1-1 0,-14-5 0,22 7 0,0 0 0,0 0 0,0 0 0,1 0 0,-1 0 0,0 0 0,0-1 0,0 1 0,1 0 0,-1 0 0,0 0 0,0 0 0,0 0 0,0 0 0,1 0 0,-1 0 0,0-1 0,0 1 0,0 0 0,0 0 0,0 0 0,1 0 0,-1-1 0,0 1 0,0 0 0,0 0 0,0 0 0,0 0 0,0-1 0,0 1 0,0 0 0,0 0 0,0 0 0,0-1 0,0 1 0,0 0 0,0 0 0,0 0 0,0-1 0,0 1 0,0 0 0,0 0 0,0 0 0,0-1 0,0 1 0,0 0 0,0 0 0,0 0 0,0 0 0,-1-1 0,1 1 0,0 0 0,0 0 0,0 0 0,0 0 0,0 0 0,-1-1 0,1 1 0,0 0 0,0 0 0,0 0 0,-1 0 0,28-4 0,-12 2 0,61-8 0,-55 8 0,0 0 0,29-8 0,90-16 0,-99 14 0,-1-1 0,0-2 0,52-27 0,-83 35 0,0 0 0,0 0 0,0-1 0,-1 0 0,0-1 0,12-17 0,6-6 0,-22 27 0,-1 1 0,0-1 0,0-1 0,0 1 0,-1 0 0,0-1 0,0 1 0,0-1 0,-1 0 0,0 1 0,0-1 0,0 0 0,-1 0 0,1 0 0,-2 0 0,0-10 0,1-2 0,-1 16 0,1 1 0,-1-1 0,0 1 0,0-1 0,0 1 0,0-1 0,0 1 0,0 0 0,0-1 0,0 1 0,0 0 0,-1 0 0,1 0 0,0 0 0,-1 0 0,1 0 0,-1 0 0,1 1 0,-1-1 0,0 0 0,1 1 0,-3-1 0,-40-9 0,37 11 0,0 0 0,1 1 0,-1 0 0,0 0 0,1 0 0,-1 1 0,1 0 0,0 0 0,-1 0 0,2 1 0,-1 0 0,0 1 0,1-1 0,0 1 0,0 0 0,0 0 0,1 0 0,-1 1 0,1 0 0,1 0 0,-1 0 0,1 0 0,0 0 0,0 1 0,1-1 0,0 1 0,0 0 0,0 0 0,0 9 0,2-13 0,0 22 0,1 0 0,4 26 0,-3-42 0,0 0 0,0 0 0,1 0 0,0-1 0,1 1 0,0-1 0,1 0 0,9 15 0,9 10 0,-19-26 0,1 0 0,0 0 0,0 0 0,1 0 0,0-1 0,0 0 0,0 0 0,8 5 0,2 0 0,0-1 0,0-1 0,1 0 0,1-1 0,18 6 0,-29-11 0,0-1 0,0-1 0,0 1 0,0-1 0,0 0 0,0-1 0,1 0 0,-1 0 0,0 0 0,0-1 0,0 0 0,1 0 0,-1-1 0,0 0 0,-1 0 0,14-7 0,2-2 80,-17 9-141,-1 0 1,1-1-1,0 1 1,-1-1 0,0 0-1,0 0 1,1 0-1,-2-1 1,1 0-1,0 1 1,5-9-1,5-2-1879,-11 12 931,0-1 1,0 0-1,0 1 0,-1-1 1,1 0-1,-1-1 0,4-4 0,2-14-6156,15 9 63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46.75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1 150 1088,'17'-10'1049,"-16"10"-855,0-1 1,0 0 0,0 1-1,0-1 1,-1 0-1,1 0 1,0 0-1,0 0 1,0 1-1,-1-1 1,1 0 0,0 0-1,-1 0 1,1 0-1,-1-1 1,1 1-1,-1 0 1,0 0 0,1 0-1,-1 0 1,0 0-1,0-1 1,0 1-1,0 0 1,0 0 0,0 0-1,0-1 1,0 1-1,0 0 1,-1 0-1,1 0 1,0 0-1,-1 0 1,1 0 0,-1-1-1,1 1 1,-1 0-1,0 0 1,1 0-1,-3-1 1,-4-6-196,5 7 422,1-1 0,-1 0 0,1 1 0,0-1-1,-1 0 1,1 0 0,0 1 0,0-1 0,0 0 0,0 0-1,1 0 1,-1 0 0,1-1 0,-1 1 0,1 0 0,-1 0-1,1 0 1,0 0 0,0-1 0,0 1 0,1-3 0,-1-38 9094,0 46-7537,0 25-76,0 157-1902,0-180 0,0 0 0,1 0 0,0 0 0,0 0 0,0 0 0,0 0 0,1 0 0,0 0 0,4 7 0,-4-8 0,0 0 0,0 0 0,-1 0 0,1 0 0,-1 1 0,0-1 0,0 0 0,-1 1 0,1 6 0,-3 21 0,1-26 0,1 1 0,0-1 0,0 0 0,0 0 0,0 0 0,1 1 0,0-1 0,3 9 0,0-6 0,-1 1 0,-1-1 0,0 1 0,0 0 0,0 0 0,-2 0 0,1 14 0,-1-22 0,0 0 0,0 0 0,1 0 0,-1 0 0,1 0 0,-1 0 0,1 0 0,0 0 0,-1 0 0,1 0 0,0 0 0,1-1 0,-1 1 0,0 0 0,0-1 0,2 2 0,-1-1 0,-1-1 0,0 1 0,0-1 0,0 1 0,0-1 0,0 1 0,0 0 0,0-1 0,0 1 0,0 0 0,-1 0 0,1 0 0,-1 0 0,0-1 0,1 5 0,-2-3 0,1 1 0,0-1 0,0 0 0,0 1 0,0-1 0,1 0 0,-1 0 0,1 1 0,0-1 0,0 0 0,0 0 0,0 0 0,1 0 0,-1 0 0,1 0 0,3 5 0,-3-3-54,0 1 0,-1-1 0,0 1 1,0-1-1,-1 1 0,1-1 0,-1 1 0,0 0 0,-1-1 1,-1 8-1,1 12-635,1-15-1876,-19-49-23651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46.9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29 270 3970,'0'-2'272,"0"0"-1,0 0 1,0 0 0,-1 0 0,1 0-1,-1 1 1,1-1 0,-1 0 0,0 0 0,0 1-1,1-1 1,-1 0 0,0 1 0,-1-1-1,1 1 1,-2-3 0,2 2 6,-1 1-1,1-1 1,-1 0 0,1 0-1,0 0 1,0 0 0,0 0-1,0 0 1,0-1-1,0 1 1,1 0 0,-1 0-1,1-1 1,-1 1 0,1 0-1,0-5 1,0 3 92,1 0-1,-1 0 1,1 0-1,0 0 1,0 0-1,0 0 1,1 0-1,-1 1 1,1-1-1,0 0 1,0 1-1,1-1 1,-1 1-1,0 0 1,1 0-1,0 0 1,0 0-1,0 0 1,0 1-1,0-1 1,6-3-1,3-3 589,0 0 1,1 1-1,0 0 0,26-12 1,-36 19-901,26-10 379,1 2 0,54-11-1,-50 11-423,-24 6-196,-1 0 1,0 0-1,1 1 0,0 1 1,12-1-1,-9 2 482,64 2-9007,-43 5 1622,-33-6 6838,0-1 0,-1 0-1,1 1 1,0-1 0,0 0-1,-1 1 1,1-1 0,0 1-1,-1-1 1,1 1 0,-1-1-1,1 1 1,0-1 0,-1 1-1,1 0 1,-1-1 0,0 1-1,1 0 1,-1-1 0,1 1-1,-1 0 1,0 0 0,0-1-1,1 1 1,-1 1 0,0 10-4253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47.67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48 491 4466,'-42'23'6176,"37"-20"-4234,5 0-198,0-2-1702,0-1 1,0 0-1,0 0 1,0 0-1,0 1 1,-1-1-1,1 0 1,0 0-1,0 0 1,0 0-1,0 1 0,0-1 1,0 0-1,0 0 1,0 0-1,0 1 1,0-1-1,0 0 1,0 0-1,0 0 1,0 1-1,1-1 1,-1 0-1,0 0 0,0 0 1,0 1-1,0-1 1,0 0-1,0 0 1,0 0-1,1 0 1,-1 0-1,0 1 1,0-1-1,0 0 0,0 0 1,0 0-1,1 0 1,-1 0-1,0 0 1,0 0-1,0 0 1,1 1-1,-1-1 1,0 0-1,0 0 1,0 0-1,1 0 0,-1 0 1,0 0-1,0 0 1,1 0-1,25-2 1255,0-1-1,36-7 1,16-4-891,-19 3-347,-45 7-95,0 1 0,1 0-1,23 0 1,134-13-3016,39 16-1115,-142-10 4175,-36 2 319,-28 6 0,1 1 0,-1-1 1,0 1-1,0 0 0,1 0 0,6 1 0,3-11 8712,-22 10-8621,-1 1 1,0-1 0,0 2-1,1-1 1,-1 1-1,0 0 1,1 0-1,-1 1 1,1 0 0,-1 1-1,1-1 1,0 2-1,0-1 1,0 1-1,1 0 1,-1 0-1,-7 7 1,-7 6-419,13-12 0,1 1 0,-1 1 0,1-1 0,1 1 0,-9 10 0,10-3 0,0 0 0,1 1 0,0-1 0,1 1 0,1 0 0,0 0 0,1 0 0,1 0 0,2 26 0,-1-1 0,-1-37 0,0 0 0,0 0 0,1 1 0,0-1 0,-1 0 0,1 0 0,0-1 0,0 1 0,1 0 0,-1 0 0,0 0 0,1-1 0,0 1 0,0-1 0,0 1 0,0-1 0,0 0 0,0 1 0,0-1 0,1 0 0,-1-1 0,1 1 0,-1 0 0,1-1 0,0 1 0,0-1 0,0 0 0,0 0 0,0 0 0,0 0 0,0-1 0,0 1 0,0-1 0,0 0 0,0 0 0,0 0 0,0 0 0,0 0 0,0-1 0,0 1 0,6-3 0,2-2 0,-8 4 0,-1 0 0,0 0 0,0 0 0,1 0 0,-1 0 0,0-1 0,0 1 0,0-1 0,-1 1 0,1-1 0,0 0 0,0 1 0,-1-1 0,2-3 0,16-27 0,-15 27 0,0 0 0,-1-1 0,0 1 0,0-1 0,0 1 0,-1-1 0,0 0 0,0 0 0,-1 0 0,1 0 0,-1 0 0,0-9 0,0 11 0,-1 0 0,0 0 0,1 1 0,0-1 0,0 0 0,0 0 0,0 1 0,1-1 0,0 1 0,2-5 0,-2 4 0,0 1 0,0-1 0,0 0 0,-1 0 0,0 0 0,0 0 0,0 0 0,0-1 0,0 1 0,-1-6 0,0 5 0,2-23 0,-2 28 0,0-1 0,0 1 0,0 0 0,0-1 0,0 1 0,0 0 0,0-1 0,0 1 0,0 0 0,0-1 0,0 1 0,0 0 0,0-1 0,1 1 0,-1 0 0,0-1 0,0 1 0,0 0 0,1 0 0,-1-1 0,0 1 0,0 0 0,1 0 0,-1-1 0,0 1 0,0 0 0,1 0 0,-1 0 0,0 0 0,1-1 0,-1 1 0,0 0 0,1 0 0,-1 0 0,0 0 0,1 0 0,-1 0 0,0 0 0,1 0 0,-1 0 0,0 0 0,1 0 0,-1 0 0,0 0 0,1 0 0,-1 0 0,0 0 0,1 0 0,-1 1 0,0-1 0,0 0 0,1 0 0,-1 0 0,0 0 0,1 1 0,-1-1 0,0 0 0,0 0 0,1 1 0,-1-1 0,3 9 0,-4-8 0,1 0 0,0 0 0,0-1 0,0 1 0,0 0 0,0 0 0,1-1 0,-1 1 0,0 0 0,0-1 0,0 1 0,1 0 0,-1 0 0,0-1 0,1 1 0,-1 0 0,1-1 0,-1 1 0,0-1 0,2 2 0,6 6 0,28 24 0,-34-31 0,0 1 0,0-1 0,0 1 0,0-1 0,0 1 0,-1 0 0,1-1 0,0 1 0,-1 0 0,1 0 0,-1 0 0,0 0 0,2 3 0,19 24 0,-3-12 0,-10-7 0,0-1 0,1 0 0,1-1 0,0 0 0,0-1 0,0 0 0,19 8 0,-17-10 0,-12-4 0,0-1 0,0 1 0,0 0 0,0-1 0,0 1 0,0-1 0,1 0 0,-1 1 0,0-1 0,0 0 0,1 0 0,-1 0 0,0 1 0,0-1 0,1-1 0,-1 1 0,0 0 0,0 0 0,1 0 0,-1-1 0,0 1 0,0 0 0,0-1 0,1 1 0,-1-1 0,0 0 0,0 1 0,0-1 0,0 0 0,1-1 0,4-2 0,-5 4 0,0 0 0,0-1 0,0 1 0,0-1 0,0 0 0,0 1 0,0-1 0,0 1 0,0-1 0,0 0 0,-1 0 0,1 0 0,0 1 0,-1-1 0,1 0 0,0 0 0,-1 0 0,1 0 0,-1 0 0,0 0 0,1 0 0,-1 0 0,0 0 0,1 0 0,-1-1 0,0 1 0,0-1 0,9-28 0,-8 26 0,1 1 0,-1 0 0,0-1 0,0 1 0,0 0 0,0-1 0,0 0 0,0-4 0,-1-4 0,1 0 0,1 0 0,0 0 0,7-21 0,-6 22 0,0-1 0,0 1 0,-1-1 0,1-20 0,-2 9 0,-1 14 0,1 1 0,-1-1 0,0 1 0,-1 0 0,0-1 0,-4-14 0,-1 2 0,1 0 0,0-1 0,2 0 0,0 0 0,2-31 0,-18-76 0,19 126 0,0 0 0,-1 0 0,1 0 0,-1 0 0,1 0 0,-1 0 0,0 0 0,0 0 0,0 1 0,-1-1 0,1 0 0,-1 1 0,-2-5 0,2 5 0,1 0 0,-1 0 0,1 0 0,0-1 0,0 1 0,0 0 0,0-1 0,0 1 0,1 0 0,-1-1 0,0 1 0,1-1 0,0-3 0,0 5 0,0 0 0,0 1 0,0-1 0,0 0 0,0 0 0,0 0 0,0 0 0,0 1 0,0-1 0,0 0 0,-1 0 0,1 0 0,0 0 0,0 1 0,-1-1 0,1 0 0,-1 0 0,1 1 0,-1-1 0,1 0 0,-1 1 0,1-1 0,-1 0 0,1 1 0,-1-1 0,0 1 0,1-1 0,-1 1 0,0-1 0,0 1 0,1 0 0,-2-1 0,1 1 0,1 1 0,-1-1 0,1 0 0,-1 1 0,1-1 0,-1 1 0,1-1 0,0 0 0,-1 1 0,1-1 0,0 1 0,-1-1 0,1 1 0,0 0 0,-1-1 0,1 1 0,0-1 0,0 1 0,0-1 0,0 1 0,-1 0 0,1-1 0,0 1 0,0-1 0,0 1 0,0 0 0,0-1 0,0 1 0,1-1 0,-1 1 0,0 0 0,0-1 0,0 1 0,1-1 0,-1 1 0,0-1 0,0 1 0,1-1 0,-1 1 0,0-1 0,1 1 0,0 0 0,3 7 0,-2-4 0,0-1 0,-1 1 0,1 0 0,-1 0 0,0-1 0,0 1 0,0 0 0,-1 0 0,1 5 0,-1-5 0,0 0 0,1 0 0,0 0 0,0 0 0,0 0 0,0 0 0,0 0 0,1 0 0,0 0 0,2 3 0,-2-3 0,0-1 0,0 1 0,-1 0 0,1 0 0,-1 0 0,0 0 0,0 0 0,0 0 0,-1 0 0,1 4 0,0 7 0,1-1 0,0 0 0,1 1 0,0-1 0,1 0 0,9 18 0,9 36 0,-19-55-220,0 0 0,0 0 0,2-1 0,0 0 0,0 0 1,13 21-1,26 59-8702,-37-78 6981,-7-12 1607,1-1 1,0 1-1,0 0 1,0 0-1,0 0 0,0 0 1,1-1-1,-1 1 1,0-1-1,1 1 1,0-1-1,-1 1 1,1-1-1,0 0 1,3 2-1,19 18-4722,-23-20 4728,1 1 0,-1-1 0,0 0 0,0 1 0,1-1 0,-1 0 0,1 0 0,-1 0 0,1 0 0,-1 0 0,1 0 0,0-1 0,0 1 0,-1 0 0,1-1 0,0 1 0,0-1 0,-1 0 0,1 0 0,0 0 0,0 0 0,3 0 0,-2 0-867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4:48.1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0 284 864,'3'-7'370,"0"2"7,-1 0 0,0-1 0,0 1 0,0-1 0,-1 0 0,1 0 1,-1 0-1,-1 1 0,1-10 0,-1 9 10,1 0 0,0 0 0,0 0 0,0-1 0,1 1 1,0 0-1,3-5 0,-2 4 221,-1 0 0,1 0 0,-1 0 0,-1 0 0,1 0 0,-1-1 0,0-8 0,-2 3 645,0-10 1032,3 8 4286,-14 16-4361,-2-2-1200,14 2-984,-1-1 0,1 0-1,0 1 1,0-1 0,0 0 0,-1 0-1,1 1 1,0-1 0,0 0 0,0 1-1,0-1 1,0 0 0,0 1 0,0-1-1,0 0 1,0 1 0,0-1 0,0 0 0,0 1-1,0-1 1,0 0 0,0 1 0,0-1-1,0 0 1,0 1 0,0-1 0,0 0-1,1 1 1,-1-1 0,0 0 0,0 1-1,0-1 1,0 0 0,1 0 0,-1 1-1,0-1 1,0 0 0,1 0 0,-1 0-1,0 1 1,1-1 0,-1 0 0,1 0 0,5 7 204,-4-6-186,-1 0 1,0 1-1,1-1 0,-1 0 0,0 1 1,0-1-1,0 1 0,0-1 0,0 1 0,0 0 1,0-1-1,-1 1 0,1 0 0,-1 0 1,1 0-1,-1-1 0,1 1 0,-1 0 1,0 3-1,0-1 33,1 0 1,0 0 0,0 0-1,0 0 1,0 0 0,1 0-1,0 0 1,0 0-1,0-1 1,0 1 0,0 0-1,1-1 1,-1 0 0,1 0-1,0 0 1,0 0-1,7 5 1,22 28 584,-14-10-225,2 0-1,0-2 0,38 36 0,-54-57-411,0 0-1,-1 0 1,1 1 0,-1-1-1,0 1 1,0 0 0,0 0-1,0 0 1,-1 0 0,0 0-1,0 1 1,0-1-1,0 1 1,-1-1 0,1 1-1,0 9 1,-2-13-25,-1 0 0,0 0 0,0 0 0,1-1 0,-1 1 0,0 0 0,0 0 0,0 0 0,0-1 0,0 1 0,0-1 0,0 1 0,0-1 0,0 1 0,-1-1 0,1 1 0,0-1 0,0 0 0,0 0 0,0 1 0,-1-1 0,1 0 0,0 0 0,0 0 0,0 0 0,-2-1 0,-47 1 0,37-1 0,-106 1-93,119 0 80,0 0 0,0 0 0,-1 1 0,1-1 1,0 0-1,0 0 0,-1 0 0,1 0 1,0 1-1,0-1 0,-1 0 0,1 0 0,0 0 1,0 1-1,0-1 0,0 0 0,-1 0 0,1 1 1,0-1-1,0 0 0,0 1 0,0-1 1,0 0-1,0 0 0,0 1 0,0-1 0,0 0 1,0 1-1,0-1 0,0 0 0,0 0 1,0 1-1,0-1 0,0 0 0,0 1 0,0-1 1,0 0-1,0 0 0,0 1 0,1-1 0,-1 0 1,0 0-1,0 1 0,0-1 0,1 0 1,-1 0-1,0 1 0,0-1 0,0 0 0,1 0 1,-1 0-1,0 0 0,0 1 0,1-1 0,-1 0-44,11 2 6,0 0 1,0-2-1,1 1 0,18-3 0,-3 2 233,-17-2-168,-1 0 0,1 0 0,-1-1 0,17-7 0,-1 0 4,-15 5 38,0 0-1,0 0 1,0-1-1,-1 0 1,0-1-1,0 0 1,-1-1-1,1 1 1,12-18-1,-9 11 40,2 1-1,28-24 0,-32 30-94,-7 6 0,0-1 0,-1 0 0,1 0 0,0 0 0,-1 0 0,1-1 0,-1 1 0,0-1 0,0 1 0,0-1 0,0 0 0,0 0 0,-1 0 0,1 0 0,-1 0 0,1-4 0,1 1 0,0 0 0,0 0 0,1 0 0,-1 0 0,1 1 0,6-7 0,-5 7 0,-1-1 0,0 1 0,0-1 0,-1 0 0,0 0 0,4-8 0,-4 6 0,0 0 0,1 0 0,0 1 0,8-12 0,-12 18 0,2-1 0,-1 0 0,0 0 0,0-1 0,0 1 0,0-1 0,0 1 0,-1 0 0,1-1 0,-1 1 0,0-1 0,1 0 0,-1 1 0,0-1 0,0 1 0,-1-1 0,1 1 0,-2-6 0,2 7 0,0 0 0,0 1 0,-1-1 0,1 0 0,0 0 0,-1 0 0,1 0 0,-1 0 0,1 0 0,-1 0 0,1 1 0,-1-1 0,0 0 0,1 0 0,-1 1 0,0-1 0,0 0 0,1 1 0,-1-1 0,0 1 0,0-1 0,0 1 0,0-1 0,0 1 0,0 0 0,0-1 0,0 1 0,0 0 0,0 0 0,0 0 0,0 0 0,0 0 0,0 0 0,0 0 0,0 0 0,-2 1 0,0 0 0,-1 0 0,1 1 0,0-1 0,-1 1 0,1 0 0,0 0 0,0 0 0,0 1 0,0-1 0,0 1 0,1-1 0,-1 1 0,1 0 0,0 0 0,-3 5 0,-14 17 0,14-19 0,0 1 0,1-1 0,0 1 0,1-1 0,-1 1 0,1 0 0,1 0 0,-1 1 0,-2 12 0,2-1 0,1 0 0,-1 34 0,3-47 0,1 0 0,-1 0 0,1 0 0,0 0 0,0 0 0,1-1 0,-1 1 0,1 0 0,1-1 0,-1 1 0,1-1 0,0 0 0,0 1 0,1-1 0,-1-1 0,1 1 0,0-1 0,0 1 0,1-1 0,-1 0 0,1-1 0,0 1 0,0-1 0,0 0 0,1 0 0,-1-1 0,10 4 0,0 0 0,0-1 0,1-1 0,-1 0 0,30 3 0,-26-8-731,-1 0 0,0 0-1,35-10 1,-39 8-236,0-2-1,-1 0 1,0-1-1,0 0 0,0-1 1,-1 0-1,0-1 1,0-1-1,10-9 1,-2 0-7227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03.2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47 263 2449,'-47'-32'19478,"140"21"-12981,30-4-3944,38 4-832,126-5-1652,-46 6-69,112-6 0,202-19 0,-508 30 0,379-47 0,-96 25 0,-94 16 0,60 7 0,-161 6 0,50-18 0,-90 15 0,-26-1 0,79 8 0,141 7 0,-78-2 0,-36 4 0,30-6 0,-66-6 0,-83-4 0,-13-4-1315,-41 4 1194,-1 1 0,0 0 1,0 0-1,0-1 0,0 1 0,0 0 1,0-1-1,0 1 0,0-1 0,0 1 1,0-1-1,0 0 0,0 0 1,0 1-1,0-1 0,0 0 0,0 0 1,-1 0-1,1 0 0,0 0 1,-1 0-1,1 0 0,-1 0 0,1 0 1,-1 0-1,1 0 0,-1-1 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04.1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259 30 288,'-57'0'4191,"-144"0"13868,290 1-16425,248-11 6961,-252 5-8595,106 6 0,-62 2 0,87-17 0,-131 9 0,103 5 0,-55 3 0,1096-3 0,-1005 16 0,465-16 0,-522 10 0,330-10 0,-493 0 11,-4 0-40,0 1 1,1-1-1,-1 0 1,1 0-1,-1 0 1,1 0-1,-1 0 1,1 0-1,-1 0 1,1 0-1,-1 0 1,1 0-1,-1 0 1,1 0-1,-1 0 1,1 0-1,-1 0 1,1 0-1,-1-1 1,1 1-1,-1 0 0,1 0 1,-1-1-1,1 1 1,-1 0-1,0 0 1,1-1-1,-1 1 1,0-1-1,1 1 1,-1 0-1,0-1 1,1 1-1,-1-1 1,0 1-1,0-1 1,1 1-1,-1 0 1,0-1-1,0 1 1,0-1-1,0 1 0,0-1 1,0 0-1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16.7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59 5859,'0'50'26620,"8"-64"-26286,-7 13-350,-1 0 0,1 0 0,0 0 0,0 0 0,0 0 0,0 0 0,-1 0 0,1 0 0,-1 0 0,1 0-1,0 0 1,-1 0 0,0 0 0,1-1 0,-1 1 0,0 0 0,0 0 0,1-1 0,-1 1 0,0-2 0,0 3-64,0-1 1,0 1-1,0-1 0,0 1 1,0-1-1,0 1 0,0-1 0,0 1 1,0-1-1,0 1 0,1-1 1,-1 1-1,0 0 0,0-1 0,0 1 1,1-1-1,-1 1 0,0 0 0,1-1 1,-1 1-1,0 0 0,1-1 1,-1 1-1,1 0 0,-1-1 0,0 1 1,1 0-1,-1 0 0,1 0 1,-1-1-1,1 1 0,-1 0 0,1 0 1,-1 0-1,1 0 0,-1 0 0,1 0 1,-1 0-1,1 0 0,0 0 1,-1 0-50,1 0 0,0 0 1,-1 0-1,1 0 0,-1 0 1,1 0-1,-1 0 1,1 0-1,-1 0 0,1-1 1,0 1-1,-1 0 1,1 0-1,-1 0 0,1-1 1,-1 1-1,1 0 0,-1-1 1,0 1-1,1-1 1,-1 1-1,1 0 0,-1-1 1,0 1-1,1-1 0,-1 1 1,0-1-1,1 1 1,-1-1-1,0 1 0,0-1 1,0 1-1,1-1 1,-1 1-1,0-1 0,0 0 1,0 1-1,0-1 0,0 1 1,0-1-1,0 0 1,0-2-1405,1-14-1978,-30-5-9552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22.1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4034,'0'0'28549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40.3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454 428 5715,'0'-4'968,"0"0"0,1 0 0,-1 0 0,1 0 0,-1 0 1,1 0-1,0 1 0,1-1 0,2-5 0,10-13 2191,-13 21-2922,-1-1 0,1 0-1,0 1 1,0-1 0,-1 0 0,1 0 0,-1 0-1,0 0 1,0 1 0,0-1 0,1 0-1,-2 0 1,1 0 0,0 0 0,0 0-1,-1 0 1,1 1 0,-1-1 0,1 0 0,-1 0-1,0 0 1,1 1 0,-1-1 0,0 1-1,0-1 1,0 0 0,-1 1 0,1 0 0,0-1-1,-2-1 1,-6-10 1411,4-19 946,5 30-2462,0-1-1,0 0 1,0 1-1,0-1 1,-1 0-1,1 0 1,-1 1-1,1-1 1,-1 1-1,0-1 1,0 1-1,-1-1 1,1 1-1,0-1 1,-1 1-1,1 0 1,-1 0-1,0 0 1,-2-3-1,-18-24-131,21 26 0,-1 0 0,0 0 0,1 0 0,-1 0 0,0 0 0,-1 1 0,1-1 0,0 1 0,-1 0 0,0-1 0,1 1 0,-1 0 0,0 0 0,0 1 0,0-1 0,0 1 0,0-1 0,0 1 0,-6-1 0,-2-1 0,0 1 0,-1 0 0,0 1 0,1 0 0,-1 0 0,0 2 0,1-1 0,-1 2 0,-16 3 0,6 3 0,15-5 0,-1-1 0,1 1 0,-1 0 0,1 0 0,0 1 0,0 0 0,1 1 0,-1-1 0,1 1 0,0 0 0,0 1 0,1 0 0,0 0 0,-6 8 0,-6 9 0,-36 60 0,49-75 0,0 0 0,1 0 0,0 0 0,0 0 0,1 0 0,0 0 0,0 1 0,-1 16 0,2 16 0,-1-30 0,2 0 0,-1-1 0,2 1 0,-1-1 0,1 1 0,1 0 0,3 11 0,22 58 0,-25-71 0,2 0 0,0 0 0,0 0 0,0-1 0,8 12 0,4 8 0,-13-24 0,0-1 0,0 0 0,0 1 0,0-1 0,0 0 0,1-1 0,5 5 0,3 2 0,-11-8 0,-1 0 0,1 1 0,1-1 0,-1 0 0,0 0 0,0 0 0,0 0 0,0 0 0,1 0 0,-1-1 0,0 1 0,1 0 0,-1-1 0,1 1 0,-1-1 0,1 1 0,-1-1 0,1 0 0,-1 1 0,1-1 0,-1 0 0,1 0 0,0 0 0,-1 0 0,1-1 0,-1 1 0,1 0 0,-1-1 0,1 1 0,-1-1 0,1 1 0,-1-1 0,0 0 0,1 1 0,-1-1 0,0 0 0,1 0 0,-1 0 0,0 0 0,0 0 0,1-2 0,16-9 0,-14 8 0,0 0 0,0 0 0,0-1 0,-1 1 0,1-1 0,-1 0 0,0 0 0,0 0 0,2-9 0,1 2 0,-4 8 0,-1 1 0,0-1 0,0 1 0,0-1 0,-1 1 0,1-1 0,-1 0 0,0 1 0,0-8 0,1-14 0,5-1 0,-2 0 0,-1-1 0,0-38 0,-3-97 0,0 161 0,0 1 0,0-1 0,0 1 0,1-1 0,-1 0 0,0 1 0,0-1 0,1 1 0,-1-1 0,0 1 0,1-1 0,-1 1 0,1-1 0,-1 1 0,0-1 0,1 1 0,-1 0 0,1-1 0,-1 1 0,1 0 0,-1-1 0,1 1 0,0 0 0,-1 0 0,1-1 0,-1 1 0,1 0 0,0 0 0,-1 0 0,1 0 0,-1 0 0,1 0 0,0 0 0,-1 0 0,1 0 0,-1 0 0,1 0 0,0 0 0,-1 0 0,1 1 0,-1-1 0,1 0 0,0 0 0,-1 1 0,1-1 0,-1 0 0,1 1 0,-1-1 0,1 1 0,-1-1 0,0 1 0,1-1 0,-1 0 0,1 1 0,-1-1 0,0 1 0,1 0 0,-1-1 0,0 1 0,0-1 0,0 1 0,1-1 0,-1 2 0,2 5 0,1 1 0,0-1 0,0 0 0,0 0 0,1 0 0,0-1 0,0 1 0,1-1 0,9 10 0,14 38 0,38 12 0,-58-56 0,0 1 0,0-1 0,1 0 0,0-1 0,1 0 0,13 9 0,2 1 0,-9-6 0,0-1 0,1-1 0,0-1 0,0-1 0,1 0 0,1-1 0,-1-1 0,1 0 0,1-2 0,-1 0 0,1-2 0,0 0 0,33 1 0,-30-3 0,-14-1 0,-1 1 0,1-1 0,-1-1 0,1 0 0,-1 0 0,0 0 0,0-1 0,16-6 0,-7 2 0,-6 2 0,0 0 0,-1 0 0,1-1 0,-1 0 0,0-1 0,-1 0 0,0-1 0,1 0 0,-2 0 0,14-14 0,-15 12 0,14-16 0,-1-2 0,32-54 0,-29 38 0,-15 30 0,-1-1 0,0 1 0,-1-2 0,7-23 0,1-18 0,-10 41 0,0 1 0,-1 0 0,-1-1 0,0 0 0,0-18 0,-2-59 0,0 91 0,0-1 0,0 1 0,0 0 0,0-1 0,0 1 0,-1 0 0,1-1 0,0 1 0,-1 0 0,1-1 0,-1 1 0,1 0 0,-1 0 0,0 0 0,1-1 0,-1 1 0,0 0 0,0 0 0,0 0 0,0 0 0,0 0 0,0 1 0,-2-3 0,2 3 0,0-1 0,0 0 0,0 1 0,0-1 0,1 0 0,-1 0 0,0 0 0,0 0 0,1 0 0,-1 0 0,0 0 0,1 0 0,-1 0 0,1 0 0,-1 0 0,1 0 0,0 0 0,-1 0 0,1-1 0,0 1 0,0 0 0,0 0 0,0-2 0,-1 1 0,0 0 0,0 1 0,0-1 0,-1 1 0,1-1 0,0 1 0,-1-1 0,1 1 0,-1 0 0,1 0 0,-1-1 0,0 1 0,0 0 0,1 1 0,-1-1 0,0 0 0,0 0 0,0 1 0,0-1 0,0 1 0,0 0 0,0 0 0,0-1 0,0 1 0,-2 1 0,-6-3 0,1 1 0,0 1 0,-1 0 0,1 0 0,-13 3 0,11 0 0,0 0 0,0 0 0,0 1 0,0 1 0,1 0 0,0 0 0,0 1 0,1 1 0,-1-1 0,1 1 0,1 1 0,-1 0 0,-8 11 0,11-12 0,0 0 0,1 0 0,-1 1 0,2 0 0,-1 0 0,1 0 0,0 0 0,1 1 0,0 0 0,0-1 0,1 1 0,0 0 0,1 0 0,0 1 0,0-1 0,1 0 0,0 0 0,1 0 0,0 0 0,0 1 0,1-1 0,5 16 0,-2-11 0,0-1 0,1 0 0,0 0 0,1-1 0,1 1 0,17 21 0,65 61 0,-51-57 0,16 17 0,74 99 0,-120-140 0,0 0 0,-1 0 0,0 1 0,-1 0 0,-1 1 0,-1 0 0,0 0 0,-1 0 0,0 0 0,-2 1 0,0-1 0,0 1 0,-3 28 0,1-39 0,-1 0 0,0 0 0,0 0 0,-1 1 0,1-1 0,-1-1 0,-1 1 0,1 0 0,-1-1 0,0 1 0,0-1 0,-1 0 0,1 0 0,-1 0 0,-1 0 0,1-1 0,0 1 0,-1-1 0,0 0 0,-9 5 0,2-2 0,-7 4 0,0-1 0,-1 0 0,-27 8 0,30-13 0,0 0 0,-1 0 0,0-1 0,-28 3 0,32-7-386,0 0 0,-1-1 1,1 0-1,-27-6 0,38 6-891,0 0-1,0 0 0,0-1 1,0 1-1,0-1 1,0 1-1,0-1 1,1 0-1,-1 0 0,-2-3 1,-5-7-2163,5-16-1949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40.6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99 486 7299,'23'-25'11650,"3"-4"-2048,-8 17-6888,-1 8-1801,-15 4-878,0 0-1,0 0 1,0-1 0,0 1-1,0-1 1,0 0 0,0 1-1,0-1 1,0 0 0,0 0-1,-1 0 1,1 0-1,0-1 1,-1 1 0,1 0-1,1-3 1,-1 2-35,1-3 0,-1 1 0,1 0 0,0 0 0,0 0 0,1 0 0,-1 1 0,1-1 0,0 1 0,0 0 0,0 0 0,7-4 0,-5 5 0,-1-1 0,1 0 0,-1 0 0,0-1 0,0 1 0,-1-1 0,1 0 0,-1 0 0,0-1 0,0 1 0,0-1 0,3-6 0,28-55 0,-32 57 0,1 0 0,-2 0 0,1-1 0,-1 1 0,-1-1 0,0 1 0,0-1 0,-1 1 0,0-1 0,0 0 0,-1 1 0,-3-11 0,3 15 0,-1-1 0,0 1 0,0 0 0,-1 0 0,1 0 0,-1 0 0,0 1 0,0-1 0,-1 1 0,1 0 0,-1-1 0,0 2 0,0-1 0,-1 0 0,1 1 0,-1 0 0,1 0 0,-1 0 0,0 1 0,0-1 0,0 1 0,-1 0 0,1 1 0,0-1 0,-1 1 0,1 0 0,-1 1 0,0-1 0,1 1 0,-1 0 0,-6 1 0,4-1 0,1 1 0,0-1 0,-1 1 0,1 1 0,0-1 0,0 1 0,0 1 0,0-1 0,1 1 0,-1 0 0,0 1 0,1-1 0,0 1 0,0 1 0,0-1 0,1 1 0,-1 0 0,1 0 0,0 1 0,-4 6 0,-26 27 0,30-35 0,-1 1 0,1 1 0,0-1 0,1 1 0,-1-1 0,1 1 0,0 0 0,1 1 0,-1-1 0,1 1 0,-3 12 0,2 3 0,1 0 0,2 0 0,1 25 0,0-35 0,1-1 0,0 1 0,1-1 0,0 0 0,1 1 0,0-1 0,10 21 0,-3-14 0,1 0 0,1-1 0,0-1 0,1 0 0,1 0 0,1-1 0,0-1 0,1-1 0,0 0 0,1-1 0,0 0 0,1-2 0,33 15 0,-38-20 0,0-1 0,0-1 0,1 0 0,14 1 0,5 2 0,-28-6 0,-1 1 0,1-1 0,-1 1 0,1-1 0,-1-1 0,1 1 0,-1-1 0,1 0 0,-1 0 0,8-2 0,9-3 0,3 4 0,-19 2 0,0-1 0,0 1 0,0-1 0,0 0 0,0 0 0,-1-1 0,1 1 0,6-4 0,-7 3 16,0 0 1,0 1-1,0-1 1,1 1-1,-1 0 1,0 0-1,1 0 1,6 0-1,-8 1-66,1 0 0,-1 0 0,0-1-1,0 1 1,0-1 0,0 0 0,0 0-1,0 0 1,0 0 0,0 0-1,0-1 1,-1 1 0,1-1 0,4-3-1,7-7-1667,-7 6-276,0 1 1,0-1-1,-1-1 0,0 1 1,0-1-1,5-7 1,-8-4-4971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41.0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142 498 2785,'-73'-95'12406,"26"16"-8484,44 76-3556,1 0 0,0 0 0,0 0 0,0 0 0,0-1 0,1 1 0,-1 0 0,1-1 0,0 0 0,0 1 0,0-1 1,0 0-1,1 1 0,0-1 0,-1 0 0,1 0 0,1 1 0,-1-5 0,3 5-95,1 1 0,-1 0 0,0 0 0,0 0 0,1 0 1,-1 0-1,1 1 0,0-1 0,-1 1 0,1 0 0,0 0 0,4 0 0,58-3 1517,-17 3-1103,855-48 17,-93 6-702,-369 17 0,-304 13 0,206-27 0,-319 36 16,-5 1-64,1 0 1,-1-2-1,0 0 1,-1-1-1,23-10 1,-42 16-20,0 0 1,1 0 0,-1 0 0,0 0 0,1 0-1,-1 0 1,0-1 0,1 1 0,-1 0 0,0 0-1,1 0 1,-1 0 0,0-1 0,0 1 0,1 0-1,-1 0 1,0 0 0,0-1 0,1 1 0,-1 0-1,0 0 1,0-1 0,0 1 0,1 0 0,-1-1-1,0 1 1,0 0 0,0-1 0,0 1 0,0 0-1,0-1 1,0 1 0,0 0 0,0-1 0,0 1-1,0 0 1,0-1 0,0 1 0,-16-4-4340,-44 5-4947,37-1 6856,-99 2-5747,47 7 2940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41.4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1 305 3602,'33'-61'4167,"48"-66"0,-51 63-2209,-27 60-1796,1 0 0,1 0 0,-1 0 0,1 0 0,-1 1 0,1-1 0,0 1 0,0 1 1,1-1-1,-1 1 0,9-3 0,8-5 487,-14 17 743,-7-7-1351,0 0 0,0 0-1,0 0 1,0 0 0,-1 0-1,1 1 1,0-1 0,0 0-1,0 1 1,0-1 0,0 1 0,-1-1-1,1 1 1,0-1 0,0 1-1,-1-1 1,1 1 0,0 0-1,-1 0 1,1-1 0,-1 1 0,1 0-1,-1 0 1,1-1 0,-1 1-1,1 0 1,-1 0 0,0 0-1,0 0 1,1 0 0,-1 0 0,0 0-1,0 0 1,0 1 0,5 22 508,3 13 697,-3 0 0,-1 0 0,-1 0 0,-3 1-1,-3 40 1,0-24 178,3 1 0,7 55 0,32 261-271,-17-144-1137,3 42-19,22 546 3,-34-560 0,5 231 0,1 333 0,5-115 0,-16-545 0,-1-22 0,29 960 0,-19-485 0,-3-259 0,1 592 0,4-372 0,-6-278 0,-12-267 0,40 696-13,-20-425-1423,-12-144-4125,33 181 0,28-41-6100,-42-172 3238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42.4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29 225 2945,'0'-3'180,"-1"0"0,1 1 0,0-1 0,-1 0 0,1 1-1,-1-1 1,0 1 0,0-1 0,0 1 0,0 0 0,0-1 0,-1 1-1,-2-4 1,2 4-94,1-1 0,-1 1 0,1-1 0,-1 1 0,1-1 0,0 0 0,0 0 0,0 1 0,0-1 0,1 0 0,-1 0 0,1 0 0,0-5 0,0-135 4068,0 476 2865,2-276-5987,12 68 1,1 6 125,-11-83-755,34 331 1728,-20-145-1636,-11-107-363,65 727 183,-48-464-278,-1-12 25,12 368 3,-20-327-77,-8-253-13,28 919 3148,-21-576-454,0-1-600,19 969-1796,-16-944-306,48 354 33,-38-594 0,19 68 0,-23-204 0,6 50 0,61 224 0,105 178-10946,-180-574 7844,1-1-1,2 0 1,44 60 0,-4-25-6198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43.0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780 618 288,'-39'10'459,"27"-6"2,-1 0 0,0-1 0,1-1 0,-21 1 0,-155 8 3362,23 5-1841,96-18-699,44 0-116,0 1 1,-1 2-1,1 0 0,0 2 1,-47 10-1,34-10 3315,105-17-3055,172-17 422,477-82 544,-246 41-667,270-25-511,-222 33-1648,453-84-154,-825 124 368,-22 7-641,83-19-3415,-112 17-258,-61 14 682,52-16 0,-35-4-797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43.2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291 11 1873,'-75'-10'2353,"28"10"-1040,29 0-721,-29 0-512,19 0-464,0 0-273,9 10-239,-9-10-16,28 27 95,0-11 161,0 10 160,0-15 63,0 15 81,28 6-192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43.6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263 628 3153,'-37'14'2868,"23"-8"-1586,-1 0 0,0-1 0,-18 3 0,21-6-910,-13 2 467,1 0 0,-37 13 0,50-15-701,11-3-116,-1 1-1,1 0 1,-1 0-1,1 0 1,-1 0-1,1 0 1,-1 0-1,1 0 1,-1 0-1,1 0 1,-1 1-1,0-1 1,1 0-1,-1 0 1,1 0-1,-1 0 1,1 1-1,0-1 1,-1 0-1,1 1 1,-1-1 0,1 0-1,-1 1 1,1-1-1,0 0 1,-1 1-1,1-1 1,0 1-1,-1-1 1,1 1-1,0-1 1,0 1-1,-1-1 1,1 1-1,0-1 1,0 1-1,26 1 1276,17-4-811,-1-2 0,1-1 0,53-15-1,19-3-342,300-55 1911,159-26 4939,26 5-1831,-41 16-4908,26-5-305,-393 58 51,227-44 0,-208 21-3020,-210 53 2779,1 0-1,-1 0 1,0 0 0,0 0-1,1 0 1,-1-1 0,0 1 0,0 0-1,0-1 1,1 1 0,-1-1-1,0 1 1,0-1 0,0 0-1,0 1 1,0-1 0,0 0 0,0 0-1,0 0 1,0 0 0,-1 0-1,2-1 1,-2 1-43,-1 0-1,1 0 1,-1 0 0,0 1-1,1-1 1,-1 0 0,0 0-1,1 1 1,-1-1 0,0 0-1,0 1 1,0-1 0,0 1-1,0-1 1,0 1 0,0-1-1,1 1 1,-1 0-1,-2-1 1,-61-15-7008,-14 14 1210,31 2 3571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44.0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1 765 5875,'1'14'6685,"3"-9"-3317,13-7-2221,11-6-387,1 3 30,48-16 0,4-1 359,461-101 4392,-221 64-2863,-43 10-433,383-82-506,272-43-1739,-504 79-1558,-352 73-367,4 1-1977,-78 20 3550,0 1-1,0-1 1,0 1-1,0-1 0,0 0 1,0 0-1,0 0 1,-1 0-1,1-1 0,0 1 1,-1-1-1,1 1 1,3-5-1,-1-2-4395,-3-3-3712,-2-2 4888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44.7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525 523 1489,'-80'8'4799,"15"1"-2352,2 2-1460,41-6-643,0-1 0,-35 1 0,-81 5 1783,132-9-1885,1-1 1,-1 1 0,0 0 0,0 1 0,-10 3-1,-12 1 953,23-6-360,10 0-2,10-5-82,1-3 531,78-6 1789,23-12-1327,71-13-58,-179 38-1621,455-70 3251,766-80-623,-441 67-1734,-581 64-919,-78 9-161,129-28-1,-182 25-1267,19-6-2312,-81 16 1512,1 0 1,-1-2 0,28-14 0,-42 20 2004,0-1-104,0 1 0,0 0-1,0-1 1,1 1 0,-1-1 0,-1 0-1,1 1 1,0-1 0,0 0 0,0 1-1,0-1 1,0 0 0,-1 0 0,1 0 0,0 0-1,0 0 1,-1 0 0,1 0 0,-1 0-1,1 0 1,-1 0 0,0 0 0,1 0-1,-1 0 1,0 0 0,0 0 0,0 0-1,1-1 1,-1 1 0,-1-2 0,1-21-4240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45.3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211 512 3169,'-56'0'6059,"-25"0"-1998,78 0-3880,0 0 0,0 0 0,1 0 0,-1 0 0,0 0 0,0-1 0,0 0 0,0 1 1,1-1-1,-1 0 0,0 0 0,1 0 0,-1-1 0,1 1 0,-4-3 0,5 3 13,-1 0-1,0 1 1,1-1-1,-1 1 1,0-1-1,1 1 1,-1-1-1,0 1 1,1 0-1,-1 0 1,0 0-1,-4 0 3130,13-2-2860,1 0 0,0 1-1,0-1 1,-1 1 0,1 1-1,12 0 1,35-3 1391,328-48 3754,-284 41-5431,416-46-119,9 3-58,-305 32 0,79-10 0,-168 14 0,143-23 0,-173 24 0,-64 12 0,0-1 0,0-2 0,-1-2 0,0-1 0,-1-1 0,41-21 0,-65 28-462,43-29-5999,-52 33 6293,0-1 0,0 0 0,0 1 0,0-1 0,0 0 0,0 0 0,0 1 0,-1-1 0,1 0 0,0 0 0,0 0 0,-1 0 0,1 0 0,-1 0 0,1-1 1,-1 1-1,1 0 0,-1 0 0,0 0 0,1 0 0,-1 0 0,0-1 0,0 1 0,0 0 0,0 0 0,0-1 0,0 1 0,0 0 0,0 0 0,-1 0 0,1 0 0,0-1 0,-1 1 0,1 0 0,-1 0 1,1 0-1,-1 0 0,1 0 0,-1 0 0,0 0 0,0 0 0,-1-1 0,-20-11-5213,2-1 80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45.9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52 3826,'23'-13'5277,"-17"-2"6245,-7-8 561,1 26-12079,0 0 0,0 0-1,0 0 1,1 0 0,-1 1-1,1-1 1,0 0 0,0 0-1,0 0 1,0-1 0,0 1-1,0 0 1,1 0 0,0-1-1,2 4 1,-3-3-4,0 0 0,0 0 0,0 0 0,0 0 0,0 1 0,0-1 0,-1 0 0,0 1 0,0-1 0,0 0 0,0 0 0,-1 6 0,2 21 0,10-12 0,-10-15 0,1-1 0,-1 0 0,1 0 0,-1 1 0,0-1 0,0 0 0,0 1 0,0-1 0,-1 1 0,1 0 0,-1-1 0,1 1 0,-1 0 0,0 2 0,2 12 0,1 0 0,1-1 0,0 0 0,1 0 0,1 0 0,0 0 0,1-1 0,16 25 0,-13-21 0,-2 31-430,-2-39-817,-4-9 891,-1 0 1,0 0 0,0 0-1,0 0 1,0 0 0,-1 1 0,1-1-1,0 0 1,-1 0 0,0 1-1,1-1 1,-1 5 0,0-6 60,0 1 0,0-1-1,0 1 1,0 0 0,0-1 0,1 1 0,-1 0 0,0-1 0,1 1-1,0-1 1,-1 1 0,1-1 0,0 0 0,0 1 0,0-1 0,0 0-1,0 1 1,0-1 0,0 0 0,2 1 0,-2 0-236,0-1 1,0 0 0,0 0-1,1 0 1,-1 1 0,-1-1-1,1 1 1,0-1-1,0 1 1,0-1 0,-1 1-1,1-1 1,-1 1 0,1 0-1,-1-1 1,0 1-1,1 0 1,-1-1 0,0 1-1,0 2 1,0 10-3525,0-3-929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46.2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328 522 2625,'0'-4'366,"0"0"-1,1 1 1,-1-1-1,1 0 1,0 1-1,0-1 1,0 0-1,1 1 1,-1-1-1,1 1 1,2-4-1,-2 3-61,0 1-1,0 0 1,-1-1-1,1 0 1,-1 1-1,0-1 1,0 0-1,0 0 1,-1 1-1,1-1 0,-1-5 1,19-104 10162,-19 65-3954,0 81-1376,0-30-5136,0-1 0,1 1 0,-1-1 0,1 1 0,0 0 0,0-1 0,0 1 0,0-1 0,0 0 0,0 1 0,0-1 0,3 4 0,-2-4 0,0 0 0,0 1 0,-1 0 0,0-1 0,1 1 0,-1 0 0,0-1 0,0 1 0,-1 0 0,1 0 0,-1 0 0,1 5 0,0-2 0,1 0 0,-1-1 0,1 0 0,0 1 0,0-1 0,1 0 0,-1 0 0,1 0 0,1 0 0,-1-1 0,0 1 0,1-1 0,0 0 0,0 0 0,0 0 0,1 0 0,8 4 0,20 24 0,-21-21 0,-1 0 0,2-1 0,-1 0 0,17 9 0,-22-14 0,0-1 0,1 0 0,-1 0 0,1-1 0,0 0 0,0 0 0,0-1 0,0 0 0,12 2 0,-13-5 0,-1 1 0,0-1 0,1 0 0,-1-1 0,0 1 0,7-4 0,11-2 0,-16 5 0,0-1 0,0 1 0,0-2 0,-1 1 0,1-1 0,-1 0 0,0-1 0,8-5 0,-12 7 0,0 1 0,0-1 0,0 0 0,-1 0 0,1 0 0,0 0 0,-1 0 0,0 0 0,0 0 0,0-1 0,0 0 0,0 1 0,-1-1 0,0 0 0,0 1 0,0-1 0,1-8 0,-2 7 0,1 0 0,0 0 0,0 0 0,0 0 0,0 1 0,1-1 0,0 0 0,4-8 0,-4 9 0,0 1 0,0-1 0,0 0 0,-1 0 0,1 0 0,-1 0 0,0 0 0,-1 0 0,1 0 0,-1 0 0,1 0 0,-1 0 0,0 0 0,-1 0 0,1 0 0,-1-1 0,0 1 0,0 0 0,-1-4 0,-25-82 0,25 83 0,0 1 0,0 0 0,-1 0 0,0 1 0,0-1 0,-1 0 0,1 1 0,-1 0 0,-9-10 0,-49-41 0,29 28 0,21 18 0,0 1 0,0 0 0,0 0 0,-1 1 0,-1 1 0,1 0 0,-27-8 0,24 10 0,1 1 0,0 1 0,-1 1 0,1 0 0,-1 1 0,0 0 0,-28 4 0,-6 3 0,-49 12 0,85-15-531,1 1 0,-1 0 0,1 1 1,0 1-1,1 0 0,-1 0 0,1 1 0,0 1 0,1 0 0,0 1 1,-16 15-1,11-6-1065,0 1 0,2 1 0,0 0 0,1 1 0,-15 31 0,8-8-4884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47.0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1 163 4642,'0'-1'4905,"4"-9"-2812,2 5-1232,0 0 0,1 0 0,-1 1 1,1-1-1,1 2 0,-1-1 0,0 1 0,1 0 0,-1 1 1,1 0-1,0 0 0,9-1 0,16-6 1780,-28 8-2336,-1 0 0,1 0 0,-1 0 0,0 1 0,1-1 0,-1 1 1,1 0-1,-1 0 0,5 2 0,7-1 469,-9-1-538,-1 1-1,1 0 0,0 0 0,0 1 0,0 0 1,-1 0-1,1 1 0,-1 0 0,0 0 0,0 0 1,0 1-1,10 7 0,16 10 173,-30-20-408,0 0 0,-1 0 0,1 0 0,0 0 0,-1 1 0,1-1 0,-1 0 0,1 1 0,-1-1 0,0 1 0,0 0 0,1-1 0,-1 1 0,0 0 0,-1 0 0,1 0 0,1 2 0,0 38 0,-2-20 0,0-16 0,0 0 0,0 0 0,0 0 0,-1 0 0,0 0 0,0 0 0,0 0 0,-1 0 0,0 0 0,0-1 0,-1 1 0,1-1 0,-1 0 0,-6 9 0,-11 27 0,18-34 0,0-1 0,-1 1 0,0-1 0,-1 0 0,0 0 0,-5 7 0,-22 21 0,-30 39 0,60-72 0,0 1 0,0 0 0,1 1 0,-1-1 0,1 0 0,-1 0 0,1 0 0,0 0 0,-1 0 0,1 0 0,0 1 0,1-1 0,-1 0 0,0 0 0,0 0 0,1 0 0,0 0 0,-1 1 0,1-1 0,0 0 0,0-1 0,0 1 0,0 0 0,0 0 0,1 0 0,-1 0 0,0-1 0,1 1 0,-1-1 0,1 1 0,0-1 0,1 2 0,7-2 0,-1 1 0,1-1 0,-1-1 0,1 1 0,-1-2 0,1 1 0,0-1 0,11-4 0,77-18 0,-24 8 0,-56 13 0,1-1 0,-1-2 0,1 0 0,20-8 0,23-13 0,-27 12 0,40-22 0,-27 11 0,-29 16 0,0-1 0,0-1 0,-1-1 0,23-19 0,-35 26 0,0-1 0,-1 0 0,0 0 0,0 0 0,0-1 0,-1 1 0,0-1 0,0 0 0,-1 0 0,0-1 0,0 1 0,3-13 0,-2-2 0,-2-1 0,0 1 0,-2-29 0,0 42 0,-2 1 0,-4 17 0,-1 5 0,5-11 0,1-1 0,1 1 0,-1 0 0,0 0 0,1 0 0,-1 0 0,1 0 0,0 0 0,0 0 0,0-1 0,0 1 0,1 5 0,0 5 0,-1 20 0,-1-5 0,6 53 0,-3-74 0,-1 1 0,1 0 0,0-1 0,0 1 0,1-1 0,0 0 0,1 0 0,0 0 0,0 0 0,0-1 0,7 9 0,13 18 0,-22-28 0,1-1 0,-1 0 0,1 0 0,0 0 0,0 0 0,0 0 0,1-1 0,-1 0 0,1 1 0,0-1 0,0 0 0,0-1 0,0 1 0,0-1 0,1 0 0,-1 0 0,6 2 0,19 5 0,-25-7 0,0-1 0,0 1 0,0-1 0,0 0 0,0 0 0,0-1 0,0 1 0,0-1 0,0 1 0,0-1 0,0-1 0,0 1 0,0-1 0,0 1 0,4-2 0,3-1 0,-1-1 0,0 0 0,1 0 0,-2-1 0,1-1 0,-1 1 0,15-13 0,-11 7 0,-10 10 0,-1-1 0,0 0 0,1 1 0,-1-1 0,0 0 0,0-1 0,0 1 0,-1 0 0,1-1 0,0 1 0,-1-1 0,1 1 0,-1-1 0,0 1 0,0-1 0,0 0 0,0 0 0,-1 0 0,1 0 0,-1 1 0,0-1 0,1 0 0,-2-3 0,2 1 0,-1 1 0,1-1 0,-1 1 0,1 0 0,0 0 0,1-1 0,-1 1 0,1 0 0,2-4 0,-1 3 0,-1 0 0,0-1 0,0 1 0,0 0 0,-1-1 0,0 1 0,0 0 0,0-1 0,0-8 0,-3 2 0,1-1 0,-1 0 0,-1 0 0,-7-20 0,-4-14 0,12 39 0,-2 0 0,1-1 0,-1 1 0,0 1 0,-1-1 0,0 0 0,0 1 0,0 0 0,-1 0 0,0 1 0,0 0 0,-13-10 0,0 2 0,-1 0 0,0 1 0,-28-13 0,38 22 0,-1 1 0,0 0 0,1 1 0,-1 0 0,0 0 0,0 1 0,0 1 0,-1 0 0,-21 2 0,-8 0 0,-4 2-2273,29-1-288,0 2 0,1 0 0,0 0-1,-18 11 1,4-1-5250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50.8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16 148 2417,'0'-2'6934,"1"2"-6860,-1-1 0,0 1 0,0 0 0,0 0 0,0-1 0,0 1-1,0 0 1,0 0 0,0-1 0,0 1 0,0 0 0,0 0 0,0-1 0,0 1 0,0 0 0,0 0 0,0-1 0,0 1 0,0 0 0,0 0 0,-1-1 0,1 1 0,0 0 0,0 0 0,0 0 0,0-1 0,0 1-1,-1 0 1,1 0 0,0 0 0,0-1 0,0 1 0,-1 0 0,1 0 0,0 0 0,0 0 0,-1 0 0,1-1 0,-1 1-13,1 0-1,0 0 1,-1 0 0,1 0-1,-1 0 1,1 0 0,0 0-1,-1 0 1,1 0 0,-1 0 0,1 0-1,0 0 1,-1 0 0,1 0-1,-1 0 1,1 1 0,0-1-1,-1 0 1,1 0 0,-1 0-1,1 1 1,0-1 0,-1 0 0,1 0-1,0 1 1,0-1 0,-1 0-1,1 0 1,0 1 0,0-1-1,-1 1 1,1-1 0,0 0-1,0 1 1,0-1 0,-1 0 0,1 1-1,6 16 1594,4 12-292,-10 143 6895,0-169-8124,0 0 0,0 1 0,1-1-1,-1 1 1,1-1 0,0 0 0,0 1-1,0-1 1,0 0 0,1 0 0,-1 0-1,4 6 1,-3-7-22,0 1-1,-1 0 1,1 0-1,-1 0 0,0 0 1,0 0-1,0 0 1,0 0-1,0 0 1,-1 0-1,1 1 0,-1 5 1,-1 2 193,1-1 0,1 1-1,0 0 1,0 0 0,1-1 0,0 1 0,0-1 0,6 12 0,-7-18-271,0-1 0,0 1 0,0-1 0,0 1 0,-1 0 0,1 0 0,-1-1 0,0 1 0,0 0 0,-1 0 0,0 4 0,0 7 72,5-10-57,-1-4-40,-2 1-5,0-1 0,0 0-1,1 0 1,-1 0 0,0 0 0,1-1 0,-1 1 0,1 0 0,-1 0 0,1-1 0,-1 1 0,4 0-1,-5 9 351,0-20-252,1-2-93,-1 9-8,1 1 0,-1-1 0,0 0 0,0 0 0,0 1 0,0-1 0,0 0 0,0 0 0,-1 1 0,0-1 0,1 0 0,-1 1 0,0-1 0,-2-3 0,0 1 0,-1-1 0,1 0 0,1 0 0,-1 0 0,1 0 0,0-1 0,0 1 0,1-1 0,0 1 0,0-1 0,1 1 0,-1-1 0,1 0 0,2-8 0,-2 5 0,-1 0 0,0 0 0,-1 0 0,0 0 0,0 0 0,-6-14 0,6 16 0,1-1 0,-1 1 0,2 0 0,-1-1 0,1 0 0,2-14 0,-1-8 0,-1 30 0,0 1 0,0-1 0,0 1 0,0-1 0,0 1 0,0-1 0,0 1 0,0-1 0,0 1 0,0 0 0,0-1 0,1 1 0,-1-1 0,0 1 0,0-1 0,1 1 0,-1 0 0,0-1 0,0 1 0,1-1 0,-1 1 0,0 0 0,1-1 0,-1 1 0,0 0 0,1 0 0,-1-1 0,1 1 0,-1 0 0,0 0 0,1-1 0,-1 1 0,1 0 0,-1 0 0,1 0 0,0 0 0,23 6 0,30 26 0,-48-28 0,4 3 0,0 0 0,-1 1 0,0 0 0,0 0 0,14 20 0,-19-21 0,1 1 0,0-1 0,0 0 0,1 0 0,-1-1 0,1 1 0,8 5 0,12 10 0,12 15 0,-36-35 0,-1 0 0,1 1 0,0-1 0,0-1 0,0 1 0,0 0 0,0 0 0,1-1 0,-1 1 0,0-1 0,1 0 0,3 2 0,-5-3 0,-1 0 0,1 0 0,0 0 0,0 0 0,-1 0 0,1 0 0,0 0 0,0 0 0,-1 0 0,1 0 0,0-1 0,-1 1 0,1 0 0,0-1 0,-1 1 0,1 0 0,0-1 0,-1 1 0,1-1 0,0 1 0,-1-1 0,1 1 0,-1-1 0,1 1 0,-1-1 0,1 1 0,-1-1 0,0 0 0,1 1 0,-1-1 0,0 0 0,1 1 0,-1-1 0,0 0 0,0 0 0,0 1 0,0-1 0,1 0 0,-1 0 0,0 1 0,0-1 0,0 0 0,-1 0 0,1 1 0,0-1 0,0 0 0,0 0 0,-1 0 0,1-23 0,-1-1 0,-1 1 0,-10-48 0,10 68 0,1-1 0,1 1 0,-1-1 0,1 1 0,0-1 0,0 1 0,0-1 0,1-6 0,0 7 0,-1 0 0,1 0 0,-1 0 0,0 0 0,0 0 0,-1 0 0,1 0 0,-1 0 0,0 0 0,0 1 0,-2-6 0,-5-7 0,6 13 0,0-1 0,0 0 0,0 0 0,0 0 0,1 0 0,0 0 0,0 0 0,0 0 0,0 0 0,1 0 0,-1-5 0,-7-46 0,5 44 0,0 0 0,1 0 0,0-22 0,2-42-931,30 72-11752,2 6 5237,-24 9 3553,15 0 433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51.5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50 124 992,'0'0'4168,"1"-22"2675,-1 22-6500,0-1 0,1 0 0,-1 0 0,0 0-1,0 0 1,0 0 0,0 0 0,0 0 0,-1 0 0,1 0 0,0 0 0,0 1-1,-1-1 1,1 0 0,0 0 0,-1 0 0,1 0 0,-1 0 0,1 1 0,-1-1-1,1 0 1,-2-1 0,-2 2-549,3 0 337,0 0 0,1 0 0,-1 0 0,1-1 0,-1 1 0,0 0 0,1 0 0,-1 0 0,0 0 0,1 0 0,-1 1 0,1-1 0,-1 0 0,0 0 0,1 0 0,-1 1 0,0-1 0,1 0 0,-1 0 0,1 1 0,-1-1 0,1 0 0,-1 1 0,1-1 0,-1 1 1,1-1-1,-1 1 0,1-1 0,0 1 0,-1-1 0,1 1 0,0-1 0,-1 1 0,1 0 0,0-1 0,0 1 0,0-1 0,-1 1 0,1 0 0,0-1 0,0 1 0,0 0 0,0-1 0,0 1 0,0-1 0,0 1 0,1 1 0,-9 18 1993,7-18-1861,-1 0-1,1 0 0,0 1 0,0-1 1,0 0-1,0 1 0,0-1 1,0 1-1,1-1 0,0 1 0,-1 4 1,0 19 417,0-17-560,0 0 1,1 1-1,0-1 1,1 0-1,0 1 1,3 11-1,2-7-120,-5-10 0,1-1 0,-1 1 0,1 0 0,-1-1 0,0 1 0,-1 0 0,1 0 0,0 5 0,-1-5 0,0-1 0,1 0 0,-1 1 0,1-1 0,0 1 0,0-1 0,0 0 0,1 0 0,-1 0 0,1 0 0,3 5 0,-4-6 0,1 1 0,-1-1 0,1 1 0,-1 0 0,0 0 0,0-1 0,0 1 0,0 0 0,0 0 0,-1 0 0,1 4 0,-1-2 0,1-1 0,0 1 0,0 0 0,0-1 0,0 1 0,1-1 0,0 1 0,0-1 0,0 0 0,0 0 0,1 0 0,0 0 0,-1 0 0,1 0 0,1-1 0,-1 1 0,1-1 0,4 4 0,13 8 0,-20-13 0,1-1 0,-1 0 0,0 0 0,1 0 0,0 0 0,-1 0 0,1 0 0,-1 0 0,1 0 0,0-1 0,0 1 0,0 0 0,-1-1 0,5 1 0,-1 0 0,65 7 0,-37-13 0,-32 4 0,-1 1 0,1 0 0,0-1 0,0 1 0,0-1 0,-1 0 0,1 1 0,0-1 0,-1 0 0,1 1 0,0-1 0,-1 0 0,1 0 0,-1 1 0,1-1 0,-1 0 0,1 0 0,-1 0 0,0 0 0,1 0 0,-1 1 0,0-1 0,0 0 0,0 0 0,0-2 0,9-21 0,-8 22 0,1 0 0,-1 0 0,0 0 0,0 0 0,0 0 0,-1-1 0,1 1 0,0 0 0,-1 0 0,1-1 0,-1 1 0,0-3 0,-1-6 0,0 0 0,0 0 0,-1 1 0,-1-1 0,0 1 0,0 0 0,-1 0 0,-8-15 0,-8-23 0,-2 17 0,5 9 0,15 17 0,-2-1 0,1-1 0,0 0 0,0 1 0,1-1 0,0 0 0,-2-14 0,3 19 0,1 1 0,-1-1 0,1 1 0,-1-1 0,0 1 0,1-1 0,-1 1 0,0 0 0,0-1 0,0 1 0,0 0 0,0 0 0,0 0 0,0 0 0,-3-2 0,3 3 0,1 0 0,-1-1 0,0 1 0,0-1 0,1 1 0,-1-1 0,0 1 0,1-1 0,-1 1 0,0-1 0,1 0 0,-1 1 0,1-1 0,-1 0 0,1 1 0,-1-1 0,1 0 0,-1 0 0,1 0 0,0 1 0,-1-1 0,1 0 0,0 0 0,0 0 0,0 0 0,0 1 0,0-1 0,0 0 0,0 0 0,0 0 0,0 0 0,0 0 0,0 0 0,0 1 0,1-1 0,-1 0 0,0 0 0,1 0 0,-1 1 0,1-1 0,-1 0 0,1 0 0,-1 1 0,1-2 0,8-6 0,-8 6 0,0 1 0,1-1 0,-1 0 0,1 1 0,-1-1 0,1 1 0,0-1 0,-1 1 0,1 0 0,0 0 0,0 0 0,0 0 0,0 0 0,0 0 0,0 0 0,0 1 0,0-1 0,1 1 0,-1-1 0,0 1 0,0 0 0,0 0 0,1 0 0,-1 0 0,0 0 0,0 1 0,0-1 0,0 1 0,3 0 0,18 6 0,-19-6 0,-1 0 0,1 0 0,0 0 0,-1 0 0,1 1 0,-1 0 0,1 0 0,-1 0 0,0 0 0,0 0 0,5 5 0,16 12 0,-18-16 0,0 1 0,-1 0 0,0 1 0,1-1 0,-1 1 0,-1 0 0,1 0 0,-1 0 0,0 1 0,0 0 0,0-1 0,3 10 0,-4-5 0,-3-5 0,2-1 0,-1 1 0,1 0 0,-1-1 0,1 1 0,1-1 0,-1 1 0,1-1 0,-1 0 0,6 6 0,-5-5 0,0-1 0,0 0 0,-1 1 0,1-1 0,-1 1 0,0 0 0,-1 0 0,1-1 0,-1 1 0,0 0 0,0 0 0,0 9 0,-3 70 0,0-36 0,0-73 0,1 1 0,1 0 0,2-1 0,3-23 0,6 27 0,-9 18 0,-1 0 0,1 0 0,-1-1 0,1 1 0,-1 0 0,0-1 0,0 1 0,0 0 0,-1-1 0,1-6 0,-1 6 0,0 1 0,0-1 0,0 1 0,1-1 0,0 1 0,-1 0 0,1-1 0,1 1 0,-1 0 0,0-1 0,1 1 0,3-5 0,-3 5 0,0 0 0,-1-1 0,1 1 0,-1 0 0,1 0 0,-1-1 0,0 1 0,-1-1 0,1 1 0,0-1 0,-1 1 0,0-8 0,0 4 0,1-1 0,-1 0 0,1 1 0,1-1 0,0 1 0,0-1 0,0 1 0,1 0 0,0 0 0,4-8 0,20-27 0,-27 41 0,1 1 0,-1-1 0,0 0 0,1 0 0,-1 0 0,1 0 0,-1 1 0,1-1 0,0 0 0,-1 0 0,1 1 0,0-1 0,-1 0 0,1 1 0,0-1 0,0 1 0,-1-1 0,1 1 0,0-1 0,0 1 0,0 0 0,0-1 0,0 1 0,0 0 0,0 0 0,0 0 0,0 0 0,-1 0 0,1 0 0,0 0 0,0 0 0,0 0 0,0 0 0,0 0 0,0 0 0,0 1 0,0-1 0,0 0 0,0 1 0,1 0 0,0 0 0,0 1 0,1-1 0,-1 1 0,0 0 0,0-1 0,0 1 0,0 0 0,0 0 0,0 0 0,-1 0 0,3 5 0,15 27 0,-15-28 0,0 0 0,-1 0 0,1 0 0,-1 1 0,-1-1 0,1 1 0,-1 0 0,0-1 0,0 1 0,-1 0 0,0 8 0,-1-13 0,1 0 0,-1 0 0,0 0 0,0 0 0,1 0 0,-1 0 0,1 0 0,0 0 0,0 0 0,-1-1 0,1 1 0,0 0 0,1 0 0,-1-1 0,0 1 0,2 2 0,-1-3 0,-1 1 0,1-1 0,-1 1 0,0-1 0,0 1 0,0 0 0,0 0 0,0 0 0,0 0 0,-1 0 0,1-1 0,-1 1 0,1 0 0,-1 0 0,0 1 0,1 2 0,-1 43-3655,0 63-12574,0-96 11430,0-4 813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51.7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2 468 896,'5'-2'542,"0"0"-1,0-1 1,-1 0-1,1 0 0,-1 0 1,0 0-1,1-1 1,-2 0-1,1 1 1,0-2-1,-1 1 0,6-9 1,-5 7-94,1-1 1,0 1 0,1 0-1,9-9 1,0 5 299,-13 9-626,0 0 0,0-1-1,1 1 1,-1-1 0,0 1 0,-1-1-1,1 0 1,0 0 0,0 0 0,-1 0-1,1 0 1,-1 0 0,0 0 0,2-3 0,0-4 429,1 1 1,1 1 0,-1-1 0,1 1 0,12-14 0,-11 14 4,0 0 0,-1-1 0,1 1-1,6-16 1,-7 11 268,-1 0-1,0-1 1,-1 1 0,0-1-1,-1 1 1,0-1-1,-1 0 1,-1-15-1,0 23-581,0 1-1,-1 0 0,1-1 0,-1 1 0,0 0 0,0 0 1,-1-1-1,1 1 0,-1 0 0,0 0 0,0 1 0,0-1 1,-1 0-1,1 1 0,-1-1 0,0 1 0,0 0 0,0 0 1,0 0-1,-1 0 0,1 1 0,-1-1 0,1 1 0,-1 0 1,0 0-1,-7-2 0,8 3-241,-1 1 0,0-1 0,1 1 0,-1 0 0,1 0 0,-1 1 0,0-1 0,1 1 0,-1 0 0,1 0 0,-1 0 0,1 0 0,-1 1 0,1-1 0,-6 5 0,-47 34 0,50-32 0,0 1 0,1-1 0,0 1 0,1 0 0,0 0 0,-3 11 0,0-2 0,5-14 0,1 0 0,0 0 0,0 0 0,1 0 0,-1 0 0,1 0 0,0 0 0,0 0 0,0 0 0,0 0 0,1 0 0,0 0 0,-1 0 0,2 0 0,-1 0 0,0-1 0,1 1 0,0 0 0,-1-1 0,1 1 0,1-1 0,-1 1 0,4 3 0,15 33 0,-20-34 0,1-1 0,0 0 0,0 0 0,1 0 0,-1 0 0,1-1 0,0 1 0,1 0 0,-1-1 0,1 0 0,0 0 0,-1 0 0,2-1 0,-1 1 0,0-1 0,1 0 0,0 0 0,0 0 0,6 2 0,37 27 0,-42-28 0,-1-1 0,1 1 0,0-1 0,0-1 0,0 1 0,1-1 0,-1 0 0,0 0 0,1-1 0,10 1 0,-2 1 0,-11-2 0,1 0 0,0-1 0,-1 1 0,1-1 0,0 0 0,0-1 0,0 1 0,-1-1 0,1 0 0,0 0 0,-1 0 0,8-3 0,21-6 0,9-3-2847,-33 10 1553,0-1 1,0 0 0,0 0 0,-1-1 0,1 0 0,-1-1 0,-1 0 0,1 0-1,-1-1 1,9-9 0,7-8-5358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52.6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29 162 2161,'-1'-1'286,"-1"1"0,1-1-1,-1 1 1,1-1 0,-1 0 0,1 0-1,-1 0 1,1 0 0,0 0 0,0 0-1,-1 0 1,1-1 0,0 1 0,0 0-1,0-1 1,0 1 0,0 0 0,1-1-1,-1 1 1,0-3 0,-2-34 7787,3 22-7436,0 15-523,0-1 0,0 1 1,0-1-1,0 1 1,0 0-1,0-1 0,0 1 1,1 0-1,-1-1 0,0 1 1,1 0-1,-1-1 1,1 1-1,-1 0 0,1 0 1,0-1-1,0 1 0,-1 0 1,1 0-1,0 0 1,0 0-1,0 0 0,0 0 1,0 0-1,0 1 0,0-1 1,1 0-1,-1 0 1,0 1-1,2-1 0,20-18 2109,-19 16-1798,0 0 0,0 1-1,1-1 1,-1 1 0,1-1 0,0 1 0,-1 1 0,1-1 0,0 1 0,0 0 0,0 0 0,9 0 0,-6-1 150,1 1 0,-1 1 1,1-1-1,-1 2 1,1-1-1,-1 1 1,12 3-1,-18-3-575,0 0 0,0 0 0,-1 0 0,1 1 0,0-1 0,-1 1 0,0-1 0,1 1 0,-1 0 0,0-1 0,0 1 0,0 0 0,0 0 0,0 0 0,0 0 0,0 0 0,-1 0 0,1 0 0,-1 0 0,1 0 0,-1 0 0,0 4 0,0 57 0,-1-41 0,0-17 0,-1 1 0,1-1 0,-1 0 0,0 0 0,0 0 0,-1 0 0,0 0 0,0 0 0,0 0 0,0-1 0,-1 0 0,1 0 0,-1 0 0,0 0 0,-6 4 0,-5 8 0,14-15 0,1-1 0,-1 1 0,1 0 0,0-1 0,-1 1 0,1 0 0,0-1 0,-1 1 0,1 0 0,0 0 0,0 0 0,0-1 0,0 1 0,0 0 0,0 0 0,0-1 0,0 1 0,0 0 0,0 0 0,0 0 0,0-1 0,1 1 0,-1 0 0,0 0 0,1-1 0,-1 1 0,0 0 0,1-1 0,-1 1 0,1 0 0,-1-1 0,1 1 0,0 0 0,6 1 0,0 0 0,0-1 0,1 0 0,-1-1 0,0 0 0,0 0 0,0 0 0,11-2 0,-7 1 0,18 0 0,49 4 0,-74-3 0,1 1 0,0 0 0,0 0 0,-1 0 0,1 1 0,-1-1 0,1 1 0,-1 0 0,0 1 0,1-1 0,-1 1 0,4 3 0,17 11 0,-23-16 0,-1 0 0,1 0 0,0 0 0,-1 0 0,1 0 0,-1 0 0,1 0 0,-1 0 0,1 1 0,-1-1 0,0 1 0,0-1 0,0 1 0,0-1 0,0 1 0,0 0 0,0-1 0,0 1 0,-1 0 0,1 0 0,-1-1 0,1 1 0,-1 0 0,0 0 0,1 0 0,-1 0 0,0 0 0,0 0 0,-1 0 0,1 2 0,-1-2 0,0-1 0,1 1 0,-1 0 0,0 0 0,0-1 0,0 1 0,0-1 0,0 1 0,0-1 0,-1 0 0,1 1 0,0-1 0,-1 0 0,1 0 0,-1 0 0,1 0 0,-1 0 0,0 0 0,1 0 0,-1 0 0,0-1 0,0 1 0,-3 0 0,-12 8 0,6 2 0,8-8 0,0 0 0,0 0 0,0-1 0,0 1 0,0-1 0,-1 1 0,1-1 0,-1 0 0,-6 2 0,-177 50 0,169-52-181,15-2-1052,6-24-16234,23 12 12648,-22 11 4117,0 0 0,0-1 0,0 1-1,0-1 1,0 0 0,0 0 0,6-6 0,17-16-939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53.0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113 112 464,'3'-2'201,"-1"1"0,0-1 0,0 0 0,1 0 0,-1 0 0,0 0 1,0 0-1,-1-1 0,1 1 0,0 0 0,-1-1 0,3-5 0,12-15 2492,0 11-611,-15 11-1936,0 0-1,0 0 1,1 0-1,-1 1 1,0-1-1,0-1 1,0 1-1,0 0 1,0 0-1,-1 0 1,1 0-1,0-1 1,0 1-1,-1 0 1,1-1 0,-1 1-1,1 0 1,-1-1-1,0 1 1,1-1-1,-1 1 1,0-1-1,0 1 1,-2-13 10897,-3 17-9437,-13 7-147,17-9-1322,0-1 0,1 1-1,-1 0 1,1-1 0,-1 1-1,1 0 1,-1 0 0,1-1-1,-1 1 1,1 0 0,0 0-1,-1 0 1,1-1 0,0 1-1,0 0 1,0 0 0,0 0-1,0 0 1,0 0 0,0 0-1,0 0 1,0 1 0,-1 6 590,-6 0-100,6-6-527,0-1 0,0 0 0,0 1 0,0-1 0,1 0 0,-1 1 0,0-1 0,1 1 0,-1 0 0,1-1-1,-1 1 1,1-1 0,0 1 0,0 0 0,-1-1 0,1 1 0,0 0 0,1-1 0,-1 4 0,2 3-32,0 1 0,0 0 0,1-1 0,0 1 0,0-1 0,1 0 0,0 0 0,0 0 0,1 0 0,0-1 0,8 9 0,-10-13-68,-1-1 0,1 1 0,0-1 0,0 0 0,0 0 0,0 0 0,0 0 0,0-1 0,0 1 0,7 1 0,21 13 0,-1 8 0,56 33 0,-73-49 0,-1 1 0,0 0 0,-1 1 0,0 0 0,13 16 0,9 8 0,-32-31 0,0 1 0,0 0 0,0 0 0,0-1 0,0 1 0,-1 0 0,0 0 0,1 0 0,-2 0 0,1 0 0,0 0 0,-1 0 0,0 0 0,0-1 0,-2 8 0,-9-3 0,-1-1 0,0-1 0,0 0 0,0-1 0,-1 0 0,1-1 0,-1 0 0,-21 2 0,12-1 0,-72 17 0,84-20 0,-1-1 0,1 1 0,-1-2 0,1 0 0,-18-1 0,-5-1 0,30 2-292,1 0 0,-1-1 0,1 1 0,-1-1-1,1 0 1,-1 0 0,1 0 0,0-1 0,0 1 0,-5-4 0,-19-6-3520,6 5-866,20 5 4130,-1 1 0,1-1-1,-1 0 1,1 1-1,-1-1 1,1 0-1,0 0 1,0 0-1,-1 0 1,1 0-1,0-1 1,0 1-1,0 0 1,0 0-1,0-1 1,1 1-1,-1-1 1,0 1-1,1 0 1,-1-1-1,1 0 1,-1 1-1,1-1 1,0 1 0,-1-1-1,1 1 1,0-1-1,0 0 1,1-2-1,-1-21-3997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53.1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1 149 4834,'19'-27'4514,"9"11"-336,-9 6-1120,9-6-1282,-10 5-447,11-4-1057,-11 4-224,10 11 0,-9-16-176,9 16-1729,0-10-272,-9 10-720,9 0-368,-9-16-401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55.4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216 11 528,'-3'-11'19897,"2"11"-19836,0 0-1,1 0 0,-1 0 1,0 0-1,0 1 0,1-1 1,-1 0-1,0 0 1,1 1-1,-1-1 0,0 0 1,1 1-1,-1-1 0,1 0 1,-1 1-1,0-1 0,1 1 1,-1-1-1,1 1 0,-1-1 1,1 1-1,0-1 0,-1 1 1,1 0-1,-1-1 1,1 1-1,0 0 0,0-1 1,-1 1-1,1 0 0,0-1 1,0 1-1,0 0 0,0 0 1,0-1-1,0 1 0,0 0 1,0 0-1,0-1 0,0 1 1,0 0-1,0-1 1,0 1-1,1 1 0,-6 2 594,3-3-558,1-1-60,0 1-1,0-1 0,0 0 1,0 1-1,0-1 0,0 0 0,0 1 1,0-1-1,0 1 0,0 0 0,0-1 1,0 1-1,1 0 0,-1-1 0,0 1 1,1 0-1,-1 0 0,0 0 1,1 0-1,-1 0 0,1 0 0,-1 0 1,1 0-1,-1 0 0,1 0 0,0 0 1,0 0-1,-1 0 0,1 0 1,0 1-1,-1 3 101,-1 0 0,1 0 0,-1 0 0,0-1 1,-1 1-1,1 0 0,-1-1 0,0 0 0,0 0 0,0 0 0,-6 6 1,-7 10 382,11-15-366,4-4-128,0-1 1,0 1 0,1 0-1,-1 0 1,0 0 0,0 0-1,1 0 1,-1 0 0,1 0-1,-1 0 1,1 0 0,-1 0-1,1 0 1,-1 0 0,1 0-1,0 0 1,0 0 0,0 0-1,-1 0 1,1 1 0,0 0-1,0 0 5,0 1-1,-1-1 1,0 0-1,1 1 1,-1-1-1,0 0 1,0 0-1,0 0 1,-1 1-1,1-1 1,0-1-1,-1 1 1,1 0-1,-1 0 1,0 0-1,-3 2 1,3-2-13,0-1 1,0 1 0,0 0-1,0 0 1,1 0 0,-1 0-1,0 0 1,1 0-1,0 1 1,-1-1 0,1 0-1,0 1 1,0-1 0,1 1-1,-1-1 1,0 1 0,1 3-1,0-5-15,0-1 0,0 1 1,0 0-1,0 0 0,-1-1 0,1 1 0,0 0 0,0 0 0,0-1 0,-1 1 0,1 0 0,0 0 0,-1-1 0,1 1 0,0 0 0,-1-1 0,1 1 0,-1-1 0,1 1 0,-1-1 0,1 1 0,-1-1 0,0 1 0,1-1 0,-1 1 0,0-1 0,1 1 0,-1-1 0,0 0 0,1 0 0,-2 1 0,1-1 5,0 0 1,1 1-1,-1-1 0,0 0 1,0 1-1,1-1 0,-1 1 1,0-1-1,0 1 0,1-1 1,-1 1-1,1-1 0,-1 1 1,0 0-1,1-1 0,-1 1 1,1 0-1,0-1 0,-1 1 0,1 0 1,0 0-1,-1 0 0,1-1 1,0 1-1,0 0 0,-1 0 1,1 0-1,0 0 0,0-1 1,0 1-1,0 1 0,0-1-3,1-1 0,-1 1 0,0 0 0,0-1 1,-1 1-1,1-1 0,0 1 0,0-1 0,0 1 0,0-1 0,0 1 0,-1-1 0,1 1 0,0-1 0,0 1 0,-1-1 0,1 1 0,0-1 0,-1 1 0,1-1 0,-1 1 0,1-1 0,0 0 0,-1 1 1,1-1-1,-1 0 0,1 1 0,-1-1 0,1 0 0,-1 0 0,1 0 0,-1 1 0,1-1 0,-1 0 0,0 0 0,1 0 0,-1 0 0,0 0 0,0 0 0,1 0 0,-1 0 0,0 0-1,0 1 1,0-1 0,1 0 0,-1 0 0,0 1-1,1-1 1,-1 0 0,0 1 0,1-1-1,-1 1 1,0-1 0,1 1 0,-1-1 0,1 1-1,-1-1 1,1 1 0,-2 1 0,2 2-615,1 5 1343,19-15-16714,-13-1 9275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3:55.7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 1 2753,'-27'17'5619,"18"-18"-462,10 0-4900,0 1-1,-1-1 1,1 0-1,0 1 0,0-1 1,0 1-1,0 0 1,0-1-1,0 1 1,0 0-1,0-1 0,0 1 1,0 0-1,0 0 1,0 0-1,0 0 0,0 0 1,0 0-1,0 0 1,0 0-1,0 0 0,0 1 1,0-1-1,0 0 1,0 1-1,0-1 0,0 1 1,-1-1-1,1 1 1,0-1-1,0 1 0,0-1 1,0 1-1,0 1 1,5 0 56,0 0 1,0 0 0,0 0-1,1-1 1,-1 1 0,0-2-1,1 1 1,6-1 0,67-2 970,-31 0-573,-37 3-1179,27-1 1551,-23-3-2813,-9-3-3857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26.1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49 351 448,'0'0'1881,"-5"0"-630,-7 0-3683,-20 0 24644,36 0-19179,8 0-3430,-12 0 408,0 0 1,1 0-1,-1 0 1,0 0-1,0 0 0,1 0 1,-1 0-1,0 0 1,0 0-1,0 0 1,1-1-1,-1 1 0,0 0 1,0 0-1,0 0 1,1 0-1,-1 0 1,0 0-1,0-1 0,0 1 1,0 0-1,0 0 1,1 0-1,-1-1 0,0 1 1,0 0-1,0 0 1,0 0-1,0-1 1,0 1-1,0 0 0,0 0 1,0 0-1,0-1 1,0 1-1,0 0 1,0 0-1,0-1 0,0 1 1,0 0-1,0 0 1,0 0-1,0-1 1,0 1-1,0 0 0,0 0 1,0-1-1,0 1 9,-1 0-1,1 0 0,0-1 1,0 1-1,0 0 1,0 0-1,0-1 1,0 1-1,0 0 0,0 0 1,0 0-1,0-1 1,0 1-1,0 0 1,0 0-1,0-1 0,0 1 1,0 0-1,0 0 1,0 0-1,0-1 1,0 1-1,0 0 0,1 0 1,-1 0-1,0-1 1,0 1-1,0 0 0,0 0 1,0 0-1,1 0 1,-1-1-1,0 1 1,0 0-1,0 0 0,1 0 1,-1 0-1,0 0 1,0 0-1,0 0 1,1-1-1,-1 1 0,0 0 1,0 0-1,0 0 1,1 0-1,-1 0 1,16-1 906,0-1 0,-1 0 1,18-6-1,-17 4-605,0 1-1,0 0 0,20 0 0,1 1-237,-1-1 1,43-10-1,-42 6-65,1 1 0,48 0 0,81-10-18,14 6 0,-139 9 0,0-1 0,51-9 0,-40 7 0,88 4 0,-57 2 0,-54-3 0,-1 0 0,49-10 0,-61 8 0,0 0 0,1 2 0,16 0 0,37-3 0,-29 1 0,47 4 0,-37-1 0,-49 0 0,0 0 0,0 0 0,0 0 0,0-1 0,0 0 0,0 1 0,0-1 0,0-1 0,4 0 0,-4 0 0,0 1 0,0 0 0,0 0 0,0 0 0,0 0 0,0 1 0,0-1 0,0 1 0,4 0 0,20 0 2,-14 0 3,-18-2-2,0 1-9,-1-1 1,1 1-1,-1-1 1,1 0-1,0 0 1,0-1-1,0 0 1,-5-3-1,9 5-7,0 1-1,1-1 1,-1 0 0,0 1-1,0 0 1,0-1 0,0 1-1,0-1 1,0 1 0,0 0-1,0 0 1,0-1 0,0 1-1,0 0 1,0 0 0,0 0-1,0 0 1,0 0-1,0 1 1,-2-1 0,-1 0-25,-1-1-6,-1-1 37,-1 0 0,1-1 0,-1 0 0,1 0 0,0 0 1,0-1-1,1 0 0,-9-7 0,13 10 10,0 0 0,0 0 0,0 0 1,0 0-1,0 0 0,0 0 0,0 0 0,-1 1 0,1-1 1,0 0-1,-1 1 0,1-1 0,0 0 0,-1 1 1,1 0-1,-3-1 0,2 1-5,1 0 0,-1-1 1,1 1-1,-1-1 0,1 1 0,0-1 1,-1 1-1,1-1 0,0 0 0,0 1 0,0-1 1,-1 0-1,1 0 0,0 0 0,0 0 1,-2-2-1,-4-6 46,0 0 0,-1 0 0,-1 1 0,1 0 0,-1 0 0,-1 1 0,1 0 0,-1 1 0,-11-6 0,8 3-44,15 5 0,29 4 0,-4 2 0,-10-1 0,0 1 0,-1 0 0,1 2 0,19 5 0,2 1 0,-34-9 0,-1 1 0,1-1 0,0 1 0,0-1 0,0 1 0,-1 1 0,1-1 0,4 4 0,22 12 0,41 13 0,-64-8 0,4-10 0,-15-6 0,3-5 0,0-1 0,0 0 0,0 1 0,0-1 0,0 1 0,0-1 0,0 1 0,0 0 0,1-1 0,-1 1 0,1 0 0,-1 0 0,1-1 0,0 1 0,0 0 0,0 0 0,0-1 0,0 3 0,-1-2 0,1-1 0,0 1 0,-1 0 0,0-1 0,1 1 0,-1-1 0,0 1 0,0-1 0,0 1 0,0-1 0,0 0 0,0 1 0,0-1 0,0 0 0,0 0 0,-1 0 0,1 0 0,0 0 0,-1 0 0,1 0 0,-1 0 0,1-1 0,-1 1 0,-2 0 0,-9 7 0,-66 62 0,67-59 0,0 1 0,-17 21 0,-11 12 0,8-9 0,27-31 0,1 1 0,0-1 0,-1 0 0,0 0 0,-9 6 0,11-8 0,0 0 0,1-1 0,-1 1 0,1 1 0,0-1 0,0 0 0,0 0 0,0 1 0,-2 6 0,-18 29 0,19-35-540,-1 1 0,1 0 0,0 1-1,1-1 1,-1 0 0,1 1 0,0 0 0,0-1 0,1 1 0,0 0-1,0 0 1,0 0 0,1 0 0,0-1 0,0 1 0,1 10 0,-1-1-547,27-13-8066,-10-4 4930,-14-7 255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27.2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 1329,'0'0'2377,"4"0"-214,-3 0-2094,0 1-6,-1-1 0,1 0-1,0 0 1,0 0 0,-1 0-1,1 0 1,0 0 0,0 0-1,-1 0 1,1 0-1,0 0 1,0 0 0,-1 0-1,1-1 1,0 1 0,0 0-1,-1 0 1,1-1-1,0 1 1,-1-1 0,1 1-1,-1-1 1,1 1 0,0-1-1,-1 1 1,1-1 0,-1 1-1,1-1 1,-1 1-1,0-1 1,1 0 0,-1 1-1,1-1 1,-1 0 0,0 0-1,0 1 1,1-2-1,-1 0 1886,-1 7-1652,1 0 0,0 0-1,1 0 1,-1 1 0,1-1 0,2 8-1,1-8-83,-1-2-105,-1 0 1,0 1 0,0-1-1,0 0 1,-1 0-1,1 1 1,-1-1-1,0 1 1,0 0-1,0-1 1,0 1-1,-1 0 1,1-1 0,-1 6-1,2 20 654,1-1 0,1 1-1,1-1 1,12 35 0,-7-25 676,11 73 0,31 237 1383,24 281-1059,-36-243-905,-15 1119 563,-27-1031-930,-21 614 1794,15-957-1877,-8 286 872,-3 429-662,18-526-616,5 438 0,33-5 0,48-2 0,-67-643-79,121 584-2558,-29-326-2470,-80-280 2429,4-2-1,51 90 1,-64-138 438,2 0 0,53 64 0,-65-88 1100,0 0 1,24 19 0,35 9-2046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28.4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1 455 1505,'9'0'557,"104"-1"3277,146-7-619,46 3 1963,40-17-88,147-10-2928,-36 4-883,302-26 331,337-41 868,-807 66-1831,632-57-85,-679 60-579,46-2-9,-246 26 26,398-25 120,91 15-104,-376 13-37,-26 2 28,-1 5 0,181 36 0,-190-12 20,-60-13 8,-28-11-32,-2 2 0,1 1 1,-2 2-1,1 0 1,-2 2-1,0 1 1,-1 1-1,0 1 0,-2 1 1,0 1-1,-1 2 1,-1 0-1,31 42 1,-34-39 18,-2 0 1,0 1-1,-2 1 1,-1 0-1,-1 1 1,13 44-1,44 131 58,-36-40-54,-15-60 9,46 315 156,-3-8-32,107 586-172,-120-695 21,132 903 53,-156-976 40,6 39 147,-10-142-30,31 246 906,-5-9 232,1 0-713,-35-230-589,28 244-55,49 351 1,50 366 0,-84-689 0,11-70 0,-20-109 0,-16-61 0,14-5 0,24 122-99,-20-83-1108,3 7-1702,-38-162 2108,-6-23 271,0 0 0,-2 1 0,0-1 0,-2 1 0,2 33 0,-5-50 447,0 0-1,1 1 1,-1-1 0,1 0-1,0 0 1,0 1-1,0-1 1,0 0-1,1 0 1,0 0 0,0 0-1,3 4 1,2 4-57,-7-11 133,1 0 0,-1 0 0,1 0 0,-1 0-1,0 1 1,1-1 0,-1 0 0,0 0 0,0 0 0,0 1 0,0-1 0,0 0 0,0 0 0,0 0 0,0 1 0,0-1 0,-1 0 0,1 0 0,0 0 0,-1 0 0,1 0 0,-1 1 0,1-1 0,-1 0-1,0 0 1,1 0 0,-1 0 0,0-1 0,0 1 0,0 0 0,0 0 0,1 0 0,-3 1 0,2-2 29,0 1 1,-1 0-1,1 1 0,0-1 0,0 0 1,0 0-1,1 0 0,-1 1 0,0-1 1,0 0-1,1 1 0,-1-1 0,1 0 1,-1 1-1,1-1 0,-1 3 0,-19-2 883,-5-2-744,0-2 0,0 0 0,1-2 1,-1 0-1,1-2 0,-42-15 0,32 10-117,0 2-1,0 1 1,-58-5 0,20 3 91,-165-18 330,-385 4 1,14 39 1203,219-2 93,-20 14 53,112-4-1136,-675 63-585,628-50-105,-305 40 11,-58 6 0,367-43 0,-172 15 0,113-24 16,-577 21-139,935-51 69,-382-11-4799,357 5 2483,-1-3 0,1-3 0,1-3 0,-72-26 0,117 35 1199,1-2 0,0-1 0,0 0-1,1-1 1,0-1 0,1-1 0,-19-16 0,-37-38-5251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29.2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169 1275 1473,'-26'17'3301,"18"-11"-1873,-1-1-1,0 0 1,0 0-1,0-1 1,-16 5-1,-7 6 1162,30-13-2478,-1-1 1,0 1 0,1-1 0,-1 1 0,0-1-1,1 0 1,-1 0 0,0 0 0,0-1 0,0 1-1,-4 0 1,3-1 142,8 13 487,2-12-432,0 1-1,0-1 1,-1 0-1,1 0 0,0-1 1,0 0-1,0 0 1,0 0-1,0-1 0,0 0 1,0 0-1,-1 0 1,1-1-1,6-2 0,15-3 856,90-9 1858,-6-16-375,48-12-3,266-54-2244,181-38-400,373-73 0,-633 135 0,131-26 0,392-46 0,-85 23 0,-267 46 0,-37 6 0,-312 45 0,-40 8 0,145-41 0,-186 38 0,-70 18 0,1-1 0,32-11 0,-24 7 22,5-1-20,-31 8-8,1 1-1,0-1 1,0 1-1,0-1 1,0 0-1,-1 1 1,1-1-1,0 0 1,0 0-1,-1 1 0,1-1 1,-1 0-1,1 0 1,-1 0-1,1 0 1,-1 0-1,0 0 1,1 0-1,-1 1 1,0-1-1,1 0 1,-1 0-1,0 0 1,0-2-1,-1 1-178,0 1-1,0-1 1,0 1-1,0-1 0,-1 1 1,1-1-1,0 1 1,-1 0-1,1-1 1,-1 1-1,1 0 1,-1 0-1,1 0 0,-1 0 1,0 1-1,-2-2 1,-40-15-3253,17 14 1794,-1 0 0,1 2 0,-42 4 0,12-1-963,-135-2-6707,118 0 6049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29.9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169 1551 4578,'-18'0'1094,"2"1"-236,0-1 1,0-1-1,0 0 0,0-2 0,-28-6 0,34 7-742,9 2-107,1 1 0,-1-1 0,0 0 0,1 0 0,-1 0 0,1 0 0,-1 0 0,1 0 0,-1 0 0,1 0 1,-1-1-1,0 1 0,1 0 0,-1 0 0,1 0 0,-1-1 0,1 1 0,-1 0 0,1 0 0,0-1 0,-1 1 0,1 0 0,-1-1 0,1 1 0,-1-1 0,1 1 0,0 0 0,-1-1 0,1 1 1,0-1-1,0 1 0,-1-1 0,1 1 0,0-1 0,0 1 0,0-1 0,0 1 0,-1-1 0,1 0 0,0 1 0,0-1 0,2-1 5,0 0 1,-1 0-1,1 0 0,0 0 1,0 0-1,0 1 0,0-1 1,1 1-1,-1 0 0,0-1 0,0 1 1,4-1-1,45-21 390,-38 18-249,96-36 965,-18 9-176,360-120 5204,16 31-1507,-346 90-4187,353-75 1231,-224 52-1238,90-12-37,-96 21-239,692-140 237,-352 87-106,-198 35 157,1583-201 2875,-1635 224-3152,243-19-182,-465 50 0,-46 5 0,90-19 0,-146 21-170,-8 3 37,-1-1 1,1 0-1,-1 0 1,1 0-1,-1-1 1,1 1-1,-1 0 1,1 0-1,-1-1 1,1 1-1,-1-1 1,0 1 0,1-1-1,-1 0 1,0 0-1,0 1 1,1-1-1,-1 0 1,0 0-1,0 0 1,0 0-1,0 0 1,0-1-1,0 1 1,0 0 0,-1 0-1,1-1 1,0 1-1,-1 0 1,1-1-1,-1 1 1,1 0-1,0-3 1,-1 3-65,-1 0 0,1 0 0,0 0 0,0 1 0,0-1 0,-1 0 0,1 0-1,0 1 1,-1-1 0,1 0 0,0 1 0,-1-1 0,1 0 0,-1 1 0,1-1 0,-1 1 0,0-1 0,1 0 0,-1 1 0,0-1 0,1 1 0,-1 0 0,0-1 0,1 1 0,-1 0 0,0-1 0,0 1-1,1 0 1,-2 0 0,-33-6-3322,7 2-1091,-18-8-358,-17 1 558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30.5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0 939 2369,'24'0'5579,"-11"0"-5123,0-1 0,0 0 0,-1-1 0,1-1 1,16-5-1,-16 4 100,0 0 1,0 1 0,1 0-1,19-2 1,22-5 558,36-17 1661,137-22 0,28-7 249,595-118 1813,-460 108-3511,2386-298 458,-1558 303-1105,-4 57 166,-676 5-715,-253-16-841,-189 8-448,-80 5 942,64-17-4282,-79 18 4271,-1 1 0,0 0 0,1 0 0,-1-1 0,1 1 0,-1-1 0,0 1 0,0-1-1,1 1 1,-1-1 0,0 0 0,0 0 0,0 1 0,0-1 0,1 0 0,-1 0 0,1-1 0,2-26-8886,-4 17 3828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31.3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19 818 5955,'-4'0'6038,"3"0"-5876,1 0 1,-1 0-1,0 1 1,1-1-1,-1 0 1,0 0-1,1 0 1,-1 0-1,1 0 1,-1 0-1,0-1 0,1 1 1,-1 0-1,0 0 1,1 0-1,-1 0 1,1-1-1,-1 1 1,0 0-1,1-1 1,-1 1-1,0-1 1,1 0-108,1-1 0,-1 1 1,0 0-1,1 0 0,-1-1 1,0 1-1,1 0 0,0 0 1,-1 0-1,1 0 0,0 0 1,-1 0-1,1 0 0,0 0 0,0 0 1,0 0-1,0 0 0,0 0 1,0 0-1,0 1 0,0-1 1,0 0-1,0 1 0,1-1 1,-1 1-1,0-1 0,0 1 0,2-1 1,49-7-128,-16 3 170,291-63 2202,-125 31 133,202-28 1696,-194 35-2682,675-84 1473,-690 92-2425,469-45 935,-515 54-1249,429-29-96,-280 22-98,580-25 13,-570 31 0,492-10 0,-371 18 0,97-4 0,-472 7 0,237-18 0,-215 11 0,131-33 0,-115 10 0,-91 33-108,1-1 0,-1 1-1,0-1 1,0 0 0,0 0 0,1 1 0,-1-1-1,0 0 1,0 0 0,0 0 0,0 0 0,0 0 0,-1 0-1,1 0 1,0 0 0,0-1 0,-1 1 0,1 0-1,-1 0 1,1-1 0,-1 1 0,1 0 0,-1-1-1,0 1 1,0 0 0,0-1 0,0 1 0,1 0-1,-2-1 1,1 1 0,0 0 0,0-1 0,0 1-1,-1-1 1,1 1 0,-1 0 0,1 0 0,-1-1 0,1 1-1,-1 0 1,0 0 0,0 0 0,1 0 0,-1-1-1,0 1 1,0 1 0,0-1 0,0 0 0,0 0-1,0 0 1,-1 0 0,1 1 0,0-1 0,0 0-1,-2 0 1,-94-25-15960,55 24 11927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35.4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86 2609,'0'-18'4888,"0"-22"6769,0 12 813,0 34-11327,0-5-1143,0 0 0,0 0 0,1 0 0,-1 0 0,0 0 0,0 0 0,1 0 0,-1 0 0,1 0 0,-1 0 0,1 0 0,-1 0 0,1 0 0,-1 0 0,1-1 0,0 1 0,-1 0 0,1 0 0,0-1 0,0 1 0,0 0 0,0-1 0,-1 1 0,3 0 0,6 6 0,-8-5 0,-1 0 0,1 0 0,0 0 0,-1 0 0,1 0 0,-1 0 0,1 0 0,-1 0 0,0 0 0,0 0 0,0 3 0,2 19 0,20 18 0,-18-35 0,1 1 0,-1-1 0,-1 1 0,0-1 0,3 11 0,15 28 0,-16-37 0,0 1 0,0 0 0,-1 0 0,3 11 0,14 25 0,-16-37 0,0 1 0,0 0 0,-1 0 0,3 11 0,-1 2-17,1-1 0,19 41 0,-23-58-252,-1 1 0,0 0 0,0-1-1,0 1 1,1 11 0,-2-11-598,0 0 1,1 0 0,0-1-1,0 1 1,4 9 0,2-1-1051,-6-11 1383,0-1 0,0 1 1,-1 0-1,1-1 0,-1 1 1,0 0-1,0 0 0,0 0 1,0 0-1,-1 0 0,1 0 0,0 7 1,-1-9 135,0 1 1,0 0-1,0 0 1,0 0-1,0-1 1,1 1 0,-1 0-1,1 0 1,-1-1-1,1 1 1,0 0-1,-1-1 1,1 1-1,2 2 1,4 8-2304,-4 12-994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35.7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338 496 3169,'0'-102'15722,"0"101"-15549,0 0 1,0 1-1,-1-1 0,1 0 0,0 1 0,0-1 0,0 1 1,-1-1-1,1 0 0,0 1 0,-1-1 0,1 1 0,-1-1 1,1 1-1,0-1 0,-1 1 0,1-1 0,-1 1 0,1-1 1,-1 1-1,0 0 0,1-1 0,-1 1 0,1 0 0,-1 0 1,0-1-1,1 1 0,-1 0 0,-1 0 0,2 0-113,1 0-1,-1 0 1,0 0-1,0 0 1,0 0-1,0 1 1,0-1-1,1 0 1,-1 0-1,0 0 1,0 0-1,0 1 1,0-1-1,0 0 0,0 0 1,0 0-1,0 1 1,0-1-1,0 0 1,1 0-1,-1 0 1,0 1-1,0-1 1,0 0-1,0 0 1,0 0-1,0 1 1,-1-1-1,1 0 1,0 0-1,0 0 1,0 0-1,0 1 1,0-1-1,0 0 1,0 0-1,0 0 0,0 1 1,0-1-1,-1 0 1,1 0-1,0 0 1,0 0-1,0 0 1,0 0-1,-1 1 1,1-1-1,0 0 1,0 0-1,0 0 1,0 0-1,-1 0 1,1 0-1,0 0 1,0 0-1,-1 0 1,9 4-53,-8-4-2,1 0-1,-1 1 1,1-1-1,-1 0 1,1 0 0,-1 1-1,0-1 1,1 0-1,-1 1 1,1-1 0,-1 0-1,0 1 1,1-1 0,-1 1-1,1-1 1,-1 1-1,0-1 1,0 0 0,1 1-1,-1-1 1,0 1-1,0-1 1,0 1 0,0 0-1,1-1 1,-1 1-1,0-1 1,0 1 0,0-1-1,0 1 1,0-1 0,0 1-1,0-1 1,-1 1-1,1 1 1,1 3 56,1 0 0,0 0 1,0 0-1,0 0 0,1 0 0,-1 0 0,1-1 1,0 1-1,1-1 0,-1 0 0,1 0 0,0 0 1,0 0-1,0 0 0,0-1 0,5 3 0,30 32 238,-28-27-272,0 0-1,0 0 0,25 17 0,-11-8-51,-20-17 36,0 0 0,0 0 1,1-1-1,-1 1 0,0-1 0,7 2 0,15 6 71,-15-3-51,-5-3-15,0 0-1,0 0 1,0 0 0,1-1 0,-1-1 0,12 4 0,26 3 93,-37-6-28,1-1 0,0 0 0,0-1-1,0 0 1,1-1 0,-1 1 0,0-2 0,0 1 0,13-3 0,0-4 412,-1-1 1,-1 0-1,34-20 1,-51 25-460,0 1 0,0-1 1,0 1-1,-1-1 1,1 0-1,-1 0 0,0 0 1,0 0-1,0 0 0,0-1 1,1-4-1,14-20 58,-15 25-92,1 0 0,-1 0 0,-1 0 0,1 0 0,0 0 0,-1 0 0,1-1 0,-1 1 0,0 0 0,0-1 0,0-4 0,5-15 0,4 3 0,-8 17 0,0 0 0,0-1 0,-1 1 0,0 0 0,1-1 0,-1 1 0,0-1 0,-1 0 0,1 1 0,-1-1 0,1 0 0,-1-3 0,1-13 0,-1 11 0,1 0 0,-1 1 0,-1-1 0,1 1 0,-1-1 0,-4-13 0,-4-11 0,-23-62 0,28 86 0,0-1 0,-1 1 0,0 0 0,0 1 0,-1-1 0,0 1 0,-13-13 0,4 8 0,-1 0 0,1 1 0,-2 1 0,0 1 0,0 0 0,-1 1 0,-30-10 0,21 11 0,15 4 0,-1 0 0,0 1 0,0 0 0,0 1 0,-1 0 0,1 1 0,0 1 0,-1 0 0,-14 2 0,-27 7 32,0 2 0,-55 18 1,79-19-114,1 1 1,1 1-1,0 2 0,1 1 1,-32 22-1,48-26-1023,1 0-1,0 1 0,0 0 1,1 1-1,-12 19 1,-10 13-3823,1 6-996,2 2-224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36.4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171 221 6659,'-29'-7'6483,"23"6"-5057,1 0 0,-1 0 0,1-1 0,-1 1 0,1-1 1,0-1-1,-1 1 0,1-1 0,0 1 0,-7-7 0,-57-41 2493,68 48-3918,0 0 0,0 0 0,1 0 0,-1-1 0,0 1-1,1 0 1,-1-1 0,1 1 0,0 0 0,0-1 0,0 1 0,0 0-1,0-1 1,0 1 0,1 0 0,-1-1 0,1 1 0,-1 0-1,1-1 1,0 1 0,1-3 0,7-1-1,-7 5 0,-1 0 0,0 0 0,1 0 0,-1-1 0,0 1 0,1 0 0,-1-1 0,0 1 0,0 0 0,0-1 0,0 0 0,0 1 0,-1-1 0,2-2 0,1 0 0,0 0 0,0 0 0,1 1 0,0-1 0,-1 1 0,1-1 0,0 1 0,1 0 0,-1 1 0,0-1 0,1 1 0,0 0 0,-1 0 0,1 0 0,0 0 0,0 1 0,0 0 0,0 0 0,9 0 0,1-1 0,0 1 0,0 0 0,0 1 0,0 1 0,27 4 0,-36-3 0,-1 0 0,1 0 0,-1 1 0,0 0 0,1 0 0,-1 0 0,-1 0 0,1 1 0,0 0 0,-1 0 0,0 0 0,0 1 0,0-1 0,0 1 0,-1 0 0,0 0 0,0 0 0,0 1 0,0-1 0,-1 0 0,0 1 0,2 10 0,-4 92 0,0-104 0,0-1 0,0 1 0,-1 0 0,0-1 0,1 1 0,-1-1 0,-1 1 0,1-1 0,0 1 0,-1-1 0,-3 5 0,-4 12 0,-19 87 0,17-88 0,10-17 0,-1 0 0,1 0 0,-1 0 0,1 1 0,0-1 0,0 0 0,0 1 0,0-1 0,1 1 0,-1-1 0,1 1 0,0-1 0,-1 4 0,1 85 0,0-88 0,1-1 0,-1 1 0,1-1 0,0 1 0,-1-1 0,1 1 0,0-1 0,1 1 0,-1-1 0,0 0 0,1 0 0,-1 1 0,1-1 0,-1 0 0,1 0 0,0-1 0,0 1 0,0 0 0,0-1 0,0 1 0,1-1 0,-1 1 0,0-1 0,1 0 0,-1 0 0,4 1 0,4 1 0,-1 0 0,1-1 0,0 0 0,-1 0 0,1-1 0,12 0 0,15-1 0,0-2 0,-1-1 0,54-12 0,-72 10 0,1-1 0,-1 0 0,0-1 0,0-1 0,-1-1 0,0 0 0,0-2 0,18-14 0,-23 15 0,1 0 0,-1 0 0,-1-2 0,0 1 0,-1-2 0,0 1 0,-1-1 0,0-1 0,8-17 0,0 1 0,-16 29 0,1-1 0,-1 1 0,0-1 0,1 0 0,-1 0 0,0 0 0,0 0 0,-1 1 0,1-1 0,0 0 0,-1-1 0,1 1 0,-1 0 0,1 0 0,-1-2 0,0 2 0,0 1 0,0 0 0,0-1 0,0 1 0,1 0 0,-1-1 0,0 1 0,1 0 0,-1 0 0,1 0 0,-1-1 0,1 1 0,0 0 0,-1 0 0,1 0 0,0 0 0,0 0 0,1-1 0,-1 1 0,0 0 0,-1 0 0,1 1 0,0-1 0,-1 0 0,1 0 0,0 0 0,-1 0 0,1 0 0,-1 0 0,0 0 0,1 0 0,-1 0 0,0 0 0,0 0 0,1 0 0,-1 0 0,0-2 0,0 3 0,0 0 0,0 0 0,0 0 0,0-1 0,0 1 0,0 0 0,0 0 0,0-1 0,0 1 0,0 0 0,0 0 0,0-1 0,0 1 0,0 0 0,0 0 0,0 0 0,0-1 0,0 1 0,0 0 0,0 0 0,0 0 0,0-1 0,-1 1 0,1 0 0,0 0 0,0 0 0,0-1 0,0 1 0,0 0 0,-1 0 0,1 0 0,0 0 0,0 0 0,0-1 0,-1 1 0,1 0 0,0 0 0,0 0 0,0 0 0,-1 0 0,1 0 0,0 0 0,0 0 0,-1 0 0,1 0 0,0 0 0,0 0 0,-1 0 0,1 0 0,0 0 0,0 0 0,0 0 0,-1 0 0,1 0 0,0 0 0,0 0 0,-1 0 0,1 0 0,0 1 0,0-1 0,0 0 0,-1 0 0,1 0 0,0 0 0,0 1 0,0-1 0,0 0 0,-1 0 0,0 1 0,1 0 0,-1 0 0,0 0 0,0 0 0,0 1 0,1-1 0,-1 0 0,1 0 0,-1 0 0,1 1 0,-1-1 0,1 0 0,0 1 0,-1-1 0,1 0 0,0 2 0,0 143 0,0-143 0,0 0 0,1 0 0,-1 0 0,1 1 0,-1-1 0,1 0 0,0 0 0,0-1 0,1 1 0,-1 0 0,1 0 0,-1-1 0,1 1 0,0 0 0,0-1 0,0 0 0,2 3 0,47 30 0,-5-3 0,-34-21 0,-9-8 0,0 0 0,1-1 0,-1 1 0,0 0 0,1-1 0,0 0 0,-1 0 0,1 0 0,0 0 0,0-1 0,0 0 0,0 1 0,0-2 0,5 2 0,5 2 0,-8-2 0,0 0 0,0 0 0,0-1 0,-1 0 0,1 0 0,0-1 0,0 1 0,0-1 0,1-1 0,-1 1 0,8-3 0,20-3 0,-23 4 0,0 1 0,1-2 0,-1 1 0,-1-2 0,1 1 0,0-1 0,-1-1 0,0 0 0,0-1 0,15-10 0,13-9 0,-34 24 0,-1 0 0,0-1 0,0 1 0,0-1 0,0 0 0,0 0 0,0 0 0,0-1 0,0 1 0,-1-1 0,0 1 0,1-1 0,-1 0 0,0 0 0,0 0 0,0 0 0,-1 0 0,3-5 0,-2 0 0,1 1 0,0-1 0,0 1 0,1 0 0,6-9 0,-7 12 0,0-1 0,0 1 0,-1-1 0,1 0 0,-1 0 0,0 0 0,-1 0 0,1 0 0,-1 0 0,0 0 0,0-1 0,0-8 0,-1 0 0,0 7 0,1 0 0,-1 0 0,0 0 0,-1 0 0,0 0 0,0 0 0,0 0 0,-1 0 0,0 0 0,-1 1 0,1-1 0,-7-9 0,-6-8 0,9 13 0,-1 0 0,0 1 0,0 0 0,-1 0 0,-1 0 0,1 1 0,-2 0 0,1 1 0,-1 0 0,0 1 0,-1 0 0,-20-11 0,-2 5 0,-1 1 0,0 1 0,-1 2 0,0 2 0,0 1 0,-45-2 0,-3 15-2802,50 0-299,1 0 0,-34 14 1,22-10-4821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38.4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19 134 1425,'1'-1'462,"-1"0"1,0-1 0,1 1 0,-1 0-1,0-1 1,0 1 0,0 0 0,0-1-1,0 1 1,0-1 0,-1 1 0,1 0-1,0-1 1,-1 1 0,1 0 0,-1-1-1,1 1 1,-1 0 0,0 0-1,1 0 1,-1-1 0,0 1 0,0 0-1,0 0 1,0 0 0,0 0 0,-1 0-1,-2-3-412,0-17 8795,5 31-7171,-1 259 6143,8-210-7817,-5-45 0,0 0 0,-1 0 0,0 17 0,-1-27 0,-1 0 0,1 0 0,-1 0 0,1 0 0,0 0 0,1 0 0,-1-1 0,1 1 0,3 6 0,-3-7 0,0 1 0,0 0 0,0 0 0,-1 0 0,0 0 0,1 0 0,-1 0 0,-1 0 0,1 8 0,0-7 0,-1-1 0,1 1 0,0-1 0,0 0 0,0 1 0,0-1 0,3 5 0,-2-5 0,-1 0 0,1 0 0,-1 1 0,0-1 0,0 0 0,-1 1 0,1 5 0,-1 73 0,0-82 0,0 0 0,0-1 0,0 1 0,0 0 0,0 0 0,1 0 0,-1-1 0,0 1 0,0 0 0,1 0 0,-1-1 0,0 1 0,1 0 0,-1-1 0,1 1 0,-1 0 0,1-1 0,-1 1 0,1 0 0,-1-1 0,1 1 0,-1-1 0,1 1 0,0-1 0,-1 0 0,1 1 0,0-1 0,0 0 0,-1 1 0,2-1 0,-1 1 0,0-1 0,0 0 0,-1 0 0,1 1 0,0-1 0,-1 0 0,1 1 0,0-1 0,-1 1 0,1-1 0,0 1 0,-1-1 0,1 1 0,-1 0 0,1-1 0,-1 1 0,1 0 0,-1-1 0,0 1 0,1 0 0,-1-1 0,0 1 0,1 0 0,-1 0 0,0 0 0,0-1 0,0 1 0,0 0 0,0 0 0,0 1 0,0 17-5295,0-38-436,0 18 5696,0 0 1,0 0-1,0 1 1,0-1-1,0 0 1,0 0-1,0 1 1,0-1-1,-1 0 1,1 0-1,0 1 0,0-1 1,-1 0-1,1 1 1,-1-1-1,1 0 1,0 1-1,-1-1 1,0 1-1,1-1 1,-1 1-1,1-1 1,-1 1-1,1-1 1,-1 1-1,0-1 1,1 1-1,-1 0 1,0-1-1,0 1 1,0 0-1,0-1 11,0 1 0,0 0 0,1 0 1,-1-1-1,0 1 0,0-1 0,1 1 0,-1-1 0,0 1 0,1-1 0,-1 1 0,0-1 0,1 1 0,-1-1 0,1 0 0,-1 1 0,1-1 0,-1 0 1,1 0-1,0 1 0,-1-1 0,1 0 0,0 0 0,0 0 0,-1 1 0,1-1 0,0 0 0,0 0 0,0 0 0,0 0 0,0-1 0,0-332-464,1 327 535,-1 0-1,1 0 0,0 0 1,1 1-1,0-1 0,0 0 1,4-7-1,-4 8 45,1-1-1,-1 1 1,-1 0 0,1-1 0,-1 1-1,0-1 1,0-7 0,-1-16 1242,6-49 0,-5 71-831,1 0 0,0-1-1,0 1 1,1 0 0,0 0-1,1 0 1,-1 1 0,2-1 0,7-10-1,7-15 1500,-19 31-1926,1 0-1,0 0 1,0 0-1,0 1 1,0-1-1,0 0 1,0 0 0,1 0-1,-1 1 1,1-1-1,-1 1 1,1-1-1,-1 1 1,1 0-1,0-1 1,0 1 0,3-2-1,11-4 204,21-5 379,-37 12-649,1 0-1,0 0 0,-1 0 1,1 0-1,0 0 1,-1 0-1,1 0 1,0 0-1,-1 0 0,1 0 1,0 0-1,-1 1 1,1-1-1,0 0 1,-1 1-1,1-1 0,-1 0 1,1 1-1,0-1 1,-1 1-1,1-1 1,-1 1-1,0-1 0,1 1 1,-1-1-1,1 1 1,-1-1-1,0 1 1,1 0-1,-1-1 0,0 1 1,0-1-1,1 1 1,-1 0-1,0-1 1,0 1-1,0 0 0,0-1 1,0 1-1,0 0 1,0 0-1,0-1 1,0 2-1,0 0-7,0 0 0,0 0 0,1 0 0,-1 0 0,1 0 0,0 0 0,-1 0 0,1 0 0,0 0 0,0 0 0,0 0 0,1-1 0,-1 1 0,0 0 0,2 1 0,-1-2 0,-1 1 0,0-1 0,1 1 0,-1 0 0,0 0 0,0-1 0,0 1 0,0 0 0,0 0 0,0 0 0,-1 0 0,1 0 0,-1 0 0,1 0 0,-1 0 0,0 0 0,0 1 0,0-1 0,0 0 0,0 0 0,0 0 0,-1 0 0,1 0 0,0 0 0,-1 0 0,0 0 0,0 0 0,-1 3 0,-6 10 0,6-11 0,0-1 0,0 1 0,0 0 0,1 0 0,-1 0 0,1 0 0,0 0 0,0 0 0,1 0 0,-1 1 0,1 4 0,-1-1 0,0 0 0,0 0 0,-1-1 0,0 1 0,0 0 0,0-1 0,-1 0 0,-1 0 0,1 0 0,-7 10 0,-4 3 0,-1 1 0,-17 18 0,20-26 0,6-8 0,1 1 0,0 1 0,0-1 0,0 1 0,1-1 0,-6 14 0,6-14 0,-1-1 0,1 1 0,-1-1 0,0 0 0,0 0 0,-1-1 0,1 0 0,-1 0 0,-8 5 0,13-9 0,0 1 0,1-1 0,-1 1 0,1 0 0,-1-1 0,1 1 0,-1 0 0,1-1 0,-1 1 0,1 0 0,0 0 0,0-1 0,-1 1 0,1 0 0,0 0 0,0-1 0,0 1 0,0 0 0,0 0 0,0 0 0,0 0 0,0-1 0,0 1 0,0 0 0,0 0 0,0 0 0,1-1 0,-1 1 0,0 0 0,1 0 0,-1-1 0,0 1 0,1 0 0,0 0 0,0 1 0,0 0 0,0 0 0,0-1 0,0 1 0,0 0 0,1-1 0,-1 1 0,1-1 0,-1 1 0,1-1 0,-1 0 0,4 2 0,67 24 0,-45-18 0,-23-7 0,0-1 0,0 1 0,0-1 0,0 0 0,0 0 0,0-1 0,1 1 0,6-1 0,150 0 0,-155 0 0,0-1 0,-1 1 0,1-1 0,0 0 0,-1-1 0,7-2 0,24-5 0,-20 7 0,1-1 0,-1-1 0,0-1 0,0 0 0,0-1 0,-1-1 0,1 0 0,24-18 0,-20 13 0,-18 11 0,-1 0 0,1 1 0,-1-1 0,0 0 0,1 0 0,-1 0 0,1 0 0,-1 0 0,0-1 0,0 1 0,0 0 0,0 0 0,0-1 0,0 1 0,0-1 0,0 1 0,0-1 0,-1 1 0,1-1 0,-1 1 0,1-1 0,-1 0 0,1 1 0,-1-1 0,0 0 0,0 1 0,0-1 0,0 0 0,0 0 0,-1-2 0,2-5 0,0 6 0,-1-1 0,1 0 0,-1 1 0,0-1 0,0 0 0,0 1 0,-1-1 0,1 0 0,-1 1 0,0-1 0,0 1 0,-3-7 0,-2 5 0,5 4 0,0 0 0,-1 1 0,1-1 0,0 0 0,0 0 0,0 1 0,0-1 0,1 0 0,-1 0 0,0 0 0,0 0 0,0 0 0,1-1 0,-1 1 0,1 0 0,-1 0 0,1 0 0,-1 0 0,1-1 0,0 1 0,-1 0 0,1-2 0,0 1 0,-1 0 0,1 1 0,-1-1 0,1 1 0,-1-1 0,0 1 0,0-1 0,0 1 0,0 0 0,0-1 0,0 1 0,0 0 0,0 0 0,0 0 0,-1 0 0,1 0 0,0 0 0,-1 0 0,1 0 0,-1 0 0,1 0 0,-1 1 0,1-1 0,-1 1 0,-2-1 0,-38-7 0,-2 13 0,43-4 0,0-1 0,0 0 0,0 0 0,-1 1 0,1-1 0,0 0 0,0 1 0,0-1 0,0 1 0,0-1 0,0 1 0,0 0 0,0-1 0,0 1 0,1 0 0,-1 0 0,0 0 0,0 0 0,1-1 0,-1 1 0,0 0 0,1 0 0,-1 0 0,1 0 0,-1 1 0,0 0 0,1-1 0,0 0 0,0 0 0,0 0 0,0 0 0,0 0 0,0 0 0,-1 0 0,1 0 0,0 0 0,-1-1 0,1 1 0,-1 0 0,1 0 0,-1 0 0,1-1 0,-1 1 0,1 0 0,-1 0 0,0-1 0,1 1 0,-1-1 0,0 1 0,0-1 0,1 1 0,-1-1 0,-2 1 0,3 0 0,-1-1 0,0 1 0,0-1 0,0 1 0,0-1 0,1 1 0,-1-1 0,0 1 0,1 0 0,-1-1 0,0 1 0,1 0 0,-1-1 0,1 1 0,-1 0 0,1 0 0,-1 0 0,1 0 0,0 0 0,-1-1 0,1 1 0,0 0 0,0 0 0,-1 0 0,1 0 0,0 2 0,1 2 0,0 1 0,0 0 0,0 0 0,1-1 0,-1 1 0,1 0 0,1-1 0,-1 0 0,1 0 0,0 1 0,0-2 0,1 1 0,-1 0 0,8 7 0,7 5 0,0 0 0,27 19 0,-30-26-81,1-1 0,0-1-1,1 0 1,-1-1 0,1-1 0,1 0 0,-1-1 0,1-1-1,0-1 1,0-1 0,0 0 0,0-1 0,21-2-1,-32 1 9,-1-1-1,0 0 0,1 0 0,-1 0 1,0-1-1,7-2 0,11-3 1,-20 6 96,-1-1 1,1 1-1,0-1 0,-1 1 1,1-1-1,-1 0 0,0 0 1,0 0-1,0-1 1,0 1-1,0-1 0,0 0 1,-1 0-1,1 0 0,-1 0 1,0 0-1,0 0 0,0-1 1,0 1-1,-1 0 1,1-1-1,-1 0 0,0 1 1,0-1-1,0 0 0,0-4 1,2-13 216,-2 0 1,0 0-1,-3-36 1,0 17-108,3 39-133,-1-1 0,0 0 0,0 1 0,0-1 0,0 0 0,0 1 0,0-1 0,-1 1 0,1-1 0,0 0 0,-1 1 0,1-1 0,-1 1 0,0-1 0,1 1 0,-1-1 0,0 1 0,0-1 0,-2-1 0,-3-5 0,3-1 0,-2 18 0,3-7 0,0 0 0,0-1 0,0 1 0,0 0 0,0 0 0,1 1 0,-1-1 0,1 0 0,0 1 0,-2 3 0,-1 40 0,4-35 0,-1-6 0,1 0 0,0-1 0,0 1 0,0 0 0,1 0 0,-1-1 0,1 1 0,3 8 0,0-3 0,0 0 0,0 1 0,-1-1 0,0 1 0,-1-1 0,-1 1 0,1 0 0,-1 14 0,-1-13 0,1 0 0,1-1 0,4 19 0,-3-18 0,-1 0 0,0-1 0,0 20 0,-2-12 0,-1-11 0,1-1 0,0 1 0,0-1 0,1 1 0,0-1 0,3 11 0,3 3 0,-3-13 0,-2 0 0,1 0 0,-1 0 0,0 0 0,-1 1 0,1 13 0,-2 259-323,-7-267-406,-9-5-4438,15-9 4845,1 1-1,-1-1 0,1 0 0,-1 1 0,1-1 0,-1 0 0,0 0 0,1 0 0,-1 1 0,0-1 0,1 0 0,-1 0 0,0 0 0,1 0 0,-1 0 0,0 0 0,1 0 1,-1 0-1,1-1 0,-1 1 0,0 0 0,1 0 0,-1 0 0,0-1 0,1 1 0,-1 0 0,1-1 0,-1 1 0,1-1 0,-1 1 0,1 0 0,-1-1 0,1 1 0,-1-1 0,1 1 1,0-1-1,-1 0 0,1 1 0,0-1 0,-1 1 0,1-1 0,0 0 0,0 0 0,0 0 125,-1 0-1,1 0 1,0 0 0,0 0 0,0 0-1,0 0 1,-1 0 0,1 1 0,0-1-1,-1 0 1,1 0 0,-1 0 0,1 1-1,-1-1 1,1 0 0,-1 0 0,0 1-1,1-1 1,-1 0 0,0 1 0,0-1-1,1 1 1,-1-1 0,0 1 0,-1-1-1,-8-7-1422,5-16-1061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38.6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57 119 3362,'0'-5'950,"0"-1"1,1 0 0,0 1 0,1-1 0,-1 0 0,1 1-1,0 0 1,0-1 0,0 1 0,4-5 0,-4 6-542,0 1 1,1-1 0,-1 1-1,1 0 1,0 0 0,0 0-1,0 0 1,0 0-1,0 1 1,1-1 0,-1 1-1,1 0 1,6-3 0,-4 3 18,0 0 0,0 0 0,0 1 1,0 0-1,0 0 0,0 0 0,0 1 1,1 0-1,7 1 0,-11 0-264,1 0-1,-1 0 1,1 0 0,-1 0-1,0 1 1,1-1 0,-1 1-1,0 0 1,0 0 0,0 1-1,0-1 1,-1 0 0,1 1-1,-1 0 1,1-1 0,2 6-1,17 14 1077,-20-21-1154,-1 0 0,1 0 0,0 0 0,-1 0 0,0 1 0,1-1 0,-1 1 0,0-1 0,0 1-1,0-1 1,0 1 0,0 0 0,0-1 0,0 1 0,0 0 0,-1 0 0,1 0 0,-1 0 0,1-1 0,-1 1 0,0 0 0,0 0 0,0 0-1,0 2 1,0 15 283,1-13-228,0-1 0,-1 1-1,0 0 1,0 0-1,-1-1 1,1 1-1,-1 0 1,-1-1-1,1 1 1,-1 0 0,0-1-1,0 0 1,0 0-1,-1 1 1,0-1-1,-7 9 1,-23 26-1100,-46 46-5026,70-78 5245,0 0 0,0-1-1,-1 0 1,0 0-1,0-1 1,-1-1-1,-18 8 1,7-5-4413,13-5 853,-15-1-160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38.9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1 130 4146,'0'-3'618,"0"1"1,0-1 0,1 1-1,-1 0 1,1-1 0,-1 1-1,1-1 1,0 1-1,0 0 1,0 0 0,0-1-1,1 1 1,-1 0-1,2-2 1,-1 2 113,0-1 0,-1 1 0,1 0 0,-1-1 0,0 0 0,0 1 0,0-1 0,0 0 0,0 1 1,0-1-1,-1 0 0,0 0 0,1 0 0,-1-3 0,0 5-511,0 0 1,0 0 0,0 0-1,0 0 1,1 0 0,-1 0-1,0 0 1,1 0 0,-1 0-1,0 0 1,1 0 0,-1 0-1,1 0 1,0 0 0,-1 0-1,1 0 1,0 1 0,0-2-1,0 1-4,0 0 1,0 0-1,0 0 0,0 0 1,0 0-1,-1 0 0,1-1 0,0 1 1,-1 0-1,1 0 0,-1 0 1,1-1-1,-1 1 0,0 0 1,0-1-1,1 1 0,-1 0 0,0-3 1,-2-2-194,-4 15-23,-2 6-5,6-11 4,1 1 0,0-1 0,0 1 0,0 0 0,1 0 0,-1 0 0,1 0 0,0-1 0,1 1 0,1 9 0,-1 5 0,18 137 0,-21-125 0,1-25 0,0-1 0,1 1 0,0 0 0,0-1 0,0 1 0,1-1 0,0 1 0,0-1 0,0 1 0,3 6 0,4 4 0,-6-13 0,1 1 0,-2 0 0,1 0 0,0 0 0,-1 0 0,0 0 0,0 0 0,0 0 0,0 0 0,-1 0 0,1 5 0,-1 187-2060,0-194 1646,0 0-1,0 1 0,1-1 0,-1 0 0,1 0 0,-1 0 0,1 0 1,0 0-1,0 0 0,0 0 0,0 0 0,2 2 0,6 20-3284,-10-23 3388,1 0-1,0 0 1,0 0-1,0 0 1,0 0 0,0 0-1,0 0 1,0 0-1,0 0 1,0 0-1,0 1 1,1-1-1,-1 0 1,0 0 0,1 0-1,-1 0 1,1 0-1,-1 0 1,1-1-1,-1 1 1,1 0 0,0 0-1,-1 0 1,1 0-1,0-1 1,0 1-1,0 0 1,-1-1-1,1 1 1,0-1 0,0 1-1,0-1 1,0 1-1,0-1 1,0 0-1,0 1 1,0-1-1,0 0 1,1 0 0,-1 0-1,0 0 1,0 0-1,0 0 1,0 0-1,0 0 1,0 0-1,0 0 1,0 0 0,0-1-1,2 0 1,11 1-651,-10 0 460,-3 1 369,0-1 1,1 0 0,-1 1-1,0-1 1,0 0 0,1 0 0,-1 0-1,0 0 1,0 0 0,1 0 0,-1 0-1,0-1 1,0 1 0,0 0-1,1-1 1,-1 1 0,0-1 0,0 1-1,2-2 1,12-11-1474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39.2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142 314 624,'15'-15'1810,"0"-1"1,-1-1-1,-1 0 0,-1-1 0,0 0 0,-1-1 0,16-37 1,-26 50-906,0 0 1,0 0-1,-1 0 1,1-1-1,-1 1 0,-1 0 1,1 0-1,-1 0 1,0 0-1,0 0 1,-1 0-1,0 0 1,0 0-1,-5-10 1,-1-2 765,8 17-1593,-1 1 0,1-1 0,0 1 0,0-1 0,0 1 0,0-1 0,-1 1 0,1-1 0,0 1 0,0 0 0,-1-1 0,1 1 0,0-1 0,-1 1 0,1 0 0,0-1 0,-1 1 0,1 0 0,-1 0 0,1-1 0,-1 1 0,1 0 0,0 0 0,-1 0 0,1-1 0,-1 1 0,1 0 0,-2 0 0,-6-3 68,2 1-146,-1 1 0,0 0 0,0 0 0,0 0 0,-1 1 0,1 0 0,0 1 0,0-1 0,0 1 0,0 1 0,0-1 0,1 1 0,-1 0 0,0 1 0,1 0 0,-1 0 0,1 0 0,0 1 0,0 0 0,0 0 0,1 0 0,-1 1 0,1-1 0,0 2 0,0-1 0,1 0 0,0 1 0,0 0 0,-6 10 0,1 2 0,6-13 0,0 0 0,0-1 0,1 2 0,0-1 0,0 0 0,0 0 0,1 1 0,0-1 0,0 1 0,0-1 0,0 10 0,1-13 0,-1 1 0,1-1 0,0 0 0,0 0 0,0 0 0,0 0 0,0 0 0,1 1 0,-1-1 0,1 0 0,-1 0 0,1 0 0,0 0 0,0 0 0,0 0 0,0 0 0,0-1 0,0 1 0,0 0 0,3 2 0,7 8 0,-4 27 0,0-32 0,-6-6 0,-1-1 0,1 1 0,0 0 0,-1 0 0,1 0 0,0-1 0,-1 1 0,1 0 0,-1 0 0,1 0 0,-1 0 0,1 0 0,-1 0 0,0 0 0,0 0 0,1 0 0,-1 0 0,0 0 0,0 1 0,0-1 0,0 0 0,0-1 0,1 1 0,-1 0 0,0-1 0,0 1 0,1 0 0,-1-1 0,0 1 0,1-1 0,-1 1 0,0-1 0,1 1 0,-1-1 0,1 1 0,-1-1 0,1 1 0,-1-1 0,1 1 0,-1-1 0,1 0 0,0 1 0,-1-1 0,1 0 0,-1 0 0,1 1 0,0-1 0,-1 0 0,1 0 0,0 0 0,-1 0 0,1 0 0,0 0 0,-1 0 0,1 0 0,0 0 0,-1 0 0,1 0 0,0-1 0,-1 1 0,2 0 0,0-1 0,1 1 0,0-1 0,-1 1 0,1-1 0,-1 0 0,1 0 0,-1-1 0,0 1 0,1 0 0,2-3 0,1 1 0,-5 2 0,0 1 0,0-1 0,0 1 0,0-1 0,0 1 0,0-1 0,-1 1 0,1-1 0,0 0 0,0 0 0,0 0 0,-1 1 0,1-1 0,0 0 0,-1 0 0,1 0 0,-1 0 0,1 0 0,-1 0 0,1 0 0,-1 0 0,0 0 0,1 0 0,-1 0 0,0-2 0,0 2 0,0-1 0,0 1 0,1-1 0,-1 1 0,0-1 0,1 1 0,-1 0 0,0-1 0,1 1 0,0 0 0,-1-1 0,1 1 0,0 0 0,1-2 0,-1 1 0,1 1 0,-1-1 0,0 0 0,0 0 0,0 1 0,0-1 0,-1 0 0,1 0 0,-1 0 0,1 0 0,-1 0 0,1 0 0,-1 0 0,0-4 0,0 2 0,4-47 0,-4 51 0,0-1 0,0 0 0,0 1 0,0-1 0,0 1 0,0-1 0,1 1 0,-1-1 0,0 1 0,0-1 0,1 1 0,-1-1 0,0 1 0,1-1 0,-1 1 0,0 0 0,1-1 0,-1 1 0,1-1 0,-1 1 0,1 0 0,-1-1 0,1 1 0,-1 0 0,1 0 0,0-1 0,0 2 0,0-1 0,0 1 0,0-1 0,1 1 0,-1-1 0,0 1 0,0-1 0,0 1 0,0 0 0,0 0 0,-1 0 0,1-1 0,0 1 0,0 0 0,0 0 0,-1 0 0,1 0 0,0 2 0,38 33 0,10 19-3511,-45-48 831,1 0-1,1-1 1,-1 1-1,1-1 1,0 0-1,8 5 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39.7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245 76 3730,'-4'-2'1234,"0"0"1,0 0 0,1-1-1,-1 1 1,1-1 0,0 0 0,0 0-1,0 0 1,0 0 0,-3-5-1,-11-11 4639,3 11-5163,-3 1 1485,15 6-1964,1 0-1,-1 0 0,0 0 1,0 0-1,0 1 0,0-1 0,1 1 1,-1-1-1,0 1 0,0 0 1,0 0-1,0-1 0,0 1 0,0 1 1,0-1-1,0 0 0,0 0 1,0 1-1,0-1 0,0 1 0,1 0 1,-1 0-1,0-1 0,0 1 1,1 0-1,-1 0 0,-2 3 1,-43 35-2,45-39-229,1 1 0,-1 0 0,1-1 0,0 1 0,0 0 0,-1 0 0,1 0 0,0 0 0,0 1 0,0-1 0,0 0 0,0 0 0,0 1 0,0-1 0,1 0 0,-1 1 0,0-1 0,1 1 0,-1-1 0,1 1 0,-1-1 0,1 1 0,0-1 0,0 1 0,-1 2 0,-8 29 0,2-20 0,5-11 0,0 0 0,1 0 0,-1 0 0,1 0 0,0 1 0,-1-1 0,1 0 0,0 1 0,0-1 0,1 1 0,-1-1 0,0 1 0,1-1 0,0 1 0,-1 0 0,1-1 0,0 1 0,0 0 0,1-1 0,-1 1 0,0-1 0,1 1 0,0-1 0,0 1 0,1 2 0,2 3 0,1 3 0,1-1 0,0 1 0,1-1 0,15 18 0,0 2 0,-21-27 0,0-1 0,0 0 0,0 0 0,1 0 0,-1 0 0,1 0 0,-1 0 0,1 0 0,0 0 0,0-1 0,0 1 0,0-1 0,3 3 0,4 1 0,1 0 0,0 0 0,1-1 0,-1 0 0,1-1 0,0 0 0,-1-1 0,1 0 0,1 0 0,-1-2 0,0 1 0,0-1 0,0-1 0,0 0 0,0 0 0,0-1 0,0-1 0,0 0 0,-1 0 0,1-1 0,-1 0 0,17-10 0,-23 11 0,0 0 0,-1 0 0,1-1 0,-1 1 0,1-1 0,-1 0 0,0 1 0,-1-2 0,1 1 0,3-8 0,18-46 0,-23 54 0,0-2 0,0 0 0,0 1 0,-1-1 0,0 0 0,0 1 0,0-1 0,-1 0 0,1 1 0,-2-1 0,1 0 0,0 1 0,-1-1 0,0 1 0,-4-8 0,2 4 0,3 7 0,0-1 0,0 1 0,0 0 0,0 0 0,0 0 0,0 0 0,-1 0 0,1 0 0,-1 0 0,1 0 0,-4-3 0,0 1 0,4 3 0,0-1 0,-1 1 0,1 0 0,-1-1 0,1 1 0,-1 0 0,1 0 0,-1 0 0,0 0 0,1 1 0,-1-1 0,0 0 0,0 1 0,1-1 0,-1 1 0,0-1 0,0 1 0,0 0 0,0 0 0,0 0 0,0 0 0,1 0 0,-1 0 0,0 1 0,0-1 0,0 1 0,0-1 0,-1 2 0,-1 0 0,1-1 0,0 2 0,-1-1 0,1 0 0,0 1 0,1-1 0,-1 1 0,0 0 0,1 0 0,0 0 0,-1 0 0,1 0 0,1 1 0,-1-1 0,0 1 0,1-1 0,-1 1 0,1 0 0,0-1 0,1 1 0,-1 0 0,0 0 0,1 6 0,-1 3 0,0-1 0,0 1 0,2 0 0,-1-1 0,2 1 0,3 15 0,-4-24 0,0-1 0,1 0 0,0 1 0,-1-1 0,1 0 0,0 0 0,1 0 0,-1-1 0,3 4 0,13 18 0,-14-14 0,-1 0 0,1-1 0,1 0 0,-1 0 0,2 0 0,-1 0 0,1-1 0,10 12 0,-2-6 7,0 0 0,1 0 1,0-1-1,23 14 0,-30-22-23,0 0-1,1 0 1,0-1 0,0 0-1,0-1 1,1 0-1,-1 0 1,1-1 0,-1 0-1,17 1 1,-19-3-648,-1-1 1,1 0-1,-1 0 1,1 0-1,-1-1 1,6-2-1,12-4-3386,-16 6 2725,-1-1-1,0 0 0,-1-1 1,1 0-1,-1 0 0,0 0 0,1-1 1,-2 0-1,1 0 0,6-8 1,5-3-2293,4-9-2094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39.9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169 29 1921,'0'-1'324,"0"0"1,0 0-1,0 0 1,0 0-1,0 0 0,0 0 1,0 0-1,0 0 1,0 0-1,-1 0 0,1 0 1,0 0-1,-1 0 1,1 0-1,-1 0 1,1 0-1,-1 0 0,1 0 1,-1 1-1,0-1 1,1 0-1,-1 0 0,0 1 1,0-1-1,0 0 1,0 1-1,1-1 1,-1 1-1,0-1 0,0 1 1,0-1-1,0 1 1,0 0-1,0-1 1,0 1-1,0 0 0,0 0 1,0 0-1,-2 0 1,-3 0 748,0 1 0,0 0 1,0 0-1,1 1 0,-11 4 1,14-6-878,1 1 0,0-1 0,-1 1-1,1 0 1,0 0 0,0 0 0,0-1 0,0 1 0,0 0 0,0 0 0,0 1 0,0-1 0,0 0 0,0 0 0,0 0 0,1 1 0,-1-1 0,1 0-1,-1 1 1,1-1 0,-1 0 0,1 1 0,0-1 0,-1 2 0,-5 17 2515,-23 64 342,11-26-2286,9-36-767,6-17 0,1 0 0,0 1 0,0-1 0,1 1 0,-1-1 0,1 1 0,0 0 0,0 10 0,1 210 0,1-219 0,-1 0 0,1 0 0,1 0 0,-1-1 0,1 1 0,5 12 0,-4-13 0,0 1 0,-1-1 0,0 1 0,-1-1 0,0 1 0,1 13 0,0-7 0,1 0 0,0 0 0,1 0 0,0 0 0,1-1 0,0 1 0,1-1 0,0-1 0,1 1 0,11 13 0,-16-21 0,-1-3 0,0 0 0,0 1 0,0-1 0,0 0 0,0 0 0,0 1 0,0-1 0,0 0 0,0 0 0,0 0 0,1 0 0,-1 0 0,0-1 0,1 1 0,-1 0 0,1-1 0,-1 1 0,1 0 0,-1-1 0,3 1 0,18 9 0,-21-9 0,0-1 0,1 1 0,-1 0 0,0 0 0,1-1 0,-1 1 0,1-1 0,-1 1 0,1-1 0,-1 1 0,1-1 0,-1 0 0,1 0 0,2 0 0,22 1-379,24-1-1797,-48 0 2011,0 0 0,0 0 1,0-1-1,0 1 0,0 0 0,0-1 0,0 0 0,0 0 0,0 1 0,0-1 1,0 0-1,0 0 0,-1-1 0,1 1 0,0 0 0,-1-1 0,2-1 0,-1 2-441,0-1-1,0 0 1,0 1-1,0-1 0,0 1 1,0 0-1,0 0 1,0 0-1,0 0 1,1 0-1,-1 0 0,0 0 1,1 1-1,2-1 1,-2 1 67,-1-1 1,1 0 0,0 1-1,0-1 1,-1 0 0,1 0 0,-1-1-1,1 1 1,-1 0 0,1-1-1,-1 0 1,0 1 0,0-1 0,3-3-1,3-12-3823,16-8-1219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40.4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104 106 2433,'0'-1'242,"0"1"0,0-1 0,0 0 0,-1 1 0,1-1 0,0 1 1,0-1-1,0 1 0,-1-1 0,1 1 0,0-1 0,-1 1 0,1-1 0,-1 1 0,1-1 0,0 1 0,-1-1 0,1 1 0,-1 0 0,1-1 0,-1 1 0,1 0 1,-1 0-1,1-1 0,-1 1 0,1 0 0,-1 0 0,0 0 0,1-1 0,-1 1 0,1 0 0,-1 0 0,0 0 0,1 0 0,-1 0 0,1 0 0,-1 0 1,0 1-1,1-1 0,-1 0 0,1 0 0,-1 0 0,0 1 0,-7-1 1430,5 12 1623,0-9-2807,1 1 1,0 0-1,0 0 0,1 0 1,-1 0-1,1 0 1,0 0-1,0 0 0,0 1 1,0-1-1,1 0 1,0 0-1,0 1 0,0-1 1,1 8-1,-1-7-162,-1 0-1,0-1 0,0 1 1,0 0-1,-1 0 1,0 0-1,-3 6 0,2-6 15,1 0 0,0 1-1,0-1 1,0 1-1,1-1 1,0 1-1,-1 10 1,2-5-164,1 0 0,0-1-1,0 1 1,1 0 0,1-1 0,-1 1-1,2-1 1,5 14 0,-6-14-176,-1-1 0,0 1 0,-1 0 0,0 0 0,0 0 0,-1 0 0,-1 0 0,-1 11 0,0 12 0,2 75 0,0-108 0,0 0 0,0 0 0,0 0 0,1 0 0,-1 1 0,0-1 0,0 0 0,0 0 0,0 0 0,0 0 0,0 0 0,0 1 0,0-1 0,0 0 0,0 0 0,0 0 0,0 0 0,0 1 0,0-1 0,0 0 0,0 0 0,0 0 0,0 0 0,0 0 0,0 1 0,-1-1 0,1 0 0,0 0 0,0 0 0,0 0 0,0 0 0,0 1 0,0-1 0,0 0 0,-1 0 0,1 0 0,0 0 0,0 0 0,0 0 0,0 0 0,0 0 0,0 0 0,-1 0 0,1 0 0,0 1 0,0-1 0,0 0 0,0 0 0,-1 0 0,1 0 0,0 0 0,0 0 0,0 0 0,0 0 0,-1 0 0,1-1 0,0 1 0,0 0 0,0 0 0,-11-10 0,3 2 0,6 4 0,1 0 0,-1-1 0,1 1 0,0-1 0,1 1 0,-1-1 0,1 1 0,0-1 0,0 0 0,0 1 0,2-9 0,-1-3 0,-1 7 0,-1 0 0,-1 0 0,1 0 0,-1 0 0,-6-16 0,5 17 0,0-1 0,1 1 0,0 0 0,0-1 0,0-15 0,2-189 0,0 213 0,0-1 0,0 0 0,0 1 0,0-1 0,0 0 0,1 0 0,-1 1 0,0-1 0,0 1 0,1-1 0,-1 0 0,0 1 0,1-1 0,-1 1 0,1-1 0,-1 0 0,0 1 0,1-1 0,-1 1 0,1 0 0,0-1 0,-1 1 0,1-1 0,-1 1 0,1 0 0,0-1 0,-1 1 0,1 0 0,0 0 0,-1 0 0,1-1 0,0 1 0,-1 0 0,1 0 0,0 0 0,-1 0 0,1 0 0,0 0 0,-1 0 0,1 1 0,0-1 0,-1 0 0,1 0 0,0 0 0,-1 1 0,1-1 0,0 0 0,0 1 0,1 0 0,1 0 0,-1 0 0,1 0 0,-1 1 0,0-1 0,1 0 0,-1 1 0,0 0 0,0-1 0,0 1 0,0 0 0,0 0 0,-1 0 0,3 4 0,3 5 0,-1-1 0,2 0 0,13 15 0,-14-17 0,0 0 0,0 1 0,-1 0 0,0 0 0,0 0 0,7 18 0,-9-19 0,0 0 0,1 0 0,0-1 0,0 1 0,0-1 0,13 12 0,-10-12 0,-2 1 0,1 0 0,-1 0 0,7 13 0,-5 1 0,-8-19 0,1 0 0,0 1 0,1-1 0,-1 0 0,0 0 0,1 0 0,0 0 0,-1 0 0,5 4 0,36 45 0,-11-30 0,-24-27 0,-5 4 0,0 0 0,-1 0 0,1 0 0,0 0 0,-1 0 0,1 0 0,0 0 0,-1-1 0,0 1 0,1-1 0,-1 1 0,2-2 0,-3-214 0,-1 209 0,0 0 0,0 0 0,0 0 0,-1 1 0,0-1 0,-4-8 0,3 8 0,0 0 0,1 0 0,0 0 0,0-1 0,1 1 0,-1-11 0,4-9 0,-1 19 0,0 0 0,0 0 0,-1 1 0,-1-1 0,1 0 0,-1 1 0,-1-1 0,-3-14 0,0 17-49,-12-16-542,17 21 535,-1 0 0,1 0-1,0 0 1,-1 1 0,1-1 0,0 0-1,0 0 1,-1 0 0,1 0-1,0 1 1,0-1 0,0 0-1,0 0 1,0 0 0,0 0-1,0 0 1,0 1 0,1-1-1,-1 0 1,0 0 0,0 0-1,1 1 1,-1-1 0,1 0 0,-1 0-1,1 1 1,-1-1 0,1 0-1,0 0 1,18-12-3847,-15 1-6180,25-5-766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41.0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170 113 1137,'0'-2'4789,"0"-18"-529,-3 13 476,1 6-4142,1 0-290,0 0 1,0 1 0,0-1-1,0 0 1,0 0-1,0 0 1,0 0 0,0 0-1,0 0 1,1 0 0,-1 0-1,1 0 1,-1-1-1,0 1 1,1 0 0,0 0-1,-1-3 1,-5 3 3105,-12 1-1844,10-1-909,0 1 0,0 0 1,1 1-1,-1 0 1,-14 4-1,18-4-454,1 1 1,-1 0-1,1 0 1,0 0-1,0 1 1,0-1-1,0 0 0,1 1 1,-1 0-1,1 0 1,0 0-1,-1 0 1,-1 4-1,1-3-203,0 2 0,0-1 0,1 0 0,-1 0 0,1 1 0,0 0 0,1-1 0,-1 1 0,1 0 0,0 0 0,1-1 0,0 1 0,0 10 0,1-4 0,0-1 0,0 0 0,1 0 0,1 0 0,0 0 0,0 0 0,11 19 0,2 10 0,-13-32 0,0 0 0,1-1 0,1 1 0,7 10 0,8 14 0,-16-25 0,0-1 0,0 1 0,1-1 0,0 0 0,1 0 0,-1-1 0,1 0 0,0 0 0,11 7 0,-12-11 0,1 1 0,-1-1 0,0-1 0,1 1 0,-1-1 0,1 0 0,-1 0 0,1-1 0,-1 1 0,0-1 0,1-1 0,-1 1 0,0-1 0,0 1 0,9-6 0,-5-5 0,-5 7 0,-1 1 0,1-1 0,-1 0 0,0 0 0,0 0 0,-1 0 0,1-1 0,-1 1 0,0-1 0,-1 1 0,1-1 0,-1 0 0,0 1 0,-1-1 0,1 0 0,-2-7 0,2-16 0,0 21 0,0 1 0,-1-1 0,0 0 0,-1 0 0,0 0 0,0 0 0,-3-10 0,-3 1 0,4 10 0,0 1 0,1-1 0,-1 1 0,2-1 0,-1 0 0,1 0 0,0 0 0,0 0 0,1 0 0,0-8 0,-8-40 0,-2-8 0,9 62 0,1 0 0,0 1 0,0-1 0,0 0 0,0 1 0,0-1 0,0 0 0,0 0 0,0 1 0,0-1 0,0 0 0,0 1 0,1-1 0,-1 0 0,0 1 0,0-1 0,1 0 0,-1 1 0,0-1 0,1 1 0,-1-1 0,1 0 0,-1 1 0,1-1 0,-1 1 0,1 0 0,-1-1 0,1 1 0,-1-1 0,1 1 0,0 0 0,-1-1 0,2 1 0,20 5 0,-9 0 0,-9-2 0,1-1 0,-1 1 0,0 1 0,0-1 0,0 0 0,0 1 0,-1 0 0,0 0 0,0 0 0,0 0 0,4 8 0,14 15 0,-16-22 0,-1 1 0,1-1 0,-1 1 0,0-1 0,0 1 0,0 1 0,-1-1 0,0 0 0,3 10 0,-1 0 0,0 1 0,14 25 0,-14-33 0,0 1 0,-1-1 0,-1 1 0,1 0 0,-2-1 0,1 1 0,1 20 0,-4 67 0,0-89 0,0-13 0,3-12 0,-1 14 0,0 1 0,0-1 0,-1 0 0,1 1 0,-1-1 0,0 0 0,1 0 0,-1 0 0,-1 0 0,1 0 0,0 0 0,-1-1 0,0 1 0,0 0 0,0 0 0,0-4 0,0 2 0,0-1 0,0 1 0,1 0 0,0-1 0,0 1 0,0 0 0,1-1 0,0 1 0,0 0 0,0 0 0,6-9 0,-5 7 0,-1 4 0,-1-1 0,0 1 0,0-1 0,0 1 0,-1-1 0,1 1 0,-1-1 0,0 1 0,0-8 0,1-15 0,6 4 0,-5 16 0,-1 0 0,1 1 0,-1-1 0,0 0 0,0 0 0,0-8 0,-1 6 0,1 0 0,0 1 0,1-1 0,0 0 0,0 0 0,4-8 0,-3 9 0,-1-1 0,1 0 0,-1 0 0,-1 0 0,0 0 0,1-10 0,2-10 0,-4 28 0,0-1 0,0 1 0,0-1 0,1 1 0,-1-1 0,0 1 0,0 0 0,1-1 0,-1 1 0,0 0 0,1-1 0,-1 1 0,0 0 0,1 0 0,-1-1 0,0 1 0,1 0 0,-1 0 0,0-1 0,1 1 0,-1 0 0,1 0 0,-1 0 0,1 0 0,-1 0 0,0 0 0,2-1 0,0 2 0,1 0 0,-1 0 0,0 0 0,1 1 0,-1-1 0,0 0 0,0 1 0,0 0 0,0-1 0,0 1 0,2 2 0,1 9 0,-2 2 0,15 18 0,23 53 0,-26-54 10,-13-29-15,1 1-1,-1 0 1,0 0 0,-1 1 0,1-1-1,-1 0 1,0 0 0,0 1 0,0-1-1,0 7 1,-1-8-338,0 1 1,0 0-1,1-1 0,0 1 1,0-1-1,0 1 0,0-1 1,2 6-1,-1-5-939,0 0 0,-1 0 1,1 0-1,-1 0 0,0 1 0,-1-1 1,1 0-1,-1 7 0,0 8-2419,5-11-2731,18 0 2548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41.3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0 444 2289,'5'-2'3041,"1"-2"-1580,0-1-1,-1 1 0,1-1 0,-1 0 0,0-1 1,4-5-1,15-14 1898,1-11 1860,-17 26-4230,-1-1 0,1 0-1,-2 0 1,1 0-1,-2-1 1,1 1-1,5-22 1,-1 6-250,-7 19-738,-1 0 0,-1 0 0,1 0 0,-1 0 0,-1 0 0,1-1 0,-2 1 0,-1-16 0,0-11 0,2 33 0,1-1 0,-1 0 0,0 0 0,0 0 0,0 0 0,0 0 0,0 1 0,-1-1 0,0 0 0,1 0 0,-1 1 0,0-1 0,0 0 0,0 1 0,-1-1 0,1 1 0,-1-1 0,1 1 0,-1 0 0,0-1 0,0 1 0,0 0 0,-2-2 0,-3-4 0,7 8 0,0-1 0,-1 1 0,1-1 0,0 1 0,0-1 0,-1 1 0,1 0 0,0-1 0,-1 1 0,1 0 0,-1-1 0,1 1 0,-1 0 0,1-1 0,0 1 0,-1 0 0,1 0 0,-1 0 0,1-1 0,-1 1 0,1 0 0,-1 0 0,1 0 0,-1 0 0,1 0 0,-1 0 0,1 0 0,-1 0 0,1 0 0,-1 0 0,1 0 0,-1 0 0,1 1 0,-1-1 0,1 0 0,-1 0 0,1 0 0,-1 1 0,1-1 0,-1 0 0,1 1 0,-3 0 0,0 1 0,0-1 0,0 1 0,1 0 0,-1 0 0,1 0 0,-1 0 0,1 1 0,0-1 0,0 0 0,0 1 0,0 0 0,0-1 0,0 1 0,1 0 0,0 0 0,-1 0 0,1 0 0,0 0 0,0 0 0,1 1 0,-1-1 0,0 5 0,-1 13 0,1 0 0,2 36 0,0-21 0,-1-18 0,0-1 0,1 1 0,1-1 0,0 0 0,9 31 0,-10-34 0,-1-13 0,0 0 0,0 1 0,0-1 0,0 1 0,0-1 0,0 1 0,0-1 0,0 0 0,1 1 0,-1-1 0,1 1 0,-1-1 0,1 0 0,-1 1 0,1-1 0,0 0 0,1 1 0,4 8 0,-3-6 0,0 1 0,0-1 0,0 1 0,1-1 0,-1 0 0,1 0 0,0-1 0,6 5 0,7 3-648,-13-8 205,-1 0 0,1 0-1,0 0 1,0-1 0,0 0-1,0 0 1,0 0 0,1 0-1,-1-1 1,0 1 0,1-1-1,-1 0 1,1 0-1,0-1 1,-1 0 0,1 1-1,6-2 1,6-4-3169,-8 2 1558,0 0 1,0 0-1,0 0 1,0-1-1,-1-1 1,13-8-1,-16 2-913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41.4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 13 3538,'0'-1'214,"0"1"0,1-1 0,-1 1 0,0-1 0,0 0 1,1 1-1,-1-1 0,0 1 0,1-1 0,-1 1 0,0-1 0,1 1 1,-1-1-1,1 1 0,-1-1 0,1 1 0,-1-1 0,1 1 1,-1 0-1,1-1 0,0 1 0,-1 0 0,1 0 0,-1-1 0,1 1 1,0 0-1,-1 0 0,1 0 0,0 0 0,-1 0 0,1 0 0,0 0 1,-1 0-1,1 0 0,0 0 0,-1 0 0,1 0 0,0 0 1,-1 1-1,8 0 6635,-8 14 1822,0 7-5241,1 1-2714,0-16-605,0-1 0,-1 1-1,0-1 1,0 1 0,-1-1 0,1 1-1,-2-1 1,-2 13 0,-4-5-111,5-11 0,1 1 0,1-1 0,-1 0 0,0 1 0,1-1 0,0 1 0,0 0 0,0-1 0,0 1 0,1 0 0,-1 0 0,1 0 0,0 6 0,-8 25-644,6-31 336,0 0 0,0 1-1,1-1 1,0 1-1,0 0 1,0-1 0,0 10-1,1-13 116,0 0-1,0-1 0,0 1 1,0 0-1,0 0 1,0 0-1,0 0 0,-1 0 1,1 0-1,0 0 1,-1 0-1,1-1 0,-1 1 1,1 0-1,-1 0 0,1-1 1,-1 1-1,0 0 1,1 0-1,-1-1 0,0 1 1,1-1-1,-1 1 1,0-1-1,0 1 0,0-1 1,0 1-1,1-1 0,-2 1 1,1-1-127,0 0 1,1 0-1,-1 1 0,0-1 1,1 0-1,-1 0 0,1 1 0,-1-1 1,0 1-1,1-1 0,-1 0 1,1 1-1,-1-1 0,1 1 1,-1-1-1,1 1 0,0 0 1,-1-1-1,1 1 0,0-1 1,-1 1-1,1 0 0,0-1 1,0 1-1,0 0 0,-1-1 1,1 1-1,0 1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42.3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66 59 3314,'-2'0'3573,"-12"0"-1659,7 0 1896,5 0-3558,0 0-1,0 0 0,0 0 1,0 1-1,1-1 1,-1 1-1,0-1 1,0 1-1,1 0 0,-1 0 1,0-1-1,1 1 1,-1 0-1,1 1 1,-1-1-1,1 0 0,0 0 1,-1 1-1,1-1 1,0 0-1,0 1 1,0-1-1,0 1 0,0 0 1,0-1-1,0 1 1,1 0-1,-1 0 1,1-1-1,-1 1 0,1 0 1,-1 2-1,1 133 7239,0 1-3680,0-108-3382,1-10-406,1 1 0,1-1 0,1 0 0,1-1 0,0 1 0,13 28 0,7 28-45,-24-71 23,1 0 0,0 1 0,0-1 0,0 0 0,1 0 0,-1 0 0,7 7 0,-6-7 0,0 11 0,-4-15 0,1 0 0,0 0 0,0 1 0,0-1 0,0 0 0,0 0 0,0 1 0,0-1 0,1 0 0,-1 0 0,0 1 0,1-1 0,-1 0 0,1 0 0,-1 0 0,1 0 0,-1 0 0,2 2 0,10 10 0,-7-13 0,-5-28 0,-1-2 0,2-2 0,0 21 0,0 0 0,-1 0 0,0 0 0,-1 0 0,-4-19 0,-1-1 0,1 0 0,2-1 0,1 1 0,2-35 0,0 44 0,0 14 0,-1 0 0,0 0 0,-1 0 0,1 0 0,-2 1 0,-3-10 0,3 9 0,1 0 0,-1 0 0,1-1 0,1 1 0,-1 0 0,1-12 0,1 16 0,-1-1 0,0 1 0,0 0 0,0 0 0,0 0 0,0 0 0,-1 0 0,0 0 0,0 0 0,-4-6 0,5 8 0,4 5 0,18 17 0,-18-16 0,0 0 0,0 0 0,0 1 0,0-1 0,-1 1 0,1 0 0,2 7 0,13 26 0,11 17 0,-26-45 0,1-1 0,0 0 0,1 0 0,0-1 0,1 1 0,0-1 0,11 12 0,-14-17 0,19 19 0,-1 1 0,-1 0 0,-1 2 0,28 49 0,-44-70 0,-1 1 0,1 0 0,0 0 0,0-1 0,1 0 0,-1 0 0,1 0 0,0 0 0,0 0 0,0-1 0,1 1 0,-1-1 0,1 0 0,-1-1 0,1 1 0,0-1 0,7 2 0,-12-3 0,1-1 0,-1 0 0,1 1 0,-1-1 0,1 0 0,-1 0 0,1 1 0,-1-1 0,1 0 0,-1 0 0,1 0 0,-1 0 0,1 0 0,0 0 0,-1 0 0,1 0 0,-1 0 0,1 0 0,-1 0 0,1 0 0,0 0 0,-1 0 0,1 0 0,-1-1 0,1 1 0,-1 0 0,1 0 0,-1-1 0,1 1 0,-1 0 0,1-1 0,-1 1 0,0 0 0,1-1 0,-1 1 0,0-1 0,1 1 0,-1-1 0,0 1 0,1 0 0,-1-1 0,0 1 0,0-1 0,1 0 0,-1 1 0,0-1 0,0 1 0,0-1 0,0 1 0,0-1 0,0 1 0,0-1 0,0 0 0,0 1 0,0-1 0,0 1 0,0-1 0,0 1 0,0-1 0,-1 1 0,1-2 0,5-23 0,-2 21 0,0 0 0,-1 0 0,1-1 0,-1 1 0,0 0 0,0-1 0,-1 0 0,1 1 0,-1-1 0,0 0 0,0 0 0,-1 0 0,1 0 0,-1 0 0,-1-6 0,2-17 0,0 16 0,0-1 0,-1 0 0,-1 1 0,0-1 0,-4-16 0,-3 5 0,5 17 0,0-1 0,0 0 0,1 0 0,1 0 0,-1-1 0,0-14 0,-17-107 0,19 125 0,0-1 0,-1 1 0,0 0 0,0 1 0,0-1 0,-1 0 0,1 0 0,-6-8 0,5 8 0,0 1 0,0-1 0,0 0 0,1 0 0,0 1 0,-1-1 0,2 0 0,-2-10 0,-7-24-4823,7 34 3685,1 0 0,-1 0-1,1 0 1,0 0 0,0 0 0,0-10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42.7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150 107 672,'2'0'237,"-1"0"-1,1 0 0,-1 0 0,1 1 1,-1-1-1,1 0 0,-1 1 0,1-1 0,-1 1 1,1 0-1,-1-1 0,0 1 0,0 0 1,2 1-1,16 6 2658,-18-8-2783,-1 0 0,1 0 0,0 0 0,-1 0-1,1 0 1,-1 0 0,1 0 0,-1 0 0,1 0 0,-1 0 0,1 0 0,-1-1 0,1 1 0,-1 0 0,1 0 0,-1 0-1,1-1 1,-1 1 0,1 0 0,-1-1 0,1 1 0,-1 0 0,1-1 0,-1 1 0,0 0 0,1-1 0,-1 1 0,0-1-1,1 0 1,13-10 2506,-13 10-2682,0 1 272,1 0 1,-1 0-1,0-1 1,0 1-1,0 0 0,0-1 1,0 1-1,0-1 0,0 0 1,0 1-1,-1-1 0,1 0 1,0 1-1,0-1 1,0 0-1,-1 0 0,1 0 1,0 1-1,-1-1 0,1 0 1,-1 0-1,1 0 0,-1 0 1,1 0-1,-1 0 1,0-1-1,1 0 0,13-11 3282,-12 12-2901,-2-1-331,1 1 1,0-1-1,-1 1 1,1-1-1,-1 0 1,0 1 0,1-1-1,-1 0 1,0 1-1,0-1 1,0 0-1,0 1 1,0-1-1,-1 0 1,1 1-1,0-1 1,-1 0-1,1 1 1,-1-1 0,0 1-1,1-1 1,-1 1-1,0-1 1,0 1-1,0-1 1,0 1-1,0 0 1,0 0-1,-1-1 1,1 1-1,-2-1 1,-5-13 1343,4 14-1596,0 0 1,0 1-1,0-1 1,0 1-1,-1 0 1,1 0 0,0 0-1,0 1 1,0 0-1,0-1 1,-8 4-1,-46 18-18,52-19 13,1 0 0,-1 1 0,1-1 0,0 1 0,1 1 0,-1-1 0,1 1 0,0-1 0,0 1 0,0 0 0,1 1 0,-6 10 0,-6 14 0,13-26 0,-1-1 0,2 1 0,-1-1 0,0 1 0,1 0 0,-1-1 0,1 1 0,0 0 0,1 0 0,-1 0 0,0 4 0,1-5 0,0 0 0,0 0 0,-1-1 0,1 1 0,-1 0 0,0 0 0,0-1 0,0 1 0,0-1 0,0 1 0,-1-1 0,1 1 0,-3 2 0,3-3 0,-1 0 0,0 1 0,1-1 0,0 1 0,0-1 0,0 1 0,0-1 0,0 1 0,0 0 0,0 0 0,1-1 0,0 1 0,-1 3 0,1 0 0,0-1 0,0 1 0,1 0 0,0-1 0,0 0 0,0 1 0,0-1 0,1 0 0,0 1 0,0-1 0,1 0 0,-1 0 0,6 6 0,1 18 0,-1-23 0,-7-6 0,0 1 0,0-1 0,0 0 0,0 1 0,0-1 0,-1 1 0,1 0 0,0-1 0,0 1 0,-1 0 0,1-1 0,0 1 0,-1 0 0,1 0 0,-1-1 0,1 1 0,-1 0 0,1 0 0,-1 0 0,0 0 0,1 0 0,-1 0 0,0 0 0,0 0 0,0 0 0,0 1 0,1-2 0,-1 1 0,0 0 0,1 0 0,-1 0 0,0-1 0,1 1 0,-1 0 0,1-1 0,-1 1 0,1 0 0,-1-1 0,1 1 0,0-1 0,-1 1 0,1-1 0,0 1 0,-1-1 0,1 1 0,0-1 0,0 0 0,-1 1 0,1-1 0,0 0 0,0 0 0,0 1 0,-1-1 0,1 0 0,0 0 0,0 0 0,0 0 0,0 0 0,-1 0 0,1 0 0,0-1 0,0 1 0,0 0 0,0 0 0,-1-1 0,1 1 0,0 0 0,0-1 0,0 0 0,32-11 0,-29 9 0,0 0 0,0-1 0,0 1 0,-1-1 0,1 1 0,-1-1 0,0-1 0,0 1 0,0 0 0,-1-1 0,0 1 0,1-1 0,-2 1 0,1-1 0,0 0 0,-1 0 0,1-6 0,-2 9 0,0 0 0,0 1 0,0-1 0,1 0 0,-1 0 0,0 1 0,1-1 0,-1 0 0,1 1 0,0-1 0,0 0 0,-1 1 0,1-1 0,0 1 0,0-1 0,1 1 0,-1 0 0,2-3 0,-1 3 0,-1 0 0,0 0 0,0-1 0,0 1 0,0 0 0,0-1 0,0 1 0,0-1 0,0 1 0,-1-1 0,1 0 0,-1 1 0,1-1 0,-1 0 0,1 1 0,-1-1 0,0 0 0,0-2 0,0-118 0,1 114 0,3 11 0,7 4 0,-3 18 0,-2-18 0,-1-2 0,1 2 0,-1-1 0,-1 0 0,9 14 0,9 15 19,-8-17-142,1-2-786,3 1-2603,-9 2-3723,14-4-2511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43.2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1 352 4754,'5'-20'8935,"-5"20"-8816,0 0 0,0 0 0,0 0 0,4 1 3691,-3-1-3691,-1 0 0,0 1 0,0-1 0,1 3 303,1-1 0,-1 1 0,0 0 0,0-1 0,0 1 0,-1 0 0,1 0 0,0 0 0,-1-1 0,0 7 0,-1 8 692,1-11-731,-1 0 1,1 0-1,0 0 0,0 0 0,1 0 0,0 0 0,0 0 0,3 9 0,4 0 180,-6-11-422,0-1 1,0 1-1,0 0 0,-1 0 0,1 0 0,-1 0 0,0 0 1,0 0-1,-1 0 0,1 1 0,-1 3 0,9 61 1108,-5-53-993,-2 0 0,2 31 0,-4-42-212,1-1-1,-1 1 0,1-1 1,0 1-1,1-1 1,-1 1-1,1-1 0,3 8 1,-2-7-1,-1 0 1,0 0-1,0 0 0,-1 0 1,1 0-1,-1 1 1,0-1-1,0 0 0,-1 6 1,-3 22-28,3-32-16,0 0 0,-1-1 0,1 1 0,0 0 0,-1 0 0,1-1 0,-1 1-1,1 0 1,-1 0 0,1-1 0,-1 1 0,1-1 0,-1 1 0,0 0 0,1-1 0,-1 1-1,0-1 1,1 0 0,-1 1 0,0-1 0,0 1 0,0-1 0,1 0 0,-1 0 0,0 0-1,0 1 1,0-1 0,0 0 0,1 0 0,-2 0 0,1-3 0,0 1 0,0-1 0,0 0 0,0 0 0,0 1 0,1-1 0,0 0 0,-1 0 0,1 0 0,0 0 0,1 1 0,-1-1 0,1-3 0,-1-4 0,0 5 0,0 0 0,-1 0 0,0 0 0,0 0 0,0 0 0,-4-8 0,3 8 0,0-1 0,1 0 0,-1 1 0,1-1 0,0 0 0,0-11 0,2-7 0,0 14 0,0 1 0,-1-1 0,-1 0 0,0 1 0,0-1 0,-3-13 0,-5 4 0,7 13 0,-1 1 0,1 0 0,0-1 0,1 1 0,-1-1 0,1 0 0,0 0 0,0-9 0,1-2 0,1 6 0,-1-1 0,0 1 0,0-1 0,-2 1 0,1 0 0,-2-1 0,1 1 0,-6-14 0,6 18 0,1 1 0,0-1 0,1 1 0,0-1 0,0-10 0,24 53 0,18 2 0,-2 3 0,44 56 0,-71-79 0,1 0 0,1-2 0,1 0 0,0 0 0,28 19 0,-24-17 0,-19-17 0,-1 0 0,1 1 0,0-1 0,0 0 0,0 1 0,0-1 0,0 0 0,0 0 0,1 0 0,-1 0 0,0 0 0,0 0 0,1-1 0,-1 1 0,0 0 0,1-1 0,-1 1 0,1-1 0,-1 1 0,1-1 0,-1 1 0,1-1 0,-1 0 0,1 0 0,0 0 0,-1 0 0,1 0 0,-1 0 0,1-1 0,-1 1 0,3-1 0,-2-4 0,-1 0 0,0-1 0,0 1 0,-1 0 0,1-1 0,-1 1 0,0 0 0,-2-11 0,1 8 0,2-41 0,0 7 0,-2 0 0,-1 0 0,-12-62 0,6 24 0,-1 57 0,7 18 0,-1 0 0,1-1 0,0 1 0,1-1 0,-1 0 0,1 1 0,0-12 0,0 8 0,0-1 0,0 1 0,-1 0 0,-3-14 0,-4-27 0,9 49 0,0 1 0,0-1 1,0 0-1,0 0 0,0 0 0,0 0 0,0 1 0,-1-1 1,1 0-1,0 0 0,0 0 0,-1 1 0,1-1 0,-1 0 1,1 0-1,0 1 0,-1-1 0,0 0 0,1 1 0,-1-1 1,1 0-1,-1 1 0,0-1 0,1 1 0,-1-1 0,0 1 1,1 0-1,-1-1 0,0 1 0,0-1 0,-1 1 0,2 0 0,-1-1-1,0 1 0,0 0 0,1 0 0,-1-1 0,0 1 0,1 0 1,-1-1-1,0 1 0,1-1 0,-1 1 0,1-1 0,-1 1 1,1-1-1,-1 0 0,1 1 0,-1-1 0,1 0 0,0 1 1,-1-1-1,1 0 0,0 1 0,-1-1 0,1 0 0,0 0 1,0 1-1,0-1 0,0 0 0,0 0 0,0 1 0,0-2 1,-1-2-1496,1-4 4160,-1 1-4370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43.5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0 3666,'2'4'679,"0"0"-1,0 0 1,0 0 0,0 0 0,-1 0 0,0 1-1,0-1 1,0 1 0,0-1 0,0 0 0,-1 6 0,7 28 1542,62 121 2237,73 255 5795,-130-378-9726,2 3 56,-1 1-1,-3 0 1,-1 1 0,-1-1-1,1 45 1,-9-49-583,1-19 0,-1 1 0,0-1 0,-6 28 0,-20 61 0,23-97-77,1 0 0,-1-1 0,0 1 0,-1-1 0,0 1 0,-1-1 0,0-1 0,0 1 0,0-1 0,-1 1 0,0-2 0,0 1 0,-8 6 0,-7 3-901,-1 0 0,-46 26-1,62-39-52,-1 0-1,0 0 0,0-1 0,0 0 1,0 0-1,0 0 0,-1-1 0,1 0 0,0-1 1,-1 0-1,-13-1 0,0 0-2015,-2 1-2611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46.2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205 575 2497,'-41'0'7788,"25"-5"-6622,16 5-1075,-1-1-46,1 1 1,0 0-1,1-5 593,0 5-592,4-12 409,45-18 1041,-13 12 445,1 1-1,68-19 1,-28 11 81,-59 18-1638,393-119 5765,-84 36-4260,-246 66-1572,33-8-7,-14 4-203,-60 15 20,78-15-1,-87 21 168,50-20-1,-68 20-184,-12 2 0,-26 0 88,-37 8 2,29 5-199,-1-1 0,-55 4 0,5-1 0,-22 5 0,-57 11 0,-122 14 0,-72 29 0,276-56 0,35-7 0,-48 14 0,-67 18 0,116-26 1,32-9-2,0 0 0,-1 1-1,2 1 1,-15 6 0,23-9-26,6-4 29,0 0 1,0 1-1,1-1 1,-1 1-1,0 0 1,1 0-1,-1 0 0,0 0 1,1 0-1,5 1 1,0-10 3,-8 9-6,-1 0 0,1 0 0,-1 1 0,1-1 0,-1 0 0,1 0 0,0 1 0,-1-1 0,1 0 0,0 1 0,-1-1 0,1 1-1,0-1 1,0 1 0,0-1 0,0 1 0,0 0 0,-1-1 0,1 1 0,1 0 0,27-8 0,47-21 0,15-4 0,-83 30 0,0 0 0,1 0 0,-1-1 0,13-9 0,-13 8 0,-1 0 0,1 1 0,0 0 0,0 1 0,13-4 0,19-4 0,68-28 0,-84 29 0,1 2 0,49-11 0,-44 13 0,56-21 0,30-13 0,-106 36 0,0 2 0,0-1 0,1 1 0,-1 1 0,0 0 0,1 0 0,12 2 0,-23-1 0,19 1 0,-34 3 0,-12 4 0,-20 20 0,-94 25 0,64-18 0,-22 7 0,-128 38 0,124-39 0,56-27 0,0 2 0,-67 34 0,-9 6 0,113-50 0,12-3 0,25-7 0,48-16 0,-52 13 0,-11 4 0,-1-1 0,1 0 0,-1-1 0,20-11 0,-25 12-19,1 0 0,0 1 0,0 0-1,1 0 1,-1 1 0,1 0 0,-1 0 0,1 1 0,0 0-1,12 0 1,-18 1-133,-1 0 0,0 0 0,0 0-1,1-1 1,-1 1 0,0 0 0,1 0-1,-1-1 1,0 1 0,0 0 0,0-1-1,1 0 1,-1 1 0,0-1 0,0 0-1,2-1 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55.3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66 12 2673,'0'0'215,"0"-1"0,0 1 0,0-1 0,0 0-1,0 1 1,-1-1 0,1 1 0,0-1 0,0 1 0,-1-1-1,1 1 1,0 0 0,0-1 0,-1 1 0,1-1-1,-1 1 1,1 0 0,0-1 0,-1 1 0,1 0 0,-1-1-1,1 1 1,-1 0 0,1 0 0,-1-1 0,1 1 0,-1 0-1,1 0 1,-1 0 0,1 0 0,-1 0 0,0 0 0,1 0-1,-1 0 1,1 0 0,-1 0 0,1 0 0,-1 0 0,1 0-1,-1 0 1,1 0 0,-1 0 0,1 1 0,-1-1 0,1 0-1,-1 0 1,0 1 0,-13 5 2438,6-2-3367,7-1 999,-1 0-1,1 1 1,0-1 0,0 0-1,1 1 1,-1-1 0,1 1-1,-1-1 1,1 1-1,0-1 1,1 1 0,-1-1-1,2 6 1,-1 6 1223,-2-8-641,0 1-1,0 0 1,0 0-1,-5 14 1,4-15-281,0 1 0,0-1 0,1 1-1,-1 14 1,3 40 1930,13 90 0,-12-136-2493,-1 1 0,-1 33 1,-1-37-27,0 1 1,1-1 0,1 1 0,0-1-1,4 15 1,81 305 2,-84-326 0,0 1 0,0-1 0,0 0 0,1-1 0,0 1 0,1 0 0,5 8 0,-8-14 1,-1 0-1,1 0 1,0 0 0,-1 0-1,1 1 1,0-1 0,-1 0 0,0 0-1,1 1 1,-1-1 0,0 1-1,1-1 1,-1 0 0,0 1-1,0-1 1,0 0 0,-1 3 0,3 8-75,5 2-399,-3-6 1291,-1-2-3393,-2-42-25196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55.5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77 269 176,'-3'-4'95,"0"0"-1,1 0 1,0-1-1,0 0 1,0 1-1,1-1 1,-1 0-1,1 0 1,0 0-1,1 0 1,-1 0-1,1 0 1,0 0-1,1-8 1,-1 12-88,0-1-3,-1 0 0,1 0 0,0 0 0,-1 0 0,1 1 0,-1-1 0,1 0 0,-1 0 0,0 0 0,0 0 0,0 1 0,0-1 0,0 0 0,-1 1 0,-1-3 0,2 2-13,-1 1 0,1-1 0,0 0 0,-1 0 0,1 0 0,0 0 0,0 0 0,0 0 0,0 0 0,1 0 0,-1-1 0,1 1 0,-1 0 0,1 0 0,0-4 0,0-5-122,-3-20 1031,3 30-848,-1 1 0,1-1 0,0 0 0,-1 1 0,0-1 0,1 0 0,-1 1 0,1-1 0,-1 0 0,0 1 1,1-1-1,-1 1 0,0-1 0,1 1 0,-1 0 0,0-1 0,0 1 0,1 0 0,-1 0 0,0-1 0,0 1 0,0 0 0,0 0 0,1 0 0,-1 0 0,0 0 0,0 0 0,-1 0 0,1-3 495,0-1-1,0 1 1,0-1 0,0 1-1,1-1 1,-1 1-1,1-1 1,0 0 0,0 1-1,0-1 1,1-3-1,0 2 381,-1 3-583,23 0-8361,-23 1 7868,1 1 0,-1 0 0,1-1 0,-1 1-1,0-1 1,1 1 0,-1-1 0,0 1 0,1-1 0,-1 1-1,0-1 1,0 1 0,0-1 0,1 1 0,-1-1-1,0 0 1,0 1 0,0-1 0,0 1 0,0-1 0,0 0-1,0 1 1,0-1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55.8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19 122 4514,'-4'-1'7665,"-10"-7"-2015,14 6-5225,0 0-1,0-1 0,0 1 1,0-1-1,1 1 0,-1 0 1,1-1-1,0 1 0,0 0 0,0 0 1,2-4-1,-2 4-304,1 0 0,0 0 0,-1 1 1,1-1-1,0 0 0,0 1 0,0 0 0,1-1 0,-1 1 0,0 0 1,0 0-1,1 0 0,-1 1 0,0-1 0,5 0 0,57-14 2386,88-17 1682,-78 24-4104,129 3 0,-146 5-2445,-50 0 1717,-1 0-1,1 1 1,-1 0-1,1 0 1,-1 0-1,1 1 1,-1 0 0,8 3-1,-10-2-3437,-4 11-3229,-28-2-614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56.46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143 396 4274,'-45'21'3248,"36"-18"-2732,0 0 0,1 1-1,-1 1 1,1-1-1,0 1 1,0 1-1,0-1 1,1 1-1,-12 12 1,19-17-444,-1 0 1,0 1-1,1-1 0,-1 0 1,1 1-1,-1-1 0,1 1 1,0-1-1,-1 1 0,1-1 1,0 0-1,0 1 1,0-1-1,0 1 0,0-1 1,1 1-1,-1-1 0,0 1 1,1-1-1,-1 0 1,1 1-1,-1-1 0,1 1 1,-1-1-1,1 0 0,0 0 1,0 1-1,0-1 0,0 0 1,0 0-1,0 0 1,0 0-1,0 0 0,0 0 1,1-1-1,-1 1 0,0 0 1,0 0-1,3 0 0,50 9 997,0-2 0,85 2 0,107-15 2391,-52-1-114,-159 6-2110,49-8-1,-6-1 312,-8 1 35,69-18 0,-100 25-1582,-37 2 0,1-1 0,0 0 0,-1 0 0,1 0 0,0 0 0,0 0 0,-1-1 0,1 1 0,-1-1 0,5-1 0,-7 2 0,0 0 0,0 0 0,-1 0 0,1 0 0,0 0 0,0 0 0,-1 0 0,1 0 0,0 0 0,0 0 0,0 0 0,-1 0 0,1 0 0,0 0 0,0 0 0,0-1 0,0 1 0,-1 0 0,1 0 0,0 0 0,0 0 0,0 0 0,0 0 0,-1-1 0,1 1 0,0 0 0,0 0 0,0 0 0,0-1 0,0 1 0,0 0 0,0 0 0,0 0 0,0-1 0,0 1 0,-1 0 0,1 0 0,0 0 0,0-1 0,0 1 0,0 0 0,0 0 0,0 0 0,1-1 0,-1 1 0,0 0 0,0 0 0,0 0 0,0-1 0,0 1 0,0 0 0,0 0 0,0 0 0,0-1 0,1 1 0,-1 0 0,0 0 0,0 0 0,0 0 0,0 0 0,0-1 0,1 1 0,-1 0 0,0 0 0,0 0 0,0 0 0,1 0 0,-1 0 0,0 0 0,-17-1 0,-49 26 0,55-23 0,0 1 0,0 1 0,0 0 0,1 1 0,-1 0 0,1 0 0,1 1 0,-12 9 0,-12 13 0,22-20 0,1 0 0,0 1 0,1 0 0,0 1 0,0 0 0,-11 18 0,3-2 0,16-25 0,-1 1 0,1 0 0,-1 0 0,1 1 0,0-1 0,0 0 0,0 0 0,0 0 0,0 1 0,0-1 0,1 1 0,-1-1 0,1 0 0,0 1 0,-1-1 0,1 4 0,0-2 0,-1 0 0,1 1 0,0-1 0,0 0 0,0 0 0,1 0 0,-1 1 0,1-1 0,0 0 0,0 0 0,0 0 0,1 0 0,0 0 0,-1 0 0,1-1 0,1 1 0,-1 0 0,6 6 0,-7-10 0,-1 1 0,1-1 0,-1 1 0,1 0 0,0-1 0,-1 1 0,1 0 0,-1 0 0,1 0 0,-1-1 0,0 1 0,1 0 0,-1 0 0,0 0 0,0 0 0,0 0 0,1 0 0,-1-1 0,0 1 0,0 2 0,2 4 0,13-5 0,-11-2 0,-1 0 0,1-1 0,0 1 0,0-1 0,0 1 0,-1-1 0,1 0 0,0-1 0,-1 1 0,1-1 0,-1 1 0,0-1 0,1 0 0,-1 0 0,0 0 0,0-1 0,0 1 0,0-1 0,-1 0 0,1 0 0,-1 0 0,0 0 0,0 0 0,0 0 0,0-1 0,0 1 0,-1-1 0,1 1 0,1-8 0,0 3 0,0 0 0,1 1 0,0-1 0,8-11 0,-12 18 0,2-3 0,0-1 0,-1 0 0,0 1 0,0-1 0,0 0 0,-1 0 0,0 1 0,0-1 0,0 0 0,0 0 0,-2-6 0,1-5 0,6-6 0,-5 22 0,0-1 0,0 1 0,1 0 0,-1 0 0,0-1 0,1 1 0,-1 0 0,0 0 0,1 0 0,-1-1 0,0 1 0,1 0 0,-1 0 0,1 0 0,-1 0 0,0 0 0,1 0 0,-1 0 0,0 0 0,1 0 0,-1 0 0,1 0 0,-1 0 0,0 0 0,1 0 0,-1 0 0,1 0 0,-1 1 0,0-1 0,1 0 0,32 28 0,-15-10 0,82 62 0,-96-77 0,-1 0 0,1-1 0,0 1 0,0-1 0,-1 0 0,2 0 0,-1 0 0,0 0 0,5 0 0,11 6 0,-18-7 0,11 6 0,1-1 0,0 0 0,0-1 0,0 0 0,20 4 0,-31-9 0,1 1 0,0-1 0,0 0 0,0 0 0,0-1 0,0 1 0,-1-1 0,1 0 0,0 0 0,0 0 0,-1 0 0,1 0 0,-1-1 0,1 0 0,-1 0 0,1 0 0,-1 0 0,0 0 0,0-1 0,0 1 0,-1-1 0,1 0 0,0 0 0,-1 0 0,4-6 0,19-20 0,-20 25 0,-1-1 0,0 1 0,0-1 0,0 0 0,0 0 0,-1 0 0,0-1 0,0 1 0,0-1 0,2-7 0,14-56 0,-11 47 0,-2-1 0,-1 0 0,0 0 0,-2 0 0,1-24 0,-3 32 0,0 1 0,1-1 0,8-24 0,-6 24 0,-1 0 0,0 0 0,1-28 0,-2 2 0,-1 29 0,0 0 0,-1-1 0,0 1 0,-1 0 0,0 0 0,-6-21 0,-2 13 0,7 17 0,0-1 0,0 1 0,1 0 0,-1-1 0,1 1 0,0-1 0,0 1 0,0-1 0,1 1 0,-1-1 0,1-3 0,0-4 0,0-34 0,0 39 0,0 28 0,-2 5 0,1-21 0,1 1 0,-1-1 0,1 0 0,1 1 0,-1-1 0,1 1 0,0-1 0,1 0 0,2 8 0,2 2 0,-3-9 0,0 0 0,-1 0 0,1-1 0,-2 1 0,1 1 0,-1-1 0,0 0 0,0 9 0,2 23 0,1-1 0,2 0 0,14 47 0,-10-48 0,-2 0 0,-2 1 0,3 48 0,-9-76-91,0 1 0,2-1 0,-1 0 1,1 1-1,1-1 0,6 17 0,5 21-1373,-8-26-341,-4-16 723,0-1-1,0 1 1,-1 0-1,0 0 1,0 11 0,0-12 320,0-1 1,-1 0-1,1 0 1,0 0-1,1 0 1,-1 0-1,1 0 1,0 0-1,0 0 1,0-1-1,0 1 1,1-1-1,-1 1 1,1-1-1,0 0 1,0 0-1,0 0 1,1-1-1,-1 1 1,5 2-1,18-2-2076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5:56.90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47 182 1841,'7'-11'1550,"-1"0"0,0 0 0,-1-1 0,0 1 0,4-18 0,-2-2 5595,-5-1 6728,-2 73-13265,0-36-608,0 0 0,1 1 0,0-1 0,0 0 0,0 1 0,1-1 0,-1 0 0,1 0 0,1 0 0,-1 0 0,1 0 0,-1-1 0,7 8 0,19 25 0,41 74 0,-46-71 0,21 54 0,-40-88 0,-1 1 0,0 0 0,0 0 0,0 0 0,-1 1 0,0-1 0,1 12 0,-3-18 0,0 0 0,0 1 0,0-1 0,0 1 0,-1-1 0,1 0 0,-1 1 0,1-1 0,-1 0 0,1 1 0,-1-1 0,0 0 0,0 0 0,1 1 0,-1-1 0,0 0 0,0 0 0,0 0 0,0 0 0,0 0 0,-1-1 0,1 1 0,0 0 0,0 0 0,-1-1 0,1 1 0,0-1 0,-1 1 0,1-1 0,0 1 0,-1-1 0,1 0 0,-1 0 0,-2 0 0,-53-3 0,51 3 0,-133-27 0,132 26 0,0-1 0,0 0 0,0-1 0,0 1 0,0-1 0,1 0 0,-1-1 0,-6-5 0,12 9 0,1 0 0,0-1 0,-1 1 0,1 0 0,0 0 0,0-1 0,-1 1 0,1 0 0,0-1 0,0 1 0,-1 0 0,1-1 0,0 1 0,0 0 0,0-1 0,0 1 0,0-1 0,0 1 0,-1 0 0,1-1 0,0 1 0,0 0 0,0-1 0,0 1 0,0-1 0,0 1 0,1 0 0,-1-1 0,0 1 0,0-1 0,0 1 0,0 0 0,0-1 0,1 1 0,-1 0 0,0-1 0,0 1 0,0 0 0,1-1 0,-1 1 0,0 0 0,1-1 0,-1 1 0,0 0 0,1 0 0,-1 0 0,0-1 0,1 1 0,-1 0 0,0 0 0,1 0 0,-1 0 0,0 0 0,1-1 0,0 1 0,31-9 0,-21 7 0,153-52 0,-157 51 0,9 0 0,0-2 0,-1 0 0,1-1 0,-1 0 0,0-2 0,-1 1 0,17-13 0,38-20 0,-44 27 0,-1-1 0,0-2 0,-1 0 0,28-25 0,-29 22 0,-16 15 0,1-1 0,-2 1 0,1-1 0,0 0 0,-1-1 0,0 1 0,0-1 0,-1 0 0,0 0 0,6-12 0,6-14 0,-14 29 0,0 0 0,0 0 0,-1 0 0,1-1 0,-1 1 0,1-1 0,-1 1 0,0-1 0,-1 1 0,1-1 0,-1 1 0,1-8 0,-2 10 0,1 0 0,-1 0 0,1 0 0,-1 0 0,0 0 0,1 0 0,-1 0 0,0 0 0,0 0 0,0 0 0,0 0 0,0 1 0,0-1 0,0 0 0,0 1 0,0-1 0,0 0 0,0 1 0,0 0 0,0-1 0,0 1 0,-1 0 0,1-1 0,0 1 0,0 0 0,0 0 0,-1 0 0,1 0 0,0 0 0,-2 0 0,-1 0 0,-1 0 0,1 0 0,0 0 0,0 1 0,0 0 0,-1-1 0,-7 4 0,1 3 0,-1 1 0,2 1 0,-1 0 0,1 0 0,0 1 0,1 0 0,-14 19 0,18-21 0,-1 1 0,1-1 0,0 1 0,1-1 0,0 1 0,0 1 0,1-1 0,0 0 0,1 1 0,0 0 0,-1 13 0,3-23 0,-1 8 0,1-1 0,0 1 0,0 0 0,0 0 0,1-1 0,1 1 0,-1 0 0,1-1 0,0 1 0,1-1 0,0 0 0,0 0 0,8 13 0,7 15 0,-17-32 0,0 0 0,0 0 0,0 0 0,1 0 0,-1 0 0,1 0 0,0-1 0,0 1 0,0-1 0,0 1 0,0-1 0,0 0 0,1 1 0,-1-1 0,5 2 0,-3-1 0,3 1 0,0 0 0,1 0 0,-1-1 0,1 1 0,0-2 0,0 1 0,0-1 0,0 0 0,13 1 0,-2-3 0,-10 0 0,1 1 0,0-2 0,0 1 0,0-1 0,-1-1 0,1 0 0,-1 0 0,17-7 0,21-7-1709,-36 13 297,0 0-1,0-1 0,0 0 1,-1-1-1,0 0 0,12-8 1,1-13-8617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6:04.32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75 270 1601,'0'0'2676,"-5"0"8,-65 0 19969,94 0-20973,20 0-1189,1-2 0,53-10 0,-83 9-491,0 1 0,0 0 0,18 0 0,8 0 0,48-8 0,131-8 0,-68 2 0,315 6 0,-276-6 0,-178 16 0,-1 0 0,0 0 0,-1 0 0,1-1 0,0 0 0,-1-1 0,1-1 0,11-3 0,77-6 0,-74 8 0,-24 4 0,-1 0 0,1 0 0,-1 0 0,1-1 0,-1 1 0,1 0 0,-1-1 0,1 1 0,-1-1 0,0 0 0,1 1 0,-1-1 0,0 0 0,0 0 0,1 0 0,1-2 0,0 1 0,-2 2 0,0 0 0,-1 0 0,1 0 0,0-1 0,-1 1 0,1 0 0,-1 0 0,1 0 0,-1-1 0,1 1 0,-1 0 0,1-1 0,-1 1 0,1-1 0,-1 1 0,1 0 0,-1-1 0,1 1 0,-1-1 0,0 1 0,1-1 0,-1 1 0,0-1 0,0 1 0,1-1 0,-1 0 0,0 1 0,0-1 0,0 1 0,1-1 0,-1 0 0,0 1 0,0-1 0,0 1 0,0-1 0,0 0 0,0 1 0,-1-1 0,1 1 0,0-1 0,0 0 0,0 1 0,-1-1 0,1 1 0,0-1 0,0 1 0,-1-1 0,1 1 0,0-1 0,-2 0 0,-15-11 0,13 10 0,1 0 0,-1 0 0,1 0 0,0 0 0,0 0 0,0-1 0,0 1 0,0-1 0,0 0 0,1 0 0,-1 0 0,1 0 0,0-1 0,-2-3 0,4 6 0,-1 0 0,1 1 0,0-1 0,-1 0 0,1 0 0,-1 0 0,1 1 0,-1-1 0,0 0 0,1 0 0,-1 1 0,0-1 0,1 0 0,-1 1 0,0-1 0,0 1 0,0-1 0,1 1 0,-1 0 0,0-1 0,-1 0 0,-14-10 0,-11-12 0,22 19 0,19 4 0,-5 1 0,0 0 0,-1 1 0,1 0 0,-1 0 0,0 1 0,11 5 0,5 2 0,-18-6 0,0 0 0,-1 1 0,0 0 0,0 0 0,0 0 0,-1 0 0,1 1 0,-1 0 0,6 11 0,-1-2 0,-8-13 0,1 1 0,-1-1 0,-1 1 0,1-1 0,0 1 0,-1-1 0,1 1 0,-1 0 0,0-1 0,0 1 0,0 0 0,0-1 0,0 1 0,-1 0 0,1-1 0,-2 5 0,-14 36 0,16-42 0,-35 52 0,31-48 0,0-1 0,0 1 0,-1-1 0,0 0 0,0-1 0,0 1 0,0-1 0,-1 0 0,1 0 0,-1-1 0,-6 2 0,-11 7 0,-99 46 0,24-21-2337,94-36 962,-5 2-1331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6:23.5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3953 85 1617,'0'0'6125,"-5"0"-4836,4 0-1198,0 0 1,0 0 0,-1 0-1,1 0 1,0-1-1,0 1 1,0 0 0,-1-1-1,1 1 1,0-1 0,0 1-1,0-1 1,0 1-1,0-1 1,-1-1 0,0 1 91,1 0 1,0 0 0,-1 0-1,1 0 1,-1 1 0,1-1-1,-1 0 1,1 1 0,-1-1-1,0 1 1,1 0 0,-1-1-1,0 1 1,1 0 0,-4 0-1,-85-10 6074,52 3-4858,28 4-1146,1 1 1,0 1 0,-1-1 0,-11 1 0,-6-1 213,-48-9 0,48 6-53,-52-4 1,-90 9 121,163 0-513,0 0 0,0 0 0,0-1-1,0 0 1,0 0 0,-7-3 0,7 2-19,0 0 0,-1 1 1,1-1-1,0 2 0,-1-1 0,-7 1 1,1 0-4,-23-1 41,0 2 0,-68 12 1,71-10 42,1-1 0,-52-3-1,26-1-10,-642 2 358,586 11-290,103-11-105,0 1 0,0 0 0,-20 5 0,-22 2 268,6-7 189,-75 11-1,88-8-462,0-2-1,-54-2 1,52-2-12,1 3 0,-52 5 1,37-1-25,0-3 1,-57-4 0,5-1 27,46 3 24,9-2-61,0 3 0,-92 13 1,116-10 15,0-2 0,1 0 1,-29-3-1,20 1 9,-54 5 1,-40-3-98,90-3 70,27 2 6,0 0 0,1 0 0,-1 0 0,0 1 0,1 0 0,-11 5 0,12-5 2,0 0 0,0 0-1,0 0 1,0-1 0,0 0-1,-9 1 1,-14 7 0,7-1-27,14-5 12,1-1-1,-1 1 0,1 1 0,-1-1 0,1 1 1,0 0-1,1 1 0,-1 0 0,1 0 0,0 0 1,-6 8-1,4-6 27,3 9-32,2-2 63,3-13-30,-2 1 3,0 0-1,0 1 0,1-1 0,-1 0 1,1 1-1,0 0 0,0-1 0,0 1 0,0 0 1,0-1-1,1 1 0,-1 0 0,1 0 1,0 0-1,0 0 0,0-1 0,0 1 0,1 4 1,-2-4 11,1-1-1,0 1 1,-1 0 0,1-1 0,-1 1-1,0 0 1,0-1 0,0 1 0,0-1 0,0 0-1,-1 1 1,-2 3 0,2-4-5,1 1 0,-1-1-1,1 1 1,-1-1 0,1 1 0,0 0 0,0-1 0,0 1-1,0 0 1,1 0 0,-1 0 0,1 0 0,-1 2 0,3 34 19,-1-25 0,-1 1 0,0 0 0,-1 0 0,-4 20 0,0-4 42,0 0 0,2 0 0,1 38 0,2-50-42,1-11-16,-1-1 0,0 1 1,-1 0-1,1-1 1,-2 0-1,-1 9 1,-2-2 27,0 0 1,2 0 0,-1 0-1,2 1 1,0-1 0,0 1-1,2 20 1,1 4 219,0-22-82,0 1 0,-1-1 0,-1 0 0,-5 22 0,0 1 328,1 0 1,1 81-1,3-110-381,0 0-1,-1 0 1,0-1-1,-6 17 0,5-17-16,0 1 0,0 0-1,1 1 1,-1 17 0,3-1-32,1-1-22,-2 0-1,0 0 1,-2 0-1,-9 41 1,9-48-58,0 0 0,2 0 0,0-1 0,4 39 0,-1 4 0,-3-42 0,0-14 0,1 1 0,0-1 0,0 1 0,0-1 0,1 1 0,0-1 0,2 10 0,0-12 0,-1 0 0,0 1 0,0-1 0,-1 0 0,1 1 0,-1 0 0,0-1 0,0 1 0,-1 0 0,1-1 0,-1 1 0,0 8 0,0-12 0,0 0 0,0 0 0,0-1 0,0 1 0,0 0 0,1 0 0,-1 0 0,0 0 0,0 0 0,1 0 0,-1 0 0,1 0 0,-1-1 0,1 1 0,-1 0 0,1 0 0,0-1 0,-1 1 0,1 0 0,0-1 0,-1 1 0,1-1 0,0 1 0,0-1 0,0 1 0,1 0 0,-1-1 0,0 1 0,-1-1 0,1 1 0,0-1 0,0 1 0,0-1 0,-1 1 0,1-1 0,0 1 0,-1 0 0,1-1 0,0 1 0,-1 0 0,1 0 0,-1-1 0,1 1 0,-1 0 0,0 0 0,1 0 0,-1 0 0,0 0 0,0 0 0,1 0 0,-1-1 0,0 1 0,0 2 0,0-1 0,0 0 0,1 0 0,-1 0 0,0 0 0,1 0 0,0-1 0,-1 1 0,1 0 0,0 0 0,0 0 0,0-1 0,0 1 0,0-1 0,1 1 0,-1 0 0,0-1 0,1 0 0,-1 1 0,1-1 0,-1 0 0,1 0 0,0 0 0,-1 0 0,1 0 0,0 0 0,3 0 0,1 2 0,1-1 0,0-1 0,0 1 0,0-1 0,0 0 0,11 0 0,-16-1 0,-1 0 0,1 0 0,-1 0 0,1 0 0,-1 0 0,1 1 0,-1-1 0,0 1 0,1-1 0,-1 1 0,1 0 0,-1-1 0,0 1 0,0 0 0,2 1 0,-2-1 0,0 0 0,0-1 0,1 1 0,-1 0 0,0-1 0,1 1 0,-1 0 0,0-1 0,1 0 0,-1 1 0,1-1 0,-1 0 0,0 0 0,1 1 0,1-1 0,742 0 0,-584-16 0,-138 16 0,304 13 0,-188-7 0,-14-1 0,25 10 0,-119-11 0,54 0 0,7 0 0,72 11 0,99 11 0,-120-10 0,39 6 0,-101-13 0,-6 1 0,-38-4 0,66 2 0,-58-6 0,79 15 0,-80-10 0,81 4 0,16 5 0,27-6 0,115-10 0,-271 0 0,0-2 0,0 0 0,0 0 0,-1-1 0,18-7 0,24-6 0,-49 15 0,0 0 0,-1-1 0,1 0 0,0 0 0,-1 0 0,1 0 0,-1-1 0,1 1 0,-1-1 0,0 0 0,0 0 0,-1 0 0,1 0 0,3-6 0,19-19 0,-19 23 0,-5 3 0,1 1 0,-1 0 0,1-1 0,-1 1 0,0-1 0,1 0 0,-1 1 0,0-1 0,0 0 0,0 0 0,0 0 0,0 0 0,-1 0 0,1 0 0,-1 0 0,1 0 0,-1 0 0,0 0 0,1 0 0,-1 0 0,0 0 0,-1 0 0,1 0 0,-1-4 0,1 5 0,0 0 0,0 0 0,1 0 0,-1 0 0,0 0 0,0 0 0,1 0 0,-1 0 0,1 0 0,-1 0 0,0 0 0,1 0 0,0 0 0,-1 0 0,1 0 0,0 0 0,-1 1 0,2-2 0,-1 1 0,0 0 0,0 0 0,0 0 0,-1 0 0,1 0 0,0 0 0,0 0 0,-1 0 0,1 0 0,-1-1 0,1 1 0,-1 0 0,0 0 0,1-1 0,-1 1 0,0 0 0,0-1 0,0-1 0,0-343 0,0 339 0,-1 0 0,0 0 0,0 1 0,-1-1 0,-3-8 0,-4-28 0,9-147 0,0 185 0,-1-1 0,0 1 0,0 0 0,0 0 0,-1 0 0,1 0 0,-6-9 0,5 9 0,0 0 0,0 0 0,0 0 0,0 0 0,1 0 0,0-1 0,-1-9 0,3 8 0,-1 0 0,-1 0 0,1 0 0,-1 0 0,0 0 0,-1 0 0,0 1 0,0-1 0,0 0 0,-4-7 0,-1-2 0,-1-50 0,3 50 0,2 0 0,0 0 0,0-1 0,2 1 0,0 0 0,1-24 0,0 27 0,0 9 0,0 0 0,-1 0 0,0 0 0,0 0 0,0 0 0,0 0 0,-1 0 0,0 0 0,-3-5 0,3 5 0,0 0 0,0 0 0,1 0 0,-1 0 0,1 0 0,0 0 0,0 0 0,0 0 0,0-7 0,3-24 0,-1 26 0,0 0 0,-1 0 0,0 0 0,-1 0 0,0 0 0,0 0 0,-3-10 0,0 4 0,0 0 0,1 0 0,1-1 0,0 1 0,1-28 0,1-149 0,0 189 0,0 0 0,0 1 0,-1-1 0,1 0 0,-1 0 0,0 1 0,0-1 0,0 1 0,0-1 0,0 1 0,0-1 0,-1 1 0,-1-3 0,1 3 0,0-1 0,1 1 0,-1-1 0,1 1 0,0-1 0,0 1 0,0-1 0,0 0 0,0 1 0,1-1 0,-1 0 0,1 0 0,-1-3 0,1-170 0,-9 145 0,8 28 0,-1-1 0,1 1 0,0 0 0,0 0 0,0 0 0,0-1 0,0 1 0,1-6 0,0 8 0,0 1 0,0-1 0,0 0 0,-1 0 0,1 0 0,0 1 0,0-1 0,0 0 0,-1 0 0,1 0 0,0 1 0,-1-1 0,1 0 0,0 1 0,-1-1 0,1 0 0,-1 1 0,1-1 0,-1 1 0,1-1 0,-1 0 0,0 1 0,1 0 0,-1-1 0,0 1 0,1-1 0,-1 1 0,0 0 0,0-1 0,-1 1 0,2 0 0,-1-1 0,0 1 0,0 0 0,1-1 0,-1 1 0,0 0 0,1-1 0,-1 1 0,0-1 0,1 1 0,-1-1 0,1 1 0,-1-1 0,0 1 0,1-1 0,0 0 0,-1 1 0,1-1 0,-1 0 0,1 0 0,0 1 0,-1-1 0,1 0 0,0 0 0,0 1 0,0-1 0,0 0 0,-1 0 0,1 0 0,0-1 0,0-8 0,0 18 0,0 1 0,0-16 0,1 7-23,-1-1 0,0 1 0,0-1 0,0 1-1,0-1 1,0 1 0,0-1 0,-1 0 0,1 1 0,0-1 0,0 1 0,0-1-1,0 1 1,-1-1 0,1 1 0,0-1 0,0 1 0,-1-1 0,1 1 0,0 0-1,-1-1 1,1 1 0,-1-1 0,1 1 0,0 0 0,-1-1 0,1 1 0,-1 0-1,1-1 1,-1 1 0,1 0 0,-1 0 0,1 0 0,-1-1 0,1 1 0,-1 0-1,0 0 1,1 0 0,-1 0 0,1 0 0,-1 0 0,1 0 0,-1 0 0,0 0 0,-30-26-21699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6:24.6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16 206 688,'0'1'91,"0"-1"-1,1 0 1,-1 1-1,0-1 0,0 1 1,0-1-1,0 0 1,0 1-1,0-1 1,0 1-1,0-1 0,0 0 1,0 1-1,0-1 1,0 1-1,0-1 0,0 0 1,0 1-1,0-1 1,-1 1-1,1-1 1,0 0-1,0 1 0,0-1 1,-1 0-1,1 1 1,0-1-1,0 0 0,-1 1 1,1-1-1,-14 5 11876,25-6-12915,-10 1 1062,-1 0 0,1-1-1,0 1 1,-1-1 0,1 1 0,-1-1 0,0 1-1,1-1 1,-1 1 0,1-1 0,-1 1-1,0-1 1,1 1 0,-1-1 0,0 0 0,0 1-1,0-1 1,1 0 0,-1 1 0,0-1 0,0 0-1,0 0 192,2 0-175,0 0-1,0 1 1,0-1-1,0 0 1,0 1-1,0-1 0,0 1 1,0 0-1,0 0 1,0 0-1,1 0 1,-1 0-1,0 0 1,2 1-1,27-1 1347,-9-5-449,2-1-88,1 1 0,-1 1 0,28-1 0,184-6 5564,-5-4-5710,-10 28-792,-134-8 0,92-6 0,-63-1 0,0-13 0,-18 4 0,-96 11 0,-1 0 0,1 0 0,0 0 0,-1 0 0,0-1 0,1 1 0,-1 0 0,1-1 0,-1 1 0,1-1 0,-1 0 0,0 1 0,1-1 0,-1 0 0,1-1 0,0 1 0,-1 0 0,0 1 0,0-1 0,0 0 0,1 0 0,-1 1 0,0-1 0,1 1 0,-1-1 0,1 1 0,-1 0 0,0 0 0,1-1 0,-1 1 0,2 0 0,-2 1 0,0-1 0,-1 0 0,1 0 0,-1 0 0,1 0 0,0 0 0,-1 1 0,1-1 0,0 0 0,-1 0 0,1-1 0,-1 1 0,1 0 0,0 0 0,-1 0 0,1 0 0,0 0 0,-1-1 0,1 1 0,-1 0 0,1-1 0,-1 1 0,1 0 0,-1-1 0,1 1 0,-1 0 0,1-1 0,-1 1 0,1-1 0,-1 1 0,0-1 0,1 1 0,-1-1 0,0 0 0,1 1 0,-1-1 0,0 1 0,0-1 0,0 0 0,1 1 0,-1-1 0,0 1 0,0-1 0,0 0 0,0 1 0,0-1 0,0 0 0,0 1 0,0-1 0,0 0 0,-1 1 0,1-1 0,0 1 0,0-1 0,-1 0 0,1 1 0,0-1 0,-1 1 0,1-1 0,0 1 0,-1-1 0,-33-41 0,22 27 0,-27-25 0,39 40 0,0-1 0,0 1 0,0 0 0,0 0 0,0-1 0,0 1 0,0 0 0,0 0 0,0-1 0,0 1 0,0 0 0,0 0 0,0 0 0,0-1 0,0 1 0,0 0 0,1 0 0,-1 0 0,0-1 0,0 1 0,0 0 0,0 0 0,1 0 0,-1 0 0,0-1 0,0 1 0,0 0 0,1 0 0,-1 0 0,0 0 0,0 0 0,0 0 0,1 0 0,-1 0 0,0 0 0,0 0 0,1 0 0,-1-1 0,0 1 0,0 0 0,1 1 0,-1-1 0,0 0 0,0 0 0,1 0 0,-1 0 0,0 0 0,0 0 0,0 0 0,1 0 0,-1 0 0,0 0 0,0 1 0,0-1 0,1 0 0,0 0 0,-1 0 0,1 1 0,0-1 0,-1 0 0,1 0 0,0 1 0,-1-1 0,1 0 0,0 1 0,-1-1 0,1 1 0,-1-1 0,1 1 0,0-1 0,-1 1 0,1-1 0,-1 1 0,0 0 0,1-1 0,-1 1 0,0 0 0,1-1 0,-1 1 0,0 0 0,1-1 0,-1 1 0,0 0 0,0-1 0,0 1 0,0 0 0,0 0 0,0 1 0,0-1 0,0 0 0,0-1 0,0 1 0,0 0 0,0 0 0,0 0 0,0 0 0,1 0 0,-1-1 0,0 1 0,0 0 0,1 0 0,-1-1 0,1 1 0,-1 0 0,1 0 0,-1-1 0,1 1 0,-1 0 0,1-1 0,-1 1 0,1-1 0,1 2 0,-1-2 0,0 1 0,-1 0 0,1-1 0,0 1 0,-1 0 0,1-1 0,0 1 0,-1 0 0,1 0 0,-1 0 0,1-1 0,-1 1 0,0 0 0,1 0 0,-1 0 0,0 0 0,1 0 0,-1 0 0,0 0 0,0 0 0,0 0 0,0 0 0,0 1 0,0-1 0,0 11 0,1 0 0,-2-1 0,1 1 0,-2-1 0,0 1 0,0-1 0,-1 1 0,0-1 0,-9 19 0,6-18 1,-1 2 2,-1 0-1,0-1 1,-12 15 0,17-24-7,0-1 0,-1 1 1,1-1-1,-1 1 0,0-1 0,0-1 1,0 1-1,0 0 0,-1-1 0,1 0 1,-1 0-1,1 0 0,-1-1 0,0 1 1,-5 0-1,-32 9-998,17 0-2478,15-7-3344,3-4 4884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6:25.8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649 1043 4434,'1'-1'703,"1"0"0,-1 0-1,1-1 1,-1 1 0,0 0 0,1-1-1,-1 1 1,0-1 0,0 0 0,0 1 0,0-1-1,0 0 1,0 0 0,-1 1 0,1-1-1,0-3 1,2-40 5083,-4 37-5093,0 0-1,0 0 1,0 1-1,-1-1 1,0 1 0,-1-1-1,0 1 1,0 0 0,-7-12-1,-6-5 548,13 19-1019,0-1 0,-1 1 1,0 0-1,0 0 0,0 0 1,0 1-1,-1-1 0,1 1 0,-1 0 1,-8-4-1,0 1-221,-1 1 0,0 0 0,0 1 0,-1 1 0,0 0 0,0 1 0,0 1 0,0 0 0,0 1 0,0 1 0,0 0 0,0 1 0,0 0 0,0 2 0,0-1 0,0 2 0,1 0 0,-18 7 0,14-3 0,0 0 0,0 1 0,0 1 0,1 0 0,1 2 0,0 0 0,0 0 0,1 2 0,1 0 0,0 0 0,1 1 0,0 1 0,-10 18 0,17-24 0,-1 0 0,2 1 0,-1 0 0,2 1 0,-1-1 0,2 1 0,-1 0 0,2 0 0,-1 0 0,2 0 0,-1 24 0,1-19 0,1-11 0,-1-1 0,1 0 0,1 0 0,-1 1 0,1-1 0,-1 0 0,1 0 0,3 7 0,-3-10 0,2 7 0,0 0 0,1 0 0,0 0 0,1-1 0,0 0 0,0 0 0,1 0 0,0 0 0,0-1 0,1 0 0,8 7 0,-3-4 0,-10-7 0,0-1 0,1 0 0,0 1 0,0-1 0,-1 0 0,1 0 0,0-1 0,1 1 0,-1-1 0,5 2 0,10 5 0,-17-7 0,0 0 0,1 0 0,-1 0 0,0-1 0,1 1 0,-1 0 0,1-1 0,-1 1 0,0-1 0,1 0 0,-1 1 0,1-1 0,-1 0 0,1 0 0,-1 0 0,1 0 0,-1 0 0,3-1 0,8-2 0,-1-1 0,0-1 0,0 0 0,-1 0 0,1-1 0,-1-1 0,0 0 0,-1 0 0,0 0 0,0-1 0,-1-1 0,1 0 0,-2 0 0,0 0 0,0-1 0,8-14 0,-9 11 0,-1 0 0,0-1 0,3-17 0,16-43 0,-15 56 0,-2 0 0,0 0 0,-1-1 0,-1 0 0,-1 0 0,0 0 0,1-38 0,-4 36 0,1 0 0,10-39 0,-8 40 0,0 1 0,1-38 0,-3 2 0,0 39 0,-1 1 0,-1 0 0,-1 0 0,0 0 0,-6-29 0,-6 4 0,6 22 0,1-1 0,1 1 0,1-1 0,1 0 0,-2-21 0,4 34 0,0 0 0,0 0 0,-1 0 0,0 0 0,0 0 0,-1 1 0,1-1 0,-1 1 0,-1 0 0,1-1 0,-1 1 0,1 1 0,-7-7 0,0-1 0,4 7 0,6 13 0,-2 11 0,-3-6 0,1 0 0,1 1 0,0-1 0,1 1 0,0 0 0,1-1 0,1 1 0,1 18 0,18 114 0,-14-110 0,2 0 0,1-1 0,2 0 0,2 0 0,1-2 0,1 1 0,26 43 0,-18-44 0,4 6 0,50 58 0,-66-85 0,0-2 0,1 0 0,1 0 0,0-1 0,0 0 0,1-1 0,0 0 0,0-1 0,20 7 0,-18-9 0,-9-2 0,-1 0 0,1-1 0,0 0 0,0 0 0,0 0 0,0-1 0,0 0 0,0 0 0,0 0 0,1-1 0,-1 0 0,0 0 0,0-1 0,0 1 0,1-1 0,-1-1 0,0 1 0,6-3 0,4-5 0,-12 8 0,0-1 0,0 0 0,0 0 0,0 0 0,0 0 0,-1-1 0,1 0 0,-1 1 0,0-1 0,0 0 0,5-6 0,23-44 0,-23 41 0,-1 1 0,0-1 0,0 0 0,6-20 0,15-60 0,-25 83 0,-1 0 0,0 1 0,-1-1 0,0 0 0,0 0 0,-1 0 0,-1 0 0,-1-12 0,0-21 0,2 28 0,-1-1 0,0 1 0,-1 0 0,-5-18 0,6 26 0,-1 1 0,0-1 0,-1 1 0,1-1 0,-1 1 0,0 0 0,0 0 0,0 0 0,-1 0 0,0 1 0,0-1 0,-6-4 0,-9-10 0,18 17 0,0 1 0,-1-1 0,1 1 0,0-1 0,-1 1 0,1 0 0,-1 0 0,0-1 0,1 1 0,-1 0 0,0 0 0,0 1 0,0-1 0,-3-1 0,-19-7 0,23 8 0,-1 1 0,1-1 0,-1 0 0,1 1 0,-1 0 0,0-1 0,1 1 0,-1 0 0,1-1 0,-1 1 0,0 0 0,1 0 0,-1 0 0,1 1 0,-1-1 0,0 0 0,1 1 0,-1-1 0,1 1 0,-1-1 0,1 1 0,-1-1 0,1 1 0,-1 0 0,1 0 0,0 0 0,0 0 0,-2 2 0,-6 2 0,0 0 0,1 1 0,0 0 0,0 1 0,-12 13 0,16-16 0,1-1 0,0 1 0,1 0 0,-1 0 0,1 1 0,0-1 0,0 0 0,0 1 0,0-1 0,1 1 0,0 0 0,0-1 0,0 1 0,0 7 0,1-9 0,0 0 0,-1 0 0,1 1 0,-1-1 0,1 0 0,-1 0 0,0 0 0,0 0 0,0 0 0,-1 0 0,1 0 0,-4 5 0,3-5 0,0 0 0,1 0 0,-1 0 0,1 0 0,-1 0 0,1 0 0,0 1 0,0-1 0,1 0 0,-1 1 0,1-1 0,0 7 0,-2 19 0,1-19 0,1 0 0,-1 1 0,2-1 0,-1 1 0,2-1 0,3 19 0,34 91 0,-37-112 0,-1 0 0,1 0 0,1 0 0,-1 0 0,2 0 0,-1-1 0,1 1 0,0-1 0,0 0 0,1 0 0,0-1 0,8 9 0,13 26-122,-24-36 27,0-1 0,0 1-1,0-1 1,1 0 0,0 0-1,0 0 1,0 0 0,0-1 0,1 1-1,-1-1 1,1 0 0,8 5-1,-3-3-639,1-1 0,0-1-1,0 0 1,0 0-1,0 0 1,0-2 0,1 1-1,-1-1 1,1-1-1,-1 0 1,0 0-1,1-1 1,-1 0 0,1-1-1,-1 0 1,0-1-1,0 0 1,0-1 0,11-5-1,-7 3 319,0-2 0,-1 1 0,0-2 1,0 0-1,16-15 0,-19 15 570,-1 0 1,0-1-1,-1 0 1,0 0-1,-1-1 1,10-17-1,21-53 1555,46-85 5303,-79 157-6423,-2 6-208,-1-1 0,0 0 0,1 0 0,-1 0 1,-1 0-1,1 0 0,-1 0 0,1 0 0,-1-1 1,0 1-1,-1 0 0,1-9 0,9-23 1570,-9 34-1885,0 1 0,0-1 0,0 0 0,0 0-1,0 0 1,-1 0 0,1 0 0,0 0 0,-1 0 0,0 0-1,0-1 1,1 1 0,-1 0 0,0 0 0,-1 0 0,1 0-1,0 0 1,-1 0 0,0-3 0,0 4-65,-1 0 0,1 0 0,-1 0 0,1 0 0,0 0 0,-1 1 0,1-1 0,-1 1 0,0-1 0,1 1 0,-1 0 0,1-1 0,-1 1 0,0 0 0,1 0 0,-1 0 0,1 0 0,-1 1 0,0-1 0,1 0 0,-1 1 0,1-1 0,-4 2 0,-3 1 0,1 1 0,-1 1 0,1-1 0,-12 11 0,10-8 0,0 0 0,0 1 0,1 0 0,0 1 0,0 0 0,1 0 0,0 0 0,1 1 0,0 0 0,0 0 0,-3 13 0,-6 23 0,12-37 0,0 0 0,0 0 0,1 0 0,0 0 0,0 0 0,0 11 0,2-8 0,-2 0 0,1 0 0,-7 20 0,6-25 0,-1 1 0,2-1 0,-1 1 0,1-1 0,0 1 0,1-1 0,-1 1 0,2 0 0,-1-1 0,1 1 0,0-1 0,3 10 0,1-4 0,-3-8 0,0 0 0,-1-1 0,1 1 0,-1 0 0,0 0 0,0 0 0,-1 0 0,0 7 0,0-11 0,0-1 0,0 1 0,0-1 0,0 1 0,0-1 0,0 1 0,0-1 0,0 1 0,0-1 0,0 1 0,0-1 0,0 1 0,0-1 0,0 1 0,1-1 0,-1 1 0,0-1 0,0 1 0,1-1 0,-1 1 0,0-1 0,1 1 0,-1-1 0,0 1 0,1-1 0,-1 0 0,0 1 0,1-1 0,-1 0 0,1 1 0,-1-1 0,1 0 0,-1 0 0,1 0 0,-1 1 0,1-1 0,-1 0 0,1 0 0,-1 0 0,1 0 0,-1 0 0,1 0 0,0 0 0,-1 0 0,1 0 0,-1 0 0,1 0 0,-1 0 0,1 0 0,-1 0 0,1-1 0,-1 1 0,1 0 0,-1 0 0,1-1 0,-1 1 0,1 0 0,-1-1 0,4-1 0,0 0 0,-1-1 0,1 0 0,-1 1 0,0-1 0,1 0 0,3-6 0,-2 2 0,-3 5 0,0 0 0,0 0 0,-1 0 0,1 0 0,-1 0 0,0-1 0,1 1 0,-1-1 0,0 1 0,0-1 0,-1 1 0,1-1 0,0 1 0,-1-1 0,0 0 0,0 1 0,0-4 0,1-2 0,0-1 0,0 0 0,1 1 0,0-1 0,1 1 0,3-8 0,10-37 0,23-91 0,-38 138 0,0 0 0,-1 0 0,1 0 0,-1 0 0,0 0 0,-1-8 0,0 10 0,0-1 0,1 0 0,0 0 0,0 0 0,0 0 0,1 1 0,-1-1 0,1 0 0,0 0 0,4-7 0,10-22 0,-15 34 0,0 1 0,0 0 0,1-1 0,-1 1 0,0 0 0,0-1 0,1 1 0,-1 0 0,0-1 0,1 1 0,-1 0 0,1-1 0,-1 1 0,1-1 0,-1 1 0,1-1 0,-1 1 0,1-1 0,-1 1 0,1-1 0,0 0 0,-1 1 0,1-1 0,0 0 0,0 1 0,0-1 0,0 1 0,0-1 0,0 1 0,0-1 0,0 1 0,0-1 0,-1 1 0,1-1 0,0 1 0,0 0 0,-1-1 0,1 1 0,0 0 0,-1 0 0,1-1 0,-1 1 0,1 0 0,-1 0 0,1 0 0,-1 0 0,0 0 0,0 0 0,1 0 0,-1 0 0,0 0 0,0 2 0,0-1 0,1 0 0,-1 0 0,1 0 0,-1 0 0,1 0 0,0 0 0,0 0 0,-1 0 0,1 0 0,1 0 0,-1 0 0,0 0 0,0-1 0,1 1 0,-1 0 0,1-1 0,-1 0 0,1 1 0,0-1 0,3 2 0,11 13 0,-9-2 0,-7-13 0,1 1 0,-1-1 0,1 0 0,-1 1 0,1-1 0,0 0 0,0 0 0,-1 1 0,1-1 0,0 0 0,0 0 0,0 0 0,0 0 0,0 0 0,1 0 0,-1-1 0,0 1 0,2 1 0,26 21 0,-24-19 0,-1 1 0,2-1 0,-1 0 0,0-1 0,11 7 0,-14-10 0,0 1 0,-1-1 0,1 1 0,0-1 0,-1 0 0,1 1 0,0-1 0,0 0 0,-1 0 0,1 0 0,0-1 0,0 1 0,-1 0 0,1-1 0,0 1 0,0-1 0,-1 1 0,1-1 0,-1 0 0,1 0 0,-1 0 0,1 0 0,-1 0 0,1 0 0,-1 0 0,2-2 0,28-23 0,-24 22 0,-1-1 0,0 0 0,0 0 0,0 0 0,-1-1 0,1 0 0,-1 0 0,-1 0 0,1-1 0,3-8 0,15-32 0,-19 39 0,1-1 0,-1 1 0,-1-1 0,5-15 0,6-26 0,-10 37 0,0-1 0,-1 1 0,-1-1 0,0 0 0,0-18 0,-1-26 0,1 31 0,-1-1 0,-2 0 0,-1 0 0,-1 0 0,-1 1 0,-1-1 0,-10-26 0,6 28 0,5 14 0,0 0 0,0 0 0,-1 1 0,-1-1 0,0 1 0,0 0 0,-1 0 0,0 1 0,-1 0 0,0 0 0,-16-14 0,18 20 0,1 0 0,0 0 0,-1 0 0,0 0 0,0 1 0,0 0 0,0 0 0,-1 1 0,1 0 0,-1 0 0,1 0 0,-1 1 0,0 0 0,1 0 0,-1 1 0,0 0 0,-9 1 0,8 0 0,4 0 0,0-1 0,1 1 0,-1 0 0,0 0 0,1 0 0,-1 0 0,1 1 0,-1 0 0,1-1 0,0 1 0,0 1 0,0-1 0,0 0 0,-5 6 0,-19 18 0,21-21 0,0 0 0,1 0 0,-1 0 0,1 1 0,1 0 0,-1 0 0,1 0 0,0 1 0,0-1 0,0 1 0,1 0 0,-3 12 0,-8 39 0,9-43 0,1 1 0,1-1 0,1 1 0,-2 25 0,4-16 0,0 1 0,2-1 0,1 1 0,0-1 0,2 0 0,9 25 0,-2-15 0,3 7 0,30 64 0,60 59 0,-98-156 0,3 5 0,0-2 0,1 1 0,1-2 0,23 20 0,9 9 0,-38-33-501,1-1-1,0 0 1,0 0 0,0-1 0,0 0-1,1 0 1,0 0 0,0-1 0,1-1-1,-1 1 1,1-1 0,-1-1 0,1 1-1,17 1 1,-11-4-850,1 0-1,-1 0 1,0-2-1,0 0 1,0-1-1,0 0 0,28-11 1,-12-1-5209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6:31.0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169 84 384,'1'0'53,"-1"0"-1,0 0 0,0 1 1,0-1-1,0 0 0,0 0 1,0 1-1,0-1 1,0 0-1,1 0 0,-1 0 1,0 1-1,0-1 1,0 0-1,0 0 0,0 1 1,0-1-1,0 0 0,0 0 1,-1 1-1,1-1 1,0 0-1,0 0 0,0 0 1,0 1-1,0-1 1,0 0-1,0 0 0,0 0 1,-1 1-1,1-1 0,0 0 1,0 0-1,0 0 1,0 0-1,-1 1 0,1-1 1,0 0-1,0 0 0,0 0 1,-1 0-1,1 0 1,0 0-1,0 0 0,-1 1 1,1-1-1,0 0 1,0 0-1,0 0 0,-1 0 1,1 0-1,-71 1 9761,68 13-7826,-4-12-1261,-27 8 1457,33-10-2098,0 0 0,-1 1 0,1-1 0,0 1 0,0-1 1,0 1-1,0-1 0,0 1 0,0 0 0,0-1 0,0 1 0,0 0 0,0 0 0,0 0 1,1 0-1,-1 0 0,0 0 0,1 0 0,-1 0 0,0 0 0,1 0 0,-1 1 0,1-1-60,0 0-1,1 0 0,-1-1 1,0 1-1,0 0 1,0-1-1,0 1 0,0 0 1,0 0-1,0-1 0,0 1 1,0 0-1,0 0 1,0-1-1,-1 1 0,1 0 1,0 0-1,0-1 0,-1 1 1,1 0-1,-1-1 0,1 1 1,0-1-1,-1 1 1,1 0-1,-1-1 0,1 1 1,-1-1-1,0 1 0,1-1 1,-1 1-1,1-1 0,-1 0 1,0 1-1,1-1 1,-1 0-1,0 0 0,0 1 1,1-1-1,-1 0 0,-1 0 1,-7 3 128,9-3-122,-1 1 1,1-1-1,0 1 0,-1-1 1,1 1-1,0-1 1,-1 1-1,1-1 0,0 1 1,-1-1-1,1 1 1,0-1-1,0 1 0,0 0 1,0-1-1,-1 1 0,1 0 1,0-1-1,0 1 1,0-1-1,0 1 0,0 0 1,1-1-1,-1 1 0,0 0 1,0-1-1,0 1 1,0-1-1,1 1 0,-1-1 1,0 1-1,1 0 1,-1-1-1,0 1 0,1-1 1,-1 1-1,1 0 0,8 1 178,-8-3-163,-1 1-1,1 0 0,-1 0 1,1 0-1,-1 0 1,1 0-1,-1 0 1,1 0-1,-1 0 0,1 1 1,-1-1-1,1 0 1,-1 0-1,1 0 0,-1 0 1,1 1-1,-1-1 1,1 0-1,-1 1 0,1-1 1,-1 0-1,0 1 1,1-1-1,-1 0 0,0 1 1,1-1-1,-1 0 1,0 1-1,1-1 1,-1 1-1,0-1 0,0 1 1,0-1-1,1 1 1,-1 0-1,2 0 252,1-1 0,0 1 0,0-1 1,-1 1-1,1-1 0,0 0 0,0 0 0,-1-1 0,1 1 1,4-1-1,1 0 177,4-3 79,0-1 1,0 0-1,-1-1 0,21-14 1,-29 18-441,0-1 1,0 0-1,0 1 1,0-1-1,-1 0 1,1-1-1,-1 1 1,0 0-1,0-1 1,0 1-1,0-1 1,0 0-1,-1 1 1,0-1-1,0 0 1,0 0-1,0 0 1,0 0-1,-1-7 1,1 1-114,-1 5 0,1 0 0,-1 0 0,0 0 0,0-1 0,0 1 0,-1 0 0,1 0 0,-4-10 0,2 13 0,0 1 0,0-1 0,-1 0 0,1 1 0,-1 0 0,1-1 0,-1 1 0,1 0 0,-1 1 0,0-1 0,1 0 0,-1 1 0,0-1 0,1 1 0,-1 0 0,0 0 0,0 0 0,0 0 0,1 0 0,-1 1 0,0-1 0,1 1 0,-1 0 0,0 0 0,1 0 0,-1 0 0,1 0 0,-1 1 0,1-1 0,0 1 0,-1-1 0,1 1 0,0 0 0,0 0 0,0 0 0,-2 3 0,-1 1 0,4-5 0,0 0 0,0 0 0,1 0 0,-1 0 0,0 0 0,0 1 0,0-1 0,1 0 0,-1 1 0,1-1 0,-1 1 0,1-1 0,-1 0 0,1 1 0,0-1 0,0 1 0,0 2 0,0-2 0,0-1 0,0 0 0,-1 0 0,1 1 0,0-1 0,0 0 0,-1 0 0,1 1 0,-1-1 0,1 0 0,-1 0 0,0 0 0,1 0 0,-1 0 0,0 0 0,0 0 0,1 0 0,-1 0 0,0 0 0,0 0 0,-2 1 0,2-1 0,0 0 0,0-1 0,0 1 0,0 0 0,0 0 0,0 0 0,0 0 0,0 0 0,0 0 0,1 1 0,-1-1 0,0 0 0,1 0 0,-1 0 0,1 1 0,0-1 0,-1 0 0,1 1 0,0-1 0,0 0 0,0 3 0,0 0 0,0 0 0,1-1 0,-1 1 0,1 0 0,0-1 0,1 1 0,-1-1 0,0 1 0,1-1 0,0 1 0,0-1 0,0 0 0,0 0 0,0 0 0,1 0 0,-1 0 0,1-1 0,0 1 0,0-1 0,0 0 0,0 1 0,6 2 0,-3-3 0,1 0 0,0 0 0,-1 0 0,1-1 0,0 0 0,0-1 0,-1 1 0,1-1 0,0-1 0,0 1 0,0-1 0,0 0 0,-1-1 0,1 1 0,8-4 0,-14 0 0,1 0 0,-1 0 0,0 0 0,-1 1 0,1-1 0,-1 0 0,0 0 0,0 0 0,0 0 0,-1 0 0,1 0 0,-1 0 0,-3-9 0,-1 12-405,1 0-1,-1-1 1,0 2 0,1-1-1,-1 0 1,0 1 0,0 0 0,0 0-1,0 1 1,0-1 0,0 1-1,0 0 1,-9 1 0,2-1-812,12 13-7363,15-10-2529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6:34.35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29 127 592,'3'-5'5468,"13"-16"9655,-16 20-15105,-1 1-1,1 0 1,-1 0-1,1 0 1,-1-1 0,0 1-1,1 0 1,-1 0 0,1 0-1,-1 0 1,1 0-1,-1 0 1,1 0 0,-1 0-1,1 0 1,-1 0-1,0 0 1,1 1 0,-1-1-1,1 0 1,-1 0-1,1 0 1,-1 1 0,1-1-1,-1 0 1,1 1-1,0-1 1,-1 0 0,1 1-1,-1-1 1,1 1 0,0-1-1,-1 1 1,1-1-1,0 0 1,0 1 0,-1-1-1,1 1 1,0-1-1,0 1 1,0 0 0,-1-1-1,1 1 1,0-1-1,0 1 1,0-1 0,0 1-1,0-1 1,0 2-1,0 0 7,1 0-33,-1-1 9,0 0 1,0 0 0,1 0 0,-1 1 0,0-1 0,0 0 0,0 0-1,0 0 1,0 1 0,-1-1 0,1 0 0,0 0 0,-1 0 0,1 0-1,0 0 1,-1 1 0,0-1 0,1 0 0,-1 0 0,0 1-1,0-2 2,0 0-2,1-1-1,-1 1 1,0 0-1,0 0 1,1 0-1,-1 0 0,0 0 1,0 0-1,0 0 1,1 0-1,-1 0 1,0 0-1,0 1 1,1-1-1,-1 0 1,0 0-1,1 1 1,-1-1-1,0 0 0,1 1 1,-1-1-1,0 1 1,1-1-1,-1 1 1,1-1-1,-1 1 1,1-1-1,-1 1 1,1 0-1,-1-1 1,1 1-1,0 0 0,-1-1 1,1 1-1,0 0 1,0 0-1,-1 0 1,1 2-91,0-1 88,0-2 9,0 1 0,0-1 0,0 0 0,0 0 0,0 0 1,0 1-1,0-1 0,-1 0 0,1 0 0,0 0 0,0 1 1,0-1-1,0 0 0,0 0 0,0 1 0,0-1 0,0 0 0,1 0 1,-1 0-1,0 1 0,0-1 0,0 0 0,0 0 0,0 0 0,0 1 1,0-1-1,0 0 0,0 0 0,1 0 0,-1 1 0,0-1 1,0 0-1,0 0 0,0 0 0,1 0 0,-1 0 0,0 1 0,0-1 1,0 0-1,1 0 0,-1 0 0,0 0 0,0 0 0,0 0 0,1 0 1,-1 0-1,0 0 0,0 0 0,1 0 0,22 0 213,-23-1-148,0-1 1,0 1-1,0-1 0,-1 1 1,1-1-1,1 1 0,-1-1 1,0 1-1,0-1 0,1 1 1,-1-1-1,0 1 0,1-1 0,0-1 1,7 0 5,-8 3-68,1-1 0,-1 1 0,1 0 0,-1 0 0,1 0 1,-1-1-1,1 1 0,-1 0 0,1-1 0,-1 1 0,0 0 0,1-1 0,-1 1 0,0-1 0,1 1 0,-1 0 1,0-1-1,1 1 0,-1-1 0,0 1 0,0-1 0,0 1 0,1-1 0,-1 1 0,0-1 0,0 0 0,0 1 1,0-1-1,0 1 0,0-1 0,0 1 0,0-1 0,0 1 0,0-1 0,0 1 0,-1-2 0,1 2-4,0-1-1,0 1 0,0 0 0,0-1 1,0 1-1,1-1 0,-1 1 0,0 0 1,0-1-1,0 1 0,0 0 0,1-1 1,-1 1-1,0 0 0,0-1 0,1 1 1,-1 0-1,0-1 0,0 1 1,1 0-1,-1 0 0,0-1 0,1 1 1,-1 0-1,1 0 0,-1 0 0,0 0 1,1-1-1,-1 1 0,0 0 0,1 0 1,-1 0-1,1 0 0,-1 0 0,0 0 1,1 0-1,-1 0 0,1 0 1,0 0-1,-1 0 4,1 0 0,0 0 0,-1 0 0,1 0 0,0 0 0,-1 0 0,1 0 0,-1 0 0,1 0 1,0 0-1,-1-1 0,1 1 0,-1 0 0,1 0 0,0-1 0,-1 1 0,1-1 0,-1 1 0,1 0 0,-1-1 0,1 1 0,-1-1 0,0 1 1,1-1-1,-1 1 0,0-1 0,1 1 0,-1-1 0,0 0 0,1 1 0,-1-1 0,0 1 0,0-1 0,0 0 0,0 1 0,0-1 1,0 0-1,0 1 0,0-1 0,0 1 0,0-2 0,0-32 442,0 22-83,0 20-40,0-5-431,-4-2-16,2 0 118,1-1 1,0 1-1,-1-1 0,1 0 0,0 1 0,0-1 0,0 0 0,0 1 0,0-1 0,0 1 0,0 0 0,1-1 0,-1 1 0,0 0 0,0 0 0,0-1 1,1 1-1,-1 0 0,0 0 0,1 0 0,-1 0 0,1 0 0,-1 0 0,1 0 0,-1 0 0,1 0 0,0 0 0,-1 1 0,25 3-19,-24-5 28,1 1-1,-1-1 1,0 1-1,1-1 1,-1 0-1,1 1 1,-1 0 0,0-1-1,1 1 1,-1-1-1,0 1 1,0-1-1,1 1 1,-1 0 0,0-1-1,0 1 1,0-1-1,0 1 1,0 0-1,0-1 1,0 1 0,0 1-1,2 6 62,-1-7-31,1-1 0,-1 1 0,0-1 0,0 1 1,1-1-1,-1 1 0,0-1 0,1 0 0,-1 0 1,0 1-1,1-1 0,-1 0 0,0 0 0,1 0 1,-1-1-1,1 1 0,-1 0 0,0 0 0,0-1 1,1 1-1,-1-1 0,0 1 0,1-1 0,-1 1 1,0-1-1,0 0 0,0 0 0,0 0 0,0 1 1,0-1-1,0 0 0,0 0 0,0 0 0,1-3 1,-2 2 642,0-36 4541,-1 35-5221,1-1 0,-1 1 0,0 0 0,-1 0 0,1 0 0,-1 0 0,1 0 0,-1 0 0,0 0 0,0 1 0,0-1 0,0 1 0,0-1 0,-1 1 0,1 0 0,-1 0 0,0 0 0,1 0 0,-1 0 0,0 1 0,0-1 0,0 1 0,0 0 0,-1 0 0,1 0 0,0 0 0,0 0 0,-5 0 0,8 1 1,-1 1 1,1-1-1,0 0 1,0 0-1,-1 0 0,1 0 1,0 0-1,0 0 0,-1 0 1,1 0-1,0 1 1,0-1-1,0 0 0,-1 0 1,1 0-1,0 0 0,0 1 1,0-1-1,0 0 1,-1 0-1,1 0 0,0 1 1,0-1-1,0 0 0,0 0 1,0 1-1,0-1 1,0 0-1,0 0 0,0 1 1,0-1-1,0 0 0,0 0 1,0 1-1,0-1 1,0 0-1,0 0 0,0 1 1,0-1-1,0 0 0,0 0 1,0 1-1,-3 10-297,-4-9 293,7-2-200,-1 0 1,1 0-1,-1 1 1,1-1-1,0 0 0,-1 0 1,1 0-1,-1 0 0,1 0 1,0 1-1,-1-1 1,1 0-1,0 0 0,-1 1 1,1-1-1,0 0 0,-1 1 1,1-1-1,0 0 1,0 1-1,-1-1 0,1 0 1,0 1-1,0-1 0,0 1 1,-1-1-1,1 0 1,0 1-1,0-1 0,0 1 1,0-1-1,0 0 0,0 1 1,0-1-1,0 1 0,0-1 1,0 1-1,0 0 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6:45.1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70 135 1040,'0'0'1617,"-4"0"83,-9 0-2204,-23 0 10279,20 0 256,39 0-5813,-23 0-4143,0 0 1,1 0-1,-1 0 0,0 0 1,1 0-1,-1 0 1,0-1-1,1 1 0,-1 0 1,0 0-1,1 0 0,-1 0 1,0 0-1,1-1 1,-1 1-1,0 0 0,0 0 1,1-1-1,-1 1 1,0 0-1,0 0 0,1-1 1,-1 1-1,0 0 1,0 0-1,0-1 0,0 1 1,1 0-1,-1-1 1,0 1-1,0-1 0,0 1-8,0-1 0,1 1-1,-1-1 1,0 1 0,0-1-1,1 1 1,-1-1 0,0 1-1,1-1 1,-1 1 0,0-1-1,1 1 1,-1 0 0,1-1-1,-1 1 1,1 0 0,-1-1-1,1 1 1,-1 0 0,1 0-1,-1-1 1,1 1 0,-1 0-1,1 0 1,0 0 0,-1 0-1,1 0 1,-1 0 0,1 0-1,-1 0 1,2 0 0,18-2 8,0 0 0,-1-2 1,1 0-1,36-13 0,21-5-107,-4 0 32,-54 15 0,-1 1 0,2 0 0,-1 2 0,0 0 0,29-2 0,16-7 0,-74 20 0,0-2 0,-1 1 0,0-1 0,0-1 0,-18 5 0,25-8 0,-47 19 0,28-11 0,-1 0 0,1-2 0,-28 5 0,-10 3-109,-62 24-1,100-32-1183,21-6 399,0-1 0,0 1 1,0-1-1,0 1 0,-1-1 1,1 0-1,0 0 1,0 0-1,0 0 0,0 0 1,-1-1-1,1 1 0,0-1 1,0 1-1,0-1 0,0 0 1,0 1-1,0-1 1,0 0-1,0-1 0,-1 0 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6:49.47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11 384,'3'16'17632,"7"-18"-18119,14-7-9224,-19 7 10292,-1-3-3511,-4-3 246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6:54.6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38 128,'0'0'382,"0"-1"-339,-1-1 0,1 1 1,0 0-1,0 0 1,0 0-1,0 0 0,0-1 1,0 1-1,0 0 1,0 0-1,0 0 1,0-1-1,1 1 0,-1 0 1,0 0-1,1 0 1,-1 0-1,1 0 0,0 0 1,-1 0-1,2-2 1,1 4 44,-2-1-115,-1 0-1,1 0 1,0 0-1,-1 1 1,1-1-1,0 0 1,-1 0 0,1 0-1,0 0 1,-1 0-1,1 0 1,-1 0-1,1-1 1,0 1 0,-1 0-1,1 0 1,0 0-1,-1 0 1,1-1-1,-1 1 1,1 0 0,-1-1-1,1 1 1,-1-1-1,1 1 1,-1 0-1,1-1 1,-1 1 0,1-1-1,-1 1 1,0-1-1,1 1 1,-1-1-1,0 0 1,1 0 0,-1-1-190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40.26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1255 4114,'1'-7'9347,"-5"-10"-6721,-4 15-2130,2-1 917,4-3 3055,3 13-4030,0 0 0,1-1 0,0 1 1,0-1-1,1 1 0,0-1 0,0 0 0,0 0 1,1 0-1,6 7 0,19 40 1603,-24-39-1543,1-1-1,0 0 1,1-1-1,1 1 1,11 14 0,-8-13-61,-10-12-436,1 0 0,-1-1 0,1 1-1,-1-1 1,1 1 0,0-1 0,-1 0-1,1 0 1,0 1 0,0-2 0,0 1-1,0 0 1,0 0 0,0 0 0,0-1-1,0 1 1,0-1 0,0 0 0,1 0-1,-1 0 1,0 0 0,0 0 0,0 0-1,0 0 1,0 0 0,1-1 0,-1 0-1,0 1 1,0-1 0,2-1 0,8-3-2,0-1-1,-1 0 1,21-15 0,-23 15 1,30-23 0,-2-3 0,64-68 0,-39 36 0,184-144 0,-156 137 0,285-210 0,-279 211 0,342-225-5863,-165 113-744,-127 87-1893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39.2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1 256,'28'15'27741,"-49"-15"-29210,26 0-1679,11 0-3902,-16-13 1107,-28 11-1275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41.0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0 480 3314,'0'-9'19214,"0"248"-8975,0-235-10239,1-1 0,0 1 0,-1-1 0,1 1 0,0-1 0,1 1 0,-1-1 0,1 0 0,-1 0 0,1 0 0,0 0 0,0 0 0,4 5 0,-5-7 0,9 21 0,-10-21 0,0 0 0,0 0 0,0 0 0,1-1 0,-1 1 0,0 0 0,1 0 0,-1 0 0,1 0 0,-1 0 0,1-1 0,-1 1 0,1 0 0,-1 0 0,1-1 0,0 1 0,-1 0 0,1-1 0,0 1 0,0-1 0,0 1 0,-1-1 0,1 1 0,0-1 0,1 1 0,1 0 0,-1 0 0,1 0 0,0-1 0,-1 1 0,1-1 0,-1 1 0,1-1 0,0 0 0,0 0 0,-1 0 0,1 0 0,0 0 0,-1-1 0,1 1 0,-1-1 0,1 0 0,0 0 0,2-1 0,54-29 0,-19 9 0,332-195 0,-197 120 0,-17 10 0,42-28 206,-71 43-1362,34-11-8028,-112 58 5576,48-28-4212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23.10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220 121 2561,'-3'-2'853,"0"0"-1,0 0 1,0 0 0,0-1-1,0 0 1,1 1-1,-1-1 1,1 0 0,-5-7-1,-12-15 4426,15 22-4809,1-1 1,0 1-1,-1 0 1,0 0 0,0 0-1,0 0 1,0 1-1,0-1 1,-1 1-1,1 0 1,-1 0-1,1 1 1,-10-2 0,5 11 992,5-5-1338,0-1 1,1 1 0,0 0-1,-1 0 1,1 0 0,0 0-1,1 0 1,-1 1 0,0-1-1,1 1 1,0 0 0,0 0-1,0 0 1,-1 5 0,-28 77 1838,25-59-1718,1 0 1,1 0-1,1 1 0,1 0 0,2-1 0,1 1 1,1 0-1,1-1 0,2 0 0,12 44 0,-4-42-197,1-2-1,2 0 0,0-1 0,38 46 0,-1-1-368,-42-56-920,0-1 0,2 0 0,26 23 0,-34-32 398,0-1 0,1 1 0,-1-1 0,1 0 0,0-1-1,0 0 1,1 0 0,-1 0 0,0-1 0,1 1 0,0-2 0,9 3-1,-15-4 654,0 0 0,0 0-1,0-1 1,0 1 0,0 0-1,0 0 1,0 0-1,0-1 1,0 1 0,0-1-1,0 1 1,0 0-1,-1-1 1,1 0 0,0 1-1,0-1 1,0 1-1,1-3 1,4-2-485,5 2-279,-7 2 733,0 0-1,-1 0 1,1 0 0,0 0-1,-1-1 1,1 1 0,-1-1-1,0 0 1,0 0-1,1 0 1,-1-1 0,-1 1-1,1-1 1,0 0 0,0 1-1,-1-1 1,3-4 0,24-59-2770,-26 60 2802,0 0 1,-1 0-1,0-1 1,0 1-1,0-1 1,-1 1-1,0-1 1,0-11-1,7-36-641,0 31 713,-5 15 125,0 1 0,0-1 0,-1 0 0,-1-1 0,1 1 0,0-16 0,-2-105 3458,0-4 7365,0 131-10648,-1 1 0,1-1 0,0 1-1,0 0 1,-1-1 0,1 1 0,0 0-1,-1-1 1,0 1 0,1 0 0,-1 0-1,0 0 1,1-1 0,-1 1 0,0 0-1,0 0 1,0 0 0,0 0 0,-2-1-1,2 1 78,0 0 0,0 0 0,-1 0 0,1 0 0,0 0 0,0-1 0,1 1 0,-1 0 0,0 0 0,0-1 0,1 1 0,-1-1 0,0 1 0,1-1 0,0 1 0,-1-1 0,1 1 0,0-1 0,0-2 0,0 10-202,1 0 0,0 0 0,0 0 0,1 0 0,0 0 0,0 0 0,0-1 0,1 1 0,0-1 0,4 7 0,12 26 398,-16-32-369,0 0 0,1 0 1,0 0-1,0 0 0,0-1 1,0 0-1,1 0 0,0 0 1,0 0-1,0-1 0,1 0 1,-1 0-1,7 3 0,-4-2-33,0-1 0,0 0-1,0 0 1,1-1-1,-1 0 1,1-1-1,0 0 1,-1 0-1,17 1 1,-12-3-32,-3 1-49,-1-1 0,1 0 0,0-1 0,0 0 0,-1 0 0,1-1 0,0 0 0,-1 0 0,0-1 1,1-1-1,-1 0 0,8-5 0,-10 6 28,-1-2 0,-1 1 0,1-1 0,-1 0 0,1 0-1,-1-1 1,-1 1 0,1-1 0,-1 0 0,0 0 0,0-1 0,-1 1 0,0-1 0,0 0 0,0 0 0,1-7 0,0 0 218,0 0-1,-1 0 1,-1 0 0,0 0 0,-1 0-1,-1-23 1,0-31 4092,-1 68-4294,1-1-1,0 1 0,0 0 1,0-1-1,0 1 0,0 0 1,0 0-1,0-1 0,0 1 1,0 0-1,1-1 0,-1 1 1,0 0-1,0 0 0,0-1 0,0 1 1,0 0-1,0 0 0,1-1 1,-1 1-1,0 0 0,0 0 1,0-1-1,1 1 0,-1 0 1,0 0-1,0 0 0,0-1 0,1 1 1,-1 0-1,0 0 0,0 0 1,1 0-1,-1 0 0,0 0 1,1 0-1,-1 0 0,0 0 1,0-1-1,1 1 0,-1 0 1,0 0-1,1 0 0,-1 1 0,0-1 1,1 0-1,-1 0 0,0 0 1,0 0-1,1 0 0,-1 0 1,1 1-1,12 8 240,-4 34-256,35 76 0,-38-105 0,-1 0 0,-1-1 0,0 2 0,3 20 0,-4-16 0,2 0 0,8 25 0,59 168 0,-51-111 0,-16-72 0,0-1 0,11 28 0,-9-28 0,-1 0 0,-1 1 0,-1 0 0,-2 0 0,-1 0 0,-4 46 0,1 0 0,2-66 0,-1-1 0,0 0 0,0 0 0,-1 0 0,0 0 0,0 0 0,0 0 0,-1-1 0,-1 1 0,1-1 0,-1 0 0,-1 0 0,1 0 0,-7 8 0,-6 19 0,16-31 0,1 0 0,-1 0 0,0-1 0,0 1 0,0 0 0,-1-1 0,1 1 0,-1-1 0,1 0 0,-1 1 0,0-1 0,0 0 0,0 0 0,0 0 0,0 0 0,0 0 0,-1-1 0,1 1 0,-1-1 0,1 1 0,-1-1 0,1 0 0,-1 0 0,0 0 0,-3 1 0,0-2 0,0 1 0,1-1 0,-1 0 0,0 0 0,0-1 0,0 1 0,1-1 0,-1-1 0,0 1 0,1-1 0,-1 0 0,1 0 0,-1 0 0,1-1 0,0 0 0,0 0 0,0 0 0,1-1 0,-1 0 0,1 0 0,0 0 0,0 0 0,0 0 0,1-1 0,-5-6 0,0-1 0,-1-1 0,2-1 0,0 1 0,0-1 0,1-1 0,1 1 0,0-1 0,-3-23 0,-32-161 0,39 190 0,1 0 0,-1 0 0,1 0 0,1 0 0,-1 0 0,2 0 0,-1 0 0,1 0 0,5-12 0,1-12 0,1-33 0,-8 51 0,0 0 0,2 0 0,-1 1 0,2-1 0,7-20 0,57-71 0,-60 92 0,1 0 0,1 1 0,1 0 0,-1 0 0,2 1 0,0 1 0,0 0 0,1 1 0,24-15 0,-11 9 0,1 2 0,0 1 0,1 1 0,34-10 0,-48 18 0,1 1 0,-1 0 0,0 1 0,17 1 0,3-2 0,-12 1 0,0 1 0,-1 1 0,1 0 0,0 2 0,-1 1 0,1 0 0,-1 2 0,0 0 0,0 2 0,31 13 0,-41-14 0,-1 0 0,-1 0 0,1 1 0,-1 0 0,-1 0 0,15 16 0,7 6 0,-26-26 0,0 1 0,-1 0 0,1 0 0,-1 1 0,0-1 0,0 1 0,0 0 0,-1-1 0,1 1 0,-1 0 0,0 1 0,2 8 0,10 26 0,-9-31 0,-2-4 0,0 1 0,-1-1 0,0 1 0,0-1 0,0 1 0,-1 0 0,1 0 0,-1 0 0,-1 0 0,1 10 0,0 6 0,0-30 0,0 4 0,-1 1 0,0-1 0,-1 1 0,1-1 0,0 1 0,-1-1 0,0 1 0,0-1 0,0 1 0,-2-4 0,-1 0 0,1 0 0,-1-1 0,1 1 0,1-1 0,-1 0 0,2 1 0,-1-1 0,1 0 0,0 0 0,0-1 0,1 1 0,0 0 0,2-9 0,-2 16 0,-2-27-103,1 20-144,1-1 1,-1 1-1,1-1 1,1 1-1,0 0 1,0-1-1,4-15 0,0 13-783,-1 0 0,0 0 0,-1 0 0,-1 0 0,0-1 0,0 1 0,-1-1 0,0-11-1,-1 18 663,0 1 0,0 0 0,1 0 0,-1-1 0,1 1 0,0 0 0,1 0 0,-1 0 0,1 0 0,-1 0 0,1 1 0,0-1 0,1 0 0,3-5 0,14-25-1976,-13 15 1239,-5 12 695,1 1 0,0-1 0,-1 1 0,2 0 0,6-10 0,15-48-1417,-6 47 1461,1-4 225,-1-3 253,-18 23-53,0 0 0,0 0 0,0 0-1,0 0 1,0 0 0,-1 0 0,1 0 0,0 0-1,0 0 1,-1 0 0,1-1 0,-1 1 0,1 0-1,-1 0 1,1-1 0,-1 1 0,0 0 0,1-1-1,-1 1 1,0 0 0,0-1 0,0-3 3927,0 33 1005,0-21-4371,1 0 1,0 0-1,1 0 0,0-1 0,0 1 0,0-1 0,1 1 1,0-1-1,6 11 0,16 39 3500,-22-49-3776,0 1-1,1-1 1,0 0 0,1 0-1,0-1 1,0 0-1,0 1 1,1-2-1,-1 1 1,11 7 0,9 10 116,168 166-295,-189-186-165,0 1 0,0 0 0,0 0 0,-1 0 0,1 1 0,-1-1 0,0 1 0,-1-1 0,1 1 0,-1 0 0,0 0 0,0 0 0,-1 1 0,1-1 0,-1 0 0,0 1 0,0-1 0,-1 0 0,0 1 0,0 7 0,0-12-104,0 0 0,0 0 1,0 0-1,0 0 0,-1 0 0,1 0 0,0 0 1,0 1-1,-1-1 0,1 0 0,0-1 0,-1 1 1,1 0-1,-1 0 0,1 0 0,-1 0 0,0 0 1,1 0-1,-2 1 0,0-2-350,1 1 1,-1 0-1,0-1 1,1 1-1,-1-1 1,1 1-1,-1-1 1,0 0-1,1 0 1,-1 0-1,0 0 1,1 0-1,-1 0 1,0 0-1,1 0 1,-1-1-1,-2 0 1,-49-22-12028,33 12 8085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23.4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53 4770,'-1'-13'3170,"2"-14"8627,-1 26-11590,0 1 0,1-1 0,-1 0 0,0 1 0,0-1 0,0 1 0,1-1 0,-1 1 0,0-1 0,1 0 0,-1 1 0,1 0 0,-1-1 0,0 1 0,1-1 0,-1 1 1,1-1-1,-1 1 0,1 0 0,-1-1 0,1 1 0,-1 0 0,1 0 0,0-1 0,-1 1 0,1 0 0,-1 0 0,1 0 0,0 0 0,-1 0 0,1 0 0,3 0 3087,10 17-1599,-12-15-1586,-1-1 0,1 1-1,0 0 1,-1 0 0,0-1 0,1 1 0,-1 0 0,0 0 0,0 1 0,0-1 0,0 0 0,1 3 0,41 85-109,3 4 0,-34-58 0,-1 0 0,-2 0 0,-1 1 0,3 43 0,-4-41 0,2 0 0,20 58 0,-14-52 0,11 56 0,-13-32 0,-3 1 0,0 73 0,-9-114 0,-1-18 0,0 1 0,0 0 0,-1 0 0,-4 20 0,-49 126 0,52-154 0,0 0 0,0 0 0,0 0 0,-1 0 0,1-1 0,-1 1 0,-3 3 0,-19 30 0,23-34 0,0 0 0,-1 1 0,1-1 0,0 0 0,-1 0 0,0 0 0,0 0 0,0-1 0,0 1 0,0-1 0,-1 0 0,1 0 0,-1 0 0,1 0 0,-1-1 0,0 1 0,1-1 0,-6 1 0,8-1 0,0-1 0,-1 1 0,1-1 0,-1 0 0,1 1 0,-1-1 0,1 0 0,-1 0 0,1 0 0,-1 0 0,1 0 0,-1-1 0,1 1 0,0 0 0,-1-1 0,1 1 0,-1-1 0,1 1 0,0-1 0,-1 0 0,1 1 0,0-1 0,0 0 0,0 0 0,-1 0 0,1 0 0,0 0 0,0 0 0,0 0 0,1 0 0,-1-1 0,0 1 0,0 0 0,1 0 0,-1-1 0,0 1 0,1-1 0,-1 1 0,1 0 0,0-1 0,0 1 0,-1-1 0,1 1 0,0-3 0,0-9-3061,0-4-7052,0 5 1933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18.26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141 460 272,'-43'11'5315,"40"-11"-4219,-2 0-282,-61 0 4401,62 0-3080,-11 0-476,11 3 1465,4 1-3009,1-2 278,-1-3-378,0 1 0,1-1 1,-1 0-1,0 1 0,1-1 0,-1 1 0,1-1 0,-1 1 0,1-1 0,-1 1 0,1 0 1,0-1-1,-1 1 0,1 0 0,-1-1 0,1 1 0,0 0 0,-1 0 0,1-1 1,0 1-1,-1 0 0,1 0 0,0 0 0,0 0 0,3 0 126,0 0 44,87-11 2400,-18-4-1419,-53 13-638,0 0 1,0-1-1,20-6 1,29-4 753,76-10 812,23-3-853,-112 20-880,100-5 633,3 0-906,38-5-88,-122 15 0,132-21 0,-130 18 0,-9 3 0,-34-2 0,143-16 0,-35 8 0,22-4 0,-122 11 0,47 1 0,-53 2 0,63-7 0,-59 2 0,1 2 0,50 1 0,-30-4 0,20-2 0,81 9 0,-144-5 0,-17-5 0,-2 8 0,0 1 0,0-1 0,0 0 0,0 1 0,0 0 0,-1-1 0,1 1 0,0 0 0,-1-1 0,1 1 0,-1 0 0,0 0 0,1 0 0,-3 0 0,-4-2-56,-23-9-355,30 11 396,0 1 0,1-1 0,-1 0 0,0 1-1,0 0 1,0-1 0,0 1 0,0-1 0,0 1 0,0 0 0,0 0-1,0-1 1,0 1 0,0 0 0,0 0 0,0 0 0,0 0 0,0 0-1,0 1 1,-2-1 0,-1 0-27,-93-33-158,-47-13 347,82 22 215,54 20-297,0-1 0,0 2-1,-1 0 1,1 0 0,-1 0 0,0 1-1,-11-2 1,19 5-65,1-1 0,-1 0 0,0 0 0,0 0 0,0 0 0,0 0 0,0 0 0,0 0 0,0 0 0,0 0 0,1 0 0,-1-1 0,0 1 0,0 0 0,0-1 0,0 1 0,1 0 0,-1-1 0,0 1 0,0-1 0,1 1 0,-1-1 0,0 0 0,1 1 0,-1-1 0,0-1 0,1 2 0,1-1 0,-1 0 0,1 1 0,0-1 0,-1 1 0,1-1 0,0 0 0,-1 1 0,1-1 0,0 1 0,0 0 0,0-1 0,-1 1 0,1 0 0,0-1 0,0 1 0,0 0 0,0 0 0,0 0 0,0 0 0,0 0 0,-1 0 0,1 0 0,0 0 0,0 0 0,1 1 0,4-1 0,-4-1 0,0 1 0,0 0 0,1-1 0,-1 1 0,0 0 0,0 1 0,0-1 0,0 0 0,0 0 0,0 1 0,1 0 0,-1-1 0,0 1 0,0 0 0,0 0 0,-1 0 0,1 0 0,0 0 0,0 0 0,0 1 0,1 1 0,-1-2 0,-1-1 0,1 1 0,0 0 0,0-1 0,-1 1 0,1-1 0,0 0 0,0 0 0,0 0 0,0 0 0,0 0 0,-1 0 0,1 0 0,0 0 0,2-1 0,-2 0 0,0 1 0,1 0 0,-1 0 0,0-1 0,0 1 0,0 1 0,1-1 0,-1 0 0,0 0 0,0 1 0,2 0 0,3 3 0,0 0 0,0-1 0,0 0 0,1-1 0,-1 1 0,1-2 0,-1 1 0,13 1 0,-8-2 0,-1 1 0,0 0 0,0 0 0,0 1 0,0 1 0,0 0 0,-1 1 0,1 0 0,-1 0 0,11 9 0,-8-8 0,-12-5 0,1 0 0,0 0 0,-1 0 0,1 0 0,0 0 0,-1 0 0,1 0 0,-1 1 0,0-1 0,1 0 0,-1 1 0,0 0 0,0-1 0,0 1 0,0-1 0,0 1 0,0 0 0,0 0 0,-1-1 0,1 1 0,-1 0 0,1 0 0,-1 0 0,0 0 0,1 0 0,-1 0 0,0 0 0,0 0 0,-1 0 0,1-1 0,-1 4 0,1-4 0,0-1 0,0 1 0,0-1 0,0 1 0,0-1 0,0 1 0,0 0 0,0-1 0,0 1 0,-1-1 0,1 1 0,0-1 0,0 1 0,-1-1 0,1 1 0,0-1 0,-1 1 0,1-1 0,0 0 0,-1 1 0,1-1 0,0 1 0,-1-1 0,1 0 0,-1 0 0,1 1 0,-1-1 0,1 0 0,-1 1 0,1-1 0,-1 0 0,1 0 0,-1 0 0,1 0 0,-1 0 0,0 0 0,1 0 0,-1 0 0,1 0 0,-2 0 0,2 0 0,-1 0 0,1 0 0,-1 0 0,1 0 0,-1 0 0,1 0 0,-1 0 0,1 0 0,-1 0 0,1 1 0,0-1 0,-1 0 0,1 0 0,-1 0 0,1 1 0,-1-1 0,1 0 0,-1 0 0,1 1 0,0-1 0,-1 0 0,1 1 0,0-1 0,-1 1 0,1-1 0,0 0 0,-1 1 0,1-1 0,0 1 0,0-1 0,0 1 0,-1-1 0,1 1 0,0-1 0,0 1 0,0-1 0,0 1 0,0-1 0,0 1 0,0 1 0,0-1 0,-1 0 0,1 0 0,0 0 0,-1 1 0,1-1 0,0 0 0,-1 0 0,0 0 0,1 0 0,-1 0 0,0 0 0,1 0 0,-1 0 0,0 0 0,0 0 0,0 0 0,0-1 0,0 1 0,0 0 0,0-1 0,0 1 0,0 0 0,0-1 0,0 1 0,0-1 0,0 0 0,-1 1 0,1-1 0,-1 0 0,0 1 0,0-1 0,0 1 0,0-1 0,1 1 0,-1 0 0,0 0 0,1 0 0,-1 0 0,1 0 0,-1 0 0,1 0 0,0 1 0,-3 2 0,-1 4 0,3-3 0,-1 0 0,0-1 0,0 1 0,0-1 0,-1 1 0,1-1 0,-1 0 0,0-1 0,0 1 0,-1-1 0,1 1 0,-1-1 0,-7 3 0,0 1 0,1 0 0,-1 1 0,2 0 0,-1 1 0,1 0 0,0 0 0,1 1 0,-11 15 0,15-18 0,-1-1 0,-1 1 0,1-1 0,-15 10 0,16-13 0,0 1 0,0 0 0,0 0 0,1 0 0,-1 0 0,1 1 0,0 0 0,1 0 0,-6 7 0,8-10 0,0 1 0,-1-1 0,1 0 0,-1 0 0,0 0 0,0 0 0,1-1 0,-1 1 0,0 0 0,-1-1 0,-2 3 0,-17 14 0,-17 23-5344,22-28 473,10-13 141,7-16-3680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6:58.18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49 81 6531,'-2'-27'5480,"-12"0"-2852,7 12-1868,7 15-754,0-1 0,0 1 0,0-1-1,0 1 1,0-1 0,0 1 0,-1-1 0,1 1 0,0-1 0,0 1 0,-1-1-1,1 1 1,0-1 0,0 1 0,-1 0 0,1-1 0,0 1 0,-1-1 0,1 1-1,-1 0 1,1-1 0,-1 1 0,1 0 0,0 0 0,-1-1 0,1 1-1,-1 0 1,1 0 0,-1 0 0,1 0 0,-1 0 0,1-1 0,-1 1 0,1 0-1,-1 0 1,1 0 0,-1 0 0,1 0 0,-1 1 0,1-1 0,-1 0 0,1 0-1,-1 0 1,1 0 0,-1 1 0,1-1 0,-1 0 0,1 0 0,-1 1 0,0 0 52,0 1 0,0-1 0,0 0 0,1 1 0,-1-1 0,1 1 0,-1-1 0,1 1 0,0-1 1,-1 1-1,1-1 0,0 1 0,0-1 0,0 1 0,0-1 0,0 1 0,1-1 0,-1 1 0,0-1 1,1 1-1,-1-1 0,1 1 0,-1-1 0,1 0 0,0 1 0,1 1 0,2 8 421,0 0 1,0 1-1,-1-1 0,0 1 0,-1 0 0,0 0 0,-1 0 0,0 0 1,-2 16-1,4 42 2863,20 111 0,1-2-459,17 63-1854,-18-126-911,124 632-118,-116-533 0,-18-110 0,2 45-2526,-7 192-9875,-8-309 11766,0-20-822,-1-1 0,-1 1 0,0 0 0,-1-1 0,-5 14 0,5 2-2588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6:59.0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1 256 1697,'0'0'7427,"0"-1"-7368,0 1 0,0-1 0,0 1 0,0-1 0,0 1 0,-1-1 0,1 1 0,0-1 0,0 1 0,1-1 0,-1 1 0,0-1 0,0 1 0,0-1 0,0 1 0,0-1 0,1 1 0,-1-1 0,0 1 0,0-1 0,1 1 0,-1-1 0,0 1 0,1 0 0,-1-1 0,4-2-46,0 1 0,1 0 0,-1 1 0,0-1 0,1 1 0,-1-1 0,0 1 0,1 1 0,0-1 0,-1 1-1,1-1 1,-1 1 0,1 1 0,5 0 0,28-2 23,52-15 11,-61 9 13,52-4 1,339-34 3060,83-5 1844,399 5-88,-424 18-3607,-5 19-11,-68-6-632,141 9-171,-306 8-440,-71 13 75,-73-6-227,-54-1 116,-41-9 19,1 0 0,-1 1-1,1-1 1,-1 1 0,1-1 0,-1 1 0,0 0 0,1-1 0,-1 1 0,0 0-1,0 0 1,1 0 0,-1 0 0,0 0 0,0 0 0,0 1 0,0-1 0,0 0-1,1 2 1,-3-1 6,1 0 0,0 0 0,0 0 0,-1 0-1,2 0 1,-1 0 0,0 0 0,0 0 0,1 0-1,-1 0 1,1 0 0,-1 0 0,1 0 0,0 0 0,0 0-1,0-1 1,0 1 0,0 0 0,0 0 0,0-1-1,0 1 1,1-1 0,-1 0 0,3 3 0,2 1-22,-5-3 27,1 1 0,-1-1 0,0 1-1,-1-1 1,1 0 0,0 1 0,-1-1-1,1 1 1,-1 0 0,0-1 0,0 1-1,0-1 1,0 1 0,-1 4 0,-6 32 94,-3-19 29,8-17-85,0 0 0,1 1 1,-1-1-1,1 0 0,0 1 1,0-1-1,0 1 0,0-1 1,0 1-1,1 0 0,0 7 0,-16 227 3103,11-181-2732,5 107 0,2-59-267,0 21-152,19 128 0,6-50 0,-22-167 0,13 47 0,-2-4 0,-7 5 0,-5-47 0,8 40 0,4-16 0,-7-33 0,-2 0 0,3 30 0,3 31 0,-5-48 0,2 77 0,1 9 0,-6-98 0,-2 0 0,-1 1 0,-2-1 0,-5 54 0,0-56 0,-6 51 0,11-69 0,-1 1 0,-1-1 0,0 0 0,0 0 0,-1 0 0,-6 15 0,-3 10 0,9-27 0,0-1 0,0 0 0,-1 0 0,0 0 0,0 0 0,-1-1 0,0 1 0,0-1 0,0 0 0,-1-1 0,0 0 0,0 1 0,-11 6 0,-2 0 0,-1-1 0,0 0 0,-25 9 0,3-6 0,-2-1 0,0-3 0,-1-1 0,-67 4 0,-35 7 0,40-5-71,-142 3-1,177-15 20,30-1-3,-558 40 60,330-26 150,66-5-65,-30 5-90,-80 8 0,164-12 0,-105 15 0,126-7 0,-51 10 0,172-28-756,1-1 0,-1 0 1,1-1-1,-1 0 0,-11-1 0,12 1-631,0-2 0,0 1 0,0-1 0,0 0-1,0 0 1,1-1 0,-1 0 0,0 0 0,1 0 0,-8-7 0,-10-14-2532,20-1-526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6:59.42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117 37 2721,'-1'1'337,"0"1"-1,1-1 1,-1 0 0,0 0-1,0 0 1,0 0 0,0 0-1,0 0 1,-1 0-1,1 0 1,0 0 0,0 0-1,-1-1 1,1 1-1,0 0 1,-1-1 0,1 0-1,-1 1 1,-1 0 0,-44 13 5110,21-6-3191,25-8-2034,0 1 0,1-1 0,-1 1 0,1-1 0,-1 0 0,0 1 0,1-1 0,-1 0-1,0 1 1,0-1 0,1 0 0,-1 0 0,0 0 0,1 1 0,-1-1 0,0 0 0,0 0 0,1 0 0,-1 0 0,0-1-1,0 1 1,1 0 0,-1 0 0,-1-1 0,2 1-162,0 0-1,1 0 1,-1 0 0,0-1-1,0 1 1,0 0 0,1 0-1,-1 0 1,0 0-1,0-1 1,0 1 0,1 0-1,-1 0 1,0 0 0,0 0-1,1 0 1,-1 0-1,0 0 1,0 0 0,1 0-1,-1 0 1,0 0 0,1 0-1,-1 0 1,0 0-1,0 0 1,1 0 0,-1 0-1,0 0 1,0 0 0,1 0-1,-1 0 1,0 0 0,0 0-1,1 1 1,-1-1-1,0 0 1,0 0 0,0 0-1,1 0 1,-1 1 0,0-1-1,0 0 1,0 0-1,0 0 1,1 1 0,10 2 649,0 0 1,0-1-1,0 0 1,0-1-1,1 0 1,-1-1-1,0 0 1,15-2-1,12 1 165,318-10-874,-168-5 0,-153 15-6,0-3 0,66-14-1,-57 11-1796,-32 7-1276,0-2 1,-1 0-1,1 0 0,-1-1 0,20-8 0,-21 7-1291,13-5 590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6:59.98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83 13750,'23'-13'7929,"-15"8"-1751,-4 1-4160,9-3-1527,156-41 1144,-159 46-1539,1 0 1,-1 1-1,1 1 0,20 1 0,-27-1-79,0 1 0,-1-1-1,1 1 1,0 0 0,0 0 0,0 0-1,-1 0 1,1 0 0,-1 1 0,1 0-1,-1 0 1,1 0 0,-1 0 0,0 0 0,0 1-1,3 2 1,48 62-17,-51-61 0,-2 1 0,1 0 0,-1-1 0,0 1 0,0 0 0,-1-1 0,0 1 0,0 0 0,0 0 0,-2 8 0,0 11 0,3-14 0,-1-9 0,0 1 0,0-1 0,0 1 0,0-1 0,0 1 0,-1-1 0,1 0 0,-1 1 0,0-1 0,-2 4 0,-8 19 0,9-20 0,-1 1 0,0-1 0,0 0 0,0 1 0,-1-1 0,0-1 0,0 1 0,0-1 0,-9 9 0,2-6 0,2 0 0,-1 0 0,1 1 0,-16 20 0,21-24 0,-1 0 0,1-1 0,-1 1 0,0-1 0,0 0 0,0-1 0,0 1 0,-9 3 0,-28 21 0,29-16 0,-1-1 0,0-1 0,0 0 0,-1-1 0,0 0 0,-25 9 0,39-17 0,16-5 0,20-6 0,2 2 0,54-6 0,-41 6 0,-42 6 0,0 0 0,0 0 0,0 1 0,0 0 0,0 1 0,0 0 0,0 0 0,15 3 0,-9 2 0,20 3 0,-31-8 0,-1 1 0,0-1 0,1 1 0,-1 0 0,0 0 0,0 0 0,0 0 0,0 0 0,0 0 0,0 0 0,0 1 0,0-1 0,0 1 0,0-1 0,-1 1 0,1 0 0,-1 0 0,1 0 0,-1 0 0,0 0 0,0 0 0,0 0 0,0 0 0,0 0 0,0 0 0,-1 1 0,1-1 0,-1 0 0,1 5 0,0-4 0,0 1 0,-1 0 0,0 0 0,0-1 0,0 1 0,0 0 0,0 0 0,-1-1 0,1 1 0,-1 0 0,0-1 0,0 1 0,-1-1 0,1 1 0,-1-1 0,0 1 0,0-1 0,0 0 0,0 0 0,-5 5 0,-14 11 0,18-15 0,0-1 0,0 1 0,0-1 0,0 0 0,0 0 0,-1 0 0,1 0 0,-1-1 0,0 0 0,-5 4 0,-28 18 0,26-14 0,-1-1 0,-1 0 0,0 0 0,0-1 0,0-1 0,-1-1 0,0 0 0,-1 0 0,-15 3 0,16-5 0,-18 13 0,28-14 0,0 0 0,0-1 0,0 1 0,0-1 0,0 0 0,-1-1 0,1 1 0,-1-1 0,0 0 0,1 0 0,-1 0 0,-5 0 0,4-1 0,1 1 0,-1 0 0,0 0 0,1 1 0,-11 3 0,7-2 0,-7-2-2333,15-2 1991,1 1 1,0-1-1,-1 1 1,1-1 0,0 0-1,-1 1 1,1-1-1,0 0 1,0 1-1,-1-1 1,1 0 0,0 1-1,0-1 1,0 0-1,0 0 1,0 1-1,0-1 1,0 0 0,0 1-1,0-1 1,1 0-1,-1 1 1,0-1-1,0 0 1,0 1-1,1-2 1,1-2-1465,-1 0 0,1-1 0,1 1-1,-1 0 1,0 0 0,1 1 0,3-5 0,18-4-4864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00.3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169 105 3938,'43'-54'15708,"-41"52"-15019,0 0 0,0 0-1,0-1 1,0 1 0,0-1-1,0 0 1,-1 1 0,1-1-1,-1 0 1,0 0 0,0 0-1,0 0 1,0 0 0,0-4-1,-3 1 695,-4 11-253,-2 2-852,7-2-278,0 1 0,-1 0 0,2-1 0,-1 1 0,1 0 0,0 0 0,0 0 0,2 9 0,-2 0 0,0 3 0,0 4 0,0 0 0,5 28 0,-4-44 0,0-1 0,0 0 0,1 0 0,-1 0 0,1-1 0,0 1 0,1 0 0,-1-1 0,1 1 0,0-1 0,0 0 0,0 0 0,0 0 0,8 6 0,5 4 0,0 1 0,17 21 0,-22-23 0,0-1 0,1 0 0,0-1 0,19 13 0,-13-10 0,-1 0 0,0 1 0,-1 1 0,14 18 0,-27-32 0,18 27 0,-21-28 0,1 0 0,0 0 0,-1 1 0,1-1 0,-1 0 0,0 0 0,1 0 0,-1 1 0,0-1 0,0 0 0,0 0 0,0 1 0,0-1 0,0 0 0,0 0 0,0 1 0,-1-1 0,1 0 0,0 0 0,-1 1 0,1-1 0,-1 0 0,1 0 0,-1 0 0,0 0 0,1 0 0,-1 0 0,0 0 0,-1 1 0,-7 4 0,0 0 0,-1-1 0,1 0 0,-1 0 0,-19 5 0,-12 6 0,29-10 0,-1-1 0,1 0 0,-1-1 0,0-1 0,-15 3 0,-53 21 0,9-6-335,54-14-191,0-2 0,0 0 1,-1-1-1,0 0 0,-33 0 0,52-4 251,-1 0 0,0 0 0,1 0 0,-1 0 0,1 0 0,-1 0 0,0 0 0,1 0 0,-1 0-1,1-1 1,-1 1 0,1 0 0,-1-1 0,1 1 0,-1 0 0,1-1 0,-1 1 0,1 0 0,-1-1 0,1 1-1,-1-1 1,1 1 0,0-1 0,-1 1 0,1-1 0,0 1 0,-1-1 0,1 1 0,0-1 0,0 0 0,0 1-1,-1-2 1,0-25-11107,2 14 8157,-1-3-2271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00.55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20 164 3906,'0'-3'1277,"0"1"0,0 0 0,0-1 0,-1 1 1,1 0-1,0 0 0,-1-1 0,0 1 0,0 0 0,1 0 1,-1 0-1,-2-3 0,-5-3-261,8 8-861,0 0 0,0 0 1,-1 0-1,1-1 1,0 1-1,0 0 1,-1 0-1,1 0 1,0-1-1,0 1 0,0 0 1,0 0-1,-1-1 1,1 1-1,0 0 1,0 0-1,0-1 1,0 1-1,0 0 0,0 0 1,-1-1-1,1 1 1,0 0-1,0 0 1,0-1-1,0 1 1,0 0-1,0-1 0,0 1 1,0 0-1,0-1 1,1 1-1,-1 0 1,0 0-1,0-1 1,0 1-1,0 0 0,0 0 1,0-1-1,1 1 1,-1 0-1,0 0 1,0-1-1,0 1 1,0 0-1,1 0 1,-1 0-1,0-1 0,0 1 1,1 0-1,-1 0 1,0 0-1,0 0 1,1 0-1,-1 0 1,1-1-1,10-2 1915,-5-1-2032,1 0 0,0 0 0,-1 0 0,1 1 0,1 0 0,-1 0 0,0 1 1,1 0-1,8-1 0,82-9-82,-56 8 19,75-11 25,-20 4 0,-61 6-2100,-32 5 1313,0 0 0,0 0 0,0-1 0,0 1 0,0-1 0,0 0 0,0 0 0,0 0 0,0-1 0,-1 0 0,1 1 0,5-5 0,-6-7-8060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02.80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42 419 832,'0'1'60,"-1"-1"-1,1 1 1,0-1-1,0 1 1,-1 0-1,1-1 1,0 1-1,-1-1 1,1 1-1,0-1 1,-1 1-1,1-1 1,-1 1-1,1-1 1,-1 1-1,1-1 1,-1 1-1,1-1 1,-1 0-1,1 1 1,-1-1-1,1 0 1,-1 0-1,0 1 1,1-1-1,-1 0 1,0 0-1,1 0 1,-1 0-1,0 0 1,1 0-1,-1 0 1,0 0-1,1 0 0,-1 0 1,1 0-1,-1 0 1,0 0-1,1-1 1,-2 1-1,-4-1 1085,2 15-92,-5-10 190,18-6-497,-5 2-278,12-1 138,0 2-44,3-1-125,0-1 0,0 0 0,0-2 0,21-5-1,-33 6-340,0 1-1,0 0 0,0 0 1,0 1-1,0-1 0,13 3 0,9-2 148,9-7 149,302-39 3172,-143 20-2378,176-8-735,-140 14-399,142-4-102,-66 8 59,-4 6 14,-22-6-1,-18 6-10,24-6 2,85 5 43,-366 12-50,-5-1-1,0 0 0,0 0 0,0 1 0,-1-2 0,1 1 0,0 0 0,0-1 0,0 1 0,5-2 0,-3-3 37,-4 4-30,0 0 1,-1 1 0,1-1-1,0 0 1,0 1-1,0-1 1,0 0 0,0 1-1,0-1 1,0 1 0,0 0-1,0-1 1,0 1 0,0 0-1,0 0 1,0-1-1,0 1 1,0 0 0,0 0-1,2 0 1,-6 1-24,2-1 6,0 0 1,1 0 0,-1 0-1,1 1 1,-1-1 0,0 0-1,1 0 1,-1 0-1,0 0 1,1 0 0,-1 0-1,1 0 1,-1 0 0,0 0-1,1-1 1,-1 1 0,0 0-1,1 0 1,-1-1 0,1 1-1,-1 0 1,1-1 0,-1 1-1,1 0 1,-1-1 0,1 1-1,-1-1 1,1 1-1,-1 0 1,1-1 0,0 1-1,-1-1 1,1 0 0,0 1-1,-1-1 1,1 1 0,0-1-1,0 0 1,0 1 0,-1-1-1,1 1 1,0-1 0,0-1-1,-2 0-7,1 0-1,-1-1 0,0 1 0,0 0 1,0 0-1,-1 1 0,1-1 1,0 0-1,-1 1 0,1-1 1,-1 1-1,1 0 0,-1 0 0,0 0 1,1 0-1,-1 0 0,-4 0 1,2 0 13,0-1 0,0 0 1,0 0-1,0 0 1,0 0-1,1-1 0,-1 0 1,-7-6-1,-27-18 159,33 22-152,5 4 15,-1 0 0,1-1-1,-1 1 1,1 0-1,0-1 1,0 1 0,0 0-1,0-1 1,0 1 0,0-1-1,0 0 1,0 1-1,0-1 1,1 0 0,-1 1-1,1-1 1,-1 0 0,1 0-1,0 0 1,0 1-1,-1-1 1,1 0 0,1 0-1,-1 0 1,0 0 0,1-2-1,19 0-43,30-18 114,-38 20-61,1 1 0,-1 0 0,0 0 0,1 2-1,-1-1 1,0 2 0,0-1 0,19 6 0,-4 1 57,-1 0 1,47 23-1,-66-26-58,1 0 1,-1 1-1,0 0 0,0 0 0,-1 0 1,0 1-1,0 0 0,0 0 0,4 9 1,18 21 122,-25-34-133,0 1 0,0 0 0,0-1-1,-1 1 1,0 0 0,1 1 0,-2-1 0,1 0 0,0 0-1,-1 1 1,0-1 0,0 1 0,0-1 0,0 1 0,-1 0 0,0-1-1,0 1 1,0 0 0,-2 7 0,0-3 9,0-1-1,-1 0 1,0 0 0,-1-1 0,0 1 0,0-1-1,0 1 1,-1-1 0,0 0 0,-8 7-1,4-2-30,-1-1-1,0-1 0,-1 0 0,0 0 0,-1-1 1,0 0-1,0-1 0,-16 7 0,-27 10-1513,42-22 882,9-3 170,0 1 0,1 0 0,-1 0 0,1 0 0,-1 1 0,1-1 0,-1 1 0,-2 2 0,3-3-39,0-1-1,1 1 0,-1-1 1,1 1-1,-1-1 0,0 0 1,1 0-1,-1 0 0,0 0 0,1-1 1,-1 1-1,1-1 0,-4 0 1,3-12-2833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03.50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0 222 4898,'91'-10'6891,"-90"12"-6661,0 1 0,-1-1 0,1 1 0,-1 0 0,1-1 0,-1 1 0,0 0 0,0-1 0,0 1 0,-1 4 0,1-1 725,1 37 1218,0-22-1177,-1 0 0,0 0 0,-2 0 0,0 0 0,-1 0 0,-8 24 0,9-36-463,0 0 0,1 0 0,0 0 1,0 0-1,1 0 0,0 0 0,2 12 0,0 18 3441,-2-37-3865,-1-15-82,5-22-54,0 26 27,-2 6 0,0-1 0,-1 1 0,1-1 0,-1 1 0,0-1 0,0 0 0,0 0 0,-1 0 0,1 1 0,-1-6 0,0 3 0,1-1 0,0 1 0,1-1 0,-1 1 0,1 0 0,0 0 0,5-9 0,8-29 0,-6 13 0,2 1 0,0 1 0,18-31 0,-28 47 0,-1 12 0,0 0 0,0-1 0,0 1 0,0-1 0,0 1 0,0 0 0,0-1 0,1 1 0,-1 0 0,0-1 0,1 1 0,-1 0 0,1 0 0,0-1 0,-1 1 0,2-2 0,2 1 0,0 1 0,1-1 0,-1 1 0,0 0 0,0 0 0,1 0 0,-1 1 0,0-1 0,1 1 0,-1 0 0,0 0 0,1 1 0,-1-1 0,0 1 0,1 0 0,-1 0 0,6 3 0,0 0 0,0 0 0,0 1 0,0 1 0,-1-1 0,0 1 0,16 15 0,-21-18 0,0 0 0,0-1 0,1 1 0,-1-1 0,1 0 0,-1 0 0,1 0 0,5 0 0,14 7 0,9 12 0,-23-15 0,1 1 0,-1-2 0,1 1 0,15 4 0,0 0 0,-13-5 0,0 0 0,0-1 0,0 0 0,0-1 0,1 0 0,24 1 0,-20-3 0,47 1 0,-62-2 0,0 0 0,0 0 0,0 0 0,0-1 0,0 1 0,0-1 0,0 1 0,0-1 0,0 0 0,0 0 0,0 0 0,-1-1 0,1 1 0,0-1 0,2-2 0,-3-6 0,-2 9 0,0 0 0,0 0 0,0 1 0,0-1 0,0 0 0,1 0 0,-1 0 0,0 1 0,0-1 0,0 0 0,1 0 0,-1 1 0,0-1 0,1 0 0,-1 0 0,1 1 0,-1-1 0,1 0 0,0 0 0,1-1 0,0 1 0,0-1 0,0 0 0,0 0 0,-1 0 0,1 0 0,-1 0 0,1 0 0,-1 0 0,0-1 0,0 1 0,0-1 0,0 1 0,0 0 0,0-1 0,-1 1 0,1-1 0,-1 0 0,0 1 0,0-1 0,0 1 0,0-1 0,0-2 0,0 1 0,0 0 0,0-1 0,0 1 0,0 0 0,0 0 0,-1 0 0,0 0 0,0 0 0,0 0 0,0 0 0,-1 0 0,0 0 0,1 1 0,-1-1 0,-1 0 0,1 1 0,0 0 0,-6-6 0,-11-26 0,18 32 0,0 0 0,0 0 0,-1 0 0,1 0 0,-1 1 0,1-1 0,-1 0 0,0 1 0,0 0 0,0-1 0,0 1 0,0 0 0,0 0 0,-1 0 0,-4-3 0,-1 0 0,-1-1 0,-1 1 0,1 1 0,-1-1 0,0 2 0,0-1 0,0 1 0,0 1 0,0 0 0,-1 1 0,1-1 0,-1 2 0,1 0 0,-14 1 0,17 1 0,1 0 0,0 0 0,-1 1 0,1 0 0,0 0 0,0 0 0,1 1 0,-1-1 0,1 2 0,0-1 0,0 0 0,0 1 0,0 0 0,1 0 0,0 1 0,0-1 0,0 1 0,1 0 0,0 0 0,0 0 0,0 0 0,-2 8 0,5-10 0,-1 0 0,1 0 0,0 0 0,0 0 0,0 0 0,0 0 0,1 0 0,-1 0 0,1-1 0,0 1 0,0 0 0,1 0 0,-1-1 0,3 5 0,29 49 0,-24-42 0,1-1 0,1 0 0,0 0 0,1-1 0,0 0 0,1-1 0,1-1 0,0 0 0,0-1 0,1 0 0,0-1 0,1-1 0,0 0 0,19 6 0,127 37 0,-159-51 0,1 1 0,-1 0 0,0-1 0,0 0 0,1 0 0,-1 0 0,0 0 0,1 0 0,-1-1 0,0 1 0,0-1 0,0 0 0,1 0 0,4-3 0,7-1 0,29-2 0,-37 7 0,0 0 0,0-1 0,1 0 0,-1-1 0,-1 0 0,1 0 0,0 0 0,0-1 0,-1 0 0,1 0 0,-1-1 0,0 1 0,7-7 0,19-17 0,-20 18 0,-1 1 0,0-2 0,-1 0 0,0 0 0,0-1 0,-1 0 0,0-1 0,-1 1 0,-1-2 0,8-15 0,-3-33 0,-11 51 0,0 1 0,1-1 0,0 0 0,1 0 0,4-10 0,-2 10 0,-2 3 0,0 1 0,0-1 0,-1 1 0,0-1 0,0 0 0,-1 0 0,0 0 0,0 0 0,0 0 0,-1-12 0,0-70 0,0 89 0,0 1 0,-1 0 0,1-1 0,0 1 0,0-1 0,0 1 0,-1 0 0,1-1 0,0 1 0,0-1 0,-1 1 0,1 0 0,-1-1 0,1 1 0,0-1 0,-1 1 0,1-1 0,-1 1 0,1-1 0,-1 0 0,1 1 0,-1-1 0,0 0 0,1 1 0,-1-1 0,1 0 0,-2 1 0,1-1 0,0 0 0,0 1 0,0-1 0,0 1 0,0-1 0,1 1 0,-1-1 0,0 1 0,0 0 0,0-1 0,1 1 0,-1 0 0,0 0 0,1 0 0,-1 0 0,1-1 0,-1 1 0,1 0 0,-1 0 0,1 0 0,0 0 0,-1 0 0,1 0 0,0 0 0,0 0 0,0 0 0,-1 0 0,2 2 0,-2 33 0,0-18 0,0 1 0,2-1 0,5 36 0,3-23 0,-6-22 0,0 1 0,0 1 0,-1-1 0,0 0 0,0 16 0,0 17 0,2-1 0,18 77 0,0-2 0,-1-38 0,-16-65 0,-1-1 0,0 1 0,-1 0 0,0 0 0,0 22 0,16 170-160,-22-150-3054,-9-6-5359,9-26 3355,3-22 4709,0 0 0,0 0-1,0 0 1,0 0 0,0 0 0,-1 0 0,1 0 0,-1 0 0,1 0 0,-1 0-1,-1 3 1,-22 13-4229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03.74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0 132 13798,'2'-33'7510,"4"4"-3278,-5 24-3950,1-1 0,0 1 1,0 0-1,1 0 1,0 0-1,-1 0 0,2 0 1,-1 0-1,0 1 1,1 0-1,0 0 0,5-5 1,13 6 218,-10 3-163,0 1 0,-1 0 0,1 0 0,16 5 0,-23-5-247,0 1 0,0 0 0,-1 0 0,1 0 0,0 1 0,-1-1 0,1 1 0,-1 0 0,0 0 0,0 1 0,0-1 0,-1 1 0,1 0 0,2 5 0,4 4-91,-4-5 0,1 1 0,-1 0 0,0 0 0,-1 0 0,0 1 0,-1 0 0,0 0 0,0 0 0,-1 0 0,0 1 0,2 18 0,-5-13 0,1-6 0,-1-1 0,0 1 0,-1 0 0,0-1 0,0 1 0,-1 0 0,0-1 0,0 0 0,-1 1 0,-7 12 0,-8 6-725,-2-1 0,0-1 0,-40 38 0,50-56-1488,0-1 0,0 0 0,-1-1 0,0 0 0,0 0 0,0-1 0,-12 4 0,-4-7-3099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03.99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0 103 12678,'4'-4'1105,"-1"1"0,-1-1 1,1 0-1,0 0 0,-1 0 0,0 0 1,0 0-1,0 0 0,0-1 0,-1 1 1,1 0-1,-1-1 0,0 0 0,0-7 1,-4-20 2404,3 37-3510,-1 0 0,1 0 0,0 0 0,0 0 0,0 0 0,1 0 0,0 0 0,0 0 0,0 0 0,0 0 0,3 6 0,-1-4 0,-1 0 0,0 0 0,-1 0 0,1 0 0,-1 9 0,-1-12 0,0-1 0,1 0 0,-1 0 0,1 0 0,-1 0 0,1 0 0,0 0 0,0 0 0,0 0 0,1 0 0,-1 0 0,4 4 0,-3-4 0,0 0 0,-1 0 0,1 0 0,-1 1 0,0-1 0,1 0 0,-1 0 0,-1 1 0,1-1 0,0 1 0,-1-1 0,0 7 0,1 8 0,0 0 0,0 0 0,2 0 0,7 27 0,-9-39 0,1 0 0,-1 1 0,-1-1 0,1 1 0,-1-1 0,0 1 0,-1 6 0,0-8 0,1 0 0,-1 0 0,1 1 0,1-1 0,-1 0 0,1 1 0,0-1 0,2 6 0,6 11 0,-7-17 0,0 1 0,0-1 0,0 0 0,0 1 0,-1 0 0,0-1 0,0 1 0,0 7 0,-3 33 96,1-33-192,0-1-1,1 1 1,0-1-1,1 1 1,0 0 0,4 16-1,0-15-883,-3-8-198,0 1-1,0 0 0,0-1 1,-1 1-1,1 12 0,-2-15 345,1 0-1,0 0 0,0 1 1,0-1-1,1 0 0,-1 0 1,1 0-1,0 0 0,0-1 1,1 1-1,-1 0 0,1-1 0,-1 0 1,1 1-1,0-1 0,1 0 1,-1 0-1,0-1 0,1 1 1,-1-1-1,6 3 0,11 6-1977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04.3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362 425 4034,'23'-39'4668,"25"-59"-1,-24 48-1927,-20 43-2099,0 0 1,-1 0 0,1-1 0,-2 0-1,1 1 1,-1-1 0,0 0 0,-1 0-1,0 0 1,0 0 0,-1 0-1,0-11 1,0 13-414,0 0 268,0-1 0,0 0 0,-1 0-1,0 1 1,0-1 0,-2-8 0,1 12-211,0-1 1,1 1-1,-2 0 1,1 0 0,0 0-1,0 0 1,-1 0-1,0 1 1,1-1 0,-1 1-1,0 0 1,0-1-1,0 1 1,-6-2 0,0 0-263,-1 0 0,0 1 0,0 0 0,0 0 0,0 1 0,0 0 1,0 1-1,-1 0 0,1 1 0,-1 0 0,1 1 0,0 0 1,0 0-1,-1 1 0,1 1 0,0 0 0,-14 6 0,11-4-29,0 0 0,1 1-1,0 0 1,0 1-1,0 1 1,1 0-1,0 0 1,1 1 0,0 1-1,0-1 1,1 2-1,-16 21 1,-1 5 6,20-30 0,1 0 0,0 0 0,0 0 0,1 1 0,0-1 0,0 1 0,1 0 0,-5 17 0,4-4 0,2 0 0,0 1 0,1 0 0,2-1 0,0 1 0,1-1 0,1 1 0,1-1 0,1 0 0,8 21 0,-7-32 0,0-1 0,1 0 0,0-1 0,1 0 0,0 0 0,0 0 0,0-1 0,1 0 0,0-1 0,12 7 0,-3 3 0,-17-16 0,-1 1 0,1 0 0,0 0 0,-1-1 0,1 1 0,-1 0 0,1-1 0,0 1 0,0-1 0,-1 1 0,1-1 0,0 1 0,0-1 0,0 1 0,0-1 0,-1 0 0,1 1 0,0-1 0,0 0 0,0 0 0,0 0 0,0 0 0,0 0 0,0 0 0,0 0 0,0 0 0,0 0 0,0 0 0,-1 0 0,1 0 0,0-1 0,2 0 0,19-9 0,0-1 0,0 0 0,-1-2 0,26-21 0,-37 20 0,-9 10 0,30-49 0,-24 43 0,0-1 0,0 1 0,8-22 0,13-87 0,-17 100 0,-10 17 0,1 0 0,-1 0 0,1 0 0,-1-1 0,0 1 0,0 0 0,0-1 0,-1 1 0,1-1 0,0 1 0,-1-1 0,0 1 0,1-4 0,-1-10 0,-2-23 0,-5 32 0,-8 15 0,14-6 0,0 0 0,0 0 0,0 0 0,1 0 0,-1 0 0,0 0 0,1 0 0,-1 0 0,1 0 0,0 0 0,-1 0 0,1 0 0,0 0 0,1 1 0,-1-1 0,0 0 0,1 4 0,1 8 0,-2 130 0,0-140 0,0 0 0,1 0 0,-1 0 0,1 0 0,0 0 0,0-1 0,0 1 0,1 0 0,0 0 0,-1-1 0,5 7 0,9 19 0,-12-19-77,1 0 0,0-1 0,0 1 0,1-1 0,1-1 0,10 15 0,2 3-3417,-16-23 2631,-1 0 0,1 0 0,0 0 0,0-1 0,1 1 0,-1-1 0,0 1 0,1-1 0,-1 0 0,6 4 0,9 4-3074,-15-8 3274,1 0 0,1 0-1,-1-1 1,0 1 0,0-1 0,1 1-1,-1-1 1,1 0 0,-1 0 0,1 0-1,-1-1 1,1 1 0,5-1 0,17 0-2363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04.75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267 292 2705,'24'-42'4108,"-18"34"-3242,-1 0-1,0-1 1,-1 1-1,0-1 0,0 0 1,-1 0-1,0 0 1,-1 0-1,0-1 0,2-16 1,-4 23-452,1 0 1,0-1 0,-1 1-1,1 0 1,0-1 0,1 1-1,-1 0 1,1 0 0,-1 0-1,4-4 1,-4 5-215,0 1 0,0 0 1,0 0-1,0-1 0,0 1 0,0 0 0,0-1 1,-1 1-1,1-1 0,0 1 0,-1-1 1,0 1-1,1-1 0,-1 1 0,0-1 1,0 1-1,0-1 0,0 1 0,0-1 1,0 0-1,0 1 0,0-1 0,-1 1 0,1-1 1,-2-2-1,-7-3 966,8 6-1043,1 1 1,-1-1-1,0 1 1,0-1-1,0 0 0,0 1 1,0-1-1,1 0 1,-1 1-1,0-1 1,1 0-1,-1 0 1,1 0-1,-1 0 1,1 0-1,-1 1 1,1-1-1,-1 0 1,1 0-1,0 0 1,0 0-1,-1 0 1,1 0-1,0-2 1,0 2-92,0 0 0,0 0 0,0 0 0,0 0 1,0 0-1,-1 0 0,1 1 0,0-1 1,-1 0-1,1 0 0,0 0 0,-1 0 1,1 0-1,-1 0 0,0 1 0,1-1 0,-1 0 1,0 0-1,1 1 0,-1-1 0,0 0 1,1 1-1,-1-1 0,0 1 0,0-1 1,-1 1-1,-30-5 743,21 6-621,1 0 0,-1 1-1,1 0 1,-11 4 0,10-2-154,0-1 0,1 2 0,0-1 0,0 2 0,0-1 0,1 1 0,0 1 0,0 0 0,0 0 0,1 0 0,0 1 0,0 1 0,1-1 0,0 1 0,-9 17 0,3-3 0,1 1 0,2 1 0,-14 44 0,20-56 0,1 1 0,1-1 0,0 1 0,1 0 0,1-1 0,0 1 0,1 0 0,0 0 0,4 16 0,-2-20 0,0-1 0,0 0 0,1 0 0,8 13 0,10 25 0,-17-37 0,1-1 0,0 0 0,0 0 0,1-1 0,0 0 0,1 0 0,0-1 0,0 0 0,1 0 0,-1-1 0,1 0 0,1 0 0,-1-1 0,1 0 0,13 4 0,-16-8 0,1 0 0,-1-1 0,0 0 0,1 0 0,-1-1 0,0 1 0,1-2 0,-1 1 0,0-1 0,0 0 0,0-1 0,0 1 0,-1-1 0,1-1 0,-1 1 0,1-1 0,-1 0 0,9-8 0,-2-1 0,0 0 0,-1-1 0,0-1 0,-1 1 0,0-2 0,10-21 0,17-28 0,-30 54 0,0 0 0,-1-1 0,-1 0 0,0-1 0,0 1 0,-1-1 0,-1-1 0,0 1 0,-1 0 0,0-1 0,1-18 0,-4 20 0,0 6 0,1 0 0,-1 1 0,-1-1 0,1 0 0,-1 0 0,-3-11 0,4 16 0,-1 1 0,1-1 0,-1 0 0,1 0 0,-1 1 0,1-1 0,-1 0 0,1 1 0,-1-1 0,1 1 0,-1-1 0,0 1 0,1-1 0,-1 1 0,0-1 0,1 1 0,-1-1 0,0 1 0,0 0 0,1 0 0,-3-1 0,1 1 0,0 0 0,0 0 0,0 0 0,0 1 0,0-1 0,0 0 0,0 1 0,0 0 0,0-1 0,0 1 0,1 0 0,-5 2 0,1 1 0,-1 1 0,0-1 0,1 1 0,0 0 0,0 0 0,0 1 0,1-1 0,0 1 0,0 0 0,-6 12 0,-25 67 0,33-77 0,0-3 0,1 1 0,0-1 0,0 0 0,0 1 0,1-1 0,0 1 0,0-1 0,0 1 0,1-1 0,0 1 0,0-1 0,0 0 0,1 1 0,-1-1 0,6 10 0,-4-8 0,0 0 0,-1 0 0,0 0 0,0 1 0,-1-1 0,1 13 0,-1-12 0,-1 0 0,2 0 0,-1 0 0,1-1 0,1 1 0,-1 0 0,1-1 0,0 0 0,7 12 0,5 12 0,-11-23-13,0 1 0,1-1 0,0 0 0,0 0 1,0-1-1,1 1 0,1-1 0,-1 0 0,1-1 0,0 0 0,0 0 0,16 9 1,-19-12-55,2 0 0,-1-1 1,0 0-1,0 0 1,1 0-1,-1 0 0,1-1 1,0 0-1,-1 0 0,1-1 1,0 1-1,-1-1 1,1-1-1,0 1 0,-1-1 1,1 0-1,0 0 1,-1 0-1,1-1 0,-1 0 1,0 0-1,8-4 1,20-13-4736,0-2 0,0-1 1,52-49-1,-38 21-384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05.93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66 526 3185,'0'-6'1125,"-1"0"0,0 0-1,0 0 1,-1 0-1,0 0 1,0 0-1,-1 0 1,1 1-1,-1-1 1,-4-6-1,4 8-515,0-1 1,0 1-1,1-1 0,0 0 0,0 0 0,0 0 1,0 0-1,1-1 0,-1-9 0,2 13-266,0 1 0,-1-1 0,1 0 0,0 0 0,0 1 0,-1-1 0,1 0 0,-1 1-1,0-1 1,1 0 0,-1 1 0,0-1 0,0 1 0,-2-3 0,2 3 55,0-1 0,0 1 0,0 0 0,0-1 0,1 1 0,-1-1 0,0 1 0,1-1 0,-1 0 0,1 1 0,0-1 1,-1 0-1,1 1 0,0-4 0,0 28-397,0-1-1,2 0 1,1 0 0,0 0 0,12 39 0,-3-25-1,15 75 0,20 101 0,-33-151 0,-9-45 0,-1 1 0,-1 0 0,2 33 0,-4-43 0,0 0 0,0-1 0,0 1 0,1 0 0,4 10 0,-5-14 0,1 1 0,-1 0 0,1 0 0,-1 0 0,0 1 0,-1-1 0,1 0 0,-1 0 0,1 0 0,-1 1 0,-1-1 0,1 0 0,-1 0 0,1 0 0,-1 1 0,-2 4 0,-9 13 0,12-22-1,0 1 0,-1-1 0,1 1 0,0 0 0,0-1 0,0 1 0,0-1 0,0 1 0,-1-1 1,1 1-1,0-1 0,-1 1 0,1-1 0,0 1 0,-1-1 0,1 1 0,0-1 0,-1 1 0,1-1 0,-1 0 0,1 1 0,-1-1 0,1 0 0,-1 1 0,1-1 0,-1 0 0,1 0 1,-1 1-1,0-1 0,1 0 0,-1 0 0,1 0 0,-1 0 0,0 0 0,1 0 0,-1 0 0,1 0 0,-1 0 0,0 0 0,1 0 0,-1 0 0,1-1 0,-1 1 0,1 0 0,-1 0 1,1 0-1,-1-1 0,1 1 0,-1 0 0,1-1 0,-1 1 0,1-1 0,-1 1 0,1 0 0,-1-1 0,1 1 0,0-1 0,-1 1 0,1-1 0,0 1 0,0-1 0,-1 1 0,1-1 1,0-1-2,-18-44-102,16 39 86,-11-28-43,9 26 54,1 1-1,0-1 1,1 0-1,0 0 1,0 0 0,1 0-1,-1-17 1,1-7 55,-3 1 0,-14-63 0,11 64 6,0-1-1,-2-63 0,8 70-53,-8-45 0,5 44 0,-1-46 0,5-4 0,0 76 0,0 0 0,0-1 0,0 1 0,0 0 0,-1-1 0,1 1 0,0 0 0,0-1 0,1 1 0,-1 0 0,0 0 0,0-1 0,0 1 0,0 0 0,0-1 0,0 1 0,0 0 0,0-1 0,1 1 0,-1 0 0,0 0 0,0-1 0,0 1 0,0 0 0,1 0 0,-1-1 0,0 1 0,0 0 0,1 0 0,-1 0 0,0-1 0,1 1 0,-1 0 0,0 0 0,0 0 0,1 0 0,-1 0 0,0 0 0,1 0 0,-1 0 0,0 0 0,1 0 0,-1 0 0,0 0 0,1 0 0,0 0 0,19 11 0,18 27 0,-32-32 0,0 0 0,1 0 0,0 0 0,0-1 0,0 0 0,0 0 0,12 4 0,-11-4 0,1 0 0,-1 0 0,0 0 0,9 9 0,3 5 0,1-1 0,31 22 0,-37-29 0,-1 0 0,-1 1 0,13 15 0,-16-16 0,0 0 0,0-1 0,1-1 0,1 0 0,17 11 0,50 27 0,-30-17 0,1-2 0,74 30 0,-116-55 0,-1 0 0,1-1 0,0-1 0,0 1 0,0-1 0,0-1 0,0 1 0,0-1 0,16-2 0,-21 1 0,0 0 0,1 0 0,-1 0 0,0 0 0,0 0 0,0 0 0,0-1 0,0 0 0,0 0 0,0 0 0,0 0 0,-1 0 0,1 0 0,-1-1 0,0 1 0,0-1 0,1 1 0,-2-1 0,1 0 0,0 0 0,0 0 0,1-6 0,2-9 0,-1 0 0,0 0 0,-2 0 0,0-1 0,-1 1 0,-1-1 0,0 1 0,-2-1 0,0 1 0,-7-25 0,-8-27 0,-36-88 0,39 117 0,3 11 0,0 1 0,-2 0 0,-1 1 0,-27-41 0,10 12 0,27 47 0,-1 1 0,0-1 0,0 1 0,-1 0 0,0 0 0,-13-13 0,1 9 0,15 11 0,0 0 0,0 0 0,0 0 0,1 0 0,-1-1 0,0 1 0,1-1 0,0 0 0,-3-3 0,5 5 0,-1-1 0,0 1 0,0 0 0,0 0 0,0-1 0,0 1 0,0 0 0,0 0 0,-1 0 0,1 0 0,0 0 0,0 1 0,-1-1 0,1 0 0,-1 1 0,1-1 0,-1 1 0,1-1 0,-1 1 0,1 0 0,-1-1 0,1 1 0,-1 0 0,1 0 0,-3 0 0,1 1 0,1 0 0,-1 0 0,0 0 0,1 0 0,-1 1 0,1-1 0,-1 1 0,1-1 0,0 1 0,-1 0 0,-1 2 0,4-4 0,-1 1 0,1-1 0,0 0 0,0 1 0,-1-1 0,1 1 0,0-1 0,0 1 0,-1-1 0,1 0 0,0 1 0,0-1 0,0 1 0,0-1 0,0 1 0,0-1 0,0 1 0,0-1 0,0 1 0,0-1 0,0 1 0,0-1 0,0 1 0,0-1 0,0 1 0,0-1 0,0 1 0,1-1 0,-1 1 0,0-1 0,0 0 0,1 1 0,-1-1 0,0 1 0,1 0 0,18 36-1141,-7-12-1192,0-1 0,2 0 0,1-1 0,30 37 0,15 5-3114,-40-41 3598,2-1 1,1 0 0,45 34 0,101 50-2315,-137-90 3932,1-1 1,0-2-1,59 17 1,-67-24 1075,-3-1 584,1 0 1,0-2-1,40 3 1,-54-7-491,-1 0 1,1-1-1,-1 0 1,1-1-1,-1 0 0,0 0 1,1 0-1,-1-1 1,0-1-1,-1 1 1,1-1-1,-1-1 1,1 1-1,6-7 0,-7 6-267,0 0 0,-1 0 0,0-1-1,0 0 1,-1 0 0,1 0 0,-1-1 0,-1 1-1,1-1 1,-1-1 0,0 1 0,-1 0-1,0-1 1,3-8 0,0-15-672,-1-1 0,-2 1 0,-1-1 0,-3-32 0,1 64 0,0-5 0,-1 0 0,0 0 0,0 1 0,-1-1 0,1 0 0,-1 1 0,0-1 0,0 1 0,-1 0 0,1 0 0,-1 0 0,0 0 0,0 0 0,0 0 0,-1 1 0,1 0 0,-1-1 0,0 1 0,0 1 0,0-1 0,0 0 0,-7-2 0,6 3 0,-1 0 0,0 1 0,0 0 0,0 0 0,1 0 0,-1 0 0,0 1 0,0 0 0,0 0 0,0 1 0,0 0 0,-9 2 0,5-1 0,1-1 0,-1 1 0,1 1 0,0-1 0,0 1 0,0 1 0,0 0 0,1 0 0,-1 1 0,1 0 0,0 0 0,-11 11 0,6-4 0,2 0 0,-1 1 0,2 1 0,0-1 0,-10 19 0,9-14 0,0 1 0,2 1 0,0-1 0,1 2 0,1-1 0,1 1 0,1 0 0,1 0 0,-3 41 0,9-41 0,0 1 0,2-1 0,0 0 0,12 33 0,-11-37 0,34 68 0,-38-77 0,1-1 0,0 1 0,0-1 0,0 0 0,1 0 0,0 0 0,1 0 0,0 0 0,0-1 0,0 0 0,1 1 0,-1-2 0,1 1 0,1 0 0,-1-1 0,1 0 0,0 0 0,0-1 0,1 0 0,11 6 0,-15-9 0,0 0 0,0 0 0,0-1 0,0 1 0,0-1 0,1 1 0,-1-1 0,0 0 0,0 0 0,0-1 0,1 1 0,-1-1 0,0 1 0,0-1 0,0 0 0,0 0 0,0 0 0,0-1 0,0 1 0,0-1 0,0 0 0,-1 0 0,1 0 0,-1 0 0,1 0 0,-1 0 0,0 0 0,0-1 0,3-3 0,20-39 0,-20 36 0,1 0 0,-1 0 0,-1-1 0,0 1 0,0-1 0,-1 0 0,3-13 0,3-41 0,-4-1 0,-3-100 0,-2 99 0,0 60 0,-1 0 0,1 0 0,-1 0 0,0 0 0,0 1 0,-1-1 0,0 0 0,0 0 0,-4-7 0,-2-16 0,8 29 0,1-1 0,-1 0 0,0 0 0,0 1 0,0-1 0,0 0 0,0 0 0,-1 1 0,1-1 0,0 0 0,0 0 0,0 1 0,-1-1 0,1 0 0,0 0 0,-1 1 0,1-1 0,-1 0 0,1 1 0,0-1 0,-1 1 0,0-1 0,1 1 0,-1-1 0,1 1 0,-1-1 0,0 1 0,1-1 0,-1 1 0,0 0 0,1-1 0,-1 1 0,0 0 0,0-1 0,1 1 0,-1 0 0,0 0 0,0 0 0,1 0 0,-2 0 0,-2 3 0,9 3 0,11 6 0,-15-11 0,24 40 0,14 4 0,-21-22 0,2-1 0,0-1 0,1-1 0,32 23 0,2 7-7518,-44-38 4568,1 0 0,0-1-1,1 0 1,23 14 0,-10-14-2090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06.44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142 548 5987,'1'-15'3162,"-4"-29"8806,3 43-11685,-1 0 1,1 0-1,-1 0 1,1-1-1,-1 1 1,1 0 0,-1 0-1,0 0 1,1 0-1,-1 0 1,0 0-1,0 0 1,0 0 0,0 0-1,0 0 1,-1-1-1,-3-10 4296,6 24-2806,-1 16-1596,-1 2-117,2 1 1,1-1-1,1 1 0,8 35 0,-10-59-60,0 0 0,0-1 0,0 2 0,-1-1 0,-1 11 0,0-12 0,1 1 0,0 0 0,0-1 0,0 1 0,1 0 0,0-1 0,3 11 0,4 2 0,-6-13 0,1 1 0,-1-1 0,0 1 0,0 0 0,0-1 0,-1 1 0,0 9 0,0-11 0,-1 1 0,1-1 0,-1 1 0,2-1 0,-1 1 0,4 8 0,-3-9 0,-1 0 0,1 0 0,-1 1 0,0-1 0,0 1 0,0 8 0,1 5 0,-2-19 0,0 0 0,0 0 0,-1 0 0,1 0 0,0 0 0,0 0 0,0 0 0,0 0 0,0 0 0,0 0 0,0 0 0,0 0 0,0 0 0,0 0 0,0 0 0,0 0 0,0 0 0,0 0 0,-1 0 0,1 0 0,0 0 0,0 0 0,0 0 0,0 0 0,0 0 0,0 0 0,0 0 0,0 0 0,0 0 0,0 0 0,0 0 0,0 0 0,0 0 0,0 0 0,0 0 0,0 1 0,0-1 0,-3-3 0,1 2 0,1-1 0,-1 1 0,1-1 0,0 1 0,0-1 0,-1 0 0,1 1 0,0-1 0,0 0 0,1 0 0,-1 0 0,0 0 0,1 0 0,-1 0 0,1 0 0,-1 0 0,1 0 0,0 0 0,0 0 0,0 0 0,0 0 0,0 0 0,1-4 0,-1-1 0,0 3 0,0 0 0,-1-1 0,0 1 0,1 0 0,-2 0 0,1 0 0,0 0 0,-1 0 0,-4-7 0,-3-10 0,-19-110 0,16 79 0,7 28 0,-1 0 0,-15-40 0,1-2 0,17 53 0,-1 0 0,0 0 0,-1 0 0,-6-12 0,7 19 0,1-1 0,0 1 0,0 0 0,0-1 0,0 0 0,1 0 0,0 0 0,1 0 0,0 0 0,0 0 0,0 0 0,1 0 0,1-10 0,-1 21 0,1-1 0,-1 0 0,1 1 0,0-1 0,0 0 0,0 1 0,1-1 0,-1 0 0,1 0 0,0 0 0,0 0 0,0-1 0,0 1 0,0 0 0,3 2 0,48 40 0,-14-13 0,31 59 0,55 50 0,-95-109 0,1 0 0,37 28 0,-16-15 0,47 34 0,-94-75 0,1-1 0,0-1 0,-1 1 0,1-1 0,1 0 0,10 2 0,6 3 0,-21-7 0,0 0 0,0 0 0,0 0 0,0 0 0,0 0 0,0 0 0,0-1 0,0 1 0,0-1 0,-1 1 0,1-1 0,0 0 0,0 1 0,0-1 0,0 0 0,-1 0 0,1 0 0,-1-1 0,1 1 0,-1 0 0,1-1 0,-1 1 0,1-1 0,-1 1 0,2-3 0,1-2 0,0 0 0,0 0 0,-1 0 0,1 0 0,-1-1 0,-1 1 0,3-8 0,3-29 0,-2 1 0,-2-1 0,-1 0 0,-6-66 0,1 16 0,-2 14 0,-4 0 0,-26-118 0,30 177 0,2 14 0,1 0 0,-1 0 0,0 1 0,-1-1 0,1 1 0,-1 0 0,-7-10 0,-12-25 0,21 38-8,0-1 0,0 0 1,0 0-1,0 1 0,-1-1 0,1 1 1,-1-1-1,0 1 0,1 0 0,-1 0 1,0-1-1,-1 1 0,-3-3 0,4 4-71,1 1-1,-1-1 1,1 1-1,0 0 1,-1-1-1,1 1 1,-1 0-1,1 0 1,-1 0-1,1 0 1,-1 0-1,1 0 1,-1 1-1,1-1 1,0 0-1,-1 1 1,1-1-1,-1 1 1,1-1-1,0 1 1,0 0-1,-1-1 1,1 1-1,0 0 1,0 0-1,0 0 1,0 0-1,-2 2 1,2-2-469,0 0 1,1 0 0,-1 0 0,0 0-1,1 0 1,-1 1 0,1-1 0,-1 0-1,1 0 1,-1 0 0,1 1 0,0-1-1,0 0 1,0 0 0,0 1 0,0-1-1,0 0 1,0 3 0,-1 7-3403,-15 7-3715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10.4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216 281 3394,'-43'0'4916,"-51"0"378,16-11 9339,98-2-12774,-9 11-1437,-1 0 0,1 1 0,0 0 0,0 1 0,20 2 0,9-1-286,240-1-133,-43 16-3,363-5 0,-553-11 0,289-9 0,-264 9 0,-49 1 0,1-1 0,40-6 0,-16 0 0,69-1 0,-112 7 0,-1 0 0,1-1 0,-1 0 0,1 0 0,-1 0 0,0-1 0,8-2 0,-12 4 0,1-1 0,0 1 0,-1 0 0,1 0 0,-1-1 0,1 1 0,0 0 0,-1-1 0,1 1 0,-1 0 0,1-1 0,-1 1 0,1-1 0,-1 1 0,1-1 0,-1 1 0,1-1 0,-1 1 0,0-1 0,1 0 0,-1 1 0,0-1 0,0 1 0,1-1 0,-1 0 0,0 1 0,0-1 0,0 0 0,0 1 0,0-1 0,0 0 0,0 1 0,0-1 0,0 0 0,0 1 0,0-1 0,0 0 0,-1 1 0,1-1 0,0 0 0,0 1 0,-1-1 0,1 1 0,0-1 0,-1 0 0,1 1 0,0-1 0,-1 1 0,1-1 0,-1 1 0,1-1 0,-1 1 0,1 0 0,-2-1 0,-3-3 0,1 0 0,-1 1 0,-1 0 0,1 0 0,0 0 0,-1 1 0,1-1 0,-1 1 0,-11-2 0,-14-11-1108,26 13 740,1-1 0,-1 0 0,0 1 0,1 0 0,-1 0 0,0 1 0,-7-2-1,-5-1-874,0 0 0,0-1 0,1-1 0,0-1-1,1 0 1,-27-16 0,33 18 1067,2 1 116,-1 0 1,1 0 0,0-1-1,0 1 1,1-2 0,-1 1 0,1-1-1,-6-7 1,11 12 86,0 0-1,1 0 0,-1 0 1,0 0-1,0 0 0,0 0 1,0 1-1,0-1 0,0 0 1,-1 1-1,1-1 0,0 1 1,0-1-1,0 1 0,-1-1 1,1 1-1,0 0 0,0 0 1,-1-1-1,1 1 0,-2 0 1,3 0 27,-1 0 0,0 0 0,0 0 1,1 0-1,-1 0 0,0 0 0,0 0 0,1 0 1,-1 0-1,0-1 0,0 1 0,1 0 0,-1-1 1,0 1-1,1 0 0,-1-1 0,1 1 1,-1-1-1,0 1 0,1-1 0,-1 1 0,1-1 1,-1 1-1,1-1 0,0 0 0,-1 1 0,1-1 1,0 0-1,-1 1 0,1-1 0,0 0 1,0 1-1,-1-1 0,1 0 0,0 0 0,0 1 1,0-1-1,0 0 0,0 0 0,0 1 0,0-1 1,0 0-1,0 0 0,1 1 0,-1-2 1,0 0 401,6 2-107,1 0 0,-1 0 0,0 1 0,1-1 0,-1 1 1,0 1-1,0-1 0,0 1 0,0 0 0,0 1 0,9 4 0,1 0 189,-1-1-270,2 0-92,0 1 1,-1 0-1,0 2 1,15 9-1,-6 2-87,-8-8 313,-1 2 0,-1-1-1,21 24 1,-32-31-237,0 0-1,0 0 1,0 0 0,-1 0 0,0 1-1,0-1 1,-1 1 0,1 0-1,-2-1 1,1 1 0,-1 0 0,0 0-1,0 15 1,0 8-115,0-22-50,0 0 1,0 0-1,-1 0 1,-1 0-1,1 0 0,-1 0 1,-1 0-1,1 0 1,-1 0-1,-1-1 1,0 1-1,0-1 1,-5 10-1,-9 11 0,13-20 0,-1 1 0,0-1 0,0 0 0,-1-1 0,0 1 0,-1-1 0,1-1 0,-9 8 0,-9 2-402,1-1 1,-2-1-1,0-2 1,-1 0-1,0-1 1,0-2-1,-1-1 1,0-1-1,-1-1 1,1-1-1,-44 1 1,52-8-4111,-4-9-9270,20-2 4159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13.37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144 166 7459,'-1'-9'756,"0"-1"-1,-1 1 1,1 0-1,-2 0 1,1 0-1,-1 0 1,-1 0-1,0 1 1,0-1-1,0 1 0,-10-12 1,14 19-655,-1 0 0,0 0 0,1 0 0,-1 0-1,1 0 1,0 0 0,-1 1 0,1-1 0,-1 0 0,1 0 0,0 0 0,0 0 0,0 0 0,0-1 0,0 1 0,0 0-1,0 0 1,0 0 0,0 0 0,1-2 0,-1 3-36,0-1 0,0 0 0,0 0 0,0 0 0,1 0 0,-1 0 1,0 0-1,-1 1 0,1-1 0,0 0 0,0 0 0,0 0 0,0 0 0,-1 0 0,1 0 0,0 1 0,-1-1 0,1 0 0,-1-1 0,0 2-43,1-1 0,0 1 0,-1-1 0,1 1 0,0 0 0,-1-1 0,1 1 0,0-1 0,-1 1 1,1 0-1,-1-1 0,1 1 0,-1 0 0,1 0 0,0-1 0,-1 1 0,1 0 0,-1 0 0,1 0 0,-1 0 0,1 0 0,-1 0 0,0 0 0,1 0 0,-1 0 0,1 0 0,-1 0 0,1 0 0,-1 0 0,1 0 0,-1 0 0,1 0 0,-1 0 0,1 1 0,-1-1 1,1 0-1,-1 0 0,1 1 0,0-1 0,-1 0 0,1 1 0,-1-1 0,1 0 0,0 1 0,-1-1 0,1 0 0,-1 2 0,-16 25 1232,16-27-1242,0 3 199,0 0-1,0 0 1,0 0 0,1 0 0,-1 0 0,1 0-1,-1-1 1,1 1 0,0 6 0,-3 23 1389,-10 21-868,2 0 0,2 0-1,-2 79 1,10 174 2477,4-142-2555,13 171-654,-14-237 0,3 19 0,4-61 0,-3-18 0,3 68 0,-9 334-544,0-434 112,-1-1 0,0 0 0,1 1 0,-2-1 0,1 0 0,-1 0 0,1 0 0,-6 10 0,5-11-321,0 0 1,0 1-1,0-1 0,1 1 0,0-1 0,0 1 0,0-1 0,0 10 0,1-13 406,0 1 0,-1 0 0,1-1 0,0 1 0,-1-1 0,1 1 0,-1 0 0,1-1 0,-1 1 0,1-1 0,-1 0 0,0 1 0,0-1 0,0 1 0,-2 1 0,-5 15-7406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14.30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50 148 8244,'0'-3'303,"-1"0"1,1 0-1,0 0 1,-1 0-1,0 0 1,1 0-1,-1 1 1,0-1-1,-1 0 1,1 0-1,0 1 1,-1-1-1,0 1 1,1-1-1,-1 1 1,0-1-1,0 1 1,0 0-1,-1 0 1,1 0-1,-3-1 1,-6-7 203,11 9-465,-1 0-1,0-1 0,0 1 0,1 0 1,-1-1-1,1 1 0,-1-1 1,1 1-1,-1-1 0,1 1 0,0-1 1,0 1-1,0-1 0,0 1 0,0-1 1,0 0-1,0 1 0,1-1 0,-1-1 1,1 1 31,3-5 96,14 0 182,0 0 0,1 2 0,-1 0 0,1 1 1,0 1-1,0 1 0,0 0 0,28 2 0,17-3 869,-12 2 450,69 6-1,-5 0-179,490 33 4176,-401-19-4435,268 10-1066,-130-4-165,-209-14 0,178 16 0,227 16 0,-332-25 0,114 4 0,-194-16 0,-88-2 0,1-1 0,0-3 0,0-1 0,57-9 0,-95 9 0,-1 1 0,0-1 0,1 0 0,-1 1 0,1 0 0,-1-1 0,1 1 0,-1 0 0,1 0 0,-1 0 0,1 0 0,-1 0 0,1 0 0,-1 1 0,1-1 0,-1 0 0,1 1 0,-1-1 0,1 1 0,-1-1 0,0 1 0,1 0 0,-1 0 0,0-1 0,1 1 0,-1 0 0,0 0 0,0 0 0,0 0 0,0 1 0,0-1 0,1 2 0,0 2 0,-1 0 0,0 0 0,-1 0 0,1 0 0,-1 0 0,0 0 0,0 0 0,-1 6 0,0 11 0,-1 63 0,0-30 0,9 91 0,3-79 0,22 78 0,-22-101 0,6 50 0,5 25 0,-2-42 0,178 607 0,-154-513 0,-35-140 0,-2 0 0,-1 1 0,-2-1 0,-1 62 0,-3-86 0,1 0 0,-1-1 0,0 1 0,-1-1 0,1 1 0,-1-1 0,-1 0 0,1 1 0,-1-1 0,0 0 0,-1-1 0,1 1 0,-1-1 0,0 1 0,0-1 0,-1 0 0,0 0 0,0-1 0,-9 7 0,-8 4 0,0-1 0,-2-1 0,-38 16 0,43-21 0,-44 18 0,-1-3 0,-131 29 0,-143 3 0,215-38 0,-439 30 0,-7-41 0,419-7 0,-534-9 0,370 19 0,228-5 0,-164 18 0,204-17 0,-5 5 0,30-5 0,-14 4 0,35-9 0,0 0 0,-1 0 0,1 0 0,0 0 0,-1 0 0,1 0 0,0 0 0,-1 0 0,1 0 0,0 0 0,-1 0 0,1 0 0,0 0 0,-1 0 0,1 1 0,0-1 0,-1 0 0,1 0 0,0 0 0,-1 0 0,1 1 0,0-1 0,0 0 0,-1 0 0,1 1 0,0-1 0,0 0 0,0 0 0,-1 1 0,1-1 0,0 0 0,0 1 0,0-1 0,0 0 0,0 1 0,-1-1 0,1 0 0,0 1 0,0-1 0,0 0 0,0 1 0,0-1 0,0 0 0,0 1 0,0-1 0,0 0 0,0 1 0,1-1 0,-1 0 0,0 1 0,0-1 0,0 0 0,0 1 0,0-1 0,1 0 0,0 0 0,1 0 0,-1 0 1,0 0-1,1 0 0,-1-1 0,1 1 1,-1 0-1,0-1 0,1 0 0,-1 1 0,0-1 1,0 0-1,1 1 0,-1-1 0,0 0 1,0 0-1,0 0 0,0 0 0,1-2 0,11-6-31,-13 9-247,1 0-1,-1-1 0,1 1 1,-1-1-1,1 1 1,-1-1-1,1 1 0,-1-1 1,0 1-1,1-1 1,-1 1-1,0-1 0,0 0 1,1 1-1,-1-1 1,0 1-1,0-1 0,0 0 1,0 1-1,0-1 0,0 0 1,0 1-1,0-1 1,0 0-1,0 1 0,0-2 1,2-11-7372,13-2-186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16.02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29 116 3330,'0'-67'9390,"0"66"-9344,0 1-1,0-1 0,0 1 0,0-1 0,0 1 0,0-1 0,0 1 0,0-1 0,0 1 0,-1-1 0,1 1 0,0 0 0,0-1 0,-1 1 0,1-1 0,0 1 0,0-1 0,-1 1 0,1 0 0,0-1 0,-1 1 0,1 0 0,-1-1 0,1 1 0,0 0 0,-1 0 0,1-1 0,-1 1 1,1 0-1,-1 0 0,1 0 0,-1 0 0,1 0 0,-1 0 0,1-1 0,-1 1 0,1 0 0,-1 0 0,0 1 0,0-1-1,1 0-1,-1 0 1,1 0 0,-1 0 0,0 0 0,1 0-1,-1 0 1,1-1 0,-1 1 0,1 0-1,-1 0 1,1 0 0,-1-1 0,1 1 0,-1 0-1,1 0 1,-1-1 0,1 1 0,-1 0-1,1-1 1,0 1 0,-1-1 0,1 1 0,0 0-1,-1-1 1,1 1 0,0-1 0,-1 1-1,1-1 1,0 1 0,0-1 0,0 1 0,-1-1-1,1 1 1,0-1 0,0 0 0,0 1-1,0-1 1,0 1 0,0-2 0,0-19 3964,0 35-2233,5 35-587,-1-42-955,-1 1 0,1-1 0,-2 1 0,1 0 0,-1 0 0,0 0 0,-1 0 0,1 0 0,-2 0 0,1 1 0,-2 11 0,0 66 1698,-1-13 370,8 73 1,10 192-2153,-18-221-149,-1-29 0,13 121 0,-2-152 0,-1-13 0,1 65 0,-10 5 0,0-34 0,9 95 0,9 116 0,-16-54 0,0-228 0,1-1 0,0 1 0,1 0 0,-1-1 0,2 1 0,3 10 0,-3-11 0,0 0 0,-1 0 0,0 0 0,0 0 0,-1 0 0,0 11 0,-1 155 0,0-174 0,0 1 0,0 0 0,1-1 0,-1 1 0,0-1 0,0 1 0,1 0 0,-1-1 0,0 1 0,1-1 0,-1 1 0,0-1 0,1 1 0,-1-1 0,1 0 0,-1 1 0,1-1 0,-1 1 0,1-1 0,-1 0 0,1 0 0,-1 1 0,1-1 0,-1 0 0,1 0 0,0 1 0,-1-1 0,1 0 0,-1 0 0,1 0 0,0 0 0,-1 0 0,1 0 0,0 0 0,-1 0 0,1 0 0,-1 0 0,1 0 0,0-1 0,-1 1 0,1 0 0,-1 0 0,1-1 0,-1 1 0,1 0 0,-1-1 0,1 1 0,-1 0 0,1-1 0,-1 1 0,1-1 0,-1 1 0,0-1 0,1 1 0,-1-1 0,0 1 0,1-1 0,-1 1 0,0-1 0,1 1 0,-1-1 0,0 0 0,0 0 0,0-1 0,0 1 0,1-1 0,-1 1 0,0-1 0,0 1 0,1-1 0,-1 1 0,1-1 0,0 1 0,-1-1 0,1 1 0,0 0 0,0-1 0,0 1 0,0 0 0,0 0 0,0 0 0,0 0 0,0-1 0,0 2 0,1-1 0,-1 0 0,0 0 0,1 0 0,-1 1 0,1-1 0,-1 0 0,1 1 0,-1-1 0,1 1 0,-1 0 0,1 0 0,2-1 0,5-2 0,35-5 0,-16 5 0,46-2 0,117-18 0,-60 9 0,-114 12 0,0 1 0,35 2 0,-37 0 0,0 0 0,0-2 0,26-3 0,24-3 0,112 1 0,-109-5 0,-47 7 0,-18-6 0,-23-17 0,19 27 0,0-1 0,1 0 0,-1 1 0,1-1 0,0 0 0,-1 1 0,1-1 0,-1 0 0,1 0 0,0 1 0,0-1 0,-1 0 0,1 0 0,0 1 0,0-1 0,0 0 0,0 0 0,0 0 0,0-1 0,-2-8 0,-24-16 0,22 23 0,0 0 0,0-1 0,0 1 0,1-1 0,-1 0 0,1 0 0,-5-8 0,6 8 0,0 0 0,-1-1 0,0 1 0,0 0 0,0 0 0,0 1 0,-1-1 0,-6-5 0,-19-21 0,27 27 0,0 1 0,1 0 0,-1 0 0,1 0 0,0 0 0,0 0 0,0 0 0,0 0 0,0 0 0,0-1 0,1 1 0,-1 0 0,1-1 0,0 1 0,-1 0 0,1-3 0,0 4 0,0 0 0,-1 1 0,1-1 0,0 0 0,-1 0 0,1 1 0,-1-1 0,1 1 0,-1-1 0,1 0 0,-1 1 0,0-1 0,1 1 0,-1-1 0,1 1 0,-1 0 0,0-1 0,0 1 0,1 0 0,-1-1 0,0 1 0,0 0 0,1 0 0,-2-1 0,1 2 0,1-1 0,0 0 0,-1 0 0,1 0 0,0 0 0,-1 0 0,1 0 0,-1 0 0,1 0 0,0 0 0,-1 0 0,1 0 0,0 0 0,-1-1 0,1 1 0,0 0 0,-1 0 0,1 0 0,0 0 0,-1 0 0,1-1 0,0 1 0,0 0 0,-1 0 0,1-1 0,0 1 0,0 0 0,-1 0 0,1-1 0,0 1 0,0 0 0,0-1 0,-1 1 0,1 0 0,0 0 0,0-1 0,0 1 0,0-1 0,0 1 0,0 0 0,0-1 0,0 1 0,0 0 0,0-1 0,0 1 0,0 0 0,0-1 0,0 1 0,0 0 0,0-1 0,0 1 0,0 0 0,0-1 0,1 1 0,-1 0 0,0-1 0,0 1 0,0 0 0,1 0 0,-1-1 0,0 1 0,1-1 0,2 0 0,0-1 0,0 1 0,0 0 0,1 0 0,-1 0 0,0 0 0,1 1 0,-1-1 0,1 1 0,-1 0 0,0 0 0,1 0 0,-1 0 0,1 0 0,-1 1 0,0 0 0,1 0 0,-1 0 0,0 0 0,4 2 0,60 26 0,-51-9 0,-3-1 0,-11-16 0,0-2 0,0 0 0,-1 1 0,1-1 0,0 1 0,-1 0 0,0-1 0,1 1 0,-1 0 0,0 0 0,0 0 0,0 0 0,0-1 0,0 2 0,-1-1 0,1 0 0,0 0 0,-1 0 0,0 0 0,1 0 0,-1 0 0,0 1 0,0-1 0,-1 4 0,3 30 0,-1-29 0,0 1 0,0-1 0,-1 0 0,0 1 0,-1-1 0,1 1 0,-1-1 0,-1 0 0,-4 14 0,-12 9 0,-3-2 0,0 0 0,-2-1 0,-28 26 0,-5 8 0,43-47 0,6-7 0,1 0 0,0 1 0,0-1 0,-8 16 0,12-20 0,0 0 0,0 0 0,-1 0 0,1 0 0,-1-1 0,0 1 0,1-1 0,-1 1 0,0-1 0,-4 2 0,-20 19 0,13-6-2610,13-15 1803,0 0 0,-1-1-1,0 1 1,1 0 0,-1-1-1,0 0 1,0 1 0,0-1-1,0 0 1,0 0 0,0 0-1,0 0 1,0 0 0,0 0-1,-4 0 1,3 15-10254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16.9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528 176 2465,'0'-1'183,"0"0"0,1 0-1,-1 0 1,0 0 0,0 0-1,0 0 1,0 0 0,0 0 0,0 0-1,-1 0 1,1 0 0,0 1-1,0-1 1,-1 0 0,1 0-1,-1 0 1,1 0 0,0 0 0,-1 1-1,0-1 1,1 0 0,-1 0-1,1 1 1,-1-1 0,0 0 0,1 1-1,-1-1 1,0 1 0,0-1-1,0 1 1,1-1 0,-3 0-1,2 1-67,0 0 0,0-1-1,1 1 1,-1-1-1,0 1 1,0-1-1,0 1 1,1-1 0,-1 0-1,0 1 1,1-1-1,-1 0 1,0 0-1,1 0 1,-1 1-1,1-1 1,-1 0 0,1 0-1,0 0 1,-1 0-1,1 0 1,0 0-1,-1 0 1,1 0-1,0 0 1,0 1 0,0-1-1,0 0 1,0 0-1,0 0 1,0 0-1,1-2 1,-1 1 297,0 0 0,0 0-1,-1 0 1,1 0 0,0 0 0,-1 0-1,0 0 1,1 0 0,-1 0 0,0 0-1,0 0 1,0 1 0,-2-4 0,2 4 67,0-1 0,0 0 0,0 1-1,0-1 1,1 0 0,-1 0 0,0 0 0,1 0 0,-1 0 0,1 0 0,-1 0 0,1 0 0,0-3 0,-1 3-105,0 0 1,0-1-1,-1 1 1,1 0 0,-1 0-1,1 0 1,-1 0-1,0 0 1,0 1 0,0-1-1,0 0 1,0 1-1,0 0 1,0-1 0,-1 1-1,-2-1 1,-6-5 1084,9 5-1450,-1 0-1,1-1 1,-1 1-1,0 0 1,0 0-1,0 1 1,0-1-1,0 1 0,0-1 1,0 1-1,-1 0 1,1 0-1,0 0 1,-1 1-1,1-1 1,-1 1-1,1 0 1,-1 0-1,1 0 1,-1 0-1,1 1 1,-4 0-1,-14 5-8,0 0 0,0 1 0,1 2 0,0 0 0,0 1 0,1 0 0,0 2 0,1 0 0,1 1 0,-25 23 0,-20 48 0,52-70 0,0 5 0,1 0 0,-12 37 0,18-46 0,0 0 0,1-1 0,1 1 0,0 0 0,0 0 0,1 1 0,0-1 0,1 0 0,0 0 0,5 17 0,33 80 0,-37-101 0,0 0 0,1 0 0,0 0 0,0 0 0,0 0 0,1-1 0,0 1 0,0-1 0,0 0 0,1-1 0,0 1 0,0-1 0,6 5 0,7 7 0,-12-12 0,-1-1 0,1 0 0,0 1 0,0-2 0,0 1 0,0-1 0,0 0 0,0 0 0,1-1 0,-1 1 0,9-1 0,-2 1 0,-1-2 0,0 0 0,0 0 0,0-1 0,15-3 0,-21 2 0,0 0 0,0 0 0,0 0 0,-1-1 0,1 0 0,-1 0 0,0-1 0,1 1 0,-1-1 0,-1 0 0,1-1 0,-1 1 0,0-1 0,0 0 0,0 0 0,5-10 0,17-18 0,-21 27 0,-3 5 0,0-1 0,0 0 0,0 0 0,-1 0 0,1 0 0,-1-1 0,1 1 0,-1 0 0,0-1 0,0 1 0,0-1 0,0 1 0,-1-1 0,1 1 0,0-1 0,-1 0 0,0 1 0,0-6 0,19-97 0,-19 96 0,0 0 0,-1 0 0,0 1 0,-1-1 0,0 1 0,0-1 0,-5-12 0,6 21 0,-1-24 0,2 22 0,0 0 0,0 0 0,0 1 0,0-1 0,0 0 0,-1 0 0,1 0 0,-1 0 0,1 0 0,-1 1 0,1-1 0,-2-2 0,-8-4 0,9 7 0,0 1 0,0-1 0,0 1 0,0-1 0,1 1 0,-1-1 0,0 1 0,0-1 0,1 0 0,-1 1 0,1-1 0,-1 0 0,1 0 0,-1 0 0,1 1 0,-1-1 0,1 0 0,-1 0 0,1 0 0,0 0 0,0 0 0,-1 0 0,1 0 0,0 0 0,0-1 0,0 1 0,0 0 0,1 0 0,-1 1 0,0-1 0,0 0 0,0 0 0,0 0 0,0 1 0,-1-1 0,1 0 0,0 0 0,0 0 0,0 1 0,-1-1 0,1 0 0,0 0 0,-1 1 0,1-1 0,-1 0 0,1 1 0,-1-1 0,1 0 0,-1 1 0,1-1 0,-1 1 0,0-1 0,1 1 0,-2-1 0,1 1 0,0 0 0,1 1 0,-1-1 0,0 1 0,1-1 0,-1 1 0,0 0 0,1-1 0,-1 1 0,1 0 0,-1-1 0,1 1 0,0 0 0,-1 0 0,1-1 0,0 1 0,-1 0 0,1 0 0,0-1 0,0 1 0,0 0 0,0 0 0,-1 0 0,1 0 0,0 0 0,1-1 0,-1 1 0,0 0 0,0 0 0,0 1 0,0 19 0,-1-7 0,1 0 0,0-1 0,5 26 0,54 128 0,-25-65 0,-32-99 0,-1 1 0,1-1 0,0 1 0,0-1 0,0 1 0,0-1 0,1 0 0,-1 0 0,5 3 0,7 13 0,-3-1 0,-8-14 0,-1 1 0,1-1 0,-1 1 0,1-1 0,-2 1 0,1 0 0,0 0 0,-1 0 0,0 0 0,1 10 0,3 9-1774,-3-20 640,0 0 1,0 0-1,1 0 0,0-1 1,0 1-1,0 0 1,0-1-1,6 5 1,-2-2-399,-2 3-1491,-5-4-1307,0 7-2566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17.4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70 328 5106,'0'-1'324,"0"-1"0,0 1-1,0-1 1,0 0 0,-1 1 0,1-1-1,-1 1 1,1-1 0,-1 1-1,1-1 1,-1 1 0,0-1 0,0 1-1,0-1 1,-1-1 0,1 2-129,0-1 1,0 1 0,0-1-1,0 1 1,0-1 0,0 1 0,1-1-1,-1 0 1,1 0 0,-1 1-1,1-1 1,0 0 0,-1 0-1,1 1 1,0-4 0,0 1-14,0 0 1,0 0-1,-1 0 1,0 0-1,0 0 1,0 0-1,0 0 1,0 0-1,-1 0 1,0 0-1,0 1 1,0-1-1,0 1 1,-5-6-1,6 8-86,0 0 0,1 0 0,-1 0 0,0 0 0,1 0 0,-1 0 0,1 0 0,-1 0 0,1 0 0,-1 0 0,1 0 0,0 0 0,-1-1 0,1 1 0,0 0 0,0 0 0,0 0 0,0 0 0,0-1 0,0 1 0,0 0 0,1 0 0,-1 0 0,0 0 0,1-2 0,0 2 92,-1 0 1,1-1-1,-1 1 1,0 0-1,0-1 1,0 1-1,1-1 1,-1 1-1,-1 0 1,1-1-1,0 1 1,0-1-1,0 1 1,-1-1-1,1 1 1,-1 0-1,1-1 1,-2-1 0,-14-39 5114,15 40-5002,1-1-1,-1 0 1,0 1-1,1-1 1,0 0-1,0 0 1,0 1 0,0-1-1,0 0 1,0 1-1,1-1 1,-1 0-1,1 1 1,0-1-1,-1 0 1,4-4-1,0 2-287,1 0 0,0 0 0,0 0-1,0 1 1,1 0 0,0 0 0,0 0 0,0 0-1,0 1 1,1 0 0,12-4 0,-14 6-15,-1 0 1,0-1-1,1 2 1,-1-1 0,1 0-1,-1 1 1,1 0 0,-1 0-1,1 0 1,-1 1-1,1-1 1,-1 1 0,1 0-1,-1 0 1,0 1-1,1-1 1,-1 1 0,0 0-1,0 0 1,0 1-1,6 4 1,17 15 1,-21-18 0,0 1 0,-1-1 0,1 1 0,-1 0 0,0 0 0,0 0 0,-1 1 0,1 0 0,-1 0 0,-1 0 0,1 0 0,4 10 0,11 48 0,-12-46 0,-1 1 0,-1-1 0,-1 1 0,-1 1 0,3 37 0,-5-20 0,1-26 0,-2 1 0,1 0 0,-1-1 0,-1 1 0,0 0 0,-5 17 0,3-18 0,0-6 0,1 1 0,0 0 0,1 0 0,-1 0 0,1 0 0,1 0 0,-1 10 0,0-14 0,0 0 0,0 0 0,0 0 0,0 0 0,0 0 0,0-1 0,0 1 0,-1 0 0,1 0 0,-1-1 0,1 1 0,-1-1 0,1 0 0,-1 1 0,-3 1 0,-11 3 0,16-6 0,0 0 0,-1 0 0,1 0 0,0 0 0,-1 0 0,1 0 0,0 0 0,-1 0 0,1-1 0,0 1 0,0 0 0,-1 0 0,1 0 0,0 0 0,-1-1 0,1 1 0,0 0 0,0 0 0,0 0 0,-1-1 0,1 1 0,0 0 0,0 0 0,0-1 0,-1 1 0,1 0 0,0-1 0,0 1 0,0 0 0,0 0 0,0-1 0,0 1 0,0 0 0,0-1 0,0 1 0,0 0 0,0-1 0,0 1 0,0-1 0,1-20 0,0 15 0,-1 0 0,1 1 0,-1-1 0,-1 0 0,1 0 0,-1 1 0,0-1 0,0 0 0,-3-6 0,-3 0 0,5 10 0,1 0 0,0 1 0,-1-1 0,1 0 0,0 0 0,0 0 0,0 0 0,0 0 0,0 0 0,1 0 0,-1-1 0,1 1 0,-1 0 0,1 0 0,0-1 0,0 1 0,0 0 0,0 0 0,0-1 0,0 1 0,1 0 0,0-4 0,4-6 0,-1 1 0,0-1 0,-1 1 0,0-1 0,-1 0 0,-1 0 0,0 0 0,0-14 0,1 9 0,0-1 0,2 1 0,0 0 0,1 0 0,0 1 0,1-1 0,1 1 0,15-25 0,-17 31 0,-4 8 0,0 0 0,1 0 0,-1 0 0,0 1 0,0-1 0,1 0 0,-1 1 0,1-1 0,0 1 0,-1-1 0,1 1 0,0 0 0,0 0 0,0 0 0,2-1 0,16-14 0,-18 15 0,1-1 0,-1 0 0,0 0 0,1 1 0,-1 0 0,1-1 0,0 1 0,-1 0 0,1 0 0,0 0 0,-1 1 0,1-1 0,0 1 0,0-1 0,0 1 0,0 0 0,0 0 0,-1 0 0,1 1 0,4 0 0,10-1 0,-12 2 0,0 0 0,0 0 0,0 1 0,0-1 0,0 1 0,0 0 0,-1 0 0,1 1 0,-1-1 0,0 1 0,0 0 0,-1 0 0,1 0 0,-1 1 0,0-1 0,0 1 0,5 9 0,31 54 0,-36-62 0,-1 0 0,1 0 0,-1 0 0,0 0 0,0 0 0,1 9 0,8 20 0,-1-18 0,-9-15 0,1 0 0,-1 1 0,1-1 0,-1 0 0,0 1 0,0-1 0,0 0 0,0 1 0,-1 0 0,1-1 0,-1 1 0,1-1 0,-1 6 0,-1 18 0,0-19 0,0 0 0,1 1 0,0-1 0,1 1 0,0-1 0,0 0 0,2 10 0,1-7 0,-1 0 0,0 1 0,-1 0 0,0-1 0,-1 1 0,0 0 0,-1 12 0,-1-13-790,1-6-31,-1 0 0,1 0-1,-1 1 1,1-1 0,1 0 0,-1 0-1,0 0 1,1 1 0,0-1 0,0 0-1,3 5 1,4-3-1702,-7-5 2194,0-1-1,0 0 0,0 1 0,0-1 1,-1 1-1,1 0 0,0-1 0,0 1 1,-1-1-1,1 1 0,0 0 0,-1 0 1,1-1-1,-1 1 0,1 0 0,-1 0 1,1 0-1,-1 0 0,1-1 0,-1 1 1,0 0-1,1 0 0,-1 2 0,19 0-7625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18.47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19 329 2593,'0'-91'15430,"0"51"-5291,-2 40-9659,2 0-470,-1 0 0,1-1-1,-1 1 1,0 0-1,1 0 1,-1 0 0,1 0-1,-1 1 1,0-1-1,1 0 1,-1 0 0,1 0-1,-1 0 1,1 0-1,-1 1 1,0-1-1,1 0 1,-1 1 0,1-1-1,-1 0 1,1 1-1,0-1 1,-1 1 0,1-1-1,-1 0 1,1 1-1,0-1 1,-1 1 0,1-1-1,0 1 1,-1-1-1,1 1 1,0 0 0,0-1-1,0 1 1,-1 0-1,1 0 46,0 0 0,1 0-1,-1 0 1,0 0-1,0 1 1,0-1 0,1 0-1,-1 0 1,1 0 0,-1 0-1,1 0 1,-1 0-1,1-1 1,-1 1 0,1 0-1,0 0 1,-1 0 0,2 0-1,-1 0 31,0 0 1,0 0-1,0 0 0,-1 0 0,1 0 1,0 0-1,0 1 0,-1-1 0,1 0 0,-1 0 1,1 0-1,-1 1 0,0-1 0,1 0 1,-1 0-1,0 1 0,0-1 0,0 2 0,0 1 1,1 0 0,0 0 0,-1 0 0,2 0 0,-1-1 0,0 1 0,1 0 0,-1 0-1,1-1 1,3 6 0,10 21 82,-12-21-168,0-1 0,0-1 0,1 1 0,0 0 0,0-1 0,0 0 0,1 0 0,0 0 0,1-1 0,0 1 0,11 9 0,0 0 0,-7-6 0,0 0 0,1-1 0,0 0 0,0-1 0,0 0 0,1-1 0,1 0 0,-1-1 0,17 6 0,-27-11 0,1-1 0,-1 0 0,0 0 0,0 0 0,0 0 0,1 0 0,-1 0 0,0 0 0,0-1 0,0 1 0,0-1 0,1 1 0,-1-1 0,0 0 0,0 0 0,0 0 0,0 0 0,-1 0 0,1-1 0,0 1 0,0 0 0,-1-1 0,1 1 0,-1-1 0,1 0 0,-1 1 0,0-1 0,0 0 0,1 0 0,-1 0 0,-1 0 0,1 0 0,0 0 0,0 0 0,0-3 0,9-15 0,0 9 0,-9 10 0,0 0 0,1-1 0,-1 1 0,0-1 0,0 1 0,0 0 0,0-1 0,0 0 0,-1 1 0,1-1 0,0 0 0,-1 1 0,1-1 0,-1 0 0,0 1 0,1-1 0,-1 0 0,0 0 0,0 0 0,0-1 0,0-301 0,-1 303 0,1 1 0,0-1 0,0 1 0,0-1 0,0 0 0,0 1 0,0-1 0,0 1 0,0-1 0,0 1 0,0-1 0,0 1 0,1-1 0,-1 1 0,0-1 0,0 1 0,0-1 0,1 1 0,-1-1 0,0 1 0,1-1 0,-1 1 0,0-1 0,1 1 0,-1 0 0,0-1 0,1 1 0,-1 0 0,1-1 0,-1 1 0,1 0 0,-1 0 0,1-1 0,-1 1 0,1 0 0,-1 0 0,1 0 0,-1 0 0,1-1 0,-1 1 0,1 0 0,-1 0 0,1 0 0,-1 0 0,1 0 0,0 1 0,-1-1 0,1 0 0,-1 0 0,1 0 0,-1 0 0,1 1 0,-1-1 0,1 0 0,-1 0 0,1 1 0,-1-1 0,0 0 0,1 1 0,-1-1 0,1 0 0,-1 1 0,0-1 0,1 1 0,36 31 0,-29-24 0,-3-3 0,0 1 0,-1 0 0,1 0 0,-1 1 0,0 0 0,-1-1 0,0 1 0,3 8 0,-3-6 0,1 0 0,0 0 0,1 0 0,0-1 0,10 13 0,-12-17 0,0-1 0,0 1 0,-1 1 0,0-1 0,1 0 0,-1 1 0,-1-1 0,4 10 0,-4-8 0,1 0 0,0 0 0,1 0 0,0 0 0,0-1 0,6 9 0,-3-4 0,0 0 0,-1 0 0,0 1 0,0-1 0,-1 1 0,-1 0 0,0 0 0,0 1 0,-1-1 0,-1 0 0,0 1 0,0 13 0,-1-24 0,0 0 0,0-1 0,0 1 0,0 0 0,0 0 0,0-1 0,0 1 0,0 0 0,0 0 0,1-1 0,-1 1 0,0 0 0,1 0 0,-1-1 0,0 1 0,1 0 0,-1-1 0,1 1 0,-1-1 0,1 1 0,-1 0 0,1-1 0,-1 1 0,1-1 0,-1 0 0,1 1 0,0-1 0,-1 1 0,1-1 0,0 0 0,0 1 0,-1-1 0,1 0 0,0 0 0,0 0 0,-1 0 0,1 0 0,0 0 0,0 0 0,-1 0 0,1 0 0,0 0 0,0 0 0,-1 0 0,1 0 0,0 0 0,0-1 0,-1 1 0,1 0 0,0-1 0,-1 1 0,2-1 0,-1-8 0,-1-1 0,2 1 0,-1 0 0,5-11 0,3-34 0,-9 47 0,1 0 0,1 0 0,-1 0 0,1 0 0,0 0 0,0 1 0,5-9 0,7-26 0,-8 20 0,-3 15 0,-2 0 0,1-1 0,-1 1 0,0 0 0,1-12 0,-2 15 0,0-1 0,1 1 0,-1 0 0,1-1 0,0 1 0,0 0 0,0 0 0,0 0 0,0 0 0,1 0 0,0 0 0,-1 0 0,1 0 0,0 0 0,4-3 0,15-30 0,-17 28 0,0 0 0,1 0 0,0 0 0,0 1 0,0-1 0,1 1 0,0 1 0,1-1 0,9-7 0,-15 13 0,0 0 0,0 0 0,0 1 0,0-1 0,-1 1 0,1-1 0,1 1 0,-1-1 0,0 1 0,0 0 0,0-1 0,0 1 0,0 0 0,0 0 0,0 0 0,0 0 0,0 0 0,1 0 0,-1 0 0,0 0 0,0 1 0,0-1 0,0 0 0,0 0 0,0 1 0,0-1 0,0 1 0,0-1 0,0 1 0,0 0 0,2 1 0,20 24 0,-22-24 0,35 31 0,-31-30 0,-1 0 0,1 0 0,-1 1 0,0 0 0,0 0 0,-1 0 0,6 7 0,-3 11 0,-5-19 0,0 1 0,0-1 0,0 1 0,0-1 0,0 0 0,1 1 0,-1-1 0,1 0 0,0 0 0,4 5 0,-2-2 0,0 0 0,0 0 0,-1 0 0,1 0 0,-2 1 0,4 8 0,14 26 0,-14-33 0,-1-2 0,-1 0 0,0 1 0,0-1 0,0 1 0,-1-1 0,0 1 0,0 0 0,0 0 0,-1 1 0,2 10 0,-4-16 0,0 0 0,1-1 0,-1 1 0,1 0 0,-1 0 0,1 0 0,-1-1 0,1 1 0,0 0 0,0-1 0,0 1 0,0-1 0,0 1 0,0-1 0,1 1 0,-1-1 0,2 2 0,4 5 0,9 10 0,-15-18 0,-1 1 0,0-1 0,0 0 0,0 0 0,1 0 0,-1 0 0,0 0 0,0 0 0,1 0 0,-1 0 0,0 0 0,0 1 0,1-1 0,-1 0 0,0 0 0,0 0 0,1-1 0,-1 1 0,0 0 0,1 0 0,-1 0 0,0 0 0,0 0 0,1 0 0,-1 0 0,0 0 0,0 0 0,0-1 0,1 1 0,-1 0 0,0 0 0,0 0 0,0 0 0,1-1 0,-1 1 0,0 0 0,0 0 0,0-1 0,7-34 0,-3 5 0,35-16 0,-14-31 0,-6 33 0,-15 34 0,0 0 0,0 0 0,1 0 0,6-10 0,-6 13 0,0-1 0,-1 0 0,0 0 0,0 0 0,4-15 0,4-10 0,-11 32 0,0-1 0,1 0 0,-1 0 0,0 0 0,0 0 0,1 1 0,-1-1 0,1 1 0,-1-1 0,1 1 0,2-2 0,-3 3 0,0-1 0,0 0 0,-1 1 0,1-1 0,0 0 0,0 1 0,-1-1 0,1 0 0,0 0 0,-1 1 0,1-1 0,0 0 0,-1 0 0,0 0 0,1 0 0,-1 0 0,1 0 0,-1 0 0,0 0 0,0 0 0,1 0 0,-1 0 0,0-2 0,0 2 0,1-1 0,0 1 0,0-1 0,0 1 0,0-1 0,0 1 0,0 0 0,0-1 0,0 1 0,1 0 0,-1 0 0,0 0 0,1 0 0,-1 0 0,1 0 0,-1 0 0,1 1 0,0-1 0,-1 0 0,1 1 0,0-1 0,-1 1 0,1 0 0,0 0 0,-1 0 0,1-1 0,0 1 0,2 1 0,11 19 0,-2-2 0,-6-12 0,-1 0 0,0 1 0,0-1 0,-1 1 0,0 0 0,0 0 0,0 1 0,-1-1 0,0 1 0,-1 0 0,0 0 0,0 0 0,0 1 0,-1-1 0,1 15 0,-2-19 0,-1-1 0,0 0 0,1 1 0,0-1 0,0 1 0,0-1 0,0 0 0,0 0 0,1 0 0,-1 0 0,4 5 0,-3-6 0,0 1 0,-1-1 0,0 1 0,1 0 0,-1 0 0,0-1 0,0 1 0,0 0 0,-1 0 0,1 0 0,-1 4 0,1-4 0,-1 0 0,0 0 0,0 0 0,1 0 0,0 0 0,0 0 0,0 0 0,0-1 0,0 1 0,2 4 0,-1-5 0,-1 0 0,0 1 0,0-1 0,0 1 0,0-1 0,-1 1 0,1-1 0,-1 1 0,1 0 0,-1 3 0,0 20-2178,0 51-13829,0-46 12550,27-28 2225,-23-3 1464,0 0 1,0 0-1,0-1 1,0 1 0,1-1-1,-1 0 1,0 0 0,-1-1-1,1 1 1,0-1 0,0 0-1,0 0 1,-1 0 0,1 0-1,-1 0 1,0-1-1,0 0 1,0 0 0,0 0-1,4-5 1,27-24 4734,-22 23-3503,-1 0-1,0-1 1,-1 0-1,15-18 1,28-64 4088,-42 72-5506,-1 1-1,0-1 1,7-25 0,4-8-77,-19 49 31,-1 0 0,1-1 0,-1 1 0,0-1 0,-1 1 0,1-1 0,-1 1 0,0-1 0,0 1 0,0-1 0,-2-7 0,1-11 0,1 22 0,-1 0 0,1-1 0,0 1 0,-1 0 0,1 0 0,-1 0 0,1 0 0,-1 0 0,1 0 0,-1 0 0,0 0 0,0 1 0,1-1 0,-1 0 0,0 0 0,0 0 0,0 1 0,0-1 0,0 1 0,0-1 0,0 0 0,0 1 0,0 0 0,0-1 0,0 1 0,0 0 0,0-1 0,0 1 0,0 0 0,-1 0 0,1 0 0,-2 0 0,0 0 0,-1 0 0,1-1 0,-1 2 0,1-1 0,-1 0 0,1 1 0,-1 0 0,1 0 0,-1 0 0,-6 3 0,2 0 0,1 1 0,-1 0 0,1 1 0,0 0 0,1 0 0,-1 1 0,-6 9 0,1-4 0,9-8 0,1 0 0,-1 0 0,1 0 0,0 1 0,0-1 0,0 0 0,1 1 0,-1 0 0,1-1 0,0 1 0,1 0 0,-1 6 0,1 63 0,2-40 0,-1-17 0,0 0 0,1 0 0,1 0 0,1-1 0,0 1 0,1-1 0,1 0 0,0 0 0,14 23 0,-17-34 0,1 0 0,0 0 0,0 0 0,1-1 0,-1 0 0,8 6 0,17 18 0,-26-26 0,0 1 0,0 0 0,0-1 0,0 0 0,1 0 0,-1 0 0,0 0 0,1 0 0,0-1 0,-1 0 0,1 1 0,0-1 0,0-1 0,0 1 0,-1 0 0,1-1 0,0 0 0,0 0 0,0 0 0,0-1 0,0 1 0,7-3 0,3 1 0,-1-1 0,0 0 0,0-1 0,0-1 0,22-11 0,-31 13 0,0 0 0,-1 0 0,1-1 0,-1 1 0,1-1 0,-1 0 0,0 0 0,2-4 0,10-12 0,-11 16-140,-1-1 1,1 0-1,-1 1 1,0-1-1,0 0 1,2-8-1,19-26-3370,-22 36 2821,1 1 1,-1-1-1,0 0 1,0 1-1,0-1 1,0 0-1,0 0 1,-1-1-1,1 1 1,-1 0 0,0 0-1,0-1 1,0 1-1,0-1 1,0 1-1,-1-1 1,0-6-1,0-22-5498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21.3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107 213 1537,'-2'-27'7239,"-9"19"-5002,1 3-1450,5-6 581,2-2 658,-2 7-1233,4 5-532,0-1 1,0 1 0,0 0 0,0 0 0,0-1-1,1 1 1,-1 0 0,0-1 0,1 1-1,-1-1 1,1 1 0,-1-1 0,1 1-1,-1-3 1,-3 0 2443,3 4-2545,0 0 51,-1-1 0,1 1 0,0 0 0,0-1 0,0 1 0,0-1 0,0 1 0,0-1 0,0 0 0,0 1 0,0-1 0,0 0 0,0 0 0,0 1 0,0-1 0,1 0 0,-1 0 0,0 0 0,1 0 0,-1 0 0,0 0 0,1 0 0,-1 0 0,1-1 0,-1-1 0,-4-1 2545,4 3-2251,-19-14 514,20 15-1016,0 0 1,-1 0 0,1-1 0,0 1 0,-1 0 0,1 0 0,0-1 0,-1 1 0,1 0 0,0-1 0,0 1 0,-1 0-1,1-1 1,0 1 0,0 0 0,0-1 0,-1 1 0,1 0 0,0-1 0,0 1 0,0-1 0,0 1 0,0 0 0,0-1 0,0 1-1,0-1 1,0 1 0,0-1 0,0 1 0,0 0 0,0-1 0,0 1 0,0-1 0,0 1 0,1 0 0,-1-1 0,0 1 0,0 0-1,0-1 1,1 1 0,-1 0 0,0-1 0,0 1 0,1 0 0,-1-1 0,0 1 0,1 0 0,-1 0 0,0 0 0,1-1 0,-1 1-1,1 0 1,-1 0 0,0 0 0,1 0 0,0-1 0,29-13-4,-19 9 0,-1-1 0,1 2 0,1 0 0,-1 0 0,1 1 0,13-2 0,11 0 0,0 1 0,0 2 0,73 6 0,-86-1 0,1 0 0,-1 2 0,0 1 0,0 0 0,-1 2 0,0 1 0,26 13 0,-45-20 0,0-1 0,0 1 0,0 0 0,0 0 0,0 1 0,0-1 0,-1 1 0,1-1 0,-1 1 0,1 0 0,-1 0 0,0 0 0,0 0 0,-1 0 0,3 5 0,-2 0 0,0 0 0,-1 0 0,0 0 0,-1 1 0,0 12 0,0-18 0,-2 4 0,1-1 0,-2 1 0,1-1 0,-1 1 0,0-1 0,0 0 0,0 0 0,-1 0 0,0-1 0,0 1 0,-1-1 0,-7 7 0,-12 18 0,12-15 0,-1-1 0,-1 0 0,0-1 0,0 0 0,-24 15 0,5-3 0,16-10 0,-2-2 0,1 0 0,-1-1 0,-34 16 0,-57 27 0,34-19 0,58-31 0,48-10 0,8-2 0,12-3 0,-28 4 0,1 2 0,46-4 0,0 1 0,-56 4 0,0 1 0,0 0 0,1 2 0,-1-1 0,20 3 0,56 11 0,-74-13 0,0 1 0,29 5 0,-40-5 0,0 0 0,0 0 0,0 0 0,0 0 0,-1 1 0,1-1 0,-1 1 0,1 0 0,-1 0 0,1 1 0,-1-1 0,0 1 0,0-1 0,3 5 0,-5-6 0,0 0 0,0 0 0,0 0 0,1 0 0,-1 0 0,0 0 0,0 0 0,1 0 0,-1-1 0,0 1 0,1 0 0,-1-1 0,1 1 0,-1-1 0,3 1 0,-3-1 0,1 0 0,0 1 0,-1-1 0,1 1 0,-1-1 0,1 1 0,-1 0 0,1-1 0,-1 1 0,0 0 0,1 0 0,-1 0 0,0 0 0,0 0 0,2 2 0,-1 0 0,0-1 0,-1 0 0,1 0 0,-1 1 0,1-1 0,-1 1 0,0 0 0,0-1 0,0 1 0,0 0 0,0-1 0,-1 1 0,1 0 0,-1 0 0,0 0 0,0 0 0,0-1 0,0 1 0,0 0 0,-1 0 0,1 0 0,-1-1 0,-1 6 0,-11 10 0,0-1 0,0 0 0,-2-1 0,0-1 0,-1 0 0,0-1 0,-1 0 0,-1-2 0,0 0 0,-1-1 0,-37 16 0,-112 26 0,149-47 0,-1 0 0,1-1 0,-1-2 0,0 0 0,0 0 0,-33-2 0,20-7-2263,26 3 635,0 0 1,0 0-1,1-1 0,-1 0 0,1 0 1,-11-10-1,16 13 1346,1 0 0,-1 1 0,1-1 0,-1 0 0,1 1 0,-1-1 1,1 0-1,0 1 0,-1-1 0,1 0 0,0 0 0,0 0 0,0 1 0,0-1 0,-1 0 0,1 0 0,0 0 0,0 0 0,0 1 0,1-1 1,-1 0-1,0 0 0,0 0 0,0 1 0,1-1 0,-1 0 0,0 0 0,1 1 0,-1-1 0,0 0 0,1 1 0,-1-1 0,2-1 0,21-9-4104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21.83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311 70 3490,'0'-2'398,"1"1"1,-1 0-1,0-1 1,1 1-1,-1-1 0,1 1 1,0 0-1,-1-1 1,1 1-1,0 0 1,0 0-1,0-1 1,1 0-1,-1 1-181,0 0 1,0 1-1,-1-1 0,1 0 0,0 0 0,-1 0 0,1 1 0,0-1 0,-1 0 0,1 0 1,-1 0-1,0 0 0,1 0 0,-1 0 0,0 0 0,1 0 0,-1 0 0,0 0 1,0 0-1,0 0 0,0 0 0,0 0 0,0 0 0,0 0 0,0 0 0,-1 0 0,1 0 1,0 0-1,-1 0 0,1 0 0,0 0 0,-1 0 0,0-2 0,0 2 215,-1 0 1,1-1-1,0 1 0,0 0 0,-1 0 0,1 0 0,0 0 1,-1 0-1,1 0 0,-1 1 0,0-1 0,1 0 1,-1 1-1,-3-1 0,-41 0 4592,31 1-3720,14 0-1244,0 1-1,-1-1 0,1 0 0,0 0 1,0 0-1,0 1 0,0-1 0,0 0 1,0 1-1,0-1 0,0 1 0,0 0 1,0-1-1,1 1 0,-1 0 0,0-1 1,0 1-1,-1 2 0,-3 1 101,-3 0-36,7-4-108,0 1 1,0-1-1,0 0 0,0 1 0,0-1 0,0 1 0,0-1 0,0 1 1,1 0-1,-1-1 0,0 1 0,0 0 0,0-1 0,1 1 0,-1 0 1,1 0-1,-1 0 0,0 0 0,1 0 0,-1 0 0,1-1 1,0 1-1,-1 0 0,1 0 0,0 0 0,0 1 0,-1-1 0,1 1 1,0 0-1,0 0 1,-1 0 0,1 0 0,-1 0-1,1 0 1,-1 0 0,0 0-1,0 0 1,1 0 0,-2 0 0,-1 3-1,-6 19 173,9-17-132,1 1-1,-1-1 1,1 0-1,0 1 1,1-1 0,-1 0-1,2 0 1,-1 0-1,1 0 1,0 0 0,6 9-1,-2-6 37,1 0 0,0-1 1,1 0-1,0 0 0,17 12 0,25 34-93,-21-32 0,53 31 0,59 28 0,-132-76 0,0 0 0,0 1 0,0 1 0,-1-1 0,0 1 0,10 12 0,-2-2 0,-10 8 0,-6-25 0,0-1 0,0 1 0,0 0 0,-1-1 0,1 1 0,0 0 0,0 0 0,-1 0 0,1 0 0,-1 0 0,1 0 0,-1 0 0,1 0 0,-1 0 0,0 0 0,0 0 0,1 0 0,-1 0 0,0 0 0,0 0 0,0 0 0,0 0 0,0 0 0,0 0 0,0 0 0,0 0 0,-1 0 0,1 0 0,0 0 0,-1 0 0,1 0 0,0 0 0,-1 0 0,1 0 0,-1 0 0,0 0 0,1 0 0,-1-1 0,0 1 0,1 0 0,-1 0 0,-2 0 0,-7 21 0,10-21 0,0 0 0,0 0 0,-1 0 0,1 0 0,-1 0 0,1 0 0,0-1 0,-1 1 0,0 0 0,1 0 0,-1 0 0,0 0 0,1-1 0,-1 1 0,0 0 0,0-1 0,1 1 0,-1 0 0,0-1 0,0 1 0,0-1 0,0 0 0,0 1 0,0-1 0,0 0 0,-1 1 0,-19 6 0,1 1 0,-33 17 0,-16 2 0,57-23 0,0 0 0,0 0 0,-1-1 0,0-1 0,1 0 0,-24 1 0,-18 3 0,34-2 0,-1 0 0,-32 1 0,16-4 0,26 0 0,0 0 0,0-1 0,0 0 0,0-1 0,0 0 0,1-1 0,-1 0 0,0-1 0,1 0 0,-13-6 0,10 3 43,11 6-122,0-1 0,1 0 0,-1 0 0,1 0 0,-1 0 1,1 0-1,-1 0 0,1 0 0,0 0 0,-1-1 0,1 1 0,0 0 0,-2-3 0,-4-5-2132,6 8 1586,0 0 0,0-1-1,1 1 1,-1 0-1,0-1 1,0 1 0,1-1-1,-1 1 1,1 0-1,-1-1 1,1 0 0,-1 1-1,1-1 1,0 1-1,0-1 1,0 1 0,0-1-1,0 1 1,1-4-1,-2-2-836,1 4 856,0 0-1,-1 0 1,1 1 0,1-1-1,-1 0 1,0 0 0,1 0 0,-1 0-1,1 1 1,1-4 0,13-19-3223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22.32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19 117 5555,'-2'-3'1444,"-1"-1"1,1 1 0,0-1 0,1 0 0,-1 0 0,1 0 0,-1 0 0,1-1-1,0 1 1,1 0 0,-1-5 0,0-15 1821,3 22-2864,-1 1 1,0-1-1,1 0 1,0 1 0,-1-1-1,1 1 1,0 0-1,-1 0 1,1 0 0,0 0-1,0 0 1,0 0 0,4-1-1,11-5 554,-16 7-1100,3-2 165,0 1 1,0 0-1,0 1 1,1-1-1,-1 1 1,0-1-1,1 1 1,4 1 0,15-1-56,325-9 34,-239 9 0,51 11 0,-142-8 0,-19-3 0,0 0 0,0 0 0,0 0 0,-1 1 0,1-1 0,0 0 0,0 0 0,0 0 0,-1 0 0,1 0 0,0 1 0,0-1 0,0 0 0,0 0 0,0 0 0,-1 1 0,1-1 0,0 0 0,0 0 0,0 0 0,0 1 0,0-1 0,0 0 0,0 0 0,0 1 0,0-1 0,0 0 0,0 0 0,0 0 0,0 1 0,0-1 0,0 0 0,0 0 0,0 1 0,0-1 0,0 0 0,0 0 0,1 0 0,-1 1 0,0-1 0,0 0 0,0 0 0,0 0 0,0 1 0,0-1 0,1 0 0,-1 0 0,0 0 0,0 0 0,0 0 0,1 1 0,-1-1 0,0 0 0,0 0 0,0 0 0,1 0 0,-1 0 0,0 0 0,0 0 0,1 0 0,-1 0 0,0 0 0,0 0 0,0 0 0,1 0 0,-14 3 0,26-1 0,-13-2 0,0 0 0,0 0 0,-1 0 0,1 0 0,0 0 0,0 0 0,0 0 0,0 0 0,-1 0 0,1 0 0,0 0 0,0 0 0,0 0 0,0 0 0,0 0 0,0 1 0,-1-1 0,1 0 0,0 0 0,0 0 0,0 0 0,0 0 0,0 0 0,0 0 0,0 1 0,0-1 0,0 0 0,0 0 0,0 0 0,0 0 0,0 0 0,-1 1 0,1-1 0,0 0 0,0 0 0,0 0 0,0 0 0,0 1 0,1-1 0,-1 0 0,0 0 0,0 0 0,0 0 0,0 0 0,0 1 0,0-1 0,0 0 0,0 0 0,0 0 0,0 0 0,0 0 0,0 0 0,0 1 0,1-1 0,-1 0 0,0 0 0,0 0 0,0 0 0,0 0 0,0 0 0,0 0 0,1 0 0,-1 0 0,0 0 0,0 0 0,0 1 0,0-1 0,1 0 0,-1 0 0,-23 1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22.52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27 32767,'0'-16'0,"0"6"0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23.53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516 201 4274,'0'-2'322,"0"0"-1,0 1 1,0-1-1,0 0 1,1 0-1,-1 1 1,1-1 0,-1 0-1,1 1 1,0-1-1,-1 1 1,1-1 0,0 1-1,0-1 1,0 1-1,0-1 1,1 1 0,1-2-1,-2 2-68,0 0-1,0 0 1,1-1-1,-1 1 1,0-1 0,0 1-1,0-1 1,-1 1-1,1-1 1,0 1-1,-1-1 1,1 0 0,-1 1-1,1-1 1,-1 0-1,0 1 1,1-1-1,-1-2 1,-1-12 1204,1 10-869,-1 1 1,1-1-1,0 1 0,1-1 0,-1 0 0,1 1 1,2-6-1,-1 6 321,1 0 1,-1 0-1,0 0 1,-1 0-1,1 0 1,-1 0-1,0 0 1,0 0 0,0 0-1,-1-1 1,0-9-1,-1 16-897,1-1-1,0 0 1,0 0-1,0 0 1,0 0-1,0 1 1,-1-1-1,1 0 1,0 0-1,0 0 1,0 0-1,0 0 1,-1 0-1,1 1 1,0-1-1,0 0 1,0 0-1,-1 0 1,1 0 0,0 0-1,0 0 1,0 0-1,-1 0 1,1 0-1,0 0 1,0 0-1,-1 0 1,1 0-1,0 0 1,0 0-1,0 0 1,-1 0-1,1 0 1,0 0-1,0 0 1,0-1-1,-1 1 1,1 0-1,0 0 1,0 0-1,0 0 1,0 0 0,-1-1-1,1 1 1,0 0-1,0 0 1,0 0-1,0 0 1,0-1-1,0 1 1,-1 0-1,1 0 1,0 0-1,0-1 1,-9 29-139,8-25 127,1 1 0,-1 0 0,1 0 0,-1-1 0,0 1 0,-1-1 0,1 1 0,-1-1 0,1 1 0,-1-1 0,0 0 0,0 0 0,-4 4 0,3-3 0,0 0 0,0 1 0,1-1 0,-1 1 0,1-1 0,0 1 0,-2 7 0,-8 27 0,-20 49 0,19-58 0,2 1 0,-15 62 0,10-19 0,-4 0 0,-2-2 0,-44 93 0,65-163 0,-57 119 0,-4 11 0,35-71 0,-40 68 0,23-25-5165,37-75-7243,-6-15 5815,10-2-1880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23.9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139 82 10037,'-24'0'10299,"-1"0"-4383,-51 0 498,63-4-6313,20-5-76,-4 7-27,0 0-1,0 0 1,0 1-1,0 0 1,0-1-1,1 1 1,-1 0-1,0 1 1,5-1-1,119-15 3,52 0 0,156 16 0,-289-5-2909,12-1-3800,-54 6 5183,0-1 0,1 0 0,-1 0 0,0 0 0,0-1 0,-1 1 0,8-5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24.37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91 71 5186,'1'-3'738,"1"1"-1,-1-1 0,1 1 0,0 0 0,0-1 1,0 1-1,0 0 0,0 0 0,0 0 1,0 0-1,1 1 0,-1-1 0,1 1 0,0-1 1,-1 1-1,1 0 0,4-1 0,4-4 979,4 0-509,0 1 0,0 0 0,1 1 0,-1 1 0,1 0 0,0 1 0,0 1 0,-1 0 0,25 3 0,-14-2-682,-20 1-525,1-1 0,-1 1 0,0 0 0,1 0 0,-1 1 0,6 2 0,16 4 0,-23-6 0,0-1 0,-1 1 0,1 1 0,-1-1 0,0 0 0,0 1 0,0 0 0,0 0 0,0 0 0,0 1 0,-1-1 0,0 1 0,1 0 0,4 8 0,-4-6 0,-1-1 0,1 1 0,-1 0 0,0 0 0,-1 0 0,0 1 0,0-1 0,0 1 0,0-1 0,0 12 0,-2-12 0,-1 0 0,0 0 0,0 0 0,0-1 0,-1 1 0,0 0 0,0-1 0,0 0 0,-1 1 0,1-1 0,-1 0 0,-1 0 0,1 0 0,-8 8 0,-6 4 0,0-1 0,-30 21 0,-1 2 0,15-19 0,30-20 0,1 1 0,0 0 0,0 0 0,0 0 0,0 1 0,0-1 0,0 0 0,0 1 0,0-1 0,0 1 0,1 0 0,-1-1 0,0 1 0,-1 4 0,-15 11 0,19-16 0,33-3 0,-1-6 0,10 0 0,72 8 0,-107 0 0,0 1 0,0 0 0,0 1 0,0 0 0,0 0 0,10 5 0,12 2 0,-20-7 0,-8-2 0,-1 0 0,1 0 0,-1 0 0,1 0 0,-1 0 0,1 1 0,-1-1 0,1 0 0,-1 1 0,1-1 0,-1 1 0,1-1 0,-1 1 0,0 0 0,1 0 0,-1 0 0,0 0 0,0-1 0,1 2 0,-1-1 0,0 0 0,0 0 0,0 0 0,0 0 0,-1 1 0,1-1 0,0 0 0,0 1 0,-1-1 0,1 1 0,0 1 0,-1-1 0,0 0 0,1 0 0,-1-1 0,1 1 0,-1 0 0,1-1 0,-1 1 0,1 0 0,0-1 0,0 1 0,0-1 0,2 3 0,-2-3 0,0 0 0,0 1 0,0-1 0,0 1 0,0-1 0,-1 1 0,1 0 0,0-1 0,-1 1 0,1 0 0,-1-1 0,1 1 0,-1 0 0,0-1 0,0 1 0,0 0 0,0 0 0,0 0 0,0-1 0,-1 1 0,1 0 0,0-1 0,-1 1 0,1 0 0,-1-1 0,-1 3 0,-3 5 0,0-1 0,-1 1 0,0-1 0,-1 0 0,0-1 0,0 0 0,0 0 0,-1 0 0,0-1 0,-1 0 0,-13 7 0,-8 4 0,0-3 0,-47 17 0,-37-5 0,92-18 0,-1-2 0,0-1 0,0-1 0,0-1 0,-1-1 0,1-1 0,-42-3 0,4 1 0,60 1-119,0 0 0,0 1 0,0-1 0,0 0 0,0 0 0,1 0 0,-1 0 0,0 0 0,0 0 0,0-1 0,0 1 0,0 0 0,1 0 0,-1 0-1,0-1 1,0 1 0,1-1 0,-1 1 0,0 0 0,0-1 0,1 1 0,-1-1 0,0 0 0,1 1 0,-1-1 0,1 1 0,-1-1 0,1 0 0,-1 0 0,0 0 0,1-1-369,0 1-1,1-1 1,-1 1 0,0-1 0,1 1 0,-1-1-1,1 1 1,-1 0 0,1-1 0,0 1-1,0 0 1,-1 0 0,1-1 0,0 1-1,0 0 1,2-1 0,34-29-9708,-11 18 6581,18 1 235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24.80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386 96 4738,'11'-6'2219,"-9"5"-1826,0 1 1,0-1-1,0 0 0,0 0 1,0 0-1,0 0 0,0 0 1,-1 0-1,1 0 0,0-1 1,-1 1-1,1-1 0,-1 1 1,0-1-1,1 1 0,-1-1 1,0 0-1,0 0 0,0 0 1,0 0-1,0 0 0,-1 1 1,2-4-1,-2 5-351,0-1-1,0 1 1,0-1 0,0 1-1,0-1 1,0 1 0,0-1-1,0 1 1,0-1 0,1 1-1,-1-1 1,0 1 0,0 0-1,1-1 1,-1 1 0,0-1-1,0 1 1,1 0 0,-1-1-1,0 1 1,1 0 0,-1-1-1,1 1 1,-1 0 0,1-1 0,-1 1-1,0 0 1,1 0 0,-1 0-1,1-1 1,-1 1 0,1 0-1,-1 0 1,1 0 0,-1 0-1,1 0 1,-1 0 0,1 0-1,0 0 1,0 0-18,-1 0 0,1 0 0,-1 0 0,1 0 0,0 0 0,-1 0 0,1 0 0,-1 0 0,1 0 0,-1 0 0,1-1-1,-1 1 1,1 0 0,-1 0 0,1-1 0,-1 1 0,1 0 0,-1-1 0,1 1 0,-1 0 0,0-1 0,1 1 0,-1-1 0,0 1 0,1 0 0,-1-1 0,0 1 0,1-1 0,-1 1 0,0-1 0,0 1 0,0-1-1,1 1 1,-1-1 0,0 0 0,0 1 0,0-1 0,0 1 0,0-1 0,0 0 0,0 0 58,0 1 0,0-1-1,0 1 1,0-1 0,0 1 0,0-1-1,0 1 1,0-1 0,-1 1-1,1-1 1,0 1 0,0-1 0,0 1-1,-1 0 1,1-1 0,0 1 0,0-1-1,-1 1 1,1-1 0,0 1 0,-1 0-1,1-1 1,-1 1 0,1 0 0,0-1-1,-1 1 1,1 0 0,-1 0 0,1 0-1,-1-1 1,1 1 0,-1 0 0,1 0-1,-1 0 1,1 0 0,-1 0 0,1 0-1,-1 0 1,1 0 0,-1 0 0,1 0-1,-2 0 1,2 0-24,-1 0 0,1 0-1,0 0 1,-1 0 0,1 0 0,-1 0 0,1 0-1,-1 0 1,1 0 0,-1 0 0,1 0 0,-1 0-1,1 0 1,-1 0 0,1-1 0,0 1 0,-1 0-1,1 0 1,-1-1 0,1 1 0,0 0-1,-1-1 1,1 1 0,0 0 0,-1-1 0,1 1-1,0 0 1,-1-1 0,1 1 0,0-1 0,0 1-1,-1 0 1,1-1 0,0 1 0,0-1 0,0 1-1,0-1 1,0 1 0,0-1 0,0 1 0,0-1-1,0 0 1,-22-2 4531,-19 6-2135,37 1-2253,3-3-171,0 0-1,-1 0 1,1 0 0,-1 0 0,1 0 0,-1 0 0,1 0-1,-1-1 1,0 1 0,1 0 0,-1-1 0,0 0 0,0 1-1,1-1 1,-3 0 0,2 1-30,1-1 0,-1 0 0,0 1 0,0 0 0,1-1 0,-1 1 0,1 0 0,-1 0 0,1 0 0,-1 0 0,1 0 0,0 0 0,-1 0 0,1 0 0,0 1 0,-2 2 0,-18 14 0,17-16 0,1 0 0,0 1 0,0-1 0,0 1 0,0-1 0,0 1 0,1 0 0,-1 0 0,1 0 0,0 0 0,0 1 0,0-1 0,0 1 0,1-1 0,-1 1 0,1-1 0,0 1 0,0 0 0,0 0 0,0 0 0,1 0 0,0-1 0,0 1 0,0 7 0,1-6 0,-1 0 0,1 1 0,0-1 0,1 1 0,-1-1 0,1 0 0,0 0 0,1 0 0,-1 0 0,1 0 0,0-1 0,0 1 0,0-1 0,1 0 0,-1 0 0,8 6 0,110 84 0,-115-89 0,0 0 0,0 0 0,0-1 0,0 0 0,1 0 0,-1 0 0,1-1 0,7 3 0,-6-3 0,-1 0 0,-1 0 0,1 1 0,0 0 0,-1 0 0,11 10 0,24 16 0,6 10 0,-44-38 0,1-1 0,-1 1 0,1 0 0,-1 0 0,0 0 0,0 1 0,0-1 0,0 1 0,-1-1 0,1 1 0,-1 0 0,1 0 0,-1 0 0,0 1 0,0-1 0,0 1 0,-1-1 0,1 1 0,-1-1 0,0 1 0,0 0 0,0-1 0,-1 1 0,1 0 0,-1 0 0,0 0 0,0-1 0,-1 8 0,1-10 0,0 0 0,0 0 0,0 0 0,0 0 0,0 0 0,-1 0 0,1 0 0,0 0 0,-1 0 0,1 0 0,-1 0 0,1 0 0,-1 0 0,0-1 0,1 1 0,-1 0 0,0 0 0,1 0 0,-1-1 0,0 1 0,0-1 0,0 1 0,0 0 0,-1 0 0,-29 8 0,5 0 0,25-8 0,-1 1 0,-1 1 0,0-1 0,0 0 0,0 0 0,0 0 0,0 0 0,0-1 0,0 1 0,0-1 0,-1 0 0,-3 1 0,-4 2 0,-105 34 0,82-17 0,30-19 0,1 1 0,0-1 0,-1 0 0,0 0 0,1 0 0,-1 0 0,0-1 0,0 1 0,-5 0 0,-24 3 0,-47 3 0,26 1 0,15-2 0,27-7-59,0 0-1,1 0 1,-1-2-1,1 1 1,-1-1-1,-17-6 1,8 3-2240,20 5 1863,-1 0 0,1 0 1,0-1-1,-1 1 0,1 0 0,-1 0 0,1-1 0,0 1 0,-1 0 0,1-1 0,0 0 0,0 1 0,-1-1 0,1 0 0,0 0 0,0 1 0,0-1 0,0 0 1,0 0-1,0 0 0,0 0 0,0 0 0,0-1 0,1 1 0,-1 0 0,0 0 0,1-1 0,-1 1 0,1 0 0,-1-1 0,1 1 0,-1 0 0,1-1 0,0 1 1,0 0-1,0-1 0,0 1 0,0-1 0,0 1 0,0-2 0,0-26-7080,0 4 2901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25.03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82 3330,'1'-1'6982,"-6"-10"-3600,-2 7-1774,6 4-1386,0-1 1,0 1-1,0-1 0,0 1 1,0-1-1,0 1 0,0-1 1,0 0-1,1 0 0,-1 0 1,0 1-1,0-1 0,1 0 1,-1 0-1,0 0 0,1 0 1,-1 0-1,1 0 0,-1 0 1,1 0-1,-1-4 2156,1 5-2240,-1 0 1,0 1-1,1-1 1,-1 0-1,1 0 1,-1 0-1,1 0 0,-1 0 1,0 0-1,1 0 1,-1 0-1,1 0 1,-1 0-1,1 0 1,-1 0-1,0-1 0,1 1 1,-1 0-1,1 0 1,-1-1-1,1 1 1,-1 0-1,1 0 0,-1-1 1,1 1-1,-1-1 1,1 1-1,0 0 1,-1-1-1,1 1 1,0-1-1,-1 1 0,1-1 1,0 1-1,-1-1 1,1 1-1,0-1 1,0 0-1,0 1 1,0-1-1,-1 1 0,1-1 1,0 1-1,0-1 1,0 0-1,0-2 1956,33 1-1088,-24 1-870,0 1 0,0-1-1,1 1 1,-1 1 0,0 0-1,17 4 1,-3 0-136,1-1 0,-1 0 0,1-2 0,-1-1 0,44-3 0,-5 1 0,77-15 0,-135 16-469,0-1-1,-1 1 1,1-1-1,0 0 1,0 0 0,0-1-1,-1 1 1,1-1-1,-1 0 1,1 1-1,2-4 1,16-6-4860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51.8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26 960,'1'2'11666,"-5"12"-1391,2-14-10449,2 0 278,-1 1 1,1-1-1,-1 0 0,1 0 0,0 0 0,-1 0 0,1 0 0,-1 0 1,1 0-1,-1 0 0,1-1 0,-1 1 0,1 0 0,0 0 0,-1 0 0,1 0 1,-1 0-1,1-1 0,0 1 0,-1 0 0,1 0 0,0-1 0,-1 1 1,1 0-1,0-1 0,-1 1 0,1 0 0,0-1 0,0 1 0,-1-1 1,0-10-1239,1-15-19542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49.8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0 213 5619,'2'-34'5643,"12"-9"-3590,-10 14 286,-1 5-420,7 17-1000,-10 6-775,1 1-1,0-1 1,0 1-1,0-1 0,0 1 1,0-1-1,-1 0 0,1 0 1,0 1-1,0-1 1,-1 0-1,1 0 0,-1 0 1,1 0-1,-1 1 0,1-1 1,-1 0-1,1 0 1,-1 0-1,0 0 0,0 0 1,1 0-1,-1 0 0,0-2 1,0 2 66,0 0 0,0 0 0,0 0 0,0 0 1,1 0-1,-1 0 0,0 0 0,1 0 0,-1-1 0,1 1 0,-1 0 1,1 1-1,-1-1 0,1 0 0,0 0 0,-1 0 0,1 0 0,0 0 1,0 1-1,0-1 0,0 0 0,0 1 0,-1-1 0,1 1 0,2-1 1,-3-1 25,1 1 0,0-1 0,-1 1 1,1-1-1,-1 1 0,1-1 0,-1 1 1,0-1-1,0 1 0,0-1 0,0 1 1,0-1-1,0-2 0,-1-2 1127,1 18-807,0 351-556,1-338 0,1 0 0,9 42 0,-6-44 0,-1 0 0,1 39 0,-6 1 0,4 0 0,18 111 0,1-68-245,-6-36-1030,-3 2 1,7 131-1,-20-192 45,2 0-1,-1-1 0,1 1 0,8 20 1,-8-24 351,1 0 1,-1 0-1,0 0 0,0 0 1,-1 0-1,0 0 1,0 1-1,-1-1 1,0 0-1,0 1 0,-1-1 1,0 0-1,-3 12 1,-19 22-3380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50.53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16 315 1489,'-4'-1'3399,"3"1"-3344,1 0-1,0 0 1,-1 0-1,1 0 1,-1 0 0,1 0-1,0 0 1,-1 0-1,1 0 1,0 0-1,-1 0 1,1 0 0,-1 0-1,1 0 1,0-1-1,-1 1 1,1 0-1,0 0 1,-1 0 0,1-1-1,0 1 1,-1 0-1,1-1 1,0 1-1,0 0 1,-1 0-1,1-1 1,0 1 0,0 0-1,0-1 1,-1 1-1,1-1 1,0 1-1,0 0 1,0-1 0,0 1-1,64-21 1333,-39 15-697,1 1 0,0 2-1,42-2 1,-23 2 228,271-27 6024,33 8-1644,65 7-1958,-70 11-2217,-217 5-925,-16-1-73,722-9 150,-303 6-352,-297 4-235,59-16-385,72-14-3097,-306 23 3077,-48 4 580,1 1-1,-1-2 1,1 1 0,-1-1 0,13-6 0,25-7-286,-46 16 424,1 0-1,-1 0 1,0-1-1,0 0 1,0 1 0,0-1-1,0 0 1,0 0-1,0 0 1,0 0 0,0 0-1,0 0 1,0-1 0,-1 1-1,1 0 1,-1-1-1,1 0 1,-1 1 0,1-1-1,-1 0 1,0 0-1,0 0 1,0 0 0,0 0-1,1-4 1,-2 6-1,0-1 1,0 0-1,0 1 1,0-1-1,0 1 0,1-1 1,-1 0-1,0 1 1,0-1-1,0 1 0,0-1 1,1 1-1,-1-1 1,0 0-1,1 1 0,-1-1 1,0 1-1,1-1 1,-1 1-1,1 0 0,-1-1 1,0 1-1,1-1 1,-1 1-1,1 0 0,-1-1 1,1 1-1,0 0 0,-1-1 1,1 1-1,-1 0 1,1 0-1,0 0 0,0-1 34,0 1-1,0 0 1,0-1-1,0 1 1,0-1-1,0 1 0,-1-1 1,1 1-1,0-1 1,0 0-1,0 1 1,-1-1-1,1 0 0,-1 1 1,1-1-1,0 0 1,-1 0-1,1 0 0,-1 0 1,0 0-1,1 1 1,-1-1-1,0 0 1,1 0-1,-1 0 0,0 0 1,0 0-1,0 0 1,0 0-1,0 0 1,0 0-1,0 0 0,0-2 1,3-15 4331,-3 19-4323,0 0-1,0 1 1,0-1-1,0 0 1,-1 0-1,1 0 1,0 0-1,0 0 1,-1 0 0,1 0-1,-1 0 1,1 0-1,-1 0 1,1 0-1,-1 0 1,0 0-1,1 0 1,-2 1-1,0 0 93,-1 0 0,1 1 0,0-1 0,0 0-1,0 1 1,1 0 0,-1-1 0,1 1 0,-1 0 0,1 0 0,0 0-1,0 0 1,0 0 0,0 0 0,1 0 0,-1 0 0,1 0 0,0 1-1,0-1 1,0 0 0,0 0 0,1 5 0,-3 48 335,-11 69 1,10-90-470,1 0 0,2 1 0,1-1 0,8 42 0,1 59 0,-10-97 0,-1-12 0,1-1 0,6 41 0,2-27 0,-3-16 0,0 0 0,1 47 0,-4-23 0,3 0 0,11 52 0,-7-54 0,-2 1 0,0 51 0,12 104 0,-19 295 0,0-497-54,0-1 1,0 1-1,-1 0 1,1-1-1,0 1 0,0 0 1,-1-1-1,1 1 1,0 0-1,-1-1 0,1 1 1,0 0-1,-1 0 1,1-1-1,0 1 0,-1 0 1,1 0-1,-1 0 1,1 0-1,-1-1 0,1 1 1,0 0-1,-1 0 1,1 0-1,-1 0 1,1 0-1,-1 0 0,1 0 1,0 0-1,-1 0 1,1 0-1,-1 1 0,1-1 1,0 0-1,-1 0 1,1 0-1,-1 0 0,1 1 1,0-1-1,-1 0 1,1 0-1,0 1 0,-1-1 1,1 0-1,0 0 1,-1 1-1,1-1 0,0 1 1,0-1-1,-1 0 1,1 1-1,0-1 0,0 0 1,0 1-1,-1 0 1,-4-7-4719,-16 0 1884,16 6 1684,0-2 0,0 1 0,0 0 1,0-1-1,0 0 0,1 0 0,-9-5 0,-7-9-3780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5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155 253 3089,'-67'8'7630,"-8"0"-2107,62-8-4056,43 0 410,45-3 859,-15-6-853,110-2-1,-61 5-610,-5-2-569,384-25 4002,-58 6-4705,22 0 0,-166 5 0,545-19 0,-573 36 0,31-2 0,-121 5 0,-122 3 0,-44-1 0,1 0 0,0 0 0,-1 0 0,1 0 0,-1 0 0,1-1 0,0 1 0,-1-1 0,1 1 0,-1-1 0,1 0 0,-1 0 0,0 0 0,1-1 0,-1 1 0,0 0 0,4-4 0,-6 5-10,1 0 1,-1 0-1,0-1 0,0 1 0,0 0 1,0 0-1,0 0 0,1 0 1,-1 0-1,0-1 0,0 1 1,0 0-1,0 0 0,0 0 0,0 0 1,1-1-1,-1 1 0,0 0 1,0 0-1,0 0 0,0-1 0,0 1 1,0 0-1,0 0 0,0 0 1,0-1-1,0 1 0,0 0 1,0 0-1,0 0 0,0-1 0,0 1 1,0 0-1,0 0 0,-1 0 1,1-1-1,0 1 0,0 0 1,0 0-1,0 0 0,0 0 0,0 0 1,0-1-1,-1 1 0,1 0 1,0 0-1,0 0 0,0 0 0,0 0 1,-1 0-1,1-1 0,0 1 1,0 0-1,0 0 0,0 0 1,-1 0-1,1 0 0,0 0 0,0 0 1,0 0-1,-1 0 0,1 0 1,0 0-1,-23-3-1949,4 1-1248,-38-23-9452,13 10 6502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52.88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 16 816,'0'0'3506,"4"0"-1679,10-1-192,29-4 18257,-31 2-20147,9 0 1140,0 1 0,1 1 0,-1 1 0,24 2 0,14 0 36,-47-1-921,0 1 0,0 0 0,0 0 0,22 9 0,5 0 0,-39-11 0,1 0 0,0 0 0,-1 0 0,1 0 0,0 0 0,-1 0 0,1 0 0,0 0 0,-1 1 0,1-1 0,-1 0 0,1 0 0,0 1 0,-1-1 0,1 0 0,-1 1 0,1-1 0,-1 1 0,1-1 0,-1 1 0,1-1 0,-1 1 0,0-1 0,1 1 0,-1-1 0,0 1 0,1 0 0,-1-1 0,0 1 0,0-1 0,1 1 0,-1 0 0,0-1 0,0 1 0,0 0 0,0-1 0,0 2 0,0-1 0,0 0 0,0 0 0,0 0 0,0 1 0,1-1 0,-1 0 0,0 0 0,1 0 0,-1 0 0,1 0 0,-1 0 0,1 0 0,-1 0 0,1 0 0,0-1 0,-1 1 0,1 0 0,1 1 0,2 1 0,-3-3 0,0 1 0,0-1 0,1 1 0,-1 0 0,0-1 0,-1 1 0,1 0 0,0-1 0,0 1 0,0 0 0,0 0 0,0 0 0,-1 0 0,1 0 0,0 0 0,-1 0 0,1 0 0,-1 0 0,1 0 0,-1 0 0,0 0 0,1 0 0,-1 0 0,0 0 0,0 1 0,0-1 0,0 0 0,0 0 0,0 0 0,0 0 0,0 1 0,0-1 0,0 0 0,-1 0 0,1 0 0,0 0 0,-1 0 0,1 0 0,-2 2 0,-5 4 0,6-7 0,0 1 0,-1 0 0,1 0 0,0 1 0,0-1 0,0 0 0,0 0 0,0 0 0,0 1 0,0-1 0,1 0 0,-1 1 0,0-1 0,1 1 0,-1-1 0,1 1 0,0-1 0,-1 1 0,1-1 0,0 1 0,0 2 0,-1 2 0,0 0 0,0-1 0,0 0 0,0 1 0,-1-1 0,0 0 0,0 1 0,-1-1 0,0 0 0,1-1 0,-2 1 0,1 0 0,0-1 0,-1 0 0,0 0 0,-4 4 0,-1 0 0,0-1 0,0 0 0,0 0 0,-1-1 0,0 0 0,0-1 0,-17 6 0,12-4 0,0 0 0,0 0 0,-21 15 0,26-15 0,0-1 0,0 0 0,-1 0 0,1-1 0,-2-1 0,-14 5 0,-43 17 0,54-19 0,35-14 0,22 3 0,-16-3 0,1 1 0,49-5 0,16-2 0,43 1 0,-123 11 0,-1-1 0,0 2 0,0-1 0,13 3 0,1-1 0,-23-2 0,0 1 0,0 0 0,-1 0 0,1 0 0,0 0 0,0 0 0,0 0 0,0 1 0,-1-1 0,1 1 0,0-1 0,0 1 0,-1-1 0,1 1 0,0 0 0,-1 0 0,1 0 0,-1 0 0,1 0 0,-1 0 0,0 1 0,1-1 0,-1 0 0,0 1 0,0-1 0,0 1 0,0-1 0,0 1 0,0 0 0,0-1 0,-1 1 0,1 0 0,-1-1 0,1 1 0,-1 0 0,1 0 0,-1 0 0,0-1 0,0 1 0,0 0 0,0 0 0,0 0 0,-1-1 0,1 3 0,0-3 0,-1 0 0,1 0 0,0 1 0,0-1 0,0 0 0,-1 0 0,1 0 0,0-1 0,-1 1 0,1 0 0,-1 0 0,1 0 0,-1 0 0,0 0 0,1 0 0,-1-1 0,0 1 0,1 0 0,-1-1 0,0 1 0,0 0 0,0-1 0,0 1 0,-1 0 0,-7 6 0,6 9 0,4-15 0,-1 0 0,0 0 0,0 0 0,0 1 0,0-1 0,-1 0 0,1 0 0,0 1 0,0-1 0,-1 0 0,1 0 0,-1 0 0,1 0 0,-1 0 0,-1 2 0,-37 54 0,18-32 0,19-22 0,0 0 0,0-1 0,0 1 0,-1 0 0,1-1 0,-1 0 0,0 1 0,1-1 0,-6 2 0,5-1 0,0-1 0,-1 0 0,1 1 0,0-1 0,0 1 0,1 0 0,-1 0 0,-4 6 0,5-5 0,-1 0 0,0 0 0,0-1 0,-1 1 0,1-1 0,-1 0 0,0 0 0,-7 4 0,-8 4 0,5-2 0,0-1 0,-1 0 0,0-1 0,-1-1 0,1 0 0,-29 5 0,32-9 0,7-2 0,0 1 0,0 0 0,0 0 0,0 0 0,0 0 0,0 1 0,0 0 0,-7 4 0,2-2 0,0-1 0,0-1 0,-1 1 0,1-1 0,-1-1 0,1 0 0,-1-1 0,0 0 0,1 0 0,-12-3 0,-19 1 0,39 3-106,0-1 0,1 0 0,-1 0 0,0-1 0,1 1 0,-1 0 0,0-1 0,1 1 0,-1-1 0,0 1 0,1-1 0,-1 0 0,1 0-1,-1 1 1,1-1 0,-1 0 0,1 0 0,0-1 0,-1 1 0,-1-2 0,-6-6-1840,5-4-7326,5 9 7569,-1 2 1095,0-1 1,0 0 0,1 1 0,-1-1-1,1 1 1,0 0 0,-1-1 0,1 1-1,0-1 1,1 1 0,-1 0-1,0 0 1,0 0 0,1 0 0,2-3-1,-1-9-3244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53.42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385 69 3410,'0'-15'5822,"-1"-12"1421,1 27-7142,0-1 0,0 1-1,0-1 1,-1 1 0,1-1 0,0 0 0,0 1-1,-1-1 1,1 1 0,0-1 0,-1 1 0,1-1-1,-1 1 1,1 0 0,-1-1 0,1 1-1,0-1 1,-1 1 0,1 0 0,-1-1 0,0 1-1,1 0 1,-1 0 0,1-1 0,-1 1 0,1 0-1,-1 0 1,0 0 0,1 0 0,-1 0-1,1 0 1,-2 0 0,2 0-49,0 0 0,0 0 0,-1 0 0,1 0 0,0-1 0,0 1 0,0 0 0,0 0 0,-1 0 0,1 0 0,0 0 0,0 0 0,0 0 0,0-1 0,-1 1 0,1 0 0,0 0-1,0 0 1,0 0 0,0-1 0,0 1 0,0 0 0,0 0 0,0 0 0,0-1 0,0 1 0,-1 0 0,1 0 0,0 0 0,0-1 0,0 1 0,0 0 0,0 0 0,0 0 0,1-1 0,-1 1 0,0 0 0,0 0 0,0 0 0,0-1 0,0 1 0,0 0 0,-5-9 5509,-46 9-2950,51 4-2494,0-4-104,0 1-1,0-1 1,0 1 0,0 0-1,1-1 1,-1 1 0,0-1-1,0 1 1,0-1 0,0 1-1,0-1 1,-1 1 0,1-1-1,0 1 1,0-1 0,0 1-1,0-1 1,-1 1-1,1-1 1,0 1 0,0-1-1,-1 1 1,1-1 0,0 1-1,-1 0 1,1-1-15,-1 0 37,0 1 0,0-1 0,0 1 0,0-1 0,0 1 0,0-1 0,0 1 0,1 0 0,-1-1 0,0 1 0,1 0 0,-1 0 0,0 0 1,1 0-1,-1-1 0,1 1 0,-1 0 0,1 0 0,-1 0 0,1 0 0,0 0 0,0 0 0,-1 0 0,1 0 0,0 0 0,0 2 0,0-2-28,0-1 0,0 1 0,0-1 0,0 1 0,0-1 0,0 1 0,0-1-1,0 1 1,-1-1 0,1 1 0,0-1 0,0 1 0,0-1 0,-1 1-1,1-1 1,0 0 0,-1 1 0,1-1 0,0 0 0,-1 1 0,1-1 0,0 0-1,-1 1 1,1-1 0,-1 0 0,1 0 0,-1 1 0,1-1 0,0 0 0,-1 0-1,1 0 1,-1 0 0,1 1 0,-1-1 0,1 0 0,-1 0 0,1 0-1,-1 0 1,0 0 0,0-1-1,1 1-1,-1 0 0,0 0 1,1 0-1,-1 0 1,1 1-1,-1-1 0,1 0 1,-1 0-1,1 0 1,-1 0-1,1 0 0,-1 1 1,1-1-1,-1 0 1,1 1-1,-1-1 0,1 0 1,-1 1-1,1-1 1,-1 0-1,1 1 0,0-1 1,-1 1-1,1-1 1,0 1-1,-1-1 0,1 0 1,0 1-1,0 0 1,0-1-1,-1 1 0,1-1 1,0 1-1,0-1 1,0 1-1,0-1 0,0 1 1,0-1-1,0 2 1,0 78 666,0-78-672,1 0 0,-1-1 0,1 1 0,-1 0 0,1 0 0,0 0 0,0-1 0,0 1 0,0 0 0,0-1 0,0 1 0,0-1 0,1 1 0,-1-1 0,0 0 0,3 2 0,30 22 0,-16-12 0,28 17 0,-40-28 0,-1 2 0,1-1 0,0 0 0,-1 1 0,0 0 0,0 0 0,7 7 0,-11-9 0,0 0 0,1-1 0,-1 1 0,1-1 0,0 1 0,-1-1 0,1 0 0,0 0 0,0 0 0,0 0 0,0 0 0,0 0 0,3 1 0,14 8 0,31 20 0,-26-18 0,-23-8 0,1 0 0,-1 0 0,0 0 0,0 0 0,-1 0 0,1 1 0,-1-1 0,0 0 0,0 1 0,-1-1 0,0 5 0,1 1 0,-1-9 0,1 0 0,0-1 0,-1 1 0,1 0 0,-1 0 0,1 0 0,-1 0 0,1-1 0,-1 1 0,0 0 0,1-1 0,-1 1 0,0 0 0,1-1 0,-1 1 0,0-1 0,0 1 0,0-1 0,0 1 0,1-1 0,-3 1 0,-13 10 0,15-10 0,0 0 0,0 0 0,-1 0 0,1 0 0,-1 0 0,1 0 0,-1 0 0,1-1 0,-1 1 0,1-1 0,-1 1 0,0-1 0,1 1 0,-1-1 0,-2 0 0,-9 3 0,5 4 0,-9 1 0,-6 5 0,-1 1 0,6-8 0,0-1 0,-1 0 0,1-2 0,-30 2 0,6 2 0,-10 2 0,-42 1 0,25-20-459,62 1-4450,5 5 3506,-5 0 376,-7-7-6614,12-18-339,2 16 4147,0-1-1586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7:53.88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49 133 3105,'0'-1'119,"0"1"-1,0-1 0,0 1 0,0-1 0,0 0 0,0 1 0,0-1 0,0 1 0,0-1 0,0 1 0,0-1 0,-1 1 1,1-1-1,0 1 0,0-1 0,-1 1 0,1-1 0,0 1 0,0-1 0,-1 1 0,1 0 0,-1-1 0,1 1 1,0 0-1,-1-1 0,1 1 0,-1 0 0,1-1 0,-1 1 0,1 0 0,-1 0 0,1-1 0,-1 1 0,0 0 0,1 0-27,-1 0-1,1 0 1,-1 0-1,1-1 1,-1 1-1,1 0 1,0 0-1,-1 0 1,1-1-1,-1 1 1,1 0-1,0-1 1,-1 1-1,1 0 0,0-1 1,-1 1-1,1 0 1,0-1-1,0 1 1,-1-1-1,1 1 1,0 0-1,0-1 1,0 1-1,-1-1 1,1 1-1,0-1 1,0 1-1,0-1 0,0 1 1,0-1-1,0 1 1,0-1-1,0 0 1,0 1-49,0-1 0,0 1 0,0-1 0,0 0 1,0 1-1,0-1 0,0 1 0,0-1 0,0 0 1,-1 1-1,1-1 0,0 1 0,0-1 0,-1 0 0,1 1 1,0-1-1,-1 1 0,1-1 0,0 1 0,-1 0 0,1-1 1,-1 1-1,1-1 0,-1 1 0,1 0 0,-1-1 0,1 1 1,-1 0-1,1-1 0,-1 1 0,0 0 0,1 0 1,-1 0-1,0 0 0,0-1 60,0 1 1,0 0-1,0 0 1,1-1-1,-1 1 1,0 0-1,0-1 1,1 1-1,-1-1 1,0 1-1,1-1 1,-1 1-1,0-1 1,1 1-1,-1-1 1,1 0-1,-1 1 1,1-1-1,-1 0 1,1 1-1,0-1 1,-1 0-1,1 0 1,-1-12 11058,1 13-11068,0 0 0,0-1 0,0 1 0,-1 0 1,1 0-1,0-1 0,0 1 0,0 0 0,0 0 0,0-1 0,0 1 0,0 0 0,0-1 0,0 1 0,0 0 0,0-1 0,0 1 0,0 0 0,0 0 0,0-1 0,0 1 0,0 0 0,0 0 0,0-1 0,1 1 0,-1 0 0,0 0 0,0-1 0,0 1 0,0 0 0,1 0 1,-1-1-1,0 1 0,0 0 0,1 0 0,-1 0 0,0 0 0,0-1 0,0 1 0,1 0 0,-1 0 0,0 0 0,1 0 0,-1 0 0,0 0 0,1 0 0,11-1 630,0-1 0,-1 0 0,23-7 0,-30 8-723,0 0 0,1 0 0,-1 1 0,1-1 0,0 1 0,-1 0 0,9 1 0,18-2 0,153-21 0,-173 20 0,0 0 0,1 1 0,-1 0 0,0 1 0,21 2 0,5-1 0,32-11 0,-54 10 0,-20 1 0,-30 7 0,31-8-1879,-13 3-5502,16-3 6914,0 0-1,0 0 1,0 0 0,0 0 0,0 1-1,0-1 1,0 0 0,0 1 0,0-1 0,0 1-1,0-1 1,0 1 0,0-1 0,1 1 0,-1 0-1,0-1 1,0 1 0,0 0 0,1 0-1,-1 0 1,0 0 0,1-1 0,-2 3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41.1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29 132 1361,'1'-4'3807,"-1"3"-3714,0 0 0,0 0 0,0 1-1,0-1 1,0 0 0,0 0 0,0 0 0,0 0-1,0 1 1,0-1 0,0 0 0,0 0 0,-1 0-1,1 0 1,0 1 0,-1-1 0,1 0 0,0 0-1,-1 1 1,1-1 0,-1 0 0,1 1 0,-2-2-1,-9-3 640,1-3 650,8-19 1541,2-41 16219,4 80-18555,3-7-338,-6-5-235,0 1 0,1-1 0,-1 1 1,0 0-1,0 0 0,0 0 1,-1-1-1,1 1 0,0 0 1,0 0-1,0 0 0,-1 0 0,1 0 1,0 1-1,-1-1 0,1 0 1,-1 0-1,1 0 0,-1 0 1,0 1-1,1-1 0,-1 0 0,0 0 1,0 3-1,0-1-14,1 1 0,-1-1 0,1 0 0,-1 0 0,1 0 0,0 0 0,1 0 0,-1 0 0,0 0 0,1 0 0,0 0 0,-1 0 0,1-1 0,0 1 0,4 3 0,13 22 0,12 39 0,16 67 0,-37-114 0,8 13 0,-2 1 0,-1 1 0,-2 0 0,14 59 0,-23-77 0,1-1 0,1 0 0,1 0 0,0-1 0,9 15 0,-6-13 0,-2 0 0,0 1 0,7 20 0,-5 16 0,5 11 0,6-2 0,23 119 0,-39-158 0,3 60 0,-6-78 0,3 10 0,-1 0 0,0 1 0,-1 0 0,0 0 0,-1 24 0,-2 177 0,0-217 0,0 1 0,0 0 0,0 0 0,-1 0 0,1-1 0,-1 1 0,1 0 0,-1-1 0,1 1 0,-1 0 0,0-1 0,0 1 0,0-1 0,0 1 0,0-1 0,0 1 0,-1-1 0,1 0 0,0 1 0,-3 1 0,-1 1 0,3 1 0,1 0 0,0-1 0,0 1 0,0 0 0,0 0 0,1 0 0,0 0 0,0 0 0,0 0 0,1 0 0,0 0 0,0 0 0,3 8 0,3-11 0,-7-2 0,1 0 0,0 0 0,-1 0 0,1 0 0,-1 0 0,1 0 0,0 0 0,-1 0 0,1 0 0,-1 0 0,1 0 0,-1 1 0,1-1 0,0 0 0,-1 0 0,1 1 0,-1-1 0,1 0 0,-1 1 0,1-1 0,-1 0 0,0 1 0,1-1 0,-1 1 0,1-1 0,-1 1 0,0-1 0,0 1 0,1-1 0,-1 1 0,0-1 0,0 1 0,1-1 0,-1 1 0,0 0 0,0-1 0,0 2 0,0-2-9,0 1-1,0-1 1,0 1 0,0-1-1,0 1 1,0-1 0,0 1 0,0-1-1,0 1 1,0 0 0,1-1-1,-1 1 1,0-1 0,0 1-1,0-1 1,1 1 0,-1-1-1,0 1 1,1-1 0,-1 0 0,0 1-1,1-1 1,-1 1 0,1-1-1,-1 0 1,0 1 0,1-1-1,-1 0 1,1 0 0,-1 1-1,1-1 1,-1 0 0,1 0 0,0 0-1,-1 1 1,1-1 0,-1 0-1,1 0 1,-1 0 0,1 0-1,-1 0 1,1 0 0,0 0-1,0-1 1,2 1-1978,3 1-1319,11-2 1476,-16 2 1703,-1-1 0,1 0 0,-1 0 0,1 0 0,-1 0 0,1 0 0,-1 0-1,1 0 1,-1 0 0,1 0 0,-1-1 0,1 1 0,-1 0 0,1 0 0,-1 0 0,1 0 0,-1-1 0,0 1 0,1 0 0,-1 0 0,1-1 0,-1 1 0,0 0 0,1-1 0,-1 1 0,0-1 0,1 1-1,-1 0 1,0-1 0,1 1 0,-1-1 0,0 1 0,0-1 0,1 0-4,-1 1 1,0-1-1,0 1 0,0-1 0,1 1 0,-1-1 1,0 1-1,0 0 0,1-1 0,-1 1 0,0-1 1,1 1-1,-1 0 0,1-1 0,-1 1 0,0 0 1,1 0-1,-1-1 0,1 1 0,-1 0 0,1 0 1,-1 0-1,1 0 0,-1-1 0,1 1 1,-1 0-1,1 0 0,-1 0 0,1 0 0,-1 0 1,1 0-1,-1 0 0,1 1 0,68-12-10279,-47 8 8364,5-10 301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41.80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101 324 1761,'-2'2'731,"0"0"1,-1 1 0,1-1-1,-1 0 1,0-1 0,1 1-1,-1 0 1,0-1-1,0 0 1,0 1 0,-6 0-1,5-1-786,2 1 198,-1-2 1,0 1 0,0 0-1,1 0 1,-1-1-1,0 0 1,0 1-1,0-1 1,0 0 0,0 0-1,1-1 1,-1 1-1,-3-1 1,1 0 63,-1 7 190,1 8 10326,4-14-10561,6 4-1472,-3-3 1507,0 0 0,1 0 0,-1-1 0,1 1 0,-1-1 0,1 1 0,-1-1 0,1 0-1,-1 0 1,1 0 0,0 0 0,-1 0 0,4-2 0,7 1 381,36 4 424,-31-2-682,-1 0 0,1-1 0,-1 0 0,1-2 0,17-3 0,30-6 1357,82-4 1,-31 4-1208,-64 6-463,53 2 0,-56 3-9,62-8 1,-62 2 1,60-1 0,86-4 0,-23-4 0,-151 14 0,-1 0 0,28-6 0,7 6 0,4 0 0,-58 2 0,0-1 0,0 0 0,1 0 0,-1 0 0,0 0 0,0 0 0,0 0 0,0-1 0,0 1 0,0 0 0,0 0 0,0-1 0,0 1 0,0-1 0,0 1 0,0-1 0,0 1 0,0-1 0,0 0 0,0 1 0,0-1 0,-1 0 0,1 0 0,0 0 0,-1 1 0,1-1 0,0 0 0,-1 0 0,2-2 0,-2 3 0,0-1 0,0 1 0,0-1 0,-1 1 0,1-1 0,0 1 0,0-1 0,0 1 0,0-1 0,0 1 0,0-1 0,-1 1 0,1-1 0,0 1 0,0 0 0,-1-1 0,1 1 0,0-1 0,-1 1 0,1 0 0,0-1 0,-1 1 0,1 0 0,-1 0 0,1-1 0,0 1 0,-1 0 0,1 0 0,-1-1 0,1 1 0,-1 0 0,1 0 0,-1 0 0,1 0 0,-1 0 0,1 0 0,0 0 0,-1 0 0,1 0 0,-2 0 0,2 0 0,-1 0 0,1 0 0,-1 0 0,0 0 0,1 0 0,-1 0 0,1 0 0,-1 0 0,1 0 0,-1-1 0,1 1 0,-1 0 0,0 0 0,1-1 0,-1 1 0,1 0 0,0 0 0,-1-1 0,1 1 0,-1-1 0,1 1 0,-1 0 0,1-1 0,0 1 0,-1-1 0,1 1 0,0-1 0,0 1 0,-1-1 0,1 1 0,0-1 0,0 1 0,0-1 0,-1 0 0,1 1 0,0-1 0,0 1 0,0-1 0,0 1 0,0-1 0,0 0 0,0-2 0,0 1 0,-1 0 0,1-1 0,-1 1 0,0 0 0,0 0 0,0 0 0,0-1 0,0 1 0,0 0 0,0 0 0,-1 0 0,1 1 0,-1-1 0,1 0 0,-1 0 0,0 1 0,0-1 0,-2 0 0,1-1 0,0 1 0,0-1 0,1 0 0,-1 1 0,1-1 0,0 0 0,-1-1 0,-1-3 0,1 1 0,-1 0 0,0 0 0,-1 1 0,1-1 0,-7-5 0,-17-23 0,25 29 0,0 0 0,-1 0 0,1 1 0,-1-1 0,0 1 0,0 0 0,-8-5 0,-6-6 0,-31-8 0,39 19 0,26 7 0,-15-3 0,-1 0 0,1 0 0,0 1 0,0-1 0,0 0 0,0 1 0,0-1 0,0 1 0,-1-1 0,1 1 0,0-1 0,0 1 0,-1 0 0,1-1 0,0 1 0,-1 0 0,1 0 0,-1-1 0,1 1 0,0 1 0,8 8 0,3-7 0,-10-3 0,1 1 0,-1-1 0,0 1 0,0-1 0,1 1 0,-1 0 0,0 0 0,0 0 0,0 0 0,0 0 0,0 0 0,3 3 0,0 0 0,-1 0 0,0 0 0,0 0 0,0 1 0,-1-1 0,1 1 0,-1 0 0,0 0 0,0 0 0,-1 0 0,0 1 0,3 6 0,-5-10 0,0 0 0,0 0 0,0-1 0,1 1 0,-1 0 0,1 0 0,-1-1 0,1 1 0,0 0 0,0-1 0,0 1 0,0 0 0,0-1 0,0 1 0,0-1 0,0 0 0,0 1 0,1-1 0,-1 0 0,2 2 0,2 1 0,-4-4 0,-1 1 0,1 0 0,0-1 0,-1 1 0,1 0 0,-1 0 0,1-1 0,-1 1 0,1 0 0,-1 0 0,0 0 0,1 0 0,-1-1 0,0 1 0,0 0 0,1 0 0,-1 0 0,0 0 0,0 0 0,0 0 0,0 0 0,0 0 0,0 0 0,-1 0 0,1-1 0,0 1 0,0 0 0,-1 0 0,1 0 0,-1 1 0,-17 20 0,12-16 0,-12 32 0,17-33 0,-1 0 0,0-1 0,0 1 0,0 0 0,-1-1 0,0 0 0,1 1 0,-2-1 0,1 0 0,-5 4 0,-32 25 0,21-17 0,-39 25 0,9-9 0,3-5 0,11-5 0,15-8 0,-24 4 0,37-15 0,-1 0 0,0 0 0,1 0 0,-13 8 0,-23 3-11552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44.28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22 1777,'1'-1'480,"-1"0"1,0 1-1,0-1 0,0 0 1,0 0-1,0 0 0,0 0 1,0 0-1,0 1 0,0-1 1,0 0-1,0 0 0,-1 0 1,1 0-1,0 1 0,-1-1 1,1 0-1,0 0 1,-2-1-1,2 2-361,0 0 0,-1 0 0,1-1 0,0 1 1,0 0-1,-1-1 0,1 1 0,0 0 0,-1 0 0,1 0 0,-1-1 1,1 1-1,0 0 0,-1 0 0,1 0 0,0 0 0,-1 0 0,1 0 1,-1 0-1,1 0 0,0 0 0,-1 0 0,1 0 0,-1 0 0,1 0 0,0 0 1,-1 0-1,1 0 0,-1 0 0,1 1 0,0-1 0,-1 0 0,1 0 1,0 0-1,-1 1 0,1-1 0,-1 1 0,0 18 3783,1-9-4050,0-2 929,1 0 0,0 0 0,0 0 0,5 15 0,-4-15-95,0 0 1,0 0-1,-1 1 0,1 15 1,-2-1 491,-1-9-545,1 0 0,1 0 0,0-1 0,3 15 0,3 0-2,-3-12-472,0 1-1,-1-1 0,0 1 0,0 19 0,-2-7-158,2-1 0,1 0 0,2 0 0,13 41 0,-9-32 0,9 52 0,-11-37 0,2 0 0,2 0 0,3-1 0,1-1 0,3 0 0,26 47 0,-39-84 0,0 2 0,-1-1 0,0 1 0,-1 0 0,2 17 0,14 49 0,19 26-6712,-30-77-1164,-9-29 7663,1 0 0,-1 0-1,0 0 1,0 0 0,1 1-1,-1-1 1,0 0 0,1 0-1,-1 0 1,1 0 0,-1 0-1,1 0 1,0-1 0,-1 1-1,1 0 1,0 0 0,0 0-1,0 0 1,0-1 0,-1 1-1,1 0 1,0-1 0,0 1-1,2 0 1,2 10-6921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44.9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50 748 4962,'-23'-36'8581,"4"6"-3665,18 29-4812,0-1 0,0 1 0,0 0 0,1-1 0,-1 1 0,0-1 1,1 0-1,0 1 0,-1-1 0,1 1 0,0-1 0,-1 0 0,1 1 0,0-1 0,0 0 0,1 1 0,-1-1 0,0 1 0,0-1 0,1 0 0,-1 1 0,1-1 0,-1 1 0,1-1 1,0 1-1,0-1 0,0 1 0,0 0 0,0-1 0,1 0 0,2-3-89,0 1 1,0-1 0,1 1-1,-1 0 1,1 1-1,10-7 1,57-21 85,-24 12-82,-32 13-13,1 0-1,0 1 1,0 0 0,31-3-1,31-7 186,233-51 951,-114 31-450,-18 6-61,723-145 1922,-430 111 2126,-283 43-3742,-96 9-937,173-18 0,61-2 0,53-3 0,477 23 0,-470 47 0,-271-22 0,20 4 0,0 6 0,184 56 0,-254-57 0,0 3 0,-2 2 0,112 68 0,-147-74 0,-1 2 0,-2 0 0,0 2 0,31 39 0,-36-40 0,-2 1 0,-2 2 0,0 0 0,-2 1 0,-1 1 0,-1 0 0,13 43 0,34 70 0,-50-122 0,-6-12 0,0 0 0,0 1 0,-1-1 0,0 1 0,4 19 0,14 66 0,-14-71 0,-2 1 0,-1-1 0,-1 1 0,1 35 0,-5-40 0,0 0 0,-2 0 0,0-1 0,-1 1 0,-11 33 0,11-44 0,0-1 0,-1 0 0,0 0 0,-1 0 0,0 0 0,0-1 0,0 0 0,-1 0 0,0 0 0,-1-1 0,1 0 0,-1 0 0,0 0 0,-1-1 0,-7 4 0,-159 72 0,90-45 0,59-26 0,0-1 0,-37 8 0,-21 7 0,-40 14 0,32-13 0,-531 130 0,294-80 0,-299 71 0,86-35 0,118-34 0,37-6 0,-328 56 0,32-30 0,678-97 0,-115 10 0,0-5 0,-121-10 0,209 1 0,1-1 0,0-1 0,-43-15 0,70 20-252,0 0 0,1 0 0,-1-1 0,0 1 0,1-1 0,-1 1 0,1-1 0,-1 0 0,1 0 0,0 0 0,0 0 0,0 0 0,0 0 0,0-1 0,0 1 0,1-1 0,-1 1 0,1-1 0,0 0 0,0 1 0,-1-4 0,0-3-1371,0 0 0,1-1 0,1 1 0,-1 0-1,2-12 1,0-1-811,-1-15-4100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45.80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145 198 864,'0'-1'372,"1"0"-1,-1 0 0,0 0 1,0 0-1,0-1 0,0 1 0,-1 0 1,1 0-1,0 0 0,0 0 0,-1 0 1,1 0-1,0-1 0,-1 1 1,1 0-1,-1 0 0,0 0 0,1 0 1,-1 1-1,0-1 0,-1-1 1,-23-1 2865,8 4-2578,13-1-448,0 1-1,0-1 1,0 1 0,-1 0 0,1 0 0,0 1 0,0-1 0,1 1 0,-1 0 0,0 0 0,1 0 0,-1 0 0,1 1 0,-1 0 0,1-1 0,0 1 0,0 0 0,0 1 0,1-1 0,-1 0-1,1 1 1,0-1 0,0 1 0,0 0 0,0 0 0,1 0 0,-1 0 0,0 7 0,0 19 1737,1-22-1478,0 1 1,0-1-1,1 1 0,0-1 1,1 1-1,0-1 1,0 1-1,5 14 1,0-11 3,0-1 0,-1 1 0,5 19 0,-8-25-322,1-1 0,0 0-1,0 0 1,0 0 0,0-1-1,1 1 1,0-1-1,0 1 1,0-1 0,1 0-1,-1-1 1,10 7-1,19 17 816,-27-18-787,1 0 0,1-1 1,-1 0-1,1-1 1,1 0-1,-1 0 0,1-1 1,0 0-1,1 0 0,-1-1 1,1 0-1,0-1 0,0 0 1,15 3-1,-11-4-180,0 0 0,-1-1 0,1 0 0,0-2 0,0 1 0,0-2 0,0 0 0,0 0 0,25-7 0,-36 7 0,62-25 0,-61 25 0,-1-1 0,1 0 0,-1 0 0,0-1 0,0 1 0,0-1 0,0 1 0,0-1 0,0 0 0,-1 0 0,0 0 0,1-1 0,1-4 0,-3 7 0,0-1 0,0 0 0,0 1 0,0-1 0,0 1 0,0-1 0,0 1 0,0 0 0,1 0 0,-1-1 0,1 1 0,-1 0 0,3-1 0,-3 1 0,-1 1 0,1 0 0,0-1 0,0 0 0,0 1 0,-1-1 0,1 1 0,0-1 0,-1 0 0,1 0 0,0 1 0,-1-1 0,1 0 0,-1 0 0,0 0 0,1 1 0,-1-1 0,1 0 0,-1 0 0,0 0 0,0 0 0,0 0 0,1 0 0,-1 0 0,0 0 0,-1-2 0,2 1 0,-1 0 0,0 0 0,0 0 0,1 1 0,-1-1 0,1 0 0,0 0 0,0 0 0,-1 0 0,1 1 0,0-1 0,0 0 0,1 1 0,-1-1 0,2-1 0,-2 1 0,1 0 0,-1 1 0,1-1 0,-1 0 0,0 0 0,0 0 0,0 0 0,0 0 0,0 0 0,-1 0 0,1 0 0,-1-1 0,1 1 0,-1 0 0,1-4 0,0-39 0,1 30 0,-1-1 0,-1 1 0,0-1 0,-1 1 0,-1 0 0,-4-19 0,-49-74 0,47 94 0,-1 1 0,0 0 0,-1 1 0,0 0 0,-1 1 0,-21-18 0,25 22 0,-1 1 0,0-1 0,0 1 0,0 1 0,-1 0 0,0 0 0,0 0 0,0 1 0,0 1 0,-1-1 0,0 2 0,1-1 0,-1 1 0,0 1 0,0 0 0,0 0 0,0 1 0,0 0 0,0 1 0,-1 0 0,2 0 0,-1 1 0,0 1 0,0 0 0,1 0 0,-11 5 0,15-5 0,1 0 0,0 0 0,1 0 0,-1 0 0,0 0 0,1 1 0,0 0 0,0 0 0,0 0 0,-5 8 0,-17 21 0,22-31 0,1 1 0,-1 0 0,1 0 0,-1 0 0,1 0 0,0 1 0,0-1 0,1 0 0,-1 1 0,1-1 0,0 1 0,0 0 0,0 0 0,0-1 0,0 1 0,1 0 0,0 0 0,0 0 0,0-1 0,0 1 0,1 5 0,-1 6 0,0-6 4,0-6-54,-1 1 0,1 0 0,0 0 0,0 0 0,0 0 0,0 0 0,1 0 0,-1 0 0,1 0 0,0 0 0,1 0 0,-1 0 0,0-1 0,1 1 0,0 0 0,0-1 0,0 0 0,1 1 0,-1-1 0,6 6 0,16 10-3287,-17-12 2089,0-1-1,0 0 0,1-1 1,0 0-1,0 0 0,1-1 1,11 5-1,119 30-11175,-109-36 9740,14-3-555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46.1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20 181 1281,'0'-61'13432,"0"61"-13248,-1-1 0,1 1 0,-1 0 0,1 0 0,-1 0 0,1-1 0,-1 1 0,1 0 0,-1 0 0,1 0 0,-1 0 0,1 0 0,-1 0 0,0 0 0,1 0 0,-1 0 0,1 0 0,-1 0 0,1 1 0,-1-1 0,1 0 0,-1 0 0,1 0 0,-1 1 0,1-1 0,0 0 0,-1 1 0,1-1-1,-1 0 1,1 1 0,0-1 0,-1 0 0,1 1 0,0-1 0,-1 1 0,1-1 0,0 1 0,-1-1 0,1 1 0,0-1 0,0 1 0,0-1 0,0 1 0,0-1 0,-1 2 0,1 2 106,0 1 0,0-1-1,0 1 1,0-1 0,1 1 0,0-1 0,0 1 0,0-1 0,1 1-1,-1-1 1,1 0 0,0 0 0,3 5 0,3 20 894,-4-24-1089,0-1-1,0 0 1,0 0-1,1-1 1,0 1-1,-1-1 1,1 0-1,1 0 1,-1-1-1,0 1 1,9 2-1,11 17 442,-15-21-452,-1 1 0,1-1 0,-1 0 0,1-1 0,15-2 0,7 1-107,-27 0 22,1-1-1,-1 0 1,0 0 0,0-1 0,-1 1 0,1-1 0,0 0 0,-1 0 0,0-1 0,0 1-1,0-1 1,0 0 0,0 0 0,-1 0 0,1-1 0,-1 1 0,-1-1 0,1 0 0,0 1-1,-1-1 1,0-1 0,0 1 0,1-7 0,-3 8 7,0-1-1,1 1 1,0 0-1,0-1 1,0 1 0,0 0-1,3-5 1,-2 5-11,0-1 1,-1 1-1,0 0 0,0 0 1,0-1-1,0 1 1,-1-6-1,0-98 2073,1 108-2066,-1 0 1,0-1 0,0 1-1,0 0 1,0 0 0,0-1-1,0 1 1,0 0 0,0 0-1,1-1 1,-1 1 0,0 0-1,0 0 1,0-1 0,0 1-1,0 0 1,0 0 0,-1-1-1,1 1 1,0 0 0,0 0-1,0-1 1,0 1 0,0 0-1,0 0 1,0 0 0,0-1-1,-1 1 1,1 0 0,0 0-1,0 0 1,0-1 0,0 1-1,-1 0 1,1 0 0,0 0-1,0 0 1,0-1 0,-1 1-1,1 0 1,0 0 0,0 0-1,-1 0 1,1 0 0,0 0-1,0 0 1,-1 0 0,1 0-1,0 0 1,0 0 0,-1 0-1,1 0 1,0 0 0,0 0-1,-1 0 1,1 0 0,0 0-1,0 0 1,-1 0 0,1 0-1,0 0 1,0 1 0,-1-1-1,1 0 1,0 0 0,0 0-1,0 0 1,-1 1 0,1-1-1,-1 1-4,0 0 0,0 0-1,1 0 1,-1 0 0,0 1-1,0-1 1,1 0 0,-1 0-1,1 1 1,-1-1 0,1 0-1,-1 1 1,1-1 0,0 0-1,0 3 1,8 32 2,-6-32 0,0 0 0,0 1 0,-1 0 0,0-1 0,0 1 0,0 0 0,-1 7 0,0 4 0,-1-9 0,1 0 0,0 0 0,0 0 0,1 0 0,0 0 0,3 12 0,2-3 0,-3-8 0,1 1 0,-2-1 0,1 1 0,-1 0 0,-1 0 0,2 16 0,-2 3 0,2-1 0,1 1 0,1 0 0,2-1 0,18 50 0,22 86 0,-20-60 0,-10-36 0,-16-60 0,1 1 0,-1 0 0,0-1 0,-1 15 0,4 21 0,4-17 86,-5-17-203,0 0 0,0 0-1,-1 1 1,0-1 0,-1 1 0,0 15 0,-1-14-1495,0 24-6223,0-10-3148,0-11 5959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46.59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154 485 2497,'0'-1'358,"1"-1"1,-1 1-1,0-1 0,0 1 0,0-1 0,0 1 0,-1-1 1,1 1-1,0-1 0,-1 1 0,1-1 0,-1 1 1,1 0-1,-1-1 0,0 1 0,1 0 0,-1-1 1,0 1-1,0 0 0,0 0 0,0 0 0,0-1 0,0 1 1,0 0-1,-2-1 0,-5-5 651,7 7-863,0-1 0,1 1 0,-1-1 0,0 0 0,1 1-1,-1-1 1,1 0 0,-1 0 0,1 0 0,-1 1 0,1-1 0,0 0 0,-1 0-1,1 0 1,0 0 0,0 0 0,0 0 0,-1 1 0,1-1 0,0 0-1,0 0 1,0 0 0,0 0 0,1 0 0,-1 0 0,0 0 0,0 0 0,1-1-1,16-21 2334,-4 5-456,-13 15-1809,1 1 0,-1 0 0,1 0-1,-1 0 1,1 0 0,0 0 0,-1 0 0,1 0 0,0 0-1,0 0 1,1 0 0,-1 1 0,0-1 0,1 0 0,-1 1-1,1-1 1,-1 1 0,1 0 0,0-1 0,-1 1-1,1 0 1,0 0 0,0 0 0,0 0 0,2-1 0,-1 1 46,1-1 1,-1 0 0,0 0 0,0 0 0,-1 0 0,1-1 0,5-4-1,10-17 461,37-35-1,-54 58-716,-1 1 1,1-1-1,-1 0 0,1 1 1,-1-1-1,1 0 0,-1 0 0,0 1 1,1-1-1,-1 0 0,0 0 1,0 0-1,1 1 0,-1-1 1,0 0-1,0 0 0,0 0 0,0 0 1,0-1-1,2-10 51,0 7 84,1-1 0,-1 1 0,0-1 0,0 1 0,-1-1 0,0 0 0,0 0 0,0 0 0,-1 1 0,0-1 0,0 0-1,0 0 1,-3-10 0,-4 5-88,6 11-51,0-1 0,0 0-1,1 0 1,-1 0-1,0 0 1,1 0 0,-1 1-1,1-1 1,-1 0-1,1 0 1,0 0-1,-1-1 1,1 1 0,0 0-1,0 0 1,0 0-1,0 0 1,0 0-1,0-1 1,-2-3 0,1 1 0,-1 0 0,1 0 0,-1 0 0,0 0 0,-1 0 0,1 0 0,-1 0 0,0 1 0,0-1 0,0 1 0,0 0 0,0 0 0,-1 0 0,0 0 0,1 1 0,-1-1 0,0 1 0,0 0 0,0 0 0,-1 1 0,1-1 0,0 1 0,-1 0 0,1 0 0,0 0 0,-6 0 0,0 2 0,-1 1 0,1 0 0,0 0 0,-1 1 0,1 0 0,0 1 0,0 0 0,1 1 0,-18 11 0,-8 13 0,26-20 0,8-8 0,0 0 0,1 0 0,-1 0 0,0 1 0,1-1 0,-1 0 0,1 0 0,0 0 0,-1 1 0,1-1 0,0 0 0,0 0 0,-1 1 0,1-1 0,0 0 0,1 3 0,-4 13 0,-3-10 0,4-5 0,0 0 0,1 0 0,-1 0 0,0 0 0,1 0 0,-1 0 0,1 0 0,0 1 0,-1-1 0,1 1 0,0-1 0,1 1 0,-1-1 0,0 1 0,1-1 0,-1 1 0,1 0 0,0-1 0,0 1 0,0 0 0,0-1 0,0 1 0,1-1 0,-1 1 0,1 0 0,0-1 0,0 1 0,0-1 0,2 4 0,47 72 0,-27-37 0,-21-35 0,1 0 0,0 0 0,0 0 0,0-1 0,7 8 0,9 8-45,0-1-1,2-1 1,0-1 0,39 25-1,-51-39-1045,0 0-1,0 0 1,1-1-1,-1 0 0,1 0 1,-1-1-1,1 0 1,0-1-1,17 0 1,5-2-5570,54-10 1,-49 5 4628,-28 5 1437,-1-1 0,1-1 0,-1 0 1,0 0-1,0 0 0,9-6 0,-16 9 563,41-16-1996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47.1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284 261 224,'4'-6'220,"0"0"0,-1 0 0,0 0 0,-1 0 0,1 0 0,-1-1 0,-1 1 0,2-7 0,1-55 5679,-4 60-5081,-2 2-277,1 0 1,0 0-1,-1 1 0,0-1 0,-1 0 0,1 1 0,-1-1 0,0 1 0,-1 0 0,1 0 0,-1 0 0,0 0 0,0 1 0,0-1 0,-1 1 0,0 0 0,0 0 0,0 1 0,-7-4 0,-6 0 1485,14 5-1665,1 0-1,-1 0 1,-1 0-1,1 1 1,0 0 0,0 0-1,0 0 1,-1 1-1,1-1 1,0 1 0,-1 0-1,1 0 1,0 0-1,-1 1 1,1 0-1,-5 1 1,-3 3 325,0 0 0,0 1 0,0 0 0,0 1 0,1 1 0,-14 12 0,22-18-673,0 0-10,-1 1-1,1 0 1,0 0 0,0 0-1,0 0 1,0 0 0,1 0 0,-1 1-1,1-1 1,0 1 0,0 0-1,0 0 1,1 0 0,-1 0-1,1 0 1,0 0 0,0 0 0,0 0-1,0 8 1,0 22-3,0-15 0,1 0 0,0 0 0,5 32 0,42 82 0,-45-129 0,0 0 0,0 0 0,0 0 0,0 0 0,1-1 0,0 1 0,-1-1 0,1 1 0,1-1 0,-1 0 0,0 0 0,1 0 0,3 2 0,26 26 0,-6-9 0,-26-21 0,0 0 0,1 0 0,-1-1 0,0 1 0,0 0 0,0-1 0,1 1 0,-1-1 0,0 1 0,0-1 0,1 0 0,-1 1 0,0-1 0,1 0 0,-1 0 0,1 0 0,-1 0 0,0 0 0,1 0 0,-1-1 0,0 1 0,1 0 0,1-1 0,23-27 0,-25 26 0,0 0 0,0 0 0,0 0 0,0 0 0,0 0 0,-1 0 0,1 0 0,-1 0 0,1 0 0,-1 0 0,0 0 0,0-1 0,0 1 0,0 0 0,0 0 0,-1 0 0,0-4 0,0-9 0,1-304 0,-1 312 0,1 15 0,4 18 0,8-10 0,-2 1 0,0 1 0,0 0 0,7 23 0,30 80 0,-44-115 0,-1 1 0,1-1 0,0 1 0,1-1 0,-1 0 0,6 6 0,-8-11 7,-1 0 0,1 1 0,0-1 0,-1 0 0,1 1 0,-1-1 0,1 1 0,-1-1 0,1 1 0,-1-1-1,0 1 1,0-1 0,0 1 0,0-1 0,0 1 0,0-1 0,0 1 0,-1-1 0,1 0 0,-1 2 0,1-2-35,0 0-1,-1 0 1,1-1 0,0 1 0,0 0-1,0 0 1,-1 0 0,1 0-1,0-1 1,0 1 0,0 0-1,0 0 1,1 0 0,-1 0 0,0-1-1,0 1 1,0 0 0,1 0-1,-1 0 1,0-1 0,1 1 0,-1 0-1,1-1 1,-1 1 0,2 1-1,-2-2-238,0 1 0,0-1 0,1 1 0,-1-1 0,0 0-1,1 1 1,-1-1 0,0 1 0,1-1 0,-1 0 0,1 1-1,-1-1 1,1 0 0,-1 0 0,1 1 0,-1-1-1,1 0 1,-1 0 0,1 0 0,-1 0 0,1 1 0,-1-1-1,1 0 1,-1 0 0,1 0 0,-1 0 0,1 0 0,0 0-1,-1 0 1,1-1 0,0 1 0,0-18-13428,-2-1 7040,6 0 8046,4 5-2117,-8 12 608,1 0 0,-1 0 0,1 0 1,-1-1-1,0 1 0,0 0 0,0-1 0,0 1 0,0-1 0,0 1 0,-1-1 0,1 0 1,-1 1-1,0-1 0,0-3 0,1-2-79,0-1 0,1 1 0,0-1 0,0 1 0,1 0 0,5-11 0,5-17-270,-12 32 463,0 0-1,1 1 1,0-1 0,0 1 0,0 0-1,0-1 1,1 1 0,-1 0 0,5-3 0,8-13 88,-14 18-78,0-3 98,0 1-1,0 0 1,1 0-1,0 0 1,-1 1-1,1-1 1,0 0-1,0 1 1,1-1-1,-1 1 1,0 0-1,1 0 1,0 0-1,-1 0 1,1 0-1,0 0 1,0 1-1,0-1 1,5-1-1,-5 2 309,0 1 0,1-1-1,-1 1 1,0 0 0,1 0 0,-1 0-1,0 0 1,1 0 0,-1 1 0,1-1-1,-1 1 1,0 0 0,0 0 0,0 0-1,1 1 1,-1-1 0,0 1-1,-1 0 1,4 2 0,-2-2-104,0 2 0,0-1 1,0 0-1,0 1 0,-1-1 0,0 1 0,0 0 1,0 0-1,0 0 0,0 1 0,3 7 1,6 22 1323,18 61 3294,-22-22 1329,-8-69-5889,0 1-1,1-1 1,0 0-1,0 0 1,0 0-1,0 0 0,1 0 1,0 0-1,3 5 1,-3-5-163,0-1 1,-1 1 0,1 0-1,0 0 1,-1 0 0,0 0-1,0 1 1,0-1-1,0 7 1,-1 2-204,-2 25 0,2-37 0,0 0 0,0-1 0,0 1 0,-1-1 0,1 1 0,0 0 0,0-1 0,-1 1 0,1-1 0,0 1 0,-1-1 0,1 1 0,0-1 0,-1 1 0,1-1 0,-1 1 0,1-1 0,-1 0 0,1 1 0,-1-1 0,1 0 0,-1 1 0,1-1 0,-1 0 0,0 0 0,1 1 0,-1-1 0,1 0 0,-1 0 0,0 0 0,1 0 0,-1 0 0,0 0 0,1 0 0,-1 0 0,1 0 0,-1 0 0,0 0 0,1 0 0,-1-1 0,1 1 0,-1 0 0,0 0 0,0-1 0,0-3 0,0 1 0,-1-1 0,1 0 0,1 1 0,-1-1 0,1 0 0,-1 0 0,1 0 0,0 0 0,0 1 0,2-9 0,-1 3 0,-1-195-1892,0 201 1243,0 0-1,0 1 0,0-1 0,1 1 0,0-1 0,-1 0 0,1 1 0,0-1 0,0 1 0,0 0 0,0-1 0,1 1 0,-1 0 0,3-4 0,5-7-2807,-4-13-3887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48.00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141 459 1745,'-5'3'1048,"0"0"-1,0-1 1,0 0 0,-1 0 0,1 0 0,0 0 0,-1-1 0,-6 1-1,-7 3 563,12-4-852,0 0 0,0 0 0,1 0 0,-1-1 0,-11-1 0,2 0 6763,37 1-3687,141-13 210,-28 1-4001,24-4-51,444-47 8,-276 35 0,51 5 0,-36 4 0,245-20 0,-406 29 0,244-21 0,-71-7 0,-337 36 0,12-1 0,1-1 0,-1-1 0,32-10 0,-21 6 0,-34 9 0,1-1 0,0 0 0,-1 0 0,1-1 0,-1 1 0,1-1 0,-1 0 0,1-1 0,-1 1 0,0-1 0,0 0 0,-1 0 0,7-6 0,-10 7 0,0-1 0,0 0 0,0 1 0,0-1 0,-1 0 0,1 0 0,-1 0 0,0 0 0,0 0 0,0 0 0,0 1 0,0-1 0,-1 0 0,1 0 0,-1 0 0,0 0 0,0 1 0,0-1 0,0 0 0,0 1 0,0-1 0,-1 1 0,1-1 0,-1 1 0,0 0 0,0-1 0,-4-3 0,-91-34 0,92 37 0,10 8 0,22 21 0,12 3 0,-8 22 0,-29-48 0,0 0 0,0 0 0,0 0 0,0 0 0,-1 0 0,1 0 0,-1 1 0,0-1 0,0 0 0,0 1 0,1 4 0,4 15 0,4-5 0,-8-16 0,-1 0 0,1 1 0,-1-1 0,0 0 0,0 1 0,0-1 0,0 1 0,0-1 0,0 1 0,-1-1 0,1 1 0,-1-1 0,0 6 0,9 27 0,-8-31 0,1-1 0,-1 0 0,0 1 0,0-1 0,0 1 0,0 0 0,-1-1 0,0 1 0,1 0 0,-1-1 0,-1 1 0,0 7 0,-19 43-283,11-43-566,-9 16-8010,1-10-671,-10-6-3700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48.42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2849,'1'1'170,"1"0"0,-1 0 0,0 0 0,1 0 0,-1 0 0,0 0 0,0 0 0,0 0 0,0 1 0,0-1 0,0 1 0,0-1-1,-1 0 1,1 1 0,0-1 0,-1 1 0,1 0 0,-1-1 0,1 1 0,-1-1 0,0 1 0,0 0 0,0-1 0,0 1 0,0 0 0,0-1 0,-1 4-1,1-2 26,0 1-1,0 0 0,0-1 1,0 1-1,1-1 0,-1 1 1,1 0-1,2 6 0,9 22 1516,-2 0 0,-1 1 0,7 51 1,9 41 3134,-9-51-1832,9 118 0,-23-176-2789,0 70 889,3 13-177,15 41-279,3 187-1,-23-142-777,0-70-1318,0-37-3180,0-12-2759,0 1-4146,0-53 8896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49.1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79 604 7267,'-13'-13'4291,"2"-1"0,-18-26 0,11 15-2602,17 23-1645,0 1 1,0-1 0,0 0-1,1 0 1,-1 0-1,0 1 1,1-1 0,-1 0-1,1 0 1,0 0-1,0 0 1,0 0 0,0 0-1,0 0 1,0 0 0,0 1-1,0-1 1,1 0-1,-1 0 1,1 0 0,-1 0-1,1 0 1,0 1 0,0-1-1,0 0 1,0 1-1,0-1 1,0 0 0,0 1-1,1-1 1,-1 1-1,0 0 1,1 0 0,-1-1-1,1 1 1,-1 0 0,1 0-1,0 0 1,3-1-1,22-12 720,1 2-1,0 0 1,0 2-1,59-12 1,127-10 4170,-151 25-4532,92-13-402,240-25 0,918-57 0,-1218 95 0,153-15 0,185-11 0,102-8 0,-114 6 0,-318 28 0,99-4 0,-142 5 0,-53 4 0,0 0 0,1 1 0,-1 0 0,1 1 0,-1 0 0,0 0 0,1 0 0,14 4 0,-21-2 0,0 0 0,0 1 0,-1-1 0,1 1 0,0-1 0,-1 1 0,0 0 0,1-1 0,-1 1 0,0-1 0,0 1 0,-1 0 0,1-1 0,0 1 0,-1-1 0,0 1 0,1-1 0,-3 5 0,-1 0 0,1-1 0,0 0 0,0 1 0,0 0 0,1-1 0,0 1 0,0 0 0,1 0 0,0 0 0,0 0 0,1 0 0,0 0 0,1 12 0,-2 10 0,0-18 0,0 0 0,1 0 0,1 1 0,0-1 0,0 0 0,4 14 0,1-7 0,-2-8 0,-1 1 0,0-1 0,-1 1 0,0 0 0,0-1 0,-1 13 0,8 61 0,-5-62 0,-1 1 0,0 24 0,-4-20 0,0-12 0,1 0 0,1 0 0,0 0 0,4 19 0,3-5 0,-4-16 0,-1 0 0,0 1 0,-1-1 0,1 26 0,-4-12 0,1-13 0,-1-1 0,2 1 0,-1 0 0,6 23 0,1-12 0,-2 0 0,0 0 0,-2 1 0,0 47 0,-3 142 0,0-202 0,-2-1 0,1 1 0,-2-1 0,-5 20 0,4-21 0,1 0 0,1 1 0,0 0 0,-1 17 0,3-20 0,-1 0 0,0 0 0,-1 0 0,0-1 0,0 1 0,-4 8 0,3-10 0,0 1 0,1 0 0,0 0 0,1 0 0,-2 15 0,2-14 0,0-1 0,0 1 0,-1-1 0,0 0 0,0 0 0,-1 0 0,0 0 0,-1 0 0,-6 11 0,-11 27 0,19-41 0,-1 0 0,0-1 0,0 1 0,0-1 0,0 1 0,-1-1 0,-6 6 0,-18 26 0,27-34 0,-1 1 0,1-1 0,0 1 0,-1-1 0,1 0 0,-1 0 0,0 1 0,0-1 0,0 0 0,0 0 0,0-1 0,0 1 0,-1 0 0,1-1 0,-1 1 0,1-1 0,-1 0 0,1 0 0,-4 1 0,-28 17 0,26-13 0,0 1 0,-1-1 0,1-1 0,-1 0 0,0 0 0,-1 0 0,1-1 0,-16 4 0,-26 6 0,-18 7 0,0-4 0,-125 16 0,32-11 0,-34-8 0,-199 17 0,243-23 0,-144-1 0,71-3 0,-177-7 0,141-3 0,-70-10 0,87 6 0,13-6 0,153 5 0,75 12-5,0-1 0,0-1 1,0 1-1,0 0 0,1-1 0,-1 1 0,0-1 1,0 0-1,1 0 0,-1 0 0,0 0 0,1-1 1,-1 1-1,-2-3 0,36-7-13652,-18 6 10656,18-7-2098,13 1 420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49.49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328 55 3233,'-17'-16'4871,"14"12"-4268,0 1-1,0 0 1,0 0 0,-1 0-1,1 1 1,-1-1 0,0 1 0,1 0-1,-1 0 1,0 0 0,0 0-1,0 1 1,-1 0 0,1 0 0,0 0-1,0 0 1,-9 0 0,6 0-113,0 1-1,0 0 1,1 0 0,-1 0 0,0 1 0,1 0 0,-1 0 0,0 1-1,1 0 1,0 0 0,-1 0 0,1 1 0,0 0 0,0 0-1,0 1 1,1-1 0,-7 6 0,2 0-267,1 1-1,-1 0 1,1 1-1,1-1 1,0 2-1,1-1 1,0 1-1,1 0 1,0 1-1,1-1 1,0 1-1,-3 13 1,2 7 303,1 0 0,2 0 0,1 55 0,3-75-526,0-1 0,0 0 0,2 0 0,-1 0 0,1 0 0,1 0 0,8 17 0,45 76 0,-27-53 0,-20-37 0,1-1 0,1 0 0,0-1 0,0 0 0,2 0 0,-1-2 0,1 0 0,1 0 0,0-1 0,21 10 0,-28-17 0,-1 1 0,1-1 0,0-1 0,-1 0 0,1 0 0,11 1 0,18 4 0,-29-6 0,0 0 0,1-1 0,-1-1 0,0 1 0,0-1 0,0-1 0,0 1 0,0-1 0,0-1 0,0 1 0,-1-1 0,1-1 0,-1 0 0,0 0 0,0 0 0,0-1 0,0 1 0,-1-2 0,9-8 0,-5 5 0,-1 0 0,0 0 0,-1-1 0,0 0 0,0-1 0,-1 1 0,-1-1 0,0-1 0,0 1 0,-1-1 0,-1 0 0,5-16 0,-2-88 0,3 83 0,-8 27 0,0-1 0,0 1 0,0-1 0,-1 0 0,0 0 0,0 0 0,-1 1 0,1-1 0,-2 0 0,-1-14 0,-24-98 0,23 108 11,0 0-1,-1 0 1,0 1 0,0-1-1,-1 1 1,-1 0-1,0 0 1,0 0 0,-1 1-1,0 0 1,0 0 0,-1 1-1,0 0 1,-1 0-1,0 1 1,-13-8 0,5 3-124,-2 2 0,1 0 0,-1 1 0,-1 0 0,0 2 0,0 0 0,-36-6 0,34 11-3450,-1 0 0,-33 3 0,17 0-1947,-8-1-1067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02.63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22 1 4034,'-2'-1'6047,"-11"4"-5232,11 2-611,1-1 1,0 1 0,0 0 0,0 0 0,1-1 0,-1 1-1,1 0 1,0 0 0,1 0 0,1 6 0,-1 9 933,-2 38 1160,-1-14 174,8 68 1,-2-81-1709,1 3 603,1 49-1,-3-41 247,12 77-1,-1-30-117,-10-62-788,13 47 0,1 2 43,-5 48-266,-9-75-360,1-1 0,24 92 0,-18-99-124,-1 1 0,6 80 0,-1-7 0,-6-73 0,-5-22 0,0 0 0,-1 0 0,0 26 0,-3 473-11984,0-514 11208,1 1 0,0-1 0,-1 0 0,2 0 0,-1 0 1,4 10-1,4 23-3792,-9-38 4465,0 1 0,0-1 1,0 1-1,0 0 1,0-1-1,0 1 1,0-1-1,1 1 0,-1 0 1,0-1-1,0 1 1,1-1-1,-1 1 1,0-1-1,1 1 0,-1-1 1,0 1-1,1-1 1,-1 1-1,1-1 1,-1 1-1,1-1 0,-1 0 1,1 1-1,-1-1 1,1 0-1,-1 1 0,1-1 1,0 0-1,-1 0 1,1 0-1,-1 1 1,1-1-1,0 0 0,-1 0 1,1 0-1,-1 0 1,1 0-1,0 0 1,-1 0-1,1 0 0,0 0 1,-1-1-1,1 1 1,-1 0-1,1 0 1,0-1-1,9 1-2574,6 0-394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03.1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125 670 3906,'-18'-23'5170,"17"21"-5017,1 1 0,-1 0-1,0 0 1,1-1-1,-1 1 1,0 0-1,0 0 1,0 0 0,0 0-1,0 0 1,0 0-1,0 1 1,0-1-1,0 0 1,0 0 0,0 1-1,-1-1 1,1 1-1,0-1 1,-1 1-1,1-1 1,0 1 0,-1 0-1,1 0 1,-2-1-1,-7-2 405,0 0 1,0-1-1,0-1 0,0 1 0,-15-12 0,25 16-536,0 0-1,-1-1 0,1 1 1,0-1-1,0 1 1,0-1-1,-1 1 0,1 0 1,0-1-1,0 1 1,0-1-1,0 1 0,0-1 1,0 1-1,0-1 1,0 1-1,0-1 0,0 1 1,0 0-1,0-1 1,0 1-1,0-1 0,1 1 1,-1-1-1,0 1 1,0-1-1,0 1 0,1 0 1,-1-1-1,0 1 1,1 0-1,-1-1 0,0 1 1,1 0-1,-1-1 1,0 1-1,1 0 1,-1 0-1,0-1 0,1 1 1,-1 0-1,1 0 1,-1 0-1,1-1 0,-1 1 1,0 0-1,2 0 1,17-7 725,83-25 2270,-10 2-1291,526-126 5321,-463 121-6018,172-17-1,-73 16-737,599-71 112,-753 97-393,282-13-9,-53 5-16,238-20-1102,-159 24-2294,-169-1 2486,-140 15 755,-57 0 5379,-45 13-4661,-2-9-547,-4 7 0,7 16 0,3-7 0,-1-11 0,1 1 0,-2 0 0,1 0 0,-1-1 0,-4 15 0,0-6 0,0 0 0,0 1 0,2-1 0,0 1 0,2-1 0,0 33 0,1 606 0,2-617 0,10 61 0,-6-62 0,2 60 0,8 266 0,-10-261 0,-7 107 0,-1-76 0,2 122-486,-1-247-601,1 0 0,-2 0-1,1 1 1,-6 15-1,-1-3-3455,-1 0 0,-13 23-1,20-43 4046,0-1 0,0 0-1,0 0 1,0 0 0,0-1 0,0 1-1,0 0 1,-1-1 0,1 1 0,-5 1 0,-4 4-1383,6 4-1043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03.58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1070 348 7716,'-61'7'4272,"-157"18"4936,-2 4-6217,-200 57-2521,366-69-116,43-13 39,0 0 0,0 0 0,-1-2 0,0 1 0,1-1 0,-14 0 0,22-2 306,6 0-470,1 0 1,-1 0-1,0 0 0,1 0 0,-1 0 1,0-1-1,1 1 0,-1-1 1,5-2-1,29-5 1120,286-60-685,-167 37-664,694-113 0,-520 105 0,336-26 0,-47 9 0,-235 30 0,-259 16 0,55-7 0,-63 6 0,-82 9 0,49-9 0,-75 9 0,0 1 0,0 0 0,0 1 0,13 0 0,-7 1 0,4-3-532,-20-4-827,-27-6-2431,19 8 2164,0 0-3184,-2 5 3266,3 0 273,-86-12-9806,52 11 7953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06.8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141 70 1297,'-4'0'2193,"1"0"-1883,0-1 0,0 1 0,0 0 0,0-1 0,0 0 0,0 0 0,0 0 0,1 0 0,-1 0 1,0 0-1,1-1 0,-3-1 0,4 2-212,0 0 1,0 1-1,0-1 1,0 1-1,0-1 1,0 1 0,0-1-1,0 1 1,0 0-1,0 0 1,0-1-1,0 1 1,0 0-1,0 0 1,0 0-1,0 0 1,0 0-1,0 0 1,0 0 0,-1 1-1,-3-1 223,-32-16 6712,27 10-6660,5 4 3602,5 0-3770,0 1 0,-1 0 0,1 0-1,0 0 1,0 0 0,0-1-1,0 1 1,0 0 0,0 0-1,0 0 1,0-1 0,1 1 0,-1 0-1,0 0 1,1 0 0,-1 0-1,1 0 1,-1-1 0,1 1-1,0 0 1,0-1 0,15 2 1965,-32 0-1395,11 0-751,-9 0-12406,10 13 1356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09.3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29 194 272,'0'0'851,"0"0"-697,0-1 0,0 1 0,1-1 0,-1 1 0,0-1 0,0 1 0,0-1 0,0 1 0,0-1 0,0 1 1,0-1-1,0 1 0,0-1 0,0 1 0,0-1 0,0 1 0,0-1 0,-1 1 0,1-1 0,0 1 0,0-1 0,0 1 0,-1-1 0,1 1 0,0-1 0,0 1 0,-1 0 0,1-1 0,-1 1 0,1 0 0,0-1 0,-1 1 0,0-1 0,0 1-93,0 0-1,0 1 1,1-1 0,-1 0-1,0 0 1,0 0-1,0 0 1,0-1 0,0 1-1,0 0 1,1 0-1,-1 0 1,0-1 0,0 1-1,0-1 1,1 1-1,-1 0 1,0-1 0,0 1-1,1-1 1,-1 1-1,0-1 1,1 0 0,-2 0-1,0-29 2970,2 26-2815,0 3-188,0 1 1,0-1-1,0 1 1,0-1-1,0 1 1,0-1-1,0 1 0,0-1 1,0 1-1,0-1 1,1 1-1,-1 0 1,0-1-1,0 1 1,1-1-1,-1 1 1,0 0-1,1-1 0,-1 1 1,0-1-1,1 1 1,-1 0-1,1 0 1,-1-1-1,0 1 1,1 0-1,-1 0 1,1-1-1,-1 1 1,1 0-1,-1 0 0,1 0 1,-1 0-1,1 0 1,-1 0-1,1-1 1,-1 1-1,1 1 1,0-1-1,0 0 11,-1 0 0,1 0-1,-1 0 1,1 0 0,-1 0 0,1 0-1,-1 0 1,1-1 0,0 1 0,-1 0-1,1 0 1,-1 0 0,1 0 0,-1-1 0,1 1-1,-1 0 1,1-1 0,-1 1 0,0 0-1,1-1 1,-1 1 0,1-1 0,-1 1-1,0 0 1,1-1 0,-1 1 0,0-1-1,0 1 1,1-1 0,-1 1 0,0-1-1,0 1 1,0-1 0,1 1 0,-1-1-1,0 0 1,0 1 0,0-1 0,0 1 0,0-2-1,0 1 56,0 0-1,0 0 1,0 0 0,1-1-1,-1 1 1,0 0-1,1 0 1,-1 0-1,1 0 1,0 0-1,-1 0 1,1 0-1,0 0 1,-1 0 0,1 0-1,0 0 1,0 0-1,0 0 1,0 1-1,0-1 1,0 0-1,0 1 1,0-1 0,0 0-1,0 1 1,0 0-1,0-1 1,1 1-1,-1 0 1,0-1-1,0 1 1,2 0-1,-1 0 77,-1-1 0,1 1 0,0-1 0,-1 1 0,1-1 0,0 0 0,-1 0 0,1 0 0,-1 0 0,1 0 0,-1 0 0,3-2 0,-1 0 94,1 0 1,0 0-1,-1 0 1,1 0-1,0 1 1,1 0-1,-1 0 1,0 0-1,1 0 1,-1 1-1,10-2 1,18-9 984,-18 6-731,1 1 1,-1 0-1,1 1 1,24-4-1,-34 7-472,0 1-1,1-1 0,-1 1 0,0-1 0,0 1 1,0 1-1,0-1 0,0 1 0,0 0 0,0 0 1,0 0-1,0 1 0,0 0 0,-1 0 0,9 4 1,-3 5 130,0 0 0,-1 1 0,0 0 0,-1 0 0,0 1 0,-1 0 0,5 14 0,-10-17-140,0-1 0,-1 1 0,0 0 0,0 0 0,-1 0 0,-2 10 0,2 2 38,0-17-69,0-1 1,-1 1 0,1-1 0,-1 1 0,0-1-1,0 1 1,0-1 0,-1 1 0,1-1 0,-5 8-1,-11 30 208,12-21 142,-1-1 0,-1 0 0,-1 0 0,-1-1 0,-20 36-1,8-24-35,-33 45 722,49-69-967,-1 0 0,0-1-1,0 0 1,0 0 0,-1 0 0,0-1-1,-11 7 1,7-7-73,1 1 0,1 1 0,-1 0 0,1 0 0,-11 12 0,11-10 0,0-1 0,-1 0 0,-20 13 0,-20 15 0,49-36 0,-16 5 0,17-5 0,0 0 0,0 0 0,-1 0 0,1 0 0,0 0 0,0 0 0,-1 0 0,1 0 0,0 0 0,0 0 0,0 0 0,-1 0 0,1 0 0,0 0 0,0 1 0,0-1 0,0 0 0,-1 0 0,1 0 0,0 0 0,0 0 0,0 1 0,0-1 0,0 0 0,0 0 0,-1 0 0,1 1 0,0-1 0,0 0 0,0 0 0,0 0 0,0 1 0,0-1 0,0 0 0,0 0 0,0 0 0,0 1 0,0-1 0,0 0 0,0 0 0,0 1 0,0-1 0,0 0 0,0 0 0,0 0 0,0 1 0,0-1 0,1 0 0,-1 0 0,0 0 0,0 1 0,0-1 0,0 0 0,0 0 0,0 0 0,1 0 0,-1 0 0,0 1 0,0-1 0,0 0 0,1 0 0,-1 0 0,0 0 0,0 0 0,0 0 0,1 0 0,-1 0 0,0 1 0,2-1 0,0 0 0,0 1 0,0-1 0,0 0 0,-1 0 0,1 0 0,0 0 0,0 0 0,0-1 0,0 1 0,0 0 0,-1-1 0,1 0 0,0 1 0,0-1 0,-1 0 0,1 0 0,0 0 0,2-2 0,31-10 0,4 5 0,1-2 0,56-21 0,7-2 0,-66 21 0,45-9 0,-77 20-136,0 0-1,0-1 1,0 1-1,0-1 1,0-1-1,-1 1 1,7-5 0,20-7-2625,-16 11-8,0-1 1,0 0 0,-1-1 0,1-1 0,-1 0 0,14-9 0,-2 3-1344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09.99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53 2657,'1'-1'348,"-1"-1"0,0 1 1,-1 0-1,1-1 0,0 1 0,0 0 0,0 0 0,-1-1 0,1 1 1,-1 0-1,1 0 0,-1 0 0,1 0 0,-1 0 0,0-1 0,1 1 0,-1 0 1,0 1-1,0-1 0,-2-2 0,-4-11 2855,-6 6-1707,2 5-1370,7 1 165,4 37 3631,0 43 1891,0 38-1792,0-110-3890,1-1-1,0 0 1,0 0 0,0 1-1,1-1 1,-1 0 0,6 9 0,-5-10-17,0 1 1,0 0 0,0 0 0,-1 1-1,1-1 1,-1 0 0,1 11-1,-3-8-35,1 0-1,0 0 0,1 1 0,-1-1 0,2 0 0,-1 0 1,1 1-1,0-1 0,6 12 0,-6 7 80,-3-26-148,1 0-1,0 0 0,0 1 0,0-1 1,-1 0-1,1 1 0,0-1 0,0 0 1,1 0-1,-1 1 0,0-1 0,0 0 1,1 0-1,-1 1 0,0-1 0,1 0 1,0 0-1,-1 0 0,1 0 0,-1 0 0,1 1 1,1 0-1,2 1 4,-3-2 14,1 0-1,-1 1 0,1-1 1,-1 1-1,1-1 1,-1 1-1,0-1 1,0 1-1,0 0 0,0-1 1,0 1-1,0 0 1,0 0-1,-1 0 0,1 0 1,-1 0-1,1-1 1,-1 1-1,1 2 1,-1-1 125,0-30-35,0-215-117,9 180 0,-6 48 0,-1 1 0,0-1 0,0-16 0,-2 30 0,0-1 0,1 0 0,-1 0 0,0 0 0,0 0 0,0 0 0,1 0 0,-1 0 0,1 0 0,-1 0 0,0 0 0,1 1 0,0-1 0,-1 0 0,1 0 0,-1 0 0,1 1 0,0-1 0,0 0 0,-1 1 0,1-1 0,0 1 0,0-1 0,0 1 0,0-1 0,0 1 0,8-6 0,-8 5 0,-1 0 0,1 0 0,0 0 0,0 0 0,0 0 0,1 0 0,-1 0 0,0 1 0,0-1 0,0 0 0,1 1 0,-1-1 0,0 1 0,1-1 0,-1 1 0,0 0 0,1-1 0,1 1 0,20 16 0,-14-7 0,35 59 0,-40-62 0,0 0 0,0 0 0,-1 0 0,0 0 0,0 0 0,3 9 0,14 26 0,-11-26 0,-1 1 0,-1 0 0,7 19 0,16 30 0,-29-64 0,0 1 0,0-1 0,0 0 0,-1 0 0,1 1 0,-1-1 0,1 1 0,-1-1 0,1 0 0,-1 1 0,0-1 0,0 1 0,0-1 0,0 1 0,0-1 0,0 3 0,1 9 0,15 11 0,-12-31 0,0 3 0,-2 3 0,0-1 0,-1 1 0,1-1 0,-1 1 0,1-1 0,-1 0 0,0 0 0,0 0 0,1 1 0,-1-1 0,-1 0 0,1 0 0,0-1 0,0 1 0,-1 0 0,1 0 0,-1 0 0,0 0 0,1-1 0,-1 1 0,0 0 0,0 0 0,-1-3 0,1-17 0,0 0 0,2 1 0,0-1 0,10-36 0,-11 51 0,0 1 0,0 0 0,0-1 0,-1 1 0,0-1 0,-1-12 0,0 14 0,1 1 0,0-1 0,0 0 0,0 1 0,0-1 0,1 0 0,-1 1 0,1-1 0,2-5 0,8-9 0,-10 17 0,1 0 0,-1 0 0,1 0 0,-1-1 0,0 1 0,0 0 0,0-1 0,-1 1 0,1-1 0,0 1 0,-1-1 0,0 1 0,1-4 0,-1 1 0,0 1 0,1-1 0,-1 1 0,1 0 0,0-1 0,1 1 0,-1 0 0,1 0 0,-1 0 0,1 0 0,1 0 0,-1 0 0,3-4 0,-3 5 0,8-19 0,-9 21 0,-1 0 0,0 0 0,0 0 0,1 1 0,-1-1 0,0 0 0,1 0 0,-1 1 0,1-1 0,-1 0 0,1 1 0,-1-1 0,1 0 0,0 1 0,-1-1 0,1 1 0,0-1 0,-1 1 0,1-1 0,0 1 0,0 0 0,0-1 0,-1 1 0,1 0 0,0-1 0,0 1 0,1 0 0,1 0 0,-1 0 0,0 1 0,1-1 0,-1 0 0,0 1 0,0 0 0,0 0 0,0 0 0,1 0 0,-1 0 0,0 0 0,0 0 0,-1 0 0,1 1 0,0-1 0,0 1 0,-1 0 0,1-1 0,-1 1 0,1 0 0,-1 0 0,1 2 0,22 19 0,-17-17 0,-1 0 0,0 0 0,0 0 0,-1 1 0,0 0 0,0 0 0,0 1 0,-1 0 0,0-1 0,4 14 0,-5-14 0,-2 6 0,-1-12 0,0 1 0,0-1 0,0 0 0,0 1 0,0-1 0,0 1 0,0-1 0,1 0 0,-1 1 0,0-1 0,1 0 0,-1 1 0,1-1 0,0 0 0,-1 0 0,1 0 0,1 2 0,2 3 0,-1 0 0,0 1 0,0-1 0,-1 1 0,1 0 0,-1-1 0,-1 1 0,1 0 0,-1 0 0,-1 0 0,1 0 0,-1 0 0,0 0 0,-2 7 0,21 77-2473,-18-86 1418,0 0 1,0 1-1,0-1 0,1 0 1,0 0-1,0 0 1,0 0-1,1-1 0,-1 1 1,1-1-1,4 6 1,10 18-5361,-17-26 6113,1-1 1,-1 1 0,1-1-1,0 0 1,-1 1-1,1-1 1,0 0-1,0 1 1,0-1 0,0 0-1,0 0 1,0 0-1,0 0 1,0 0-1,0 0 1,1 0-1,-1 0 1,0 0 0,1 0-1,-1-1 1,1 1-1,1 0 1,-2 0-15,4 0-3643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10.7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67 306 720,'4'-9'812,"1"0"0,-1 0 1,-1-1-1,0 1 0,0-1 0,-1 0 0,0 0 0,0 0 0,-1 0 0,-1 0 0,0 0 0,-1-14 0,1 6 229,0 16-901,0 0 0,-1-1 1,1 1-1,0 0 1,-1 0-1,0 0 1,1 0-1,-1 0 1,0 0-1,0 0 0,0 0 1,0 0-1,-1 0 1,1 0-1,-3-2 1,3 3 6,0-1 1,-1 0-1,1 1 1,0-1-1,0 0 1,0 1-1,0-1 1,0 0-1,0 0 1,1 0-1,-1 0 1,1 0-1,-1 0 1,1 0 0,0-3-1,0 2 366,0 0 0,0 0 0,0-1 0,0 1 0,0 0 0,-1 0 0,1 0 0,-1 0 0,0 0 0,0 0 0,0 0 0,-1 0 0,1 0 0,-1 0 0,1 0 0,-4-3 0,5 5-164,-1 0 0,1 0-1,-1 0 1,0 0 0,1 0-1,-1 0 1,0 0 0,0 1-1,0-1 1,1 0-1,-1 0 1,0 1 0,0-1-1,0 1 1,0-1 0,0 1-1,0-1 1,-2 0 0,-7 1-411,6 0 529,1 15-376,1-13-91,0 1 0,0 0 0,1-1 0,-1 1 0,1 0 0,0 0 0,-1 0 0,2 0 0,-1 0 0,0 0 0,0 0 0,1 0 0,0 0 0,0 1 0,0-1 0,0 3 0,0 195 0,2-182 0,0 0 0,1 0 0,1 0 0,1-1 0,11 29 0,2 10 0,-16-51 0,1-1 0,-1 1 0,1 0 0,0-1 0,0 1 0,6 5 0,5 12 0,-5-1 0,-7-15 0,1 1 0,-1-2 0,1 1 0,1 0 0,0-1 0,0 1 0,0-1 0,0 0 0,7 6 0,0-2 0,-4-3 0,1 0 0,0 0 0,1-1 0,9 6 0,-15-11 0,0 1 0,0-1 0,0 0 0,0 0 0,0 0 0,0 0 0,0-1 0,1 1 0,-1-1 0,0 0 0,0 0 0,1 0 0,-1 0 0,0-1 0,0 1 0,1-1 0,3-1 0,-5 1 0,-1 0 0,1 0 0,-1 0 0,0 0 0,1 0 0,-1 0 0,0-1 0,0 1 0,1 0 0,-1-1 0,0 1 0,0 0 0,0-1 0,-1 0 0,1 1 0,0-1 0,-1 1 0,1-1 0,-1 0 0,1 0 0,-1 1 0,0-1 0,0 0 0,0-2 0,0-54 0,-2 32 0,4 1 0,-1 18 0,-1 0 0,0 1 0,0-1 0,0 0 0,-1 0 0,1 1 0,-5-14 0,-3-5 0,6 18 0,0 0 0,0 0 0,-1 0 0,0 0 0,-1 0 0,1 0 0,-1 1 0,-7-9 0,8 11 0,0 0 0,0 0 0,0 0 0,1-1 0,0 1 0,0-1 0,0 1 0,-1-6 0,1 5 0,1 1 0,-1-1 0,0 1 0,0 0 0,0 0 0,0 0 0,-1 0 0,0 0 0,-3-4 0,1 3 0,1 0 0,0-1 0,0 1 0,0-1 0,1 0 0,0 0 0,0 0 0,0 0 0,1 0 0,0-1 0,-2-8 0,1-5 0,1-1 0,1-33 0,1 52 0,0 0 0,0 1 0,0-1 0,0 0 0,1 1 0,-1-1 0,1 0 0,-1 1 0,1-1 0,-1 1 0,1-1 0,0 1 0,0-1 0,0 1 0,0 0 0,0-1 0,0 1 0,0 0 0,1 0 0,-1 0 0,0 0 0,1 0 0,-1 0 0,0 0 0,1 0 0,-1 0 0,1 1 0,0-1 0,-1 0 0,1 1 0,-1 0 0,1-1 0,0 1 0,-1 0 0,1 0 0,0 0 0,-1 0 0,1 0 0,0 0 0,0 0 0,1 1 0,5 0 0,-1 0 0,0 1 0,0 0 0,0 0 0,0 0 0,-1 1 0,1 0 0,8 5 0,-4 1 0,0 0 0,0 2 0,-1-1 0,0 1 0,-1 0 0,-1 1 0,13 20 0,-19-26 0,1-1 0,-1 0 0,0 1 0,0 0 0,-1-1 0,2 12 0,10 31 0,-9-39 0,-1-1 0,0-1 0,0 1 0,0 1 0,-1-1 0,0 0 0,-1 0 0,0 1 0,0 9 0,18 74 0,-22-70 0,11-44 0,-4 15 0,-1 0 0,0 0 0,0-1 0,0 0 0,-1 1 0,0-1 0,0 0 0,-1 0 0,0 0 0,0 0 0,-1-1 0,0 1 0,-2-9 0,2 16 0,-1-44 0,-1 25 0,2 0 0,0 0 0,6-37 0,0 32 0,-2-1 0,-1 0 0,0-47 0,-3 69 0,0 1 0,1-1 0,0 1 0,-1-1 0,1 1 0,0 0 0,1-1 0,-1 1 0,1 0 0,-1 0 0,4-4 0,-4 5 0,-1 1 0,1 0 0,0 0 0,0 0 0,0 0 0,0 0 0,0 0 0,0 0 0,0 0 0,0 0 0,0 1 0,0-1 0,0 0 0,1 1 0,-1-1 0,0 1 0,1-1 0,-1 1 0,0 0 0,1-1 0,-1 1 0,0 0 0,1 0 0,-1 0 0,0 0 0,1 0 0,-1 0 0,0 0 0,2 1 0,-2 0 0,0-1 0,1 1 0,-1-1 0,0 1 0,-1 0 0,1-1 0,0 1 0,0 0 0,0 0 0,0 0 0,0 0 0,-1-1 0,1 1 0,0 0 0,-1 0 0,1 1 0,-1-1 0,1 1 0,11 17 0,-1-11 0,-9-6 0,1 1 0,0-1 0,0 0 0,-1 0 0,1 1 0,-1 0 0,0-1 0,0 1 0,0 0 0,3 5 0,-2 1 0,1-1 0,0-1 0,1 1 0,0-1 0,11 13 0,-11-13 0,1 0 0,-1 0 0,0 0 0,0 1 0,-1 0 0,0 0 0,6 16 0,29 44 0,-11 50 0,11-13 0,-23-70-251,-14-32 77,0 0-1,0 0 1,0 1-1,-1-1 1,0 0-1,0 0 1,0 1-1,0-1 1,0 1-1,0-1 0,-1 7 1,0-8-167,0 0 0,1 0 0,-1 0 1,0 0-1,1 0 0,-1 0 0,1 0 0,0 0 0,-1 0 1,1-1-1,0 1 0,0 0 0,0 0 0,1-1 1,-1 1-1,3 2 0,5 9-4331,-5 6-5901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10.89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86 213 2305,'-6'-10'1047,"0"0"0,0 0-1,1-1 1,0 0 0,1 0 0,0-1 0,1 1-1,1-1 1,-1 1 0,0-17 0,3 27-945,0-1 0,0 1 0,0-1 1,0 1-1,0 0 0,-1-1 1,1 1-1,-1-1 0,1 1 0,-1 0 1,1 0-1,-1-1 0,0 1 0,0 0 1,0 0-1,1 0 0,-1-1 1,0 1-1,0 0 0,-1 0 0,-1-1 1,2 2-4,0-1-1,0 0 1,0 0 0,1 1 0,-1-1 0,0 0 0,0 0 0,0 0 0,1 0 0,-1 0 0,1 0 0,-1 0-1,1 0 1,-1 0 0,1 0 0,-1 0 0,1 0 0,0-1 0,0 1 0,-1 0 0,1-2 0,-10-21 4493,17 36-3142,-6-11-1346,0 0 0,-1 0 0,1 1 0,-1-1 0,1 0 0,-1 0 0,1 0 0,-1 1 0,0-1 0,0 0 0,0 0 0,1 1 0,-1-1 0,0 0 0,-1 2 0,4 14 455,25 21 215,-22-32-712,-1 1 0,1 0 0,-1 0 1,-1 1-1,8 14 0,-5 0-15,-6-15-40,1-1 1,0 1-1,1-1 1,0 1-1,0-1 0,7 10 1,-3-7-244,1 1 0,-1-1 0,-1 1 0,0 1 0,-1-1 0,0 1 0,0 0 0,-1 0 0,0 0 1,-1 1-1,-1-1 0,0 1 0,1 14 0,-2-19-247,-1 0 1,1-1 0,1 1-1,-1-1 1,1 1-1,0-1 1,5 8-1,-5-10 133,0 0 0,0 0 0,-1 0 0,1 1 0,-1-1 0,0 0-1,0 1 1,0-1 0,-1 1 0,0-1 0,0 1 0,0-1 0,0 1-1,0-1 1,-1 0 0,0 1 0,-3 7 0,-6 7-1356,8-17 1430,1 0-1,0 0 0,-1 1 1,1-1-1,0 0 0,0 1 1,0-1-1,0 1 0,1-1 1,-1 1-1,1-1 1,-1 1-1,1 3 0,0-3-88,0 0 0,-1 0 0,1 0 0,-1 0 0,1 0 0,-1-1 0,0 1 0,0 0 0,0 0 0,-1 0 0,1-1 0,-1 1 0,1-1 0,-1 1-1,0-1 1,0 0 0,-3 4 0,-19 5-1745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11.3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19 537 1393,'0'-1'327,"0"-1"0,0 1 1,0-1-1,0 1 0,-1-1 1,1 1-1,-1-1 1,1 1-1,-1-1 0,1 1 1,-1 0-1,0-1 0,0 1 1,-1-2-1,1 1 214,-1 1 0,1-1 1,0 0-1,0 0 0,1 0 0,-1 1 0,0-1 0,0 0 0,1 0 1,-1 0-1,1 0 0,0 0 0,0 0 0,-1 0 0,2-2 1,-1 1-421,0 1 1,1-1 0,-1 1 0,1-1 0,0 1 0,0-1 0,0 1 0,0 0 0,1-1 0,-1 1 0,0 0 0,1 0 0,0 0 0,-1 0 0,1 0 0,0 1 0,0-1 0,0 0 0,0 1 0,0-1 0,0 1-1,1 0 1,2-1 0,13-7 172,0 1 1,26-6-1,28-13 688,-17-2-459,-30 17-428,-1-1 0,37-27 0,-60 39-88,1 0-1,-1 0 1,0 0-1,0 0 0,0-1 1,0 1-1,0 0 0,0-1 1,-1 1-1,1 0 1,0-1-1,-1 1 0,1-1 1,-1 0-1,1 1 1,-1-1-1,1-2 0,9-26 640,-8 27-608,1 1 132,-1-1 0,0 0 0,0 0 0,0 0-1,0 0 1,-1 0 0,1 0 0,-1 0 0,0-1 0,0 1 0,0 0 0,0-1 0,0 1 0,-1-1 0,0 1 0,0-1 0,0 1 0,0-1 0,0 1 0,-1-1-1,1 1 1,-1-1 0,-2-6 0,-9-11 959,8 16-536,0-1 1,1 1-1,-1-1 1,1 0 0,1 0-1,-1-1 1,1 1 0,0 0-1,-1-13 1,3 19-586,0-1-1,0 0 1,0 1 0,0-1-1,0 1 1,0-1 0,0 0-1,0 1 1,0-1-1,0 1 1,0-1 0,-1 0-1,1 1 1,0-1 0,0 1-1,-1-1 1,1 1 0,0-1-1,-1 1 1,1-1 0,0 1-1,-1-1 1,1 1 0,-1-1-1,1 1 1,-1 0 0,1-1-1,-1 1 1,1 0 0,-1-1-1,1 1 1,-1 0 0,1 0-1,-1-1 1,0 1 0,1 0-1,-1 0 1,1 0 0,-1 0-1,0 0 1,1 0 0,-2 0-1,2 0-8,-1 0-1,1 0 1,0 0-1,-1 0 1,1 0-1,-1 0 0,1 0 1,-1 0-1,1 0 1,-1 0-1,1 0 1,-1 0-1,1-1 1,0 1-1,-1 0 0,1 0 1,-1 0-1,1-1 1,0 1-1,-1 0 1,1-1-1,0 1 1,-1 0-1,1-1 0,0 1 1,-1 0-1,1-1 1,0 1-1,0-1 1,-1 1-1,1 0 1,0-1-1,0 1 0,0-1 1,0 1-1,0-1 1,0 1-1,0-1 1,0 1-1,0-1 1,0 0-1,0 1 2,0-1 0,0 1 0,0 0 0,0-1 0,0 1 0,1-1 0,-1 1 0,0-1 0,0 1 0,0 0 0,0-1 0,0 1 0,0-1 0,-1 1 0,1 0 0,0-1 0,0 1 0,0-1 0,0 1 0,0 0 0,-1-1 0,1 1 0,0-1 0,0 1 0,-1 0 0,1-1 0,0 1 0,0 0 0,-1 0 0,1-1 0,0 1 0,-1 0 0,1-1 0,0 1 0,-1 0 0,1 0 0,-1 0 0,1 0 0,0-1 0,-1 1 0,1 0 0,-1 0 0,1 0 0,0 0 0,-1 0 0,1 0 0,-1 0 0,1 0 0,-1 0 0,1 0 0,0 0 0,-1 0 0,1 1 0,-1-1 0,1 0 0,-1 0 0,0 1 0,1-1 0,-1 1 0,1-1 0,-1 1 0,1 0 0,-1-1 0,1 1 0,0 0 0,-1-1 0,1 1 0,0 0 0,-1-1 0,1 1 0,0 0 0,0-1 0,0 1 0,0 0 0,0 0 0,-1-1 0,1 1 0,1 0 0,-1 0 0,0-1 0,0 1 0,0 0 0,0 0 0,0-1 0,1 1 0,-1 0 0,0-1 0,1 1 0,-1 0 0,0-1 0,1 1 0,0 0 0,1 3 0,0-1 0,0 0 0,0 0 0,-1 1 0,0-1 0,1 1 0,-1-1 0,0 1 0,-1-1 0,1 1 0,0 0 0,-1-1 0,0 1 0,0 4 0,0-5 0,0 0 0,0 0 0,0 0 0,1 0 0,0 1 0,-1-1 0,1 0 0,1 0 0,-1 0 0,0-1 0,1 1 0,-1 0 0,1 0 0,0-1 0,0 1 0,3 3 0,-2-3 0,-1 0 0,1 1 0,-1 0 0,1-1 0,-1 1 0,0 0 0,0 0 0,1 7 0,1 3 0,-2-6 0,0-1 0,0 1 0,1-1 0,0 1 0,0-1 0,1 0 0,5 8 0,-5-8 0,0-1 0,0 2 0,-1-1 0,0 0 0,0 1 0,2 10 0,-3-9 0,1 1 0,1-1 0,-1 0 0,7 11 0,0-2 0,-1 2 0,-2-1 0,9 31 0,2-12 0,-17-35 0,1 0 0,0 0 0,-1 0 0,1 0 0,-1 0 0,0 0 0,0 0 0,0 0 0,-1 0 0,1 1 0,0 3 0,0-2 0,1 0 0,-1-1 0,1 1 0,1 0 0,-1-1 0,5 7 0,-7-16 0,-1 0 0,1 0 0,0 0 0,0-1 0,1 1 0,0 0 0,-1 0 0,4-8 0,-1 8 0,0 0 0,0 0 0,0-1 0,-1 1 0,0-1 0,0 1 0,0-1 0,-1 0 0,0 1 0,0-1 0,-1 0 0,1 0 0,-2-11 0,0-14 0,0 23 0,0 0 0,1-1 0,0 1 0,0 0 0,1-1 0,0 1 0,4-13 0,-2 10 0,1 0 0,-2-1 0,1 1 0,-2-1 0,1 0 0,-2 1 0,0-14 0,0 24 0,0 1 0,0-1 0,0 1 0,0-1 0,0 0 0,0 1 0,0-1 0,0 1 0,0-1 0,0 1 0,0-1 0,0 1 0,0-1 0,1 1 0,-1-1 0,0 0 0,0 1 0,1-1 0,-1 1 0,0 0 0,1-1 0,-1 1 0,0-1 0,1 1 0,-1 0 0,1-1 0,-1 1 0,1 0 0,-1-1 0,1 1 0,-1 0 0,1-1 0,-1 1 0,1 0 0,-1 0 0,1 0 0,-1 0 0,1 0 0,-1-1 0,1 1 0,0 0 0,-1 0 0,1 0 0,-1 1 0,1-1 0,-1 0 0,1 0 0,-1 0 0,1 0 0,-1 0 0,1 1 0,-1-1 0,1 0 0,-1 0 0,1 1 0,-1-1 0,1 0 0,-1 1 0,1-1 0,-1 1 0,0-1 0,1 0 0,0 2 0,1-1 0,-1 0 0,1 1 0,0 0 0,0-1 0,-1 1 0,1 0 0,-1 0 0,1 0 0,-1 0 0,0 0 0,0 0 0,0 0 0,0 0 0,0 1 0,-1-1 0,1 0 0,0 3 0,0 0 0,1-1 0,-1 1 0,1-1 0,0 0 0,0 1 0,0-1 0,1 0 0,-1 0 0,7 7 0,9 16 0,-2-3 0,-14-23 0,-1 0 0,0 1 0,1-1 0,-1 1 0,0-1 0,0 1 0,0-1 0,0 1 0,-1 0 0,1 0 0,0-1 0,-1 1 0,1 0 0,-1 0 0,1 0 0,-1 0 0,0 4 0,0-4 0,1 1 0,-1 0 0,1 0 0,0 0 0,0-1 0,0 1 0,0 0 0,0-1 0,0 1 0,1 0 0,-1-1 0,5 4 0,8 19 0,-10-16-343,-2-6-383,0 1-1,0 0 0,-1-1 0,0 1 0,0 0 0,0-1 0,0 1 0,-1 0 0,1 7 1,-1-10 443,0 0 1,0 0 0,0 0 0,0 0 0,1 1 0,-1-1 0,0 0-1,1 0 1,-1 0 0,1 0 0,-1 0 0,1 0 0,-1 0 0,1 0-1,0 0 1,-1 0 0,1 0 0,0 0 0,0 0 0,0 0 0,0-1-1,0 1 1,0 0 0,1 0 0,11 2-5868,-13 7-685,0-20 4343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11.51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113 42 3666,'0'-42'22733,"0"49"-18010,0 15-3209,0-20-1504,0 0 1,0 0-1,1 0 0,-1 0 0,1 0 1,-1 0-1,1 0 0,0-1 0,0 1 0,0 0 1,0 0-1,0-1 0,0 1 0,0-1 0,2 3 1,-1-3-13,-1 1-1,0 0 1,1 0 0,-1 0 0,0 0 0,0-1 0,0 1 0,0 1 0,0-1 0,0 0 0,-1 0 0,1 0 0,-1 0 0,0 1 0,1 2 0,0 6 2,0-1 0,1 1 0,0-1 0,1 1 0,1-1 0,-1 0 0,1 0 0,6 10 0,10 25 0,-19-41 0,2 2 0,0 0 0,-1 0 0,0 1 0,-1-1 0,1 1 0,-1-1 0,0 1 0,-1-1 0,0 1 0,0 0 0,0-1 0,-1 1 0,-2 10 0,2-13-18,0-1 1,-1 0-1,1 0 1,-1 0-1,0 0 1,0 0-1,0 0 1,0 0-1,0-1 1,-1 1-1,1-1 1,-1 1-1,1-1 0,-1 0 1,0 0-1,-5 2 1,-2 0-607,-1 0 0,1-1 0,-1 0 0,-15 1 0,-21-1-7337,0-3-1486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25.2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 1 3490,'0'0'8644,"-5"0"-7601,-18 0 18547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25.38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37 32767,'0'0'-1777,"0"-11"-2321,0-4-8868,0 4 5139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31.87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 1 2113,'0'0'6011,"-3"2"-5211,1-1-716,1 1-1,-1 0 0,1 0 1,-1 0-1,1 1 1,-1-1-1,1 0 1,0 1-1,0-1 1,0 0-1,1 1 1,-1-1-1,0 1 1,1-1-1,0 1 0,-1 0 1,1-1-1,0 4 1,1 63 1484,1-40-861,-5 68 1922,1-51-673,1 1 0,10 72 0,66 266 3993,-73-375-5898,0 0 0,1 0 1,1-1-1,6 14 0,8 26 99,-12-9-95,-4-28-33,-1-1-1,1 0 1,1 1-1,8 20 0,1-6 14,-6-14-42,0 1-1,-1-1 1,0 1-1,3 17 1,-3-4-87,0 1 1,15 38 0,9 39-1396,-15-48-61,-12-48 1089,0 0 0,-1 0 1,0 0-1,-1 16 0,2 12-1213,2-21 202,1 0 1,0 0-1,1 0 1,13 24-1,-16-24 59,-3-13 1231,-1-1 0,1 0 1,0 0-1,0 0 0,1 0 0,-1 1 1,0-1-1,0 0 0,0 0 0,1 0 1,-1 0-1,1 0 0,-1 0 1,1 0-1,-1 0 0,1 0 0,0 0 1,1 2-1,0-1-306,1 0-1,0-1 1,0 1 0,-1-1 0,1 0-1,0 1 1,0-1 0,0 0 0,1-1 0,-1 1-1,4 0 1,-4-1-1897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32.9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1 464 704,'0'5'8788,"0"-10"-8185,3 2-141,0 1-279,1-1 0,0 1 0,0 0 0,0 0 0,0 1 0,0-1 0,0 1 0,1 0 0,-1 0 0,0 0 0,6 0 0,25-6 718,-24 4-570,0 0 0,1 1 0,0 0 0,16 0 0,15-2 573,209-31 4152,-28 5-1986,-85 14-1857,-35 6-417,177-19 583,8 2-1072,-261 26-299,227-22 38,27-3 43,-69 10 40,79-10 117,-96 9 290,-82 9-2,362-29 2515,-312 20-2930,49 0-142,46 7 23,-96-1 0,-85 4 0,136-2 0,51-7 0,120 6 0,-378 10 0,36 0 0,0-1 0,70-11 0,-96 9 0,1 0 0,-1 2 0,0 0 0,1 1 0,18 3 0,13-1 0,92-2 0,-140 1 0,0-1 0,1 1 0,-1 0 0,0-1 0,1 1 0,-1 0 0,0 0 0,0 0 0,0 0 0,0 0 0,0 1 0,0-1 0,0 0 0,0 0 0,0 1 0,-1-1 0,1 0 0,0 1 0,-1-1 0,1 0 0,-1 1 0,0-1 0,1 1 0,-1-1 0,0 1 0,0-1 0,0 1 0,0-1 0,0 1 0,-1 1 0,1 70 0,-1-46 0,1-24 0,0 1 0,1-1 0,-1 0 0,1 1 0,0-1 0,0 0 0,0 0 0,0 0 0,1 1 0,-1-1 0,3 3 0,-2-3 0,0 0 0,0 1 0,0-1 0,-1 1 0,0 0 0,1-1 0,-2 1 0,1 0 0,0 0 0,-1 0 0,1 4 0,-3 49 0,0-29 0,2-1 0,1 1 0,5 37 0,0-41 0,-4-14 0,1 1 0,-1-1 0,-1 1 0,1 14 0,-2-16 0,1-1 0,0 1 0,1 0 0,0 0 0,5 14 0,-4-13 0,0 0 0,0 0 0,-1 0 0,0 0 0,0 20 0,-1-17 0,0-1 0,1 1 0,0-1 0,6 16 0,-5-15 0,1-1 0,-2 1 0,0 1 0,1 17 0,16 116 0,-19-135 0,2-1 0,-1 1 0,2-1 0,5 20 0,-4-21 0,-1 0 0,-1 0 0,0 1 0,1 16 0,-3-8 0,1 0 0,1 0 0,1 0 0,6 25 0,-7-31 0,0 0 0,-1 0 0,-1 0 0,0 0 0,-3 13 0,2-14 0,0-1 0,0 0 0,1 1 0,0-1 0,1 1 0,1-1 0,4 19 0,2-11 0,-5-13 0,-1 1 0,1-1 0,-1 1 0,-1-1 0,1 1 0,-1-1 0,1 12 0,-2 314 0,0-329 0,0 0 0,-1-1 0,1 1 0,-1 0 0,1 0 0,-1 0 0,0 0 0,0-1 0,0 1 0,0 0 0,-1-1 0,1 1 0,-4 3 0,4-4 0,-1 0 0,1 0 0,-1 1 0,1-1 0,0 1 0,0-1 0,0 1 0,0-1 0,0 1 0,1-1 0,-1 1 0,1 0 0,0 4 0,0 155 0,0-161-39,0-1 0,0 1 0,0-1 0,0 0 0,0 1 0,0-1 0,0 1 0,0-1-1,0 1 1,-1-1 0,1 1 0,0-1 0,0 0 0,0 1 0,0-1 0,-1 1 0,1-1 0,0 0 0,0 1 0,-1-1 0,1 0 0,0 1 0,-1-1 0,1 0 0,0 1 0,-1-1-1,1 0 1,0 0 0,-1 1 0,1-1 0,-1 0 0,1 0 0,0 0 0,-1 0 0,0 1 0,0-1-59,1 0 0,-1 0 0,1 0-1,-1 0 1,1 1 0,-1-1 0,1 0 0,-1 1 0,1-1 0,-1 0 0,1 1 0,-1-1-1,1 0 1,0 1 0,-1-1 0,1 1 0,0-1 0,-1 1 0,1-1 0,0 1-1,-1-1 1,1 1 0,0-1 0,0 1 0,0 0 0,0-1 0,-1 1 0,1-1 0,0 1-1,0 0 1,0-1 0,0 1 0,0-1 0,1 1 0,-1 0 0,-18 19-15901,-13-15 9107,5-5 2050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34.5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54 1297,'0'0'1752,"0"-15"2068,-1 13-3739,1 0-1,0 1 1,0-1-1,0 0 1,0 0-1,0 0 0,0 1 1,1-1-1,-1 0 1,1 0-1,-1 1 1,1-1-1,1-2 1,-2 4-51,1 0 1,-1 0-1,1 0 1,-1 0-1,1 0 0,-1 0 1,1 0-1,-1 0 1,1 0-1,-1 0 1,1 0-1,0-1 1,-1 1-1,1 0 1,-1 0-1,1 0 1,-1-1-1,1 1 1,-1 0-1,0-1 1,1 1-1,-1 0 0,1-1 1,-1 1-1,0 0 1,1-1-1,-1 1 1,0-1-1,1 1 1,-1-1-1,0 1 1,0-1-1,1 1 1,-1-1-1,0 1 1,0-1-1,0 0 1,21 0 1018,-11 4 5398,-9-3-6360,0 1-1,0-1 0,0 1 0,0 0 1,-1-1-1,1 1 0,0 0 1,-1-1-1,1 1 0,0 0 0,-1 0 1,1 0-1,-1-1 0,1 1 1,-1 0-1,0 0 0,1 0 0,-1 0 1,0 0-1,0 0 0,1 0 1,-1 0-1,0 0 0,0 0 0,0 0 1,0 2-1,0-1 33,0 0 0,0 0 1,0 0-1,0 0 0,1 0 0,-1 0 0,1 0 1,0 1-1,-1-2 0,1 1 0,0 0 0,2 3 0,0-1 15,-1 0 0,1 0 0,-1 0-1,1 1 1,-1 0 0,0-1 0,-1 1-1,1 0 1,-1 0 0,0 0 0,-1-1-1,1 1 1,-1 0 0,0 8 0,1-6 58,-1 0 0,1 0 1,1-1-1,-1 1 1,4 8-1,4 28 660,-10-16-151,1-19-507,-1-1 1,1 1-1,0 0 1,1 0-1,0-1 1,4 15-1,5-3 129,-8-17-261,-1 0 0,1 0 0,-1 0 0,0 1 0,0-1 0,0 0 0,0 1 0,0-1 0,-1 1-1,1-1 1,-1 1 0,1-1 0,-1 5 0,-2 26 544,1-24-474,0 0-1,0 0 1,1 0-1,0 0 1,1 0-1,0 0 1,0 0-1,1 0 0,3 8 1,1-6-6,-4-7-39,1 0 0,-1 0-1,-1-1 1,1 1 0,0 0 0,-1 1 0,0-1 0,0 0 0,0 0 0,-1 0 0,1 8-1,-1-9-9,0 1-1,1-1 0,-1 0 1,1 1-1,0-1 0,0 0 1,0 0-1,0 0 0,3 5 1,-3-5-1,1 0 0,-1-1 0,0 1 0,0 0 0,0 0 0,-1-1 0,1 1 0,-1 0 0,1 5 0,-1-7-65,1 1 1,-1 0-1,1 0 1,-1-1-1,1 1 1,0 0-1,0-1 0,0 1 1,0-1-1,0 1 1,0-1-1,0 1 1,0-1-1,1 0 1,-1 1-1,1-1 1,-1 0-1,1 0 1,-1 0-1,1 0 0,2 1 1,39 15 94,-39-15-104,5 0-2,0-1 0,0 1 0,0-2 0,-1 1 0,1-1 0,0 0 0,10-2 0,16 0 0,17-11 0,91 2 0,48-16 0,-54 12 0,107-11 0,-139 18 0,-2 0 0,158-30 0,97-7 0,-257 29 0,-64 9 0,1 1 0,47-1 0,-39 5 0,52-9 0,-52 5 0,54-1 0,-43 7 0,102-13 0,-138 11 0,0 0 0,25 3 0,27-3 0,206-6 0,-253 8 0,40-9 0,-7 2 0,-3 7 0,103-13 0,-126 9 0,-1 2 0,39 1 0,-35 2 0,58-7 0,-52 3 0,66 3 0,-50 2 0,-47-3 0,1 0 0,-1 0 0,20-5 0,18-1 0,-5 7 0,1 1 0,-1-3 0,46-6 0,-59 7 0,-21 2 0,0-1 0,0 0 0,0-1 0,14-2 0,24-4 0,64 0 0,11-3 0,-78 12 0,-35 0 0,1-2 0,0 1 0,0-1 0,0-1 0,0 0 0,0 0 0,12-4 0,9-1 0,0 1 0,0 1 0,0 2 0,1 1 0,39 4 0,4-1 0,65-13 0,100 11 0,-238 0 0,0 0 0,0 0 0,0 0 0,0-1 0,0 0 0,0 1 0,0-1 0,0-1 0,4 0 0,-4 0 0,0 1 0,0 0 0,0 0 0,0 0 0,0 0 0,0 1 0,0-1 0,0 1 0,4 0 0,15-1 0,0 0 0,34-6 0,-9 5 0,-42 3 0,1-1 0,-1 0 0,0 0 0,1 0 0,-1-1 0,10-2 0,26-6 131,-25 6-248,-21 2-425,-4 1-3840,-7-5 1670,-9-16-13357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36.02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49 64 848,'0'-12'5953,"-1"5"-3524,-6 1-1919,0 3 363,-1-19 2774,-1 20-3177,9 2-376,-1 0 1,1 0 0,-1 0 0,0 0 0,1 0 0,-1 0 0,1 0-1,-1 0 1,1 0 0,-1 0 0,1 0 0,-1 0 0,1-1 0,-1 1-1,1 0 1,0 0 0,-1-1 0,1 1 0,-1 0 0,1 0 0,-4-9 7754,4 48-5274,-1-33-2267,1-3-201,-1-1 0,1 0 1,0 0-1,0 1 0,0-1 1,0 0-1,0 0 0,1 0 1,-1 1-1,1-1 1,0 0-1,-1 0 0,1 0 1,1 2-1,2 2 91,-1 0 1,0-1-1,-1 1 1,1 0-1,-1 0 1,0 0-1,-1 1 1,1-1-1,-1 0 0,-1 1 1,1-1-1,-1 12 1,0-10-70,1 0 0,0 0 1,0 0-1,1 0 0,3 10 0,3 31 219,-7-42-348,-1 0 0,1 0 0,1 0 0,-1 0 0,1 0 0,0-1 0,4 9 0,-4-9 0,1 0 0,-1 0 0,0 1 0,-1-1 0,0 1 0,0-1 0,1 8 0,-2-3 0,1 0 0,1 0 0,4 19 0,3 29 0,-8-54 0,-1 1 0,1-1 0,0 1 0,0-1 0,1 1 0,0-1 0,0 0 0,3 7 0,-3-8 0,0 1 0,0 0 0,0-1 0,-1 1 0,1 0 0,-1 0 0,-1 0 0,1 5 0,-1 0 0,0 0 0,0 0 0,1-1 0,1 1 0,-1 0 0,1-1 0,1 1 0,4 10 0,-4-8 0,-1 1 0,-1 0 0,0-1 0,0 1 0,-1 0 0,-3 18 0,1 9 0,2-258 0,-19 117 0,19 95 0,0 0 0,-1 0 0,0 1 0,0-1 0,-1 0 0,1 1 0,-1-1 0,-4-7 0,3 8 0,1 0 0,0 1 0,1-1 0,-1 0 0,1 0 0,0 0 0,0 0 0,0-7 0,1 4 0,-1 1 0,0-1 0,-1 1 0,0-1 0,0 1 0,0 0 0,-1 0 0,0 0 0,-6-9 0,6 10 0,0 1 0,0-1 0,1 0 0,-1-1 0,1 1 0,1 0 0,-1 0 0,1-1 0,-1-6 0,-16-75 0,18 76 0,2-28 0,-2 40 0,0-1 0,0 1 0,0 0 0,0 0 0,0-1 0,0 1 0,0 0 0,0 0 0,1-1 0,-1 1 0,0 0 0,0 0 0,0 0 0,0-1 0,0 1 0,1 0 0,-1 0 0,0 0 0,0 0 0,0-1 0,0 1 0,1 0 0,-1 0 0,0 0 0,0 0 0,1 0 0,-1 0 0,0 0 0,0-1 0,1 1 0,-1 0 0,0 0 0,0 0 0,0 0 0,1 0 0,-1 0 0,0 0 0,0 0 0,1 1 0,13 14 0,36 38 0,-9-13 0,-17-13 0,-1 0 0,23 39 0,-30-43 0,0-1 0,1-1 0,1-1 0,33 29 0,25 44 0,-72-88 0,0 0 0,-1 0 0,1 0 0,-1 0 0,4 11 0,-6-13 0,0 1 0,1 0 0,0 0 0,0-1 0,0 1 0,1-1 0,-1 1 0,1-1 0,0 0 0,0 0 0,0 0 0,0-1 0,0 1 0,0-1 0,5 3 0,11 9 0,-17-12 0,-1 0 0,1 0 0,0 0 0,0 0 0,0 0 0,0-1 0,1 1 0,-1-1 0,0 1 0,0-1 0,1 0 0,-1 0 0,1 0 0,-1 0 0,1 0 0,0-1 0,-1 1 0,1-1 0,0 0 0,-1 0 0,1 0 0,0 0 0,-1 0 0,1 0 0,0-1 0,-1 1 0,4-2 0,2-22 0,-6 22 0,0 0 0,0 0 0,1-1 0,-2 1 0,1-1 0,0 1 0,0-1 0,-1 1 0,0-1 0,1 0 0,-1 0 0,0 0 0,0 0 0,-1 0 0,1 0 0,-1 0 0,1 0 0,-1 0 0,0 0 0,0 0 0,0 0 0,-1 0 0,0-3 0,1 3 0,1 0 0,-1 1 0,0-1 0,1 0 0,-1 1 0,1-1 0,0 0 0,0 1 0,0-1 0,0 1 0,1 0 0,-1-1 0,3-2 0,-2 2 0,-1 1 0,1 0 0,-1-1 0,1 1 0,-1-1 0,0 0 0,0 1 0,0-1 0,0 0 0,-1 0 0,1 0 0,-1 0 0,0-4 0,0-311 0,0 316 0,0-1 0,0 0 0,0 0 0,-1 0 0,0 0 0,1 0 0,-1 0 0,0 1 0,0-1 0,-1 0 0,1 1 0,0-1 0,-4-4 0,3 5 0,1 0 0,-1 0 0,1 0 0,0-1 0,0 1 0,-1-1 0,2 1 0,-1-1 0,0 1 0,0-1 0,1 1 0,0-1 0,-1-4 0,2-1 0,-1 6 0,1 0 0,-1 0 0,0 0 0,0 0 0,0 0 0,0 0 0,0 0 0,-1 1 0,1-1 0,0 0 0,-1 0 0,1 0 0,-1 0 0,0 1 0,0-1 0,0-2 0,-2 3 0,1-1 0,0 0 0,0 0 0,1 0 0,-1 0 0,0-1 0,1 1 0,-1 0 0,1-1 0,0 1 0,-1-1 0,1 1 0,1-1 0,-1 0 0,0 1 0,1-1 0,-1 0 0,1 1 0,0-1 0,0 0 0,0 0 0,0 0 0,0 1 0,1-5 0,-1 7-119,0-1 0,1 1 0,-1-1 0,0 1 0,0-1 0,0 1 0,0-1 0,0 1 0,0-1 0,0 1 0,0-1 0,-1 1 0,1-1 0,0 1 0,0-1 0,0 1 0,0-1 0,-1 1 0,1 0 0,0-1 0,0 1 0,-1-1 0,1 1 0,0 0 0,-1-1 0,1 1 0,-1 0 0,1-1 0,0 1 0,-1 0 0,1-1 0,-1 1 0,1 0 0,-1 0 0,1 0-1,-1-1 1,1 1 0,-1 0 0,1 0 0,-1 0 0,1 0 0,-1 0 0,1 0 0,-1 0 0,1 0 0,-1 0 0,1 0 0,-1 0 0,0 0-137,-1 12-8768,16 1 4610,-10-7-99,-4 4 3370,-1-7 246,1 22-2061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37.0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483 270 1313,'2'0'286,"1"0"0,-1 0 0,1 0 0,0 0 0,-1-1 0,0 1 0,1-1 1,-1 0-1,1 0 0,-1 0 0,0 0 0,1 0 0,-1 0 0,0-1 0,0 1 1,0-1-1,0 0 0,0 1 0,-1-1 0,1 0 0,0 0 0,-1 0 0,1 0 1,-1 0-1,0-1 0,0 1 0,0 0 0,0 0 0,0-1 0,1-4 0,0-6 1605,0 0 0,0-1 0,-1 1 0,-2-24-1,1 14 1583,-1 21-3228,1-1 0,-1 1-1,0-1 1,1 1 0,-1-1-1,0 1 1,-1-1 0,1 1 0,0 0-1,-1 0 1,1-1 0,-1 1-1,0 0 1,1 0 0,-1 1 0,0-1-1,0 0 1,-4-2 0,-44-26 4328,36 23-4138,5 2-435,0 1 0,0 0 0,0 1 0,-1 0 0,0 0 0,0 1 0,1 0 0,-1 1 0,0 0 0,-1 0 0,1 1 0,0 1 0,0 0 0,0 0 0,1 1 0,-1 0 0,-15 6 0,-11 1 0,31-8 0,1-1 0,0 1 0,0 1 0,0-1 0,0 1 0,0-1 0,0 1 0,0 0 0,0 0 0,1 1 0,-1-1 0,1 1 0,-4 3 0,-113 117 0,115-117 0,1-1 0,0 1 0,0 0 0,1-1 0,-1 2 0,2-1 0,-1 0 0,0 1 0,1-1 0,0 1 0,-1 10 0,-2 4 0,2-4 0,1 0 0,0 0 0,1 0 0,1 1 0,3 20 0,-1 12 0,-1-39 0,0 0 0,1 0 0,1-1 0,0 1 0,0-1 0,1 0 0,0 1 0,1-2 0,0 1 0,0 0 0,1-1 0,13 15 0,10 20 0,-28-43 0,0 1 0,0-1 0,0 0 0,0 0 0,0 0 0,0 1 0,1-1 0,-1 0 0,0 0 0,0-1 0,1 1 0,-1 0 0,1 0 0,-1-1 0,1 1 0,-1 0 0,1-1 0,-1 0 0,1 1 0,-1-1 0,1 0 0,-1 0 0,1 0 0,0 0 0,-1 0 0,3 0 0,41-15 0,-30 9 0,-11 4 0,-1 0 0,1-1 0,0 1 0,-1-1 0,1 0 0,-1 0 0,0 0 0,0 0 0,0-1 0,-1 1 0,1-1 0,-1 1 0,4-8 0,23-58 0,-23 55 0,-4 10 0,-1 1 0,1-1 0,-1 0 0,0 1 0,0-1 0,0 0 0,-1 0 0,1-5 0,-1 5 0,0 1 0,0-1 0,1 1 0,-1-1 0,1 1 0,0 0 0,0-1 0,0 1 0,1 0 0,-1 0 0,1-1 0,2-3 0,-2 4 0,0 0 0,-1 0 0,1 0 0,-1 0 0,1 0 0,-1-1 0,0 1 0,-1 0 0,1-1 0,0 1 0,-1-1 0,0-4 0,0-192 0,-1 198 0,-1 0 0,0 0 0,0 0 0,0 0 0,0 1 0,0-1 0,0 0 0,0 1 0,-1-1 0,1 1 0,-4-2 0,6 66 0,0-61 0,0-1 0,1 1 0,-1 0 0,0 0 0,1 0 0,-1-1 0,1 1 0,0 0 0,-1-1 0,1 1 0,0 0 0,0-1 0,0 1 0,0-1 0,0 0 0,3 3 0,13 21 0,-15-20 0,0-1 0,0 0 0,0 0 0,1 0 0,-1 0 0,1 0 0,0-1 0,0 1 0,0-1 0,1 0 0,-1 0 0,1 0 0,4 3 0,12 16 0,-18-19 0,0 0 0,0 0 0,1 0 0,-1 0 0,1-1 0,0 1 0,-1-1 0,1 1 0,3 1 0,13 6 0,1 0 0,-1-1 0,27 9 0,-41-17 0,1 1 0,0 0 0,0-1 0,0 0 0,0-1 0,1 1 0,-1-1 0,0 0 0,0-1 0,0 0 0,0 0 0,0 0 0,0 0 0,0-1 0,-1 0 0,9-4 0,7-5 0,30-21 0,-49 30 0,1 0 0,-2 0 0,1 0 0,0-1 0,0 1 0,-1 0 0,1-1 0,-1 1 0,0-1 0,1 1 0,-1-1 0,-1 0 0,1 0 0,0 1 0,-1-1 0,1 0 0,-1 0 0,0-3 0,0 3 0,1 1 0,-1-1 0,0 0 0,1 0 0,0 1 0,-1-1 0,1 0 0,0 1 0,0-1 0,1 1 0,-1-1 0,1 1 0,1-3 0,-1 2 0,0 1 0,-1 0 0,1-1 0,-1 1 0,0-1 0,0 1 0,0-1 0,0 0 0,0 1 0,-1-1 0,1 0 0,-1 0 0,0-3 0,0-169 0,0 456 0,1-275 0,-1 0 0,1 0 0,0 0 0,1 0 0,3 10 0,-3-10 0,0 0 0,-1 0 0,1 0 0,-1 0 0,0 12 0,-1-2 0,2 24 0,5-33 0,8-16 0,-14 8 0,0 0 0,0 0 0,1-1 0,-1 1 0,0 0 0,0-1 0,0 1 0,0-1 0,0 1 0,-1-1 0,1 1 0,0-1 0,-1 0 0,1 1 0,-1-1 0,1-2 0,-1 1 0,1 1 0,-1 0 0,1-1 0,0 1 0,0 0 0,0-1 0,0 1 0,0 0 0,0 0 0,1 0 0,1-2 0,4-8 0,-1 1 0,0-1 0,-1 0 0,0-1 0,5-17 0,-8 23 0,0 0 0,1 0 0,0 0 0,0 1 0,0-1 0,6-6 0,-6 8 0,1-1 0,-1 0 0,0 0 0,0 0 0,3-10 0,-5 10 0,1 1 0,-1 0 0,1 0 0,-1 0 0,1 0 0,1 0 0,-1 1 0,1-1 0,-1 1 0,1 0 0,4-5 0,-5 7 0,0-1 0,0 0 0,0 0 0,-1 0 0,1 0 0,-1 0 0,0 0 0,0 0 0,0 0 0,-1 0 0,1-1 0,-1 1 0,1-5 0,-1 5 0,0-1 0,0 1 0,1 0 0,-1 1 0,1-1 0,0 0 0,0 0 0,0 0 0,2-4 0,8-2 0,-10 9 0,0-1 0,0 1 0,-1-1 0,1 1 0,0-1 0,0 0 0,-1 1 0,1-1 0,0 1 0,-1-1 0,1 0 0,-1 0 0,1 1 0,-1-1 0,1 0 0,-1 0 0,0 0 0,1 0 0,-1 1 0,0-1 0,0 0 0,1 0 0,-1 0 0,0-2 0,0 1 0,1 0 0,0 0 0,0 0 0,0 0 0,0 1 0,0-1 0,1 0 0,-1 0 0,1 1 0,-1-1 0,1 1 0,-1-1 0,1 1 0,0-1 0,2 0 0,12-5 0,-15 7 0,-1 0 0,0 0 0,1 0 0,-1 0 0,0 0 0,1 0 0,-1 1 0,0-1 0,0 0 0,1 0 0,-1 0 0,0 0 0,1 0 0,-1 1 0,0-1 0,0 0 0,1 0 0,-1 0 0,0 1 0,0-1 0,0 0 0,1 0 0,-1 1 0,0-1 0,0 0 0,0 0 0,0 1 0,0-1 0,1 0 0,-1 1 0,0-1 0,0 0 0,0 1 0,0-1 0,0 0 0,0 1 0,0-1 0,0 0 0,0 1 0,0 1 0,0 0 0,0 0 0,0 1 0,1-1 0,-1 0 0,1 0 0,0 0 0,-1 0 0,1 0 0,0 0 0,0-1 0,0 1 0,0 0 0,1 0 0,2 2 0,-3-2 0,0-1 0,1 1 0,-1 0 0,0 0 0,0 0 0,0 0 0,0 0 0,0 0 0,0 0 0,0 0 0,-1 0 0,1 0 0,-1 0 0,0 0 0,1 5 0,7 35 0,-5-36 0,-1 1 0,-1-1 0,1 1 0,-1 0 0,1 12 0,-2-16 0,0 0 0,0-1 0,1 1 0,-1 0 0,1-1 0,0 1 0,0-1 0,0 1 0,0-1 0,0 1 0,1-1 0,2 4 0,-2-3 0,0-1 0,-1 1 0,1-1 0,-1 1 0,0-1 0,0 1 0,0 0 0,0 0 0,0-1 0,-1 1 0,1 0 0,-1 0 0,1 3 0,-2 3 0,1 0 0,1-1 0,-1 1 0,2 0 0,-1 0 0,1-1 0,0 1 0,6 13 0,-4-6 0,0-4 0,1-7 0,-4-3 0,1 0 0,0 0 0,1 0 0,-1 0 0,0 0 0,1 0 0,-1 0 0,0-1 0,1 1 0,0-1 0,-1 1 0,1-1 0,0 0 0,0 0 0,0-1 0,0 1 0,0-1 0,0 1 0,0-1 0,0 0 0,0 0 0,0 0 0,0 0 0,0-1 0,0 1 0,-1-1 0,1 0 0,0 0 0,0 0 0,3-1 0,14-6 0,-1-1 0,24-15 0,-25 14 0,29-31 0,-1 3 0,-33 29-2622,-12 7 1812,0 0-1,0 1 1,0-1 0,0 0 0,0 1-1,-1-1 1,1 0 0,-1 0-1,1 0 1,-1 1 0,0-1 0,0 0-1,0 0 1,0 0 0,0 0-1,0-2 1,0-11-6372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38.03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246 295 2657,'-5'3'2511,"-12"3"-1670,0-1 1,-1-1-1,0-1 1,1 0-1,-1-1 1,-21-1-1,7 0 647,-31-2 7090,63 5-6822,0-3-1694,0-1 0,0 0 0,-1 0 0,1 1 1,0-1-1,0 0 0,0 1 0,0-1 1,0 0-1,0 1 0,0-1 0,0 0 1,0 1-1,0-1 0,0 0 0,0 1 1,0-1-1,0 0 0,0 1 0,0-1 1,0 0-1,1 0 0,-1 1 0,0-1 0,0 0 1,0 1-1,0-1 0,1 0 0,-1 0 1,0 1-1,0-1 0,0 0 0,1 0 1,-1 0-1,0 1 0,0-1 0,1 0 1,-1 0-1,0 0 0,1 0 0,-1 0 0,1 1 1,34-3 2743,50-9 0,10-1-1266,693-44-1476,-605 44-69,174 7 5,289-19 0,-292 9 0,-47 4 0,-305 11 0,1 0 0,-1 0 0,1-1 0,-1 1 0,1-1 0,-1 0 0,1 1 0,-1-1 0,1 0 0,-1 0 0,0-1 0,4-1 0,5-4 0,-10 7 0,-1 0 0,0 0 0,0-1 0,0 1 0,1 0 0,-1-1 0,0 1 0,0 0 0,0-1 0,0 1 0,0 0 0,0-1 0,0 1 0,0 0 0,0-1 0,0 1 0,0 0 0,0-1 0,0 1 0,0 0 0,0-1 0,0 1 0,0 0 0,0-1 0,0 1 0,0 0 0,0-1 0,-1 1 0,1 0 0,0 0 0,0-1 0,0 1 0,-1 0 0,1 0 0,0-1 0,0 1 0,-1 0 0,1 0 0,0 0 0,-1-1 0,1 1 0,0 0 0,0 0 0,-1 0 0,1 0 0,0 0 0,-1-1 0,1 1 0,-1 0 0,-15-10 0,-4-6 0,18 15 0,1 0 0,0 0 0,-1-1 0,1 1 0,-1 0 0,1 0 0,-1 0 0,0 1 0,1-1 0,-1 0 0,0 1 0,0-1 0,1 1 0,-1-1 0,0 1 0,0 0 0,-2 0 0,-6-3 0,0 0 0,-1 0 0,2-1 0,-19-9 0,16 7 0,-1 0 0,0 1 0,-22-6 0,23 7 0,0 0 0,-1-1 0,2 0 0,-16-10 0,-37-15 0,50 28 0,31 16 0,2 0 0,-11-8 0,4 3 0,-1-1 0,0 1 0,-1 1 0,0 0 0,0 0 0,15 23 0,-18-10 0,-7-18 0,1-1 0,0 0 0,1 0 0,-1 1 0,1-1 0,0 0 0,0 0 0,5 7 0,-1-1-377,0 0 0,-1 0-1,0 1 1,0-1 0,-1 1 0,-1 0 0,0 1-1,0-1 1,-1 0 0,0 13 0,1 24-3434,-3 54 0,-2-40 1218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38.26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68 13 4098,'28'-13'14350,"-28"17"-14000,-1-1 0,1 1 0,-1 0 0,0-1 0,0 1 0,0 0 0,0-1 0,-1 1 0,-3 5 0,3-5-9,0 0 1,0 0-1,0 0 1,0 0 0,1 1-1,0-1 1,0 0-1,0 1 1,1-1 0,-1 6-1,-8 65 3912,5-56-3379,1 1 0,0 25 0,2-26-815,-1 0-1,0 0 0,-6 19 1,3-18-71,1 0 0,1 1 1,0 22-1,-13 163 12,12-138 0,4 86 0,1-60 0,18 95-235,-19-156-1211,0 25-6352,0-4-6654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8:38.94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144 270 4178,'-12'-7'1859,"-1"-2"1,1 1 0,1-2-1,-1 0 1,2 0-1,-12-14 1,-23-40 2309,44 63-4135,1 1-1,-1-1 0,0 0 0,1 0 0,-1 1 0,1-1 1,-1 0-1,1 0 0,0 0 0,-1 0 0,1 0 0,0 1 1,0-1-1,-1 0 0,1 0 0,0 0 0,0 0 0,0 0 1,0 0-1,0 0 0,0 0 0,1 0 0,-1 0 0,0 0 1,0 0-1,1 0 0,-1 1 0,0-1 0,1 0 0,-1 0 1,1 0-1,-1 0 0,1 1 0,-1-1 0,1 0 0,0 1 1,1-2-1,32-8 82,-23 8 102,79-14 1032,166-7 0,106 21 1445,-186 4-1064,619 14 1358,354-16-2988,-719-16 0,-177 5 0,-195 9 0,77-13 0,-112 11 0,26-1 0,-27-1 0,-22 6 0,0 0 0,0 0 0,0 0 0,0 0 0,0 0 0,0 1 0,0-1 0,-1 0 0,1 0 0,0 0 0,0 0 0,0 1 0,0-1 0,0 0 0,0 0 0,0 0 0,0 0 0,0 0 0,0 1 0,0-1 0,1 0 0,-1 0 0,0 0 0,0 0 0,0 1 0,0-1 0,0 0 0,0 0 0,0 0 0,0 0 0,0 0 0,0 0 0,1 1 0,-1-1 0,0 0 0,0 0 0,0 0 0,0 0 0,0 0 0,0 0 0,1 0 0,-1 0 0,0 0 0,0 0 0,0 0 0,0 0 0,0 0 0,1 0 0,-1 0 0,0 0 0,0 0 0,0 0 0,0 0 0,1 0 0,-1 0 0,0 0 0,0 0 0,0 0 0,0 0 0,0 0 0,1 0 0,-1 1 0,0 0 0,0 1 0,0-1 0,0 0 0,-1 0 0,1 0 0,0 0 0,0 0 0,-1 1 0,1-1 0,-1 0 0,1 0 0,-1 0 0,1 0 0,-1 0 0,0 0 0,0 0 0,1 0 0,-1-1 0,0 1 0,0 0 0,0 0 0,-2 1 0,2-2 0,0 1 0,0 0 0,0 0 0,0 0 0,0 0 0,0 0 0,0 0 0,0 0 0,1 0 0,-1 0 0,0 0 0,1 0 0,-1 1 0,1-1 0,-1 0 0,1 0 0,-1 1 0,1-1 0,0 0 0,0 1 0,0-1 0,0 1 0,0 1 0,-10 48 0,8-43 0,0-1 0,0 1 0,1 0 0,-1 14 0,1-12 0,1 0 0,-2 1 0,0-1 0,0 0 0,-5 13 0,4-13 0,0 0 0,0-1 0,1 1 0,1 0 0,-1 15 0,-7 70 0,4-69 0,0 44 0,5 529 0,-1-579 0,-1 1 0,-1-1 0,-5 22 0,3-23 0,2 0 0,0 0 0,0 19 0,4-11 0,-2-1 0,-1 1 0,0-1 0,-2 0 0,-1 0 0,-2-1 0,0 1 0,-1-1 0,-2-1 0,0 1 0,-27 42 0,31-57 0,2-3 0,1 1 0,-2-1 0,1 0 0,-1-1 0,0 1 0,-1-1 0,1 0 0,-1 0 0,0 0 0,-1-1 0,-11 7 0,-16 7 0,21-11 0,-1-1 0,1 0 0,-22 7 0,-18 2 0,-1-2 0,0-2 0,-1-3 0,-87 4 0,-119 3 0,-308-29 0,297 6 0,43 2 0,-99 3 0,34 13 0,277-11 0,0-1 0,0 1 0,0 1 0,0 1 0,0 0 0,-25 7 0,37-8 0,-1 0 0,1 0 0,0 0 0,-1-1 0,1 0 0,-1 0 0,-5-2 0,8 2 0,-1-1 0,1 1 0,0 0 0,-1 0 0,1 0 0,-1 0 0,1 1 0,-1-1 0,1 1 0,-5 1 0,8-1 0,0-1 0,0 0 0,0 0 0,0 0 0,0 0 0,-1 0 0,1 0 0,0 0 0,0 0 0,0 0 0,0 0 0,0 0 0,0 0 0,-1 1 0,1-1 0,0 0 0,0 0 0,0 0 0,0 0 0,0 0 0,0 1 0,0-1 0,0 0 0,0 0 0,0 0 0,0 0 0,0 0 0,-1 1 0,1-1 0,0 0 0,0 0 0,0 0 0,0 0 0,0 1 0,1-1 0,-1 0 0,0 0 0,0 0 0,0 0 0,0 0 0,0 1 0,0-1 0,0 0 0,0 0 0,0 0 0,0 0 0,0 0 0,0 0 0,1 1 0,-1-1 0,0 0 0,0 0 0,12 6 0,21 3 0,-5-7-2646,13-10-5710,-38 7 7651,14-3-5567,-14-9 208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26.38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2 160,'1'0'55,"0"0"-24,-1-1 0,1 1 1,0 0-1,0 0 0,0-1 1,0 1-1,-1 0 1,1 0-1,0 0 0,0 0 1,0 0-1,0 0 0,0 1 1,-1-1-1,1 0 0,0 0 1,0 0-1,0 1 1,-1-1-1,1 0 0,0 1 1,0-1-1,-1 1 0,1-1 1,0 1-1,-1-1 1,1 1-1,-1 0 0,1-1 1,0 1-1,-1 0 0,0-1 1,1 1-1,-1 0 1,1 0-1,-1-1 0,0 1 1,1 1-1,-1 1 1159,-5 39 28893,-18-42-30027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26.7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31695,'0'0'-6323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27.61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82 1873,'0'-34'12434,"0"3"-7682,28 25 173,-29-5-2703,1 21-366,1 8-2347,2-7-4334,3-9 3815,-5-2 918,-1 0-1,1 0 1,-1 1-1,1-1 0,-1 0 1,1 0-1,-1 0 0,1 1 1,-1-1-1,0 0 1,1 1-1,-1-1 0,1 0 1,-1 1-1,0-1 1,1 0-1,-1 1 0,0-1 1,0 1-1,1-1 1,-1 0-1,0 1 0,0-1 1,0 1-1,1-1 0,-1 1 1,0-1-1,0 1 1,0-1-1,0 1 0,0-1 1,0 1-1,0-1 1,0 1-1,0-1 0,0 1 1,2 2-587,1 0 0,0 0 0,0-1 0,0 0 0,0 1 0,0-1 1,0 0-1,1 0 0,-1-1 0,1 1 0,-1-1 0,8 2 0,13 10-1677,-23-12 2158,1 0 0,-1 1-1,1-1 1,-1 0-1,1 0 1,0-1 0,-1 1-1,1 0 1,0 0-1,-1-1 1,1 1-1,0-1 1,0 0 0,0 1-1,2-1 1,17 0-1531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28.6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76 16 1409,'0'0'4154,"-5"0"-2869,-5 1-793,-28-1 456,37 0-958,0 0 0,1 0-1,-1 0 1,0 0 0,0 0-1,0 0 1,0 0 0,0 0-1,1 0 1,-1-1 0,0 1-1,0 0 1,0-1 0,1 1 0,-1 0-1,0-1 1,0 1 0,1-1-1,-1 1 1,0-1 0,1 0-1,-1 1 1,1-1 0,-1 0-1,0 1 1,1-1 0,0 0 0,-1 1-1,1-1 1,-1 0 0,1-1-1,70-1-3846,-20 3 890,-30 0 1849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29.3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113 42 448,'0'17'35291,"-1"-13"-33181,-5 1-7155,5-5 5054,0 0 1,1 0-1,-1 0 1,0 1-1,0-1 0,0 0 1,0 0-1,0 0 1,1 0-1,-1-1 1,0 1-1,0 0 1,0 0-1,1 0 1,-1-1-1,0 1 1,0 0-1,0-1 1,1 1-1,-1-1 1,0 1-1,1-1 0,-1 1 1,0-1-1,0-1 1,-18-6-3321,16-1-3252,-9 7 4090,7-6-4073,5 8 6398,0-1 1,0 1-1,-1-1 1,1 1-1,0-1 0,-1 1 1,1 0-1,0-1 1,-1 1-1,1-1 0,0 1 1,-1 0-1,1 0 1,-1-1-1,1 1 0,-1 0 1,1 0-1,-1-1 1,1 1-1,-1 0 0,1 0 1,-1 0-1,1 0 1,-2 0-1,1 0-212,0-1 0,-1 1-1,1-1 1,0 1 0,0-1 0,0 1-1,-1-1 1,1 1 0,0-1 0,0 0 0,0 0-1,0 0 1,0 1 0,0-1 0,-1-2-1,-14-12-4294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30.1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645 993 4322,'26'-46'4768,"-21"37"-3883,1 0 1,-1 0-1,0 0 0,-1-1 0,0 0 1,3-12-1,3-23 1012,-4 23-1270,-1 0 0,-1 0 0,-1 0 0,0 0 0,-2-1 0,-1 1 0,-1-1 0,-3-22-1,-35-193 6548,38 230-6973,-1-9 84,0-1 0,-1 1 0,0 0 0,-1 1 0,-1-1 1,-1 1-1,0 0 0,-17-30 0,15 33-285,0 0 0,-1 1 0,0 0 0,-1 0 0,0 1 0,0 1 0,-2-1 0,1 2 0,-1 0 0,-1 0 0,1 1 0,-28-13 0,27 16 0,-1 0 0,0 1 0,1 1 0,-1 0 0,-1 1 0,1 0 0,0 1 0,-23 2 0,28 0 0,0 0 0,-1 1 0,1 0 0,0 1 0,1 0 0,-1 0 0,0 1 0,1 0 0,0 0 0,0 1 0,0 0 0,0 0 0,1 1 0,-12 12 0,-13 15 0,-35 49 0,59-71 0,0 1 0,0 0 0,1 1 0,1 0 0,0 0 0,1 0 0,1 1 0,-6 25 0,-17 94 0,26-120 0,1 1 0,0 0 0,0 0 0,2-1 0,0 1 0,0-1 0,8 24 0,2 18 0,-10-44 0,1 1 0,1-1 0,0 0 0,0-1 0,1 1 0,0-1 0,1 0 0,0 0 0,1 0 0,8 9 0,-4-6 0,0-1 0,1 0 0,1-1 0,0-1 0,0 0 0,19 11 0,-1-2 0,-23-14 0,-1 0 0,0-1 0,1 0 0,0 0 0,0 0 0,0-1 0,1-1 0,9 3 0,8 0 0,39 4 0,-62-8 0,1-1 0,-1-1 0,1 1 0,0 0 0,-1-1 0,1 0 0,-1 0 0,1 0 0,-1 0 0,0 0 0,0-1 0,1 0 0,-1 1 0,0-1 0,4-3 0,8-12 0,0-1 0,-1 0 0,-1 0 0,0-1 0,-2-1 0,0 0 0,12-33 0,-18 41 0,-1 0 0,0 0 0,-1 0 0,-1 0 0,0 0 0,0-1 0,-1-12 0,6-42 0,-2 35 0,-1 15 0,-1-1 0,-1 1 0,0-1 0,-2 0 0,0 0 0,-4-28 0,-1 20 0,1 0 0,1 0 0,0-29 0,3 54 0,0 0 0,0 0 0,0 0 0,0 0 0,0 0 0,0 0 0,0 0 0,0 0 0,-1 0 0,1 1 0,0-1 0,-1 0 0,1 0 0,0 0 0,-1 0 0,1 0 0,-1 1 0,1-1 0,-1 0 0,0 0 0,1 1 0,-1-1 0,0 1 0,1-1 0,-1 0 0,0 1 0,0-1 0,0 1 0,1-1 0,-2 1 0,1 0 0,0 0 0,0 0 0,1 1 0,-1-1 0,0 0 0,0 1 0,1-1 0,-1 0 0,0 1 0,1-1 0,-1 1 0,0-1 0,1 1 0,-1 0 0,1-1 0,-1 1 0,1 0 0,-1-1 0,1 1 0,0 0 0,-1-1 0,1 1 0,0 0 0,-1 0 0,1-1 0,0 1 0,0 0 0,0 0 0,0 0 0,0-1 0,0 1 0,0 0 0,0 0 0,0 0 0,0-1 0,1 3 0,-2 6 0,1-5 0,0 0 0,-1-1 0,2 1 0,-1-1 0,0 1 0,1-1 0,-1 1 0,1-1 0,2 7 0,3 1 0,-3-8 0,-1 1 0,0 0 0,0 0 0,0 0 0,-1 0 0,0 1 0,1-1 0,-1 0 0,-1 0 0,1 1 0,0 6 0,1 12 0,1 0 0,1 0 0,1-1 0,1 1 0,1-1 0,1-1 0,18 37 0,-20-45 0,10 26 0,-8-19 0,0 0 0,1-1 0,2 0 0,13 21 0,-3-16 0,-13-15 0,1 1 0,-2 1 0,1-1 0,10 22 0,21 46-2,-25-51-688,0 1 1,17 53 0,-29-76-227,0 0 0,0 0 1,1 0-1,0-1 0,0 1 1,0 0-1,4 3 0,7 14-3137,7 22-7635,-18-28 4154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30.6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0 655 5475,'0'-53'10635,"0"1"-4644,0-193 1631,1 236-7405,-1 0 1,1 0-1,0 0 1,1 1-1,0-1 1,1 1-1,0-1 0,0 1 1,1 0-1,-1 0 1,2 0-1,-1 1 1,10-12-1,5-9-217,-19 27 0,1-1 0,0 1 0,-1 0 0,1-1 0,0 1 0,0 0 0,0-1 0,-1 1 0,1 0 0,1 0 0,-1 0 0,0 0 0,0 0 0,0 0 0,0 0 0,1 0 0,-1 0 0,0 1 0,1-1 0,-1 0 0,1 1 0,-1-1 0,1 1 0,1-1 0,3 0 0,0 1 0,0-1 0,0 1 0,1 0 0,-1 1 0,8 1 0,-12-2 0,0 0 0,1 1 0,-1-1 0,0 1 0,0 0 0,0 0 0,0 0 0,0 0 0,0 0 0,0 0 0,0 0 0,0 1 0,0-1 0,-1 1 0,1-1 0,-1 1 0,1 0 0,-1 0 0,3 3 0,13 29 0,-12-25 0,1 1 0,-2 0 0,0 0 0,0 0 0,3 12 0,5 37 0,0-1 0,-1 1 0,4 111 0,-15-66 0,0-101 0,-1-1 0,1 0 0,0 1 0,-1-1 0,1 0 0,-1 1 0,0-1 0,1 0 0,-1 1 0,0-1 0,-1 0 0,1 0 0,-2 2 0,-1 4 0,1 1 0,-2-18 0,2 5 0,1 0 0,-1 0 0,1 1 0,0-2 0,0 1 0,0 0 0,0 0 0,1 0 0,-1-1 0,1 1 0,0-1 0,1 1 0,-1-1 0,1 1 0,0-1 0,1-7 0,-1-298 0,2 283 0,2-1 0,1 1 0,14-45 0,-6 21 0,-11 46 0,-1 0 0,1 0 0,0 0 0,0 0 0,0 0 0,1 0 0,0 1 0,0-1 0,4-4 0,13-26 0,-18 31 0,0 0 0,0 0 0,0 0 0,1 1 0,-1-1 0,1 1 0,0 0 0,0 0 0,0 0 0,0 0 0,0 0 0,1 1 0,-1-1 0,1 1 0,0 0 0,0 0 0,0 1 0,0-1 0,0 1 0,5-2 0,-1 2 0,-1-1 0,0 1 0,1 0 0,-1 1 0,1 0 0,-1 0 0,1 1 0,-1-1 0,0 2 0,1-1 0,-1 1 0,10 4 0,-3-1 0,-7-3 0,0 1 0,0 0 0,0 0 0,0 1 0,0 0 0,-1 0 0,1 1 0,-1-1 0,9 11 0,113 156 0,-62-75 0,-33-37 0,-22-37 0,-10-19 0,0 0 0,0 0 0,0 0 0,0 1 0,-1-1 0,1 0 0,-1 1 0,0-1 0,0 0 0,0 1 0,-1 4 0,0-5 0,1 0 0,0 0 0,-1 0 0,1 0 0,1 0 0,-1 0 0,0 0 0,1 0 0,-1 0 0,3 4 0,-1-2-751,0-1 0,0 0 1,0 1-1,0-1 0,-1 1 0,1 0 0,-1 0 1,-1-1-1,1 1 0,-1 0 0,0 9 1,11-7-6995,-3-2 5561,5 2-3545,2 2 1967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31.35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1 481 7491,'3'-5'1427,"0"-1"0,-1 0-1,1 0 1,-1-1-1,-1 1 1,1 0 0,-1-1-1,0 1 1,-1 0-1,1-14 1,-1 19-1213,0-1 0,0 0 0,0 0 0,1 0 0,-1 1 0,0-1 0,1 0 0,0 0 0,-1 1 0,1-1 0,0 1 0,0-1 0,0 1 0,0-1 0,0 1 0,0-1 0,0 1 0,1 0 0,-1-1 0,3-1 0,1-1 262,-4 3-319,-1 0 0,1 0 0,0 0-1,-1 0 1,1 0 0,-1 0 0,0 0-1,1 0 1,-1 0 0,0 0 0,1 0 0,-1 0-1,0 0 1,0 0 0,0 0 0,0 0-1,0-1 1,0 1 0,-1-2 0,1 1 1107,0 3-1255,0 0 0,0-1 0,0 1 0,-1 0 0,1-1 0,0 1 1,0-1-1,0 1 0,-1 0 0,1-1 0,0 1 0,-1-1 1,1 1-1,-1 0 0,1-1 0,0 1 0,-1-1 0,1 0 0,-1 1 1,1-1-1,-1 1 0,0-1 0,1 0 0,-1 1 0,1-1 0,-1 0 1,0 0-1,0 1 0,0-1-11,0 1 0,0-1 1,0 0-1,0 1 0,0-1 1,1 1-1,-1-1 0,0 1 0,0-1 1,1 1-1,-1 0 0,0-1 0,1 1 1,-1 0-1,0 0 0,1-1 1,-1 1-1,1 0 0,0 0 0,-1 0 1,1 0-1,0 0 0,-1 0 0,1 0 1,0 0-1,0-1 0,0 1 1,0 0-1,0 2 0,-2 38 2,1-29 0,0 1 0,1 0 0,0-1 0,1 1 0,1 0 0,3 17 0,6-12 0,-10-15 0,1-1 0,-1 0 0,1 0 0,-1 0 0,0 1 0,0-1 0,0 1 0,-1-1 0,1 0 0,0 1 0,-1 0 0,0-1 0,1 4 0,-1 0 0,1 0 0,0 0 0,0 0 0,0 0 0,1 0 0,0 0 0,0 0 0,1-1 0,-1 1 0,1-1 0,0 0 0,1 1 0,-1-1 0,1-1 0,7 7 0,8 15 0,-17-24 0,0-1 0,0 1 0,1 0 0,-1-1 0,0 1 0,1-1 0,-1 1 0,1-1 0,-1 0 0,1 0 0,0 0 0,-1-1 0,5 2 0,-5-2 0,-1 1 0,1-1 0,0 0 0,-1 0 0,1 1 0,0-1 0,0 0 0,-1 0 0,1-1 0,0 1 0,-1 0 0,1 0 0,0-1 0,-1 1 0,1-1 0,-1 0 0,1 1 0,-1-1 0,1 0 0,-1 0 0,2-1 0,33-31 0,-31 30 0,-1 0 0,1-1 0,-1 1 0,0-1 0,-1 0 0,1 0 0,5-8 0,-6 3 0,1 0 0,-2 0 0,1-1 0,1-15 0,8-29 0,-2 28 0,-2-1 0,-1-1 0,-1 1 0,5-51 0,-11 70 0,1 0 0,0 0 0,0 1 0,1-1 0,0 0 0,5-14 0,-4 15 0,0-1 0,-1 1 0,0-1 0,-1 1 0,1-1 0,-1-15 0,-1 19 0,0 1 0,0-1 0,1 1 0,-1-1 0,1 1 0,0-1 0,0 1 0,0-1 0,2-4 0,-2 7 0,0 0 0,-1 0 0,1 1 0,0-1 0,-1 0 0,1 0 0,0 0 0,0 1 0,0-1 0,0 0 0,0 1 0,-1-1 0,1 1 0,0-1 0,0 1 0,1 0 0,-1-1 0,0 1 0,0 0 0,0 0 0,0 0 0,0 0 0,0 0 0,0 0 0,0 0 0,0 0 0,0 0 0,0 0 0,0 0 0,0 1 0,1-1 0,-1 0 0,1 2 0,-1-2 0,-1 1 0,1-1 0,-1 0 0,1 1 0,-1-1 0,0 1 0,1-1 0,-1 1 0,0-1 0,1 1 0,-1-1 0,0 1 0,0 0 0,1-1 0,-1 1 0,0-1 0,0 1 0,0 0 0,0-1 0,0 1 0,0-1 0,0 1 0,0 1 0,2 8 0,-1-9 0,1 1 0,-1 0 0,1 0 0,-1 0 0,0 0 0,1 0 0,-1 0 0,0 0 0,0 1 0,-1-1 0,1 0 0,0 1 0,-1-1 0,0 0 0,1 1 0,-1-1 0,0 4 0,0-4 0,0 1 0,0 0 0,1 0 0,-1-1 0,1 1 0,0 0 0,0-1 0,0 1 0,0-1 0,0 1 0,0-1 0,1 1 0,-1-1 0,1 0 0,0 0 0,0 0 0,0 0 0,0 0 0,4 3 0,-3-2 0,0-1 0,0 1 0,-1 0 0,1 0 0,-1 0 0,1 1 0,2 5 0,14 52 0,-16-49 0,0-2 0,0 1 0,1 0 0,0-1 0,10 19 0,8 11 0,3 1 0,19 13 0,-37-47 0,16 12 0,-22-19 0,0 0 0,0 1 0,-1-1 0,1 0 0,0 0 0,0 0 0,0 0 0,0 0 0,-1 0 0,1 0 0,0 0 0,0-1 0,0 1 0,-1 0 0,1 0 0,0-1 0,0 1 0,-1 0 0,1-1 0,0 1 0,-1-1 0,1 1 0,0-1 0,-1 1 0,1-1 0,-1 1 0,1-1 0,-1 0 0,1 1 0,-1-1 0,1 0 0,-1 1 0,0-1 0,1 0 0,-1 0 0,1-1 0,13-28 0,-1-1 0,-1-1 0,8-35 0,-18 59 0,0-1 0,0 0 0,1 0 0,0 1 0,1 0 0,0 0 0,7-13 0,-7 17 0,-1-1 0,0 1 0,0-1 0,-1 0 0,1 0 0,-1 0 0,0 0 0,-1-1 0,1 1 0,-1-1 0,0 1 0,0-1 0,-1-8 0,19-78 0,-18 90 0,-1 0 0,1-1 0,0 1 0,0 0 0,0 0 0,0 0 0,0 0 0,1 0 0,-1 0 0,1 0 0,-1 0 0,1 1 0,0-1 0,-1 1 0,1-1 0,0 1 0,0-1 0,0 1 0,0 0 0,0 0 0,1 0 0,-1 0 0,0 0 0,5 0 0,19 38 0,24 34 0,-26-43 0,-3 2 0,34 57 0,-39-59 0,-10-20 0,0 1 0,1-2 0,0 1 0,0-1 0,0 0 0,17 12 0,-13-11 0,1 1 0,-2 1 0,15 16 0,-20-21 0,-1 0 0,1 0 0,1 0 0,-1-1 0,1 0 0,-1 0 0,1 0 0,1-1 0,-1 0 0,0 0 0,1 0 0,-1-1 0,1 0 0,0 0 0,0-1 0,0 0 0,0 0 0,-1 0 0,1-1 0,12-1 0,-16 0 0,0 0 0,0 0 0,-1 0 0,1 0 0,0-1 0,0 1 0,0-1 0,-1 0 0,1 0 0,-1 0 0,0 0 0,1 0 0,-1 0 0,0-1 0,0 1 0,-1-1 0,1 1 0,2-4 0,21-25 0,-18 24 0,-1-1 0,0 0 0,-1 0 0,1-1 0,-2 0 0,1 0 0,-1 0 0,-1 0 0,1-1 0,2-14 0,11-28 0,-7 24 0,13-57 0,-12 39 0,-2-10 0,-9 45 0,2 0 0,-1 0 0,2 0 0,3-11 0,-5 16 0,0 0 0,0 0 0,0-1 0,-1 1 0,1-1 0,-2-12 0,0-3 0,1 247 0,0-203 0,2 0 0,1 1 0,6 24 0,-4-27 0,-2 1 0,0-1 0,0 22 0,-1 15 0,19 102 0,-11-104 0,4 102 0,4 83 0,-18 148 0,-2-373-1802,-5 10-5318,-2-40-4055,9-48 3662,0 22 4949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31.53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170 587 1505,'0'-242'15431,"18"97"-8311,-18 133-6497,1 0-1,0 0 0,0 1 0,1-1 0,1 0 0,0 1 1,0 0-1,2 0 0,-1 0 0,1 0 0,1 0 1,-1 1-1,16-19 0,-20 27-622,0 1 0,0-1 0,0 0 0,1 1 0,-1-1 0,1 1 0,-1 0 0,1-1 0,-1 1 0,1 0 0,0 0 0,0 0 0,0 0 0,0 0 0,-1 1 0,1-1 0,0 0 0,0 1 0,0-1 0,0 1 0,0 0 0,0 0 0,3 0 0,-2 0 0,0 1 0,1 0 0,-1 0 0,0 0 0,0 1 0,1-1 0,-1 1 0,0-1 0,0 1 0,-1 0 0,1 0 0,5 5 0,-4-2 0,1-1 0,0 1 0,-1 1 0,0-1 0,0 1 0,-1-1 0,0 1 0,0 0 0,0 0 0,0 1 0,-1-1 0,0 0 0,-1 1 0,2 9 0,-2 31 0,-1-3 0,-5 59 0,2-88 0,1 1 0,-2-1 0,0 1 0,-1-1 0,-1 0 0,0-1 0,-11 21 0,-1-8-443,0-1 0,-1-1 0,-2-1 1,0 0-1,-2-2 0,-1 0 0,0-2 0,-1 0 0,-42 23 0,64-41-748,-1-1 0,1 1-1,-1-1 1,1 0 0,-1 0-1,0 0 1,1 0 0,-1 0-1,0-1 1,-7 0 0,-15 0-5351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31.7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1 116 3089,'2'-5'819,"1"0"0,0 0 0,0 1 0,0-1 0,1 1 0,5-6 0,6-7 2954,13-22 2635,-27 38-6084,0 0-1,-1 0 0,1 0 0,0 0 0,-1 0 0,1 0 0,-1-1 1,1 1-1,-1 0 0,0 0 0,1 0 0,-1-1 0,0 1 1,0 0-1,-1-4 1523,0 20 2617,3 38-3159,12 77-1,-12-41-1303,-3-68 0,1 1 0,1-1 0,4 23 0,2-11 0,-2-12 0,0 1 0,-2 0 0,1 28 0,15 257-571,-20-254-7027,-14 93 0,12-101 2033,3 5 565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32.00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3 264 7828,'-1'-14'10415,"0"-24"597,1 37-10803,0-1 0,0 1 0,0-1 0,0 1 0,0-1 0,0 1 0,0 0 0,1-1 0,-1 1 0,1-1 0,-1 1 0,1-1 0,-1 1 0,1 0 0,1-2 0,9-3-40,28-19-170,-27 16 1,0 1 0,1 0 0,0 1 0,21-9 0,20-12 0,-27 14 0,0 1 0,1 0 0,1 3 0,0 0 0,50-9 0,-76 18 0,0 1 0,1 0 0,-1 0 0,1 0 0,-1 0 0,1 0 0,-1 0 0,1 1 0,-1 0 0,0 0 0,1 0 0,-1 0 0,0 0 0,0 1 0,1-1 0,-1 1 0,-1 0 0,1 0 0,0 0 0,0 0 0,-1 1 0,1-1 0,-1 1 0,0-1 0,0 1 0,0 0 0,0 0 0,0 0 0,0 0 0,-1 0 0,0 0 0,1 1 0,-1-1 0,0 0 0,-1 1 0,1-1 0,-1 1 0,1 3 0,-1 1 0,1-1 0,0 0 0,0 0 0,0 1 0,4 9 0,-2-11 0,-2 2 0,1-1 0,-1 0 0,0 0 0,1 11 0,-2-10 0,1 0 0,0 0 0,0 0 0,1 0 0,0 0 0,4 10 0,-3-10 0,0 1 0,-1-1 0,0 1 0,0-1 0,-1 1 0,1 12 0,-2 5 0,1 1 0,2 0 0,8 38 0,-7-43 21,-2 1 0,0-1 0,-2 1 1,-2 29-1,0 7-1226,1-56 183,1 0 0,-1 0 1,1 0-1,-1 0 0,0 0 0,0 0 0,0 0 1,0 0-1,-3 4 0,-4 18-8740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32.14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19 259 5907,'0'-43'9892,"0"1"-2769,-19 16-3553,19-1-2033,0 1-1041,19 16-320,-19-22-384,28 21-768,-28-4-961,19 4-913,9 11-495,-9-16-49,9 16-15,0 16 223,19-16-47,-29 11 464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32.60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244 0 1713,'27'13'4353,"4"4"3004,-30-16-6884,0 0-1,-1 0 0,1 0 1,0 0-1,-1 0 0,1 0 0,-1 0 1,1 0-1,-1 1 0,1-1 1,-1 0-1,0 0 0,0 0 1,1 1-1,-1-1 0,0 1 0,0 0-56,-1-1 0,1 0-1,0 1 1,0-1 0,-1 0-1,1 0 1,-1 1 0,1-1 0,-1 0-1,1 0 1,-1 0 0,0 0-1,1 0 1,-1 1 0,0-1-1,-2 1 1,-33 21 2314,15-12-1404,-1 7-1283,-1 2 1,2 1 0,1 0-1,-20 28 1,2-4-70,33-37 26,-1 0 0,1 1 0,1 0 0,-1 0 0,2 0 0,-1 1 0,1-1 0,1 1 0,0 0 0,-2 18 0,-7 25 0,1-26 0,8-22 0,0 0 0,0 1 0,0-1 0,0 1 0,1-1 0,0 1 0,0-1 0,0 1 0,1 0 0,0 0 0,0-1 0,1 1 0,-1 0 0,1-1 0,2 7 0,4 6 0,-4-10 0,0 0 0,-1 0 0,1-1 0,-2 2 0,1-1 0,-1 0 0,0 11 0,-1-17 0,0 0 0,0-1 0,1 1 0,-1-1 0,0 1 0,0-1 0,1 1 0,-1 0 0,1-1 0,0 1 0,-1-1 0,1 0 0,0 1 0,0-1 0,0 0 0,0 1 0,0-1 0,0 0 0,0 0 0,0 0 0,0 0 0,1 0 0,-1 0 0,0 0 0,1 0 0,-1 0 0,0-1 0,1 1 0,-1-1 0,1 1 0,0-1 0,-1 1 0,1-1 0,-1 0 0,1 0 0,-1 0 0,1 0 0,0 0 0,-1 0 0,1 0 0,-1-1 0,1 1 0,0 0 0,-1-1 0,1 1 0,-1-1 0,0 0 0,1 1 0,-1-1 0,1 0 0,-1 0 0,0 0 0,2-2 0,48-51 0,46-78 0,-42 35 0,51-53 0,-84 120 0,-13 16 0,0 1 0,1 0 0,1 1 0,13-13 0,-22 23 0,1-1 0,0 1 0,1 0 0,-1 0 0,0 0 0,1 0 0,-1 0 0,1 1 0,-1-1 0,1 1 0,-1 0 0,1 0 0,0 1 0,0-1 0,0 1 0,0-1 0,-1 1 0,1 1 0,0-1 0,0 0 0,0 1 0,7 2 0,-8-2 0,-1 1 0,1-1 0,0 1 0,-1 0 0,1 0 0,-1 0 0,1 0 0,-1 0 0,0 1 0,0-1 0,0 1 0,0-1 0,0 1 0,-1 0 0,1 0 0,-1 0 0,0 0 0,0 0 0,0 0 0,1 4 0,6 13 0,1-2 0,-7-14 0,0 0 0,0 0 0,-1 0 0,1 0 0,-1 0 0,0 0 0,0 0 0,0 0 0,-1 0 0,1 9 0,-1 9 0,1 0 0,1-1 0,1 1 0,7 23 0,-7-20 0,0 0 0,-2-1 0,0 1 0,-4 28 0,1 11 0,2-64 0,0 0 0,0 0 0,-1 0 0,1 1 0,0-1 0,0 0 0,0 0 0,0 0 0,0 0 0,0 1 0,0-1 0,0 0 0,0 0 0,0 0 0,0 0 0,0 1 0,0-1 0,0 0 0,0 0 0,0 0 0,0 0 0,0 1 0,0-1 0,0 0 0,0 0 0,1 0 0,-1 0 0,0 1 0,0-1 0,0 0 0,0 0 0,0 0 0,0 0 0,0 0 0,1 0 0,-1 0 0,0 1 0,0-1 0,0 0 0,0 0 0,1 0 0,-1 0 0,0 0 0,0 0 0,0 0 0,0 0 0,1 0 0,-1 0 0,0 0 0,0 0 0,0 0 0,1 0 0,8-10 0,9-28 0,21-17 0,-30 26 0,-9 24 0,1 1 0,1-1 0,-1 1 0,0 0 0,1-1 0,0 1 0,0 0 0,0 0 0,6-7 0,4-4 0,-1 2 0,-1 0 0,-1 0 0,0-1 0,10-22 0,-7 14 0,1 0 0,1 0 0,0 1 0,32-34 0,21-29 0,-63 78 0,0-1 0,0 1 0,1 0 0,0 0 0,0 1 0,1-1 0,0 1 0,0 1 0,0-1 0,12-6 0,-17 10 0,1 1 0,0 0 0,0 0 0,0 0 0,-1 0 0,1 0 0,0 0 0,0 0 0,0 1 0,-1-1 0,1 0 0,0 1 0,-1 0 0,1-1 0,0 1 0,-1 0 0,1 0 0,-1 0 0,1 0 0,-1 0 0,1 0 0,-1 0 0,0 1 0,1-1 0,-1 0 0,0 1 0,0-1 0,0 1 0,0-1 0,0 1 0,-1 0 0,2 2 0,2 8 0,1 1 0,-2-1 0,4 25 0,3 6 0,7-11 0,-14-26 0,1-1 0,-1 1 0,0 0 0,-1 0 0,1 0 0,1 9 0,-2-1 0,1 0 0,1 0 0,1 0 0,10 24 0,-6-15 0,0 0 0,5 31 0,-2-10 0,-3-11 217,-8-26-426,1 0-1,0 0 1,0-1 0,0 1 0,5 7 0,9 17-3332,10 18-11457,-23-34 9107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33.98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8068 60 12726,'1'-12'4408,"-2"-20"6192,1 32-10443,-1-1 1,1 0-1,0 0 0,0 1 0,-1-1 1,1 0-1,0 0 0,-1 1 1,1-1-1,-1 0 0,1 1 0,-1-1 1,1 0-1,-1 1 0,1-1 1,-1 1-1,0-1 0,1 1 0,-1-1 1,0 1-1,1 0 0,-1-1 1,0 1-1,0 0 0,1-1 0,-1 1 1,0 0-1,0 0 0,0 0 0,1 0 1,-3 0-1,-16 1-157,-1 1 0,-26 7 0,-31 2 0,42-10 0,0 1 0,-39 9 0,-26 3 0,-88 12 0,70-4 0,-502 26 0,308-27 0,-16-17 0,-311-4 0,413-2 0,-9 0 0,-624-14 0,559 18 0,-59 14 0,216-7 0,-568 60 0,399-41 0,-106 24 0,-450 70 0,581-81 0,127-22 0,-12 2 0,100 1 0,43-18 0,0 1 0,-55 17 0,80-20 0,0 0 0,-1 1 0,1-1 0,0 1 0,1 0 0,-1 0 0,-5 6 0,-27 19 0,29-25 0,1 1 0,0 0 0,0 0 0,0 1 0,0 0 0,1 0 0,0 0 0,0 1 0,0-1 0,1 1 0,0 1 0,0-1 0,0 0 0,1 1 0,0 0 0,0 0 0,1 0 0,0 0 0,0 0 0,-1 12 0,-1 15 0,1 1 0,2 0 0,4 44 0,-1-8 0,1-14 0,3 0 0,2 0 0,3-1 0,28 91 0,-15-41 0,5 18 0,-21-96 0,6 50 0,-11-50 0,2-1 0,12 40 0,-6-31 0,11 68 0,-11-44 0,-2-7 0,-7-35 0,1-1 0,8 28 0,11 44 0,-17-62 0,15 44 0,0-8 0,7 17 0,-9-27 0,-16-44 0,1 0 0,0 0 0,0-1 0,1 1 0,0-1 0,6 9 0,13 28 0,-22-40 0,1 0 0,1 0 0,-1-1 0,0 1 0,1 0 0,0-1 0,0 1 0,8 7 0,9 16 0,-20-27 0,1 1 0,-1-1 0,1 1 0,0-1 0,0 0 0,-1 1 0,1-1 0,0 0 0,0 0 0,0 0 0,0 0 0,1 1 0,-1-1 0,0-1 0,0 1 0,1 0 0,-1 0 0,0 0 0,1-1 0,-1 1 0,1-1 0,2 1 0,13 4 0,1-1 0,0-1 0,0 0 0,0-2 0,0 0 0,32-3 0,161-44 0,133-27 0,-111 20 0,-37 19 0,84-11 0,-112 17 0,-1 0 0,321-40 0,119-12 0,321 18 0,-788 56 0,292-6 0,-32 1 0,10-2 0,-26 2 0,-8-4 0,-143 3 0,33-2 0,-52-2 0,72-15 0,50-22 0,-285 31 0,-29 20 0,-17 1 0,0 1 0,0-1 0,0 1 0,0-1 0,0-1 0,0 1 0,9-5 0,25-11 0,-35 16 0,1 0 0,-1-1 0,0 0 0,1 0 0,-1 0 0,0-1 0,0 1 0,0-1 0,-1 0 0,1 0 0,-1 0 0,1 0 0,3-6 0,1 0 0,0 1 0,0 0 0,1 1 0,0 0 0,16-10 0,19-16 0,6 2 0,-42 16 0,-7 13 0,0-1 0,0 1 0,0 0 0,0-1 0,0 1 0,1 0 0,-1 0 0,1 0 0,0 0 0,2-2 0,2-2 0,-1-1 0,0 1 0,0-1 0,-1 0 0,0-1 0,6-13 0,-6 11 0,0 1 0,1 0 0,0 0 0,10-11 0,-13 17 0,0-1 0,1 1 0,-1 0 0,-1-1 0,1 1 0,-1-1 0,1 1 0,-1-1 0,0 0 0,0 0 0,0 1 0,-1-7 0,6-15 0,4 6 0,-8 17 0,-1 0 0,1 0 0,-1 0 0,0 0 0,0-1 0,0 1 0,0-1 0,0 1 0,0-1 0,-1 1 0,1-1 0,-1 1 0,0-4 0,0-196 0,0 193 0,-1 0 0,0 1 0,-1-1 0,0 0 0,-1 0 0,-4-12 0,-8-26 0,-7-10 0,16 46 0,1-1 0,0 1 0,-4-18 0,-50-172 0,45 154 0,10 38 0,1-1 0,0 0 0,1 1 0,0-1 0,0 0 0,1-19 0,0 25 0,1 0 0,-1 1 0,1-1 0,-1 0 0,0 1 0,0-1 0,-1 0 0,1 1 0,-1 0 0,-2-4 0,2 3 0,0 0 0,0 0 0,1 0 0,-1 0 0,1 0 0,-1-1 0,1 1 0,1 0 0,-1-1 0,0-5 0,1-2 0,0 0 0,-2 1 0,1-1 0,-2 0 0,-6-21 0,7 23 0,0 0 0,0 1 0,2-1 0,-1 0 0,1 0 0,2-18 0,0-8 0,-2 34 0,-1 0 0,1 0 0,0 0 0,-1 0 0,1 0 0,-1 0 0,1 1 0,-1-1 0,0 0 0,0 0 0,0 1 0,0-1 0,0 0 0,0 1 0,-3-3 0,3 2 0,-1 0 0,1 1 0,0-1 0,-1 0 0,1 0 0,0 1 0,0-1 0,0 0 0,1 0 0,-1 0 0,0 0 0,1 0 0,-1 0 0,1-1 0,0 1 0,0-2 0,0-128 0,0 131 0,0 1 0,0 0 0,0-1 0,0 1 0,0-1 0,0 1 0,0-1 0,-1 1 0,1-1 0,0 1 0,0-1 0,0 1 0,0-1 0,-1 1 0,1 0 0,0-1 0,0 1 0,-1-1 0,1 1 0,0 0 0,-1-1 0,1 1 0,0 0 0,-1-1 0,1 1 0,0 0 0,-1 0 0,1-1 0,-1 1 0,1 0 0,-1 0 0,1 0 0,0 0 0,-1-1 0,0 1 0,1 0 0,-1 0 0,1 0 0,-1 0 0,1-1 0,-1 1 0,1 0 0,-1 0 0,1-1 0,-1 1 0,1 0 0,-1-1 0,1 1 0,0-1 0,-1 1 0,1 0 0,0-1 0,-1 1 0,1-1 0,0 1 0,0-1 0,-1 1 0,1-1 0,0 1 0,0-1 0,0 1 0,0-1 0,0 1 0,0-1 0,0 0 0,0 1 0,0-1 0,0 1 0,0-1 0,-1-12-1602,-4 3-4934,-11 6-5377,14 4 11371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34.81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1220 40 3474,'3'0'-80,"-2"1"315,-1-1-1,1 0 0,-1 0 0,1 0 0,-1 0 1,0 0-1,1 0 0,-1 0 0,1 0 0,-1 0 1,1 0-1,-1 0 0,1 0 0,-1 0 0,1 0 0,-1 0 1,1 0-1,-1 0 0,1 0 0,-1-1 0,0 1 1,1 0-1,-1 0 0,1-1 0,-1 1 0,0 0 1,1-1-1,-1 1 0,0 0 0,1-1 0,-1 1 1,0 0-1,0-1 0,1 1 0,-1-1 0,0 1 1,0 0-1,0-1 0,1 1 0,-1-1 0,0-2 2631,0 2-2738,0 1 0,0-1 0,1 1 0,-1-1 0,0 1 0,0-1 1,0 1-1,0-1 0,0 1 0,0-1 0,0 1 0,-1-1 0,1 1 0,0-1 1,0 1-1,0-1 0,0 1 0,-1-1 0,1 1 0,0-1 0,0 1 1,-1-1-1,1 1 0,0-1 0,-1 1 0,-3-3 307,0 1 1,0 0-1,-1 0 0,1 1 1,-1-1-1,1 1 0,-1 0 0,1 0 1,-1 0-1,1 1 0,-1 0 1,0 0-1,-5 0 0,-78 9 4897,75-7-4371,-6 3-823,1 1-1,-1 1 1,1 0 0,0 1-1,1 1 1,0 1 0,1 1-1,-29 23 1,-41 32-137,4 4 0,2 4 0,4 3 0,-80 105 0,102-108 0,3 1 0,3 3 0,4 1 0,3 3 0,-41 120 0,59-130 0,4 0 0,-13 91 0,28-125 0,3 67 0,1-61 0,1-21 0,1-1 0,0 1 0,2-1 0,0 0 0,2 0 0,13 33 0,-1-13 0,1-2 0,31 47 0,-37-67 0,1-2 0,0 0 0,1 0 0,1-2 0,1 0 0,0 0 0,1-2 0,0 0 0,25 13 0,0 0 114,-33-19-224,1-1-1,-1 0 1,2-1-1,-1 0 1,1-1-1,21 6 1,-2-12-4502,-24-1 2752,0 0 0,0-1 0,-1 0 0,1 0 0,-1-1 1,1 0-1,-1 0 0,7-6 0,-8-4-3134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35.1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858 737 7844,'-3'-2'971,"1"0"0,-1 0 1,0 1-1,0-1 1,1 1-1,-1 0 0,0 0 1,0 0-1,0 0 0,-4-1 1,-25-9 3926,20 5-4365,-1 1 0,1 1-1,-23-5 1,-64-22-525,68 22 855,-1-2 0,1-1 0,1-2-1,1 0 1,-43-29 0,-29-15 1129,74 41-1985,1-2-1,1-2 1,1 0 0,-42-47 0,43 43-9,11 10 2,0-1 0,1 0 0,1-1 0,0 0 0,1-1 0,-12-35 0,12 31 0,7 14 0,0 0 0,0-1 0,1 1 0,0-1 0,1 1 0,-1-1 0,2 1 0,1-15 0,0-10 0,-1 31 0,0 1 0,0-1 0,1 1 0,-1 0 0,1-1 0,-1 1 0,1 0 0,-1 0 0,1 0 0,0 0 0,0 0 0,-1 0 0,1 0 0,0 1 0,0-1 0,0 1 0,2-1 0,0 0 0,0-1 0,0 1 0,0 1 0,0-1 0,0 0 0,0 1 0,0 0 0,6 0 0,24 10 0,0-2 0,42 4 0,-42-7 0,0 1 0,0 1 0,34 13 0,20 8-106,0-4 0,108 15 1,-190-39-157,108 15-6659,-34-19-4863,-36-5 6145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35.91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2351 5876 6787,'-118'-6'9896,"80"2"-7869,-41-11 0,54 9-1866,0-2 0,0 0 0,1-2 0,0 0 1,1-2-1,0 0 0,-23-18 0,-17-17 150,3-3 0,2-2 0,2-3 0,-70-89 0,120 136-260,-254-328 1914,179 223-1291,-72-137 1,-209-503 474,254 516-679,-133-407 2225,144 367-1767,-18-57-349,86 224-579,-26-219 0,42 231 0,4 27 0,3 0 0,3-1 0,3 1 0,18-127 0,-10 134 0,-2 13 0,2 1 0,24-82 0,-5 64 0,3 1 0,2 2 0,3 1 0,45-60 0,-54 86 0,-1 0 0,2 1 0,1 2 0,42-42 0,7 13 0,2 2 0,3 5 0,3 3 0,175-83 0,-193 108 0,110-29 0,-109 37 0,-27 9 0,0 3 0,1 1 0,0 2 0,0 2 0,65 1 0,-69 2 0,67 2 0,-97-1 0,1 1 0,0 0 0,-1 1 0,1 0 0,-1 0 0,1 1 0,-1 0 0,0 1 0,10 5 0,26 32 0,-43-38 0,0-1 0,0 1 0,0 0 0,0 0 0,0-1 0,0 1 0,-1 0 0,1 0 0,-1 0 0,0 0 0,0 0 0,0 0 0,0-1 0,-1 1 0,0 5 0,-1 9 0,3-14-4,-1 1 0,-1-1 0,1 0 0,0 1 1,-1-1-1,0 0 0,1 0 0,-1 1 0,-1-1 0,1 0 0,-3 5 0,-34 31-178,24-26 65,-1-2 0,0 0 0,-1-1 0,0-1 0,-33 15 1,-92 21 238,118-38-130,-115 17 520,130-22-467,0-1 0,-1 0 1,1 0-1,-1-1 0,-12-1 0,-14 0-12,23-1-33,10-2 0,21-11 0,45-15 0,-17 12 0,1 3 0,1 2 0,0 2 0,0 1 0,1 4 0,84-2 0,-121 8 0,-1 1 0,0 0 0,0 0 0,0 1 0,0 1 0,0 0 0,-1 1 0,21 8 0,-29-10 0,0 0 0,0 0 0,0-1 0,0 2 0,0-1 0,-1 0 0,1 0 0,-1 1 0,1 0 0,-1-1 0,0 1 0,0 0 0,0 0 0,0 0 0,-1 0 0,1 1 0,-1-1 0,0 0 0,0 1 0,0-1 0,0 1 0,0-1 0,-1 1 0,0-1 0,0 1 0,0-1 0,0 1 0,0-1 0,-1 1 0,1-1 0,-1 1 0,0-1 0,0 1 0,-2 3 0,-27 61-1652,-29 30-5030,-63 54-5047,75-100 5348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5:59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2049,'47'0'1265,"-19"10"-833,19-10-832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01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43 4658,'0'-2'1766,"0"-17"8428,-3 7-4181,3 11-5862,-1 1 1,1-1 0,-1 0 0,1 1-1,-1-1 1,1 0 0,-1 1-1,0-1 1,1 1 0,-1-1 0,0 1-1,1 0 1,-1-1 0,0 1-1,0 0 1,0-1 0,1 1 0,-1 0-1,0 0 1,0 0 0,0 0-1,0 0 1,1 0 0,-1 0-1,0 0 1,-1 0 0,-3 0 920,4 4-954,1-1 0,-1 1 0,0 0 1,1-1-1,0 1 0,0 0 0,0 0 0,2 6 0,-1 10 265,-1 831 3139,2-816-3522,10 66 0,-6-66 0,2 64 0,-8 128-5328,0-212 3650,-2 0 0,0 0-1,-8 27 1,6-28-438,1 1 1,0 0 0,-1 28-1,4 5-3193,0-17-1582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02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997 843 4466,'-5'-14'1660,"-1"1"0,-1 0 0,-1 0 0,0 0 1,0 1-1,-1 0 0,-1 1 0,0 0 0,-13-11 0,11 11-1036,-1 1 0,0 0 0,-1 1 0,0 1 1,0 0-1,-1 1 0,-25-10 0,37 17-589,-21-8 340,0 1-1,-39-5 0,52 11-202,0 1 0,0 1 1,0-1-1,0 2 0,0-1 0,0 1 0,0 1 1,-12 5-1,0 1 114,0 1-1,1 2 1,0 0 0,1 1-1,1 1 1,0 1 0,-32 31 0,28-22-1,2 1 1,0 0-1,2 2 1,1 1-1,-23 43 1,-2 18-286,-32 95 0,60-137 0,2 0 0,3 1 0,1 0 0,-3 54 0,8-53 0,3 0 0,2-1 0,2 1 0,2 0 0,17 77 0,-9-82 0,2-2 0,2 0 0,1 0 0,2-2 0,38 58 0,-47-83 0,14 22 0,2-2 0,1 0 0,2-2 0,56 51 0,23-12 0,-47-33 0,-32-22 0,0-1 0,1-2 0,1-1 0,50 15 0,-26-14 0,110 16 0,-77-24 0,1-4 0,90-9 0,-121 1 0,-1-2 0,0-3 0,0-2 0,69-27 0,212-108 0,-282 118 0,-2-1 0,0-3 0,-2-2 0,-2-3 0,-2-1 0,-1-3 0,-2-2 0,-3-1 0,38-53 0,-33 35 0,-3-1 0,-3-3 0,55-120 0,-66 110 0,-2-1 0,-5-1 0,-2-1 0,15-138 0,-32 178 0,-2-1 0,-2 0 0,-1 1 0,-2-1 0,-3 1 0,-1-1 0,-1 2 0,-3-1 0,-1 1 0,-2 1 0,-21-42 0,18 52 0,-1 0 0,-1 2 0,-1 0 0,-2 1 0,0 1 0,-2 2 0,-49-40 0,15 22 0,-1 2 0,-103-50 0,106 64 0,-2 2 0,0 3 0,-1 3 0,-1 2 0,-1 3 0,0 3 0,0 2 0,0 3 0,-1 2 0,0 3 0,1 3 0,0 3 0,0 2 0,0 3 0,-106 36 0,135-35-477,1 1 1,1 1-1,0 2 1,1 1-1,-35 29 1,41-28-429,1 1 0,2 1 1,0 1-1,1 1 0,1 0 0,1 2 1,1 0-1,2 0 0,0 2 1,-17 48-1,3 5-7894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02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94 315 7091,'-8'0'3067,"0"-1"-1,0 0 1,0 0-1,0-1 1,1 0-1,-14-5 1,0-6 1143,20 12-4210,1 1 0,0 0 0,-1-1 0,1 1 0,0 0 0,-1-1 0,1 1 0,0-1 0,0 1 0,0 0 0,-1-1 0,1 1 0,0-1 0,0 1 0,0-1 0,0 1 0,0-1 0,0 1 0,0-1 0,0 1 0,0-1 0,0 1 0,0-1 0,0 1 0,0 0 0,0-1 0,1 1 0,-1-1 0,0 1 0,0-1 0,0 1 0,1 0 0,-1-1 0,0 1 0,1-1 0,-1 1 0,0 0 0,1-1 0,-1 1 0,0 0 0,1 0 0,-1-1 0,1 1 0,-1 0 0,1-1 0,22-10 0,133-39 0,281-51 0,172 25 0,-512 67 0,193-9 0,-133 14-3082,133 6-7808,-257-1 7694,-28-2 2220,1 1 0,0 0 1,-1 0-1,1 1 1,-1 0-1,7 2 0,9 10-3263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02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0 10805,'-37'63'13169,"5"-11"-7213,6 7-3543,17-32-2066,0-5-328,2 0 0,1 0 1,-5 35-1,3 35-19,2-62 0,-2 34 0,17 33 0,1 21 0,13 159 0,1 10 0,-24-146-4171,0 198-14031,0-273 13250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02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114 581 13030,'4'-8'2005,"0"-1"0,0 0 0,-1 0-1,0 0 1,0 0 0,1-13 0,-1-33 3250,-3 52-5209,-1 0 1,1 1 0,-1-1 0,0 0-1,1 1 1,-1-1 0,0 1-1,-1-1 1,1 1 0,0-1-1,-4-3 1,5 5-50,-1 0 0,1 1 0,-1-1 1,1 0-1,-1 1 0,1-1 0,-1 0 0,0 1 0,1-1 0,-1 1 0,0-1 1,1 1-1,-1-1 0,0 1 0,0 0 0,0-1 0,1 1 0,-1 0 0,0 0 1,0-1-1,0 1 0,0 0 0,0 0 0,1 0 0,-1 0 0,0 0 0,0 0 1,0 0-1,0 1 0,0-1 0,1 0 0,-1 0 0,0 1 0,0-1 0,0 0 1,1 1-1,-1-1 0,-1 2 0,-1 1 3,0 0 0,0 0 0,0 1 0,0 0 0,0-1 0,1 1 0,0 0 0,0 0 0,0 1 0,0-1 0,1 0 0,-2 7 0,-16 38 0,11-29 0,0 0 0,2 0 0,1 1 0,0 0 0,2 0 0,-2 22 0,2-20 0,0 29 0,2 69 0,2-54 0,0-37 0,2 0 0,0-1 0,2 1 0,2-1 0,0 0 0,2 0 0,1-1 0,1 0 0,2-1 0,0-1 0,2 0 0,32 43 0,-33-55 0,1 0 0,1-1 0,0-1 0,0-1 0,1 0 0,1-1 0,31 13 0,-36-18 0,1 0 0,-1 0 0,1-1 0,0-1 0,1-1 0,-1 0 0,0 0 0,1-2 0,-1 1 0,1-2 0,-1 0 0,0-1 0,23-5 0,-19 1 0,0 0 0,0-2 0,-1 0 0,0 0 0,-1-2 0,1 0 0,-2-1 0,0 0 0,22-22 0,-23 17 0,-1-1 0,0 0 0,-1-1 0,-1 0 0,14-31 0,9-13 0,-19 31 0,-1 1 0,-2-2 0,-1 0 0,-1 0 0,-2-1 0,6-45 0,-6 34 0,1-11 0,-3 0 0,-2 0 0,-2-1 0,-3 0 0,-2 1 0,-3-1 0,-2 1 0,-20-74 0,25 117 0,0-1 0,0 1 0,-1 0 0,-1 0 0,0 0 0,-1 0 0,0 1 0,0 0 0,-1 0 0,-17-18 0,11 15 0,-1 1 0,0 1 0,-1 0 0,-1 1 0,0 0 0,0 1 0,-1 1 0,0 1 0,0 0 0,-23-6 0,7 8 0,0 1 0,1 1 0,-1 1 0,-1 3 0,-54 4 0,61 0 0,1 0 0,0 2 0,0 1 0,1 1 0,0 1 0,1 2 0,-1 0 0,-40 27 0,60-35 5,0 0 1,1 1-1,-1-1 0,1 1 0,0 0 1,0 0-1,1 1 0,-1-1 1,1 1-1,0-1 0,0 1 1,0 0-1,1 1 0,-3 8 0,1 2-84,2 0 0,0 0-1,1 0 1,1 21 0,8 28-3659,-5-54 2019,0 0-1,1-1 0,0 1 0,1 0 1,1-1-1,11 17 0,27 26-5542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04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15815,'7'-12'2730,"1"0"1,0 1-1,15-16 0,7 4 1569,-30 23-4254,1-1-1,0 1 0,-1 0 1,1 0-1,-1 0 1,1-1-1,0 1 0,-1 0 1,1 0-1,-1 0 1,1 0-1,0 0 0,-1 0 1,1 0-1,-1 0 1,1 0-1,0 0 1,-1 1-1,1-1 0,-1 0 1,1 0-1,0 1 1,-1-1-1,1 0 0,-1 1 1,1-1-1,-1 0 1,1 1-1,-1-1 0,0 1 1,1-1-1,-1 0 1,1 1-1,-1-1 0,0 1 1,1-1-1,-1 1 1,0 1-1,27 47-44,-18-35 0,-1 0 0,-1 1 0,7 17 0,101 388 0,-34 18 0,-37-186 0,-16-40 0,-12-82 0,-10-62-1519,-5 136 0,-3-86-125,2-261-6448,0-8 3298,0-38 2406,0-103 3167,0-188 2052,18 170 3654,-16 286-5732,1 0-1,0 1 0,2-1 0,1 1 0,0 0 0,2 0 0,1 0 0,1 1 1,0 1-1,2 0 0,16-23 0,-26 40-729,1 1-1,0 0 1,0 0 0,0 0 0,1 0-1,-1 0 1,0 1 0,1-1 0,0 1-1,0 0 1,-1 0 0,1 0 0,0 1-1,1-1 1,-1 1 0,0 0 0,0 0-1,0 1 1,1-1 0,-1 1 0,0 0-1,1 0 1,-1 0 0,0 1 0,1 0-1,-1-1 1,0 1 0,8 4 0,2-1-1,-1 2-1,0-1 1,-1 2 0,0 0 0,0 0 0,0 1 0,12 11 0,-2 4-22,-1 2 0,-2 0 0,0 1 0,-2 1 0,0 0 0,13 35 0,8 18 0,-4 2 0,32 115 0,-56-153 0,-2 1 0,4 74 0,-6-49 0,0-23 0,2 43 0,-11-49 0,-2 1 0,-19 76 0,11-56 0,3-18 0,-1-1 0,-2-1 0,-31 71 0,35-96 0,0 1 0,-1-2 0,-1 1 0,0-1 0,-1-1 0,-1 0 0,0-1 0,-1 0 0,-1-1 0,-26 18 0,17-15 0,-1-1 0,0-2 0,0 0 0,-2-2 0,-45 14 0,63-23 0,0 0 0,0-1 0,0 0 0,-1 0 0,1-1 0,0 0 0,-1-1 0,1 0 0,0 0 0,0-1 0,-1 0 0,2-1 0,-1 0 0,0 0 0,0-1 0,1 0 0,0 0 0,0-1 0,0 0 0,1-1 0,-10-8 0,10 8 0,0 0 0,0 0 0,1-1 0,0 1 0,0-2 0,1 1 0,0 0 0,0-1 0,0 0 0,1 0 0,1 0 0,-1-1 0,1 1 0,1-1 0,0 0 0,-3-16 0,1 2 0,1 0 0,1 1 0,1-1 0,1 0 0,1 0 0,1 0 0,1 0 0,6-25 0,9-29 0,-12 42 0,2 0 0,2 1 0,1 0 0,2 0 0,18-35 0,4 13 0,3 2 0,2 1 0,60-61 0,-83 96 0,1 1 0,2 1 0,-1 0 0,2 2 0,0 0 0,0 2 0,1 0 0,1 1 0,0 2 0,1 0 0,-1 1 0,31-5 0,-35 10 0,-1 0 0,0 2 0,1 0 0,-1 1 0,1 1 0,-1 0 0,1 1 0,-1 2 0,0 0 0,0 0 0,0 2 0,-1 0 0,0 1 0,0 1 0,-1 0 0,0 2 0,18 12 0,6 9 0,-3 1 0,0 1 0,-2 2 0,-2 2 0,-1 1 0,-2 1 0,-2 2 0,30 56 0,7 18 0,-39-73 0,-1 2 0,29 76 0,-37-80 0,8 29 0,-22-56 0,1 0 0,0-1 0,1 1 0,6 11 0,-10-21 0,1 0 0,-1 0 0,0 0 0,0 0 0,0 0 0,-1 0 0,1 0 0,-1 0 0,0 0 0,0 4 0,0-7 0,0 0 0,0 0 0,0 0 0,0 0 0,0 0 0,0 0 0,0 0 0,0 0 0,0 0 0,0 0 0,0 0 0,0 0 0,0 0 0,-1 0 0,1 0 0,0 0 0,0 0 0,0 0 0,0 0 0,0 0 0,0 0 0,0 0 0,0 0 0,0 0 0,0 0 0,0 0 0,0 0 0,0 0 0,0 0 0,0 0 0,-1 0 0,1 0 0,0 1 0,0-1 0,0 0 0,-1-24 0,1-23 0,3-1 0,2 1 0,10-47 0,-12 81 0,21-124 0,-17 95 0,2 1 0,2-1 0,29-72 0,10-32 0,-35 100 0,2 0 0,3 1 0,1 1 0,43-67 0,-49 88-910,0 2 0,34-36 0,-31 36 102,-14 17 555,1 0 0,-1 0 0,1 1 0,-1-1 0,1 1 0,0 0 0,1 0-1,-1 1 1,0 0 0,1 0 0,-1 0 0,1 0 0,0 1 0,-1 0 0,11-1 0,-14 2 307,0 1 0,0-1 0,0 1 0,-1 0 1,1-1-1,0 1 0,-1 0 0,1 0 0,0 0 1,-1 0-1,0 0 0,1 0 0,-1 1 0,1-1 0,-1 0 1,0 1-1,0-1 0,0 1 0,0-1 0,0 1 1,0 0-1,0-1 0,-1 1 0,1 0 0,-1-1 1,1 1-1,-1 0 0,1 0 0,-1 0 0,0 0 1,0-1-1,0 1 0,0 0 0,-1 3 0,2 5 534,-2 0 0,1 1 0,-1-1 0,-1 0 0,-3 12-1,-16 54 586,-28 87-182,37-125-991,3 1 0,1 0 0,-4 56 0,9-67 0,-1 26 0,4 66 0,1-53 0,-1-49 0,1 0 0,1 0 0,1-1 0,0 1 0,1-1 0,1 0 0,1 0 0,0 0 0,2-1 0,-1 1 0,2-2 0,0 1 0,1-2 0,1 1 0,0-1 0,19 18 0,-22-24 0,1 0 0,0-1 0,0 0 0,0 0 0,1-1 0,0-1 0,0 0 0,1 0 0,0-1 0,0 0 0,0-1 0,0 0 0,0-1 0,14 2 0,-7-3 0,-1 0 0,1-1 0,-1-1 0,1-1 0,-1-1 0,0 0 0,0-1 0,32-12 0,-38 9 0,0 0 0,0-1 0,-1 0 0,0-1 0,0 0 0,-1-1 0,0 0 0,-1 0 0,12-20 0,-12 17 0,-2 0 0,0-1 0,0 0 0,-1 0 0,-1 0 0,0 0 0,-1-1 0,-1 0 0,1-17 0,5-21 0,-5 37 0,4-16 0,-2 0 0,-1 0 0,-1-1 0,-2 0 0,-5-58 0,-1 58 0,-1 0 0,-1 0 0,-2 1 0,-1-1 0,-2 2 0,-1 0 0,-1 0 0,-2 2 0,0-1 0,-3 2 0,0 1 0,-2 0 0,0 1 0,-2 1 0,-1 2 0,-46-36 0,43 38 0,-66-43 0,83 59-29,10 5-120,10 5-278,0-1 1,1 0 0,18 5-1,10 1-1492,-28-6 1194,0-1 1,0-1-1,0 0 1,0 0-1,17 0 1,104 8-2515,-122-10 3452,0 0 1,-1 1-1,1 0 1,-1 1-1,0-1 0,1 2 1,-1 0-1,0 0 1,0 0-1,0 1 1,9 6-1,-13-5 66,0 1 0,-1 0 1,1 0-1,-1 0 0,0 0 0,-1 1 0,1-1 0,-1 1 1,-1 0-1,1 0 0,-1 0 0,-1 0 0,2 11 1,0 11 1181,-1 0 1,-3 34 0,0-17-928,3-11-534,10 58 0,-6-56 0,2 65 0,8 351 0,-14-289 0,-3-105 0,8 76 0,2-72 0,-3-24 0,2 62 0,-8 152 0,-1-233-1108,0 0 1,-2 0-1,-6 22 0,5-23-627,0 0-1,1 1 0,0 23 1,4-29-1143,-2 16-1844,1-29 4537,0-1-1,-1 1 0,1-1 1,0 1-1,0 0 1,0-1-1,-1 1 1,1-1-1,0 1 0,0 0 1,-1-1-1,1 1 1,-1-1-1,1 1 1,0-1-1,-1 1 0,1-1 1,-1 0-1,1 1 1,-1-1-1,1 1 1,-1-1-1,0 0 0,1 0 1,-1 1-1,1-1 1,-1 0-1,0 0 0,1 0 1,-1 0-1,0 1 1,0-1-1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04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48 236 8900,'5'-10'1701,"-1"1"1,0-1-1,-1 0 0,0 0 0,0 0 0,-1 0 1,0 0-1,0-19 0,-2 21-701,1 1 1,0-1-1,0 1 1,1-1-1,3-8 0,4-24 1343,-9 38-2335,0 1 0,0-1 0,0 1 0,1 0 0,-1-1 0,0 1 0,1 0 0,-1-1 0,1 1 0,-1 0 0,1 0 0,0 0 0,0-1 0,0 1 0,-1 0 0,1 0 0,0 0 0,0 0 0,0 0 0,0 0 0,1 1 0,-1-1 0,0 0 0,0 0 0,0 1 0,1-1 0,-1 1 0,0-1 0,1 1 0,-1 0 0,0-1 0,3 1 0,2-1-17,0 1 0,1-1 0,-1 1 1,1 0-1,9 2 0,-8 0 9,1 0 0,0 1 0,-1 0 0,0 1 0,0 0 0,0 0 0,0 1 0,-1-1 0,0 2 0,0-1 0,0 1 0,8 9 0,-7-8 0,4 3 0,0 0 0,-1 1 0,0 0 0,-1 1 0,0 0 0,-1 0 0,0 1 0,-1 1 0,0-1 0,8 21 0,5 28 0,18 81 0,-34-117 0,-1 1 0,-1-1 0,-1 1 0,-1 0 0,-2 0 0,-5 34 0,3-39 0,-1 0 0,0-1 0,-2 1 0,-1-1 0,-1 0 0,0-1 0,-2 1 0,0-2 0,-20 29 0,8-23-1091,-36 32 0,43-44-41,-2-1 1,1 0-1,-1-1 1,-1-1-1,0 0 1,-1-2 0,1 0-1,-1-1 1,-1-1-1,-33 7 1,-20-2-6619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0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424 280 6643,'-49'-26'15253,"14"12"-10640,-1 6-3431,32 7-1192,-1 1 0,0-1 1,0 2-1,0-1 0,0 0 0,0 1 1,0 0-1,0 0 0,0 1 0,1-1 1,-1 1-1,-5 3 0,4-2 628,0 1 1,0 0-1,1 0 0,-1 1 0,1 0 1,-6 6-1,-28 29 46,32-35-640,0 2-1,1-1 1,-1 1-1,2 0 0,-1 0 1,1 1-1,0 0 1,-4 9-1,-55 130-23,58-127 0,0 1 0,1 0 0,0 0 0,2 0 0,-1 33 0,4-13 0,-2-15 0,2 0 0,1-1 0,1 1 0,1 0 0,1-1 0,9 30 0,-5-34 0,1 0 0,1-1 0,1 0 0,1-1 0,20 25 0,-23-33 0,1 0 0,0-1 0,1-1 0,-1 0 0,2 0 0,-1-1 0,1 0 0,1-1 0,21 9 0,-28-14 0,7 3 0,-1 0 0,1-1 0,17 3 0,-24-6 0,-1 0 0,1-1 0,0 0 0,0-1 0,-1 1 0,1-1 0,0 0 0,-1 0 0,1-1 0,8-3 0,0-1 0,-8 5 0,0-1 0,-1-1 0,1 1 0,0-1 0,-1 0 0,1 0 0,-1 0 0,0-1 0,0 0 0,-1 0 0,1 0 0,-1-1 0,0 1 0,7-10 0,-8 8 0,0 0 0,-1 0 0,1 0 0,-1 0 0,-1-1 0,2-9 0,5-17 0,-5 23 0,1-2 0,0-1 0,0 0 0,-1 0 0,-1-1 0,0 1 0,-1 0 0,0-1 0,-2 1 0,1-1 0,-4-19 0,-35-192 0,27 151 0,-31-113 0,41 177 0,0 0 0,1 0 0,0 0 0,1 0 0,1-13 0,-1 2 0,0 20 0,1 1 0,-1 0 0,0-1 0,0 1 0,0 0 0,0 0 0,1-1 0,-1 1 0,0 0 0,0 0 0,0 0 0,1-1 0,-1 1 0,0 0 0,0 0 0,1 0 0,-1 0 0,0 0 0,1-1 0,-1 1 0,0 0 0,1 0 0,-1 0 0,0 0 0,0 0 0,1 0 0,-1 0 0,0 0 0,1 0 0,-1 0 0,0 0 0,1 0 0,-1 0 0,0 0 0,1 1 0,-1-1 0,0 0 0,0 0 0,1 0 0,-1 0 0,0 0 0,0 1 0,1-1 0,-1 0 0,0 0 0,0 0 0,1 1 0,-1-1 0,0 0 0,0 0 0,0 1 0,1 0 0,29 22 0,25 33 0,15 63 0,18-4 0,-59-80 0,-1 2 0,40 68 0,25 56 0,-66-118 0,-24-37 0,1 1 0,-1 0 0,0 0 0,-1 0 0,0 1 0,0-1 0,1 8 0,-2-9 0,-1-1 0,2 1 0,-1-1 0,1 0 0,-1 0 0,1 0 0,1 0 0,-1 0 0,1 0 0,0 0 0,5 6 0,-6-9 0,0 0 0,0 1 0,0-1 0,-1 1 0,1-1 0,-1 1 0,1 0 0,-1 0 0,0 0 0,0 0 0,0 0 0,0 0 0,-1 0 0,1 0 0,-1 0 0,0 4 0,0-488 0,2 432 56,13-69 0,-1 5-704,6-13-3579,-6 67-1838,27-73 0,3 35-893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05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0 225 11605,'0'9'20671,"45"-23"-20076,-12 5-699,-8 1 104,50-9 0,-6 3 0,80-17 0,122-32 0,-223 54-1520,19-5-2865,-63 13 4011,-1 0-1,1 0 1,0-1-1,0 0 1,-1 0-1,1 0 1,-1 0-1,1 0 1,-1 0-1,0-1 1,0 0 0,4-5-1,-4-16-11361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05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2641,'-34'178'10353,"26"-127"-7913,3 0-85,2 0 1,5 58 0,-1-27-203,1-31-1157,2-1-1,2 1 1,26 94 0,60 140 2821,-62-202-3504,93 279-4213,-107-314 1263,-5-20-841,-2 0 0,-1 1-1,-1 0 1,3 37 0,-10-64 3169,0 1 0,-1-1 0,1 0 0,-1 0 0,1 0 0,-1 0 0,0 1 0,0-1 1,1 0-1,-2 0 0,1-1 0,0 1 0,-2 3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05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150 432 9012,'0'-2'829,"0"-1"-1,0 1 0,-1-1 1,1 1-1,-1-1 1,1 1-1,-1 0 0,0-1 1,0 1-1,-2-4 1,-12-12 4321,8 25 1344,-7 11-4857,13-15-1514,0 0-1,0 0 0,1 0 1,-1 1-1,1-1 0,-1 0 0,1 1 1,1 4-1,-4 24 138,-6-11-260,7-16 0,0-1 0,0 0 0,1 1 0,-1-1 0,1 1 0,0-1 0,0 1 0,1 0 0,-1-1 0,1 1 0,0 0 0,0-1 0,1 1 0,1 6 0,13 53 0,39 135 0,-43-167 0,-2-2 0,2-1 0,1 0 0,2-1 0,24 39 0,7 9 0,-34-54 0,2-1 0,0 0 0,25 28 0,-22-32 0,0 0 0,2-2 0,0 0 0,0-1 0,1 0 0,1-2 0,0 0 0,1-2 0,0 0 0,0-1 0,1-1 0,1-1 0,34 6 0,-47-13 0,1 1 0,-1-2 0,1 1 0,-1-1 0,1-1 0,-1 0 0,0 0 0,1-1 0,-1 0 0,0-1 0,-1 0 0,1-1 0,-1 0 0,0 0 0,0-1 0,0 0 0,14-14 0,-10 8 0,-1 0 0,0-1 0,0-1 0,-2 0 0,1 0 0,-2-1 0,0 0 0,-1-1 0,0 0 0,5-17 0,53-198 0,-57 186 0,-1-1 0,-2 0 0,0-54 0,-5 40 0,-3 1 0,-2-1 0,-17-81 0,18 131 0,-6-29 0,-1 0 0,-17-39 0,22 66 0,-1 0 0,0 1 0,-1-1 0,0 1 0,-1 1 0,0-1 0,0 1 0,-1 1 0,-1-1 0,-14-10 0,7 8 0,-1 2 0,0 0 0,0 1 0,-1 0 0,0 2 0,0 0 0,-1 1 0,0 1 0,0 1 0,0 1 0,-1 0 0,1 2 0,-34 1 0,22 3 0,0 1 0,0 1 0,0 2 0,1 1 0,0 1 0,0 2 0,1 1 0,-30 17 0,39-16-345,1 1-1,1 0 1,1 2 0,0 0-1,1 2 1,0-1 0,2 2 0,0 0-1,1 1 1,1 1 0,1 0-1,1 0 1,-15 41 0,-1 6-7424,-1 1-934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05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22122,'-2'0'318,"1"0"1,0 0-1,-1 0 0,1 0 1,0 0-1,-1 1 1,1-1-1,0 0 0,-1 1 1,1-1-1,0 1 0,0 0 1,0-1-1,-1 1 0,1 0 1,0 0-1,0 0 0,0 0 1,0 0-1,0 0 0,1 0 1,-1 0-1,-1 1 0,-11 36 2645,11-33-2921,0 5-42,0 1 0,1-1 0,1 0 0,-1 0 0,3 16 0,-1 2 0,18 201 0,-17-169 0,13 66 0,-1-7 0,28 202 0,-21-185 0,5 23 0,-5-35 177,-17-86-626,18 69 1,6 24-8347,-12-49 798,-9-26 1325,9-4-1895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06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1 296 6643,'7'-10'3113,"-1"-1"1,0-1-1,0 1 1,-1-1-1,-1 0 0,4-13 1,-3-18 1216,-6 62-4330,0 0 0,2-1 0,4 35 0,14 0 0,17 78 0,-31-112 0,1 0 0,1-1 0,0 1 0,16 26 0,-13-27 0,-1 1 0,0 0 0,9 34 0,-14-41 0,1 0 0,1 0 0,0-1 0,0 0 0,1 0 0,0-1 0,1 0 0,10 10 0,-18-19 0,1-1 0,-1 1 0,1-1 0,-1 1 0,1-1 0,-1 1 0,1-1 0,-1 1 0,1-1 0,-1 0 0,1 1 0,-1-1 0,1 0 0,0 1 0,-1-1 0,1 0 0,0 0 0,-1 0 0,1 0 0,0 1 0,-1-1 0,1 0 0,0 0 0,-1 0 0,1 0 0,0-1 0,-1 1 0,1 0 0,0 0 0,-1 0 0,1 0 0,0-1 0,-1 1 0,1 0 0,-1-1 0,2 0 0,12-24 0,-4 7 0,-4 9 0,-4 5 0,1 0 0,0 0 0,-1 0 0,0 0 0,0-1 0,0 1 0,-1-1 0,3-8 0,44-176 0,-30 138 0,-13 42 0,-1-1 0,-1 0 0,0 0 0,0 0 0,-1 0 0,0 0 0,0-16 0,-2 20 0,1 0 0,0 0 0,-1 0 0,2 0 0,-1 1 0,1-1 0,0 0 0,3-6 0,-2 7 0,-1-1 0,0 1 0,0-1 0,-1 0 0,1 0 0,-1 0 0,-1 0 0,1-7 0,-1 12 0,0 1 0,0 0 0,0-1 0,0 1 0,0-1 0,0 1 0,0-1 0,0 1 0,0 0 0,0-1 0,0 1 0,0-1 0,0 1 0,0-1 0,0 1 0,0 0 0,1-1 0,-1 1 0,0-1 0,0 1 0,0 0 0,1-1 0,-1 1 0,0 0 0,1-1 0,-1 1 0,0 0 0,1-1 0,-1 1 0,0 0 0,1 0 0,-1-1 0,0 1 0,1 0 0,-1 0 0,1 0 0,-1 0 0,0 0 0,1-1 0,-1 1 0,1 0 0,-1 0 0,1 0 0,-1 0 0,1 0 0,-1 0 0,0 0 0,1 0 0,-1 1 0,1-1 0,-1 0 0,1 0 0,-1 0 0,0 0 0,1 1 0,-1-1 0,0 0 0,1 0 0,-1 1 0,0-1 0,1 0 0,-1 0 0,0 1 0,1 0 0,23 22 0,1 42 0,-16-52 0,1 0 0,18 21 0,-17-22 0,-1 1 0,16 23 0,-15-20 0,0 0 0,21 21 0,14 23 0,-41-53 0,0 1 0,0-1 0,1 1 0,0-1 0,0-1 0,1 1 0,9 7 0,22 21 0,-32-29 0,0 1 0,1-1 0,0 0 0,0-1 0,14 9 0,-19-13 0,-1 0 0,1 0 0,-1-1 0,1 1 0,-1 0 0,1 0 0,0-1 0,-1 1 0,1-1 0,0 1 0,0-1 0,-1 0 0,1 0 0,0 0 0,0 0 0,0 0 0,-1 0 0,1 0 0,0 0 0,0-1 0,-1 1 0,1-1 0,0 0 0,-1 1 0,1-1 0,-1 0 0,1 0 0,-1 0 0,1 0 0,-1 0 0,1 0 0,-1 0 0,2-2 0,-2-2 0,1 1 0,-1-1 0,0 1 0,0-1 0,-1 1 0,1-1 0,-1 0 0,0 1 0,0-1 0,-1 0 0,-1-5 0,1-11 0,1-34 0,1-5 0,-2 0 0,-15-94 0,14 115 0,2 34 0,0 0 0,0 0 0,0 0 0,-1 0 0,0 0 0,-2-9 0,-8-6 0,9 18 0,1 0 0,-1 0 0,1 0 0,0 0 0,0-1 0,0 1 0,0 0 0,0-1 0,1 1 0,-1-1 0,1 1 0,-1-4 0,1 6 0,0-1 0,0 1 0,0 0 0,0-1 0,0 1 0,0 0 0,0-1 0,0 1 0,0 0 0,0-1 0,0 1 0,0 0 0,0-1 0,0 1 0,0 0 0,0 0 0,0-1 0,0 1 0,0 0 0,0-1 0,1 1 0,-1 0 0,0 0 0,0-1 0,0 1 0,1 0 0,-1 0 0,0-1 0,0 1 0,1 0 0,-1 0 0,0 0 0,0-1 0,1 1 0,-1 0 0,0 0 0,1 0 0,-1 0 0,0 0 0,1 0 0,-1 0 0,0 0 0,1 0 0,-1 0 0,0 0 0,1 0 0,-1 0 0,0 0 0,1 0 0,-1 0 0,0 0 0,0 0 0,1 0 0,-1 0 0,0 0 0,1 0 0,-1 1 0,0-1 0,1 0 0,-1 0 0,0 0 0,0 1 0,0-1 0,1 0 0,-1 1 0,18 21 0,-13-13 0,0-1 0,1 0 0,0 0 0,0 0 0,0-1 0,1 0 0,12 10 0,15 16 0,-4-4 0,0-1 0,2-1 0,2-1 0,0-2 0,1-2 0,1-1 0,66 27 0,-33-20 0,-40-15 0,1-1 0,1-1 0,44 9 0,-65-19 0,0 0 0,0 0 0,0 0 0,-1-1 0,1-1 0,0 0 0,0 0 0,0-1 0,-1 0 0,1-1 0,-1 0 0,1 0 0,-1-1 0,0-1 0,12-7 0,46-40 0,-59 43 0,0 0 0,0 0 0,-1 0 0,-1-1 0,1 0 0,8-20 0,4-6 0,-12 24 0,-1-1 0,0-1 0,-1 1 0,0-1 0,-1 0 0,-1 0 0,2-21 0,1-105 0,-6 132 0,0 3 0,-1-1 0,1 0 0,-1 0 0,-1 0 0,1 0 0,-3-6 0,2 6 0,0 1 0,0-1 0,1 0 0,0 0 0,0 1 0,0-8 0,1 12 0,0 0 0,0 1 0,0-1 0,0 1 0,-1-1 0,1 0 0,0 1 0,0-1 0,-1 1 0,1-1 0,-1 1 0,1-1 0,0 1 0,-1-1 0,1 1 0,-1 0 0,1-1 0,-1 1 0,1 0 0,-1-1 0,1 1 0,-1 0 0,1-1 0,-1 1 0,0 0 0,1 0 0,-1 0 0,1 0 0,-1-1 0,0 1 0,1 0 0,-1 0 0,1 0 0,-1 0 0,0 1 0,1-1 0,-1 0 0,0 0 0,1 0 0,-1 0 0,1 1 0,-1-1 0,1 0 0,-1 0 0,1 1 0,-1-1 0,1 0 0,-1 1 0,1-1 0,-1 1 0,1-1 0,-1 1 0,1-1 0,0 1 0,-1-1 0,1 1 0,0-1 0,-1 1 0,1-1 0,0 1 0,0-1 0,0 1 0,-1 1 0,1 8 0,-1 1 0,-1-1 0,0 0 0,0 1 0,-5 10 0,4-11 0,0 0 0,0 1 0,1-1 0,1 0 0,-1 12 0,-10 101 0,24 40 0,-10-118 0,10 61 0,-5-60 0,0 65 0,12 123 0,-6-110 0,2 200 0,-15 246-814,0-561-623,0-1-1,-1 0 1,0 1-1,-1-1 0,0 1 1,-6 15-1,7-20 518,-7 13-5905,-16-2 364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06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67 11493,'0'-5'1923,"0"1"-1,0-1 1,1 0-1,-1 0 1,1 1-1,0-1 1,0 0 0,3-6-1,11-4 2134,12 12-4165,-17 7 111,1 0 0,-1 1 1,0 0-1,-1 1 0,0 0 0,0 1 0,0-1 0,0 2 1,-1-1-1,11 13 0,-5-3-2,-1 0 0,22 36 0,-29-43 0,8 17 0,-1 1 0,-1 0 0,-1 0 0,13 59 0,-23-74 0,-1 0 0,0 0 0,-1 0 0,0 0 0,-1 0 0,0 0 0,-1 0 0,-1-1 0,0 1 0,-10 20 0,0 5 0,7-21 0,0-1 0,-1-1 0,-1 1 0,0-1 0,-1-1 0,-1 0 0,0 0 0,-1-1 0,-1-1 0,0 0 0,0 0 0,-1-2 0,-1 0 0,1 0 0,-2-1 0,-21 9 0,-11 1-2382,-1-2-1,-62 13 1,107-29 1609,-1-1 1,1 1 0,-1-1 0,0 0-1,1-1 1,-1 1 0,0-1-1,1 0 1,-1 0 0,1 0 0,-6-3-1,-3 0-1271,-7-3-3316,17-15 926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07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0 923 4306,'31'-28'5372,"39"-38"11801,-25 24-11257,-45 41-5916,0 1 0,0-1 0,1 1 0,-1-1 0,0 1 0,1 0 0,-1-1 0,0 1 0,1-1 0,-1 1 0,1 0 0,-1-1 0,1 1 0,-1 0 0,1 0 0,-1-1 0,1 1 0,-1 0 0,1 0 0,-1 0 0,1 0 0,-1-1 0,1 1 0,-1 0 0,1 0 0,-1 0 0,1 0 0,-1 0 0,1 0 0,-1 1 0,1-1 0,0 0 0,-1 0 0,1 0 0,-1 0 0,1 1 0,-1-1 0,0 0 0,1 0 0,-1 1 0,1-1 0,-1 0 0,1 1 0,-1-1 0,0 1 0,1-1 0,-1 0 0,0 1 0,1-1 0,-1 1 0,0-1 0,0 1 0,1-1 0,-1 1 0,0-1 0,0 1 0,0-1 0,0 1 0,0-1 0,1 1 0,-1-1 0,0 1 0,0-1 0,-1 1 0,1 0 0,0 0 0,1 52 0,-2-37 0,1 12 0,-1 37 0,4 0 0,11 73 0,-6-19 0,0-82 0,-2-5 0,2-1 0,13 34 0,56 80 0,-75-143 0,-1-1 0,1 1 0,0-1 0,0 1 0,0-1 0,0 0 0,0 0 0,0 0 0,0 0 0,0 0 0,1-1 0,-1 1 0,0 0 0,0-1 0,1 0 0,-1 0 0,0 1 0,1-1 0,-1-1 0,0 1 0,1 0 0,2-1 0,2 0 0,-1 1-5,-1-1-1,0 1 1,0-1 0,0-1-1,1 1 1,-1-1 0,0 0-1,-1 0 1,1 0 0,0-1-1,-1 1 1,1-1 0,-1-1-1,0 1 1,6-6 0,4-5-67,0-2 0,18-27 0,-6 8-75,-17 24 84,-1-1 0,0 0 0,-1 0 0,0-1 0,-1 0 0,-1 0 0,6-21 0,5-9 63,1-10 237,-2 0 1,-3-2 0,6-56-1,-16 103-235,12-64-2,-9 52 0,-1 0 0,0 0 0,0-33 0,-4 19 0,-1 49 0,5 55 0,66 198 0,-62-249 0,1 1 0,1-2 0,14 23 0,19 36 0,-35-58 0,-4-9 0,0-1 0,0 0 0,1-1 0,0 1 0,0-1 0,12 14 0,-9-13 0,2 1 0,-1-2 0,1 1 0,1-2 0,-1 1 0,1-1 0,1-1 0,-1 0 0,13 4 0,-17-8 0,-1 0 0,1 0 0,-1-1 0,1 0 0,0 0 0,-1-1 0,1 0 0,0 0 0,0-1 0,-1 1 0,1-2 0,0 1 0,-1-1 0,0 0 0,1 0 0,-1 0 0,0-1 0,0 0 0,8-6 0,-2-1 0,0 0 0,0-1 0,-2 0 0,1-1 0,-2-1 0,1 1 0,-2-1 0,0-1 0,0 0 0,-1 0 0,5-17 0,18-29 0,-10 27 0,-13 23 0,0-1 0,-1 1 0,-1-1 0,0 0 0,0 0 0,-1-1 0,4-16 0,1-45 0,-6 40 0,10-45 0,-1 8 0,-3 0 0,-2 0 0,-7-138 0,-2 95 0,-1 51 0,-3 0 0,-25-108 0,28 154 0,1-12 0,2 25 0,1 0 0,-1 1 0,-1-1 0,1 0 0,0 0 0,-1 0 0,1 0 0,-1 1 0,0-1 0,0 0 0,-1-3 0,-22-22 0,1 56 0,22-25 0,0 0 0,0-1 0,0 1 0,0 0 0,1 0 0,-1-1 0,1 1 0,0 0 0,-1 0 0,1 0 0,1 3 0,-3 22 0,-2-1 0,0 1 0,1 28 0,-6 49 0,4-75 0,-3 13 0,-3 81 0,11 304 0,3-383 0,9 59 0,-6-61 0,2 57 0,-8-57 0,3 1 0,2-2 0,10 46 0,-11-73 0,1 0 0,1 0 0,9 17 0,10 25 0,-25-54-374,1 0 0,0 0 0,0 0 1,1 0-1,-1 0 0,1-1 0,-1 1 0,1 0 0,0-1 0,0 1 1,0-1-1,0 0 0,0 1 0,4 2 0,-5-5 189,0 0 1,0 0-1,-1 1 0,1-1 1,0 0-1,0 0 1,-1 0-1,1 0 0,0 0 1,0 0-1,-1 0 0,1-1 1,0 1-1,0 0 0,-1 0 1,1 0-1,0-1 0,0 1 1,-1 0-1,1-1 0,0 1 1,-1-1-1,2 0 0,19-27-3040,-14 12 1658,0-1-1,-1 1 1,0-1-1,-2 0 1,0 0-1,-1 0 1,0-1-1,-1-17 0,-2-22-945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07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47 507 1633,'-12'-43'4525,"1"0"1,2-1 0,3-1-1,1 1 1,1-84 0,5 121-4407,0 1 0,0-1 0,1 1 0,0-1 0,0 1 0,0 0 0,1-1 0,-1 1 0,2 0 0,-1 1 0,1-1 0,-1 1 0,2-1 0,-1 1 0,0 0 0,1 1 0,0-1 0,0 1 0,1 0 0,-1 0 0,8-3 0,-4 2-397,-1 0 1,1 1-1,0 0 1,0 0 0,0 1-1,0 0 1,1 1 0,-1 0-1,1 0 1,0 1 0,-1 1-1,1 0 1,0 0 0,16 2-1,-23-1 148,7 0-574,-1 1-1,1 1 1,0 0 0,0 0 0,-1 0 0,0 1 0,0 1 0,0 0 0,0 0 0,-1 0 0,9 8 0,-6-2-132,0 1 1,-1 0 0,0 1 0,-1 0 0,0 0 0,-1 1 0,0 0 0,-1 0 0,-1 1 0,-1 0 0,7 26 0,6 50-1711,-7-44 2552,-3 1 1,5 87-1,-13-127 246,0 0-1,0 0 0,1 0 0,0-1 0,0 1 1,1 0-1,0-1 0,1 1 0,-1-1 0,1 1 1,1-1-1,5 9 0,-4-7 320,-1 0 0,-1 1 0,0-1 0,3 13-1,-4-13 207,0-1 0,1 0 0,0 0 0,0 0-1,0 0 1,9 13 0,-7-14-388,5 7 1726,1 0 0,0-1-1,25 23 1,-32-33-1803,-1 0 0,2 0 1,-1-1-1,0 1 0,0-1 0,1 0 0,-1 0 1,1 0-1,0-1 0,-1 1 0,1-1 0,0-1 1,0 1-1,0 0 0,0-1 0,0 0 0,0 0 1,0-1-1,5-1 0,-1 0-312,1-1 0,-1 0 0,0 0 0,-1-1 0,1 0 0,-1-1 0,1 0 0,-1 0 0,-1-1 0,1 0 0,-1 0 0,0-1 0,0 0 0,9-13 0,1-6 0,0 0 0,-2-1 0,16-40 0,-26 52 0,-1 0 0,0 0 0,-1 0 0,-1-1 0,-1 1 0,0-1 0,0 1 0,-2-1 0,0 1 0,-1 0 0,0-1 0,-1 1 0,-1 0 0,-7-18 0,9 30 0,0 0 0,0 1 0,0-1 0,0 1 0,0-1 0,-1 1 0,1 0 0,-1 0 0,1 0 0,-1 0 0,0 0 0,0 1 0,1 0 0,-1-1 0,0 1 0,-1 0 0,1 0 0,-4 0 0,-6-4 0,7 4 0,0-1 0,0 1 0,0 0 0,0 1 0,0 0 0,0 0 0,0 0 0,0 1 0,0-1 0,0 1 0,0 1 0,0-1 0,1 1 0,-11 4 0,-2 2 0,1 1 0,0 0 0,-21 15 0,23-11 0,0 1 0,0 1 0,2 0 0,0 1 0,0 0 0,-16 30 0,-3 3 0,23-37 0,2-3 0,-1 2 0,2-1 0,-1 1 0,1 0 0,1 0 0,0 0 0,1 1 0,0 0 0,0 0 0,-2 15 0,4 2 0,1 0 0,1 0 0,2-1 0,0 1 0,2 0 0,1-1 0,12 37 0,-3-22 0,2 0 0,2-2 0,2 0 0,28 42 0,-41-73 0,2 1 0,-1-2 0,2 1 0,-1-2 0,1 1 0,0-1 0,1 0 0,0-1 0,0-1 0,21 10 0,4 3 0,-22-12 0,0 0 0,0-2 0,1 0 0,-1 0 0,1-1 0,0-1 0,1-1 0,-1 0 0,30 0 0,-18-3 0,0-2 0,0 0 0,0-2 0,39-11 0,-46 8-7,0-1-1,-1-1 1,0 0-1,-1-1 1,0-1-1,22-20 1,-2 2-600,23-26-5559,-26 22 377,19-10-3127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09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479 243 4882,'-192'24'10525,"28"-13"-8855,82-9-1366,47-2-78,29 0-83,11 0 25,75-4 676,131-23 0,-72 6-534,956-74 2134,-610 76-1585,-282 14-622,587 1 844,-88 3 410,393-25 2503,-41-23-1249,-823 34-2745,-199 12 0,59 2 0,-42 2 0,-42-1-927,-11 0-1507,-12 0-1716,1-1 0,0-1 0,-19-4 0,18 4-652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10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0 227 4082,'1'-16'9512,"2"4"-3782,9-5-1441,-6 14-4490,-1 0 1,1 0 0,0 1-1,0 0 1,0 0 0,11-2-1,-2 0 1271,28-7-895,16-5 626,70-9 0,537-22 3101,11 40-134,-614 7-3728,483 10-40,-215-2 0,437 19 0,-41-2 0,-693-24 0,1143-2 0,-1153 1 0,25-2 0,77-12 0,-74 8-246,28-4-1148,-77 9 1223,1 0 1,-1 1 0,0-1-1,0-1 1,0 1-1,0 0 1,0-1-1,0 0 1,0 1-1,0-1 1,0 0-1,-1-1 1,1 1-1,-1 0 1,0-1-1,1 1 1,1-5-1,-2-6-6154,-15 0 1203,7 8 3078,-20-20-4679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10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5869 0 15911,'-10'15'4536,"-2"0"-1,-21 21 1,-15 7-998,-3-2-3433,17-14-946,-42 41-1,-102 130-2401,-30 30-800,81-96 1658,-10 13-1039,-242 197 0,-90 3 1663,-322 161 4186,221-197 2947,314-175-2545,82-40-890,-180 93 1693,-543 269-252,251-121-3378,515-262-191,92-48-291,-2-2-1,0-2 1,-64 23-1,72-32-749,5-2-6236,28-15 3462,14-12 1086,33-22-1554,23 1-37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11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21402,'17'-5'1313,"0"0"419,1 0 0,-1 1 0,36-3-1,-47 7-1557,-1 0 0,1 0-1,-1 1 1,0 0-1,1 0 1,-1 0 0,0 0-1,1 1 1,-1 0-1,0 0 1,0 1-1,0-1 1,-1 1 0,1 0-1,-1 0 1,1 1-1,6 6 1,55 46-174,-15-15 0,126 130 0,-31-45 0,278 231 0,518 363 0,-92-168 0,-201-141 0,-293-162 0,-290-204-293,-31-23-536,32 27 1,-59-42 460,0 0 1,0 1-1,-1-1 1,0 1-1,-1 1 0,0-1 1,0 1-1,9 19 1,-14-25-433,0 1 1,0-1-1,0 1 1,0 0 0,-1-1-1,1 1 1,-1 0 0,0-1-1,0 1 1,0 0 0,-1-1-1,1 1 1,-1-1-1,0 1 1,-2 4 0,2-6 215,-1 0-1,1 0 1,-1 0 0,0-1 0,0 1 0,1 0 0,-1-1 0,0 0 0,0 1-1,-4 1 1,6-3 567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11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693 298 8100,'-7'-20'15307,"-11"9"-9341,11 9-5325,-1 1 0,0 0 0,1 0 0,-16 1 0,8 0-623,1 1 0,-1 1 0,1 0 0,-1 1 0,1 1 0,0 0 1,0 1-1,1 0 0,0 1 0,0 1 0,0 0 0,-12 9 0,-13 13-32,1 2 0,-46 49-1,56-53 12,5-6 3,1 2 0,1 0 0,1 2 0,1 0 0,2 1 0,0 0 0,2 1 0,0 1 0,-17 54 0,19-39 0,-16 64 0,26-95 0,0 0 0,1 0 0,0 0 0,1 0 0,0 1 0,3 16 0,2-6 0,1-1 0,2 0 0,0 0 0,1-1 0,2 0 0,0 0 0,1-1 0,0-1 0,2 0 0,1 0 0,0-2 0,1 0 0,1-1 0,0 0 0,28 18 0,-13-12 0,0-2 0,1-2 0,2 0 0,-1-3 0,2-1 0,0-1 0,0-2 0,62 10 0,190 10 0,-234-30 0,0-2 0,0-2 0,71-14 0,-30 0 0,-41 9 0,0-2 0,-1-3 0,-1-2 0,58-25 0,-59 16 0,-1-2 0,-1-2 0,90-69 0,-130 88 0,0-1 0,0-1 0,-1 0 0,0 0 0,-1 0 0,0-1 0,-1 0 0,0-1 0,-1 1 0,5-20 0,3 0 0,-8 11 0,0 1 0,-1-1 0,-1 0 0,-1 0 0,0 0 0,-3-28 0,1 41 0,0 6 0,0 1 0,0-1 0,-1 0 0,1 1 0,0-1 0,-1 0 0,1 1 0,-1-1 0,0 1 0,1-1 0,-1 1 0,0-1 0,0 1 0,0 0 0,0-1 0,0 1 0,0 0 0,0 0 0,-1 0 0,1 0 0,0 0 0,-1 0 0,1 0 0,-1 0 0,1 0 0,-1 0 0,1 1 0,-1-1 0,1 1 0,-3-1 0,-6-3 0,3 1 0,1 1 0,0 0 0,-1 0 0,1 1 0,-1 0 0,0 0 0,1 0 0,-1 1 0,0 0 0,0 0 0,-12 3 0,-3 1 0,1 2 0,-23 8 0,35-11 0,-30 13 0,1 2 0,0 2 0,1 1 0,1 2 0,2 1 0,-33 29 0,22-18 0,36-28 0,0 1 0,0 0 0,1 0 0,0 1 0,0-1 0,1 2 0,0-1 0,1 1 0,0 0 0,1 0 0,0 1 0,0 0 0,1 0 0,-5 21 0,3-14 0,4-15 0,1-1 0,0 1 0,0-1 0,0 1 0,1-1 0,-1 1 0,1 0 0,-1-1 0,1 1 0,0 0 0,0-1 0,0 1 0,0 0 0,0-1 0,2 5 0,1 3 0,2 1 0,-1-2 0,1 1 0,1 0 0,-1-1 0,2 0 0,-1-1 0,1 1 0,1-1 0,14 13 0,-18-18 0,0 0 0,0 0 0,1-1 0,-1 0 0,1 1 0,-1-2 0,1 1 0,0 0 0,-1-1 0,1 0 0,0 0 0,0 0 0,0-1 0,0 1 0,0-1 0,0-1 0,0 1 0,0-1 0,0 1 0,0-1 0,-1-1 0,1 1 0,0-1 0,-1 0 0,1 0 0,6-4 0,-2 1 0,1-1 0,-1-1 0,-1 0 0,1 0 0,-1-1 0,0 0 0,-1 0 0,1 0 0,-2-1 0,1-1 0,-1 1 0,-1-1 0,6-12 0,-10 18 0,2-1 0,-1 1 0,0 0 0,1-1 0,0 1 0,0 1 0,0-1 0,1 0 0,-1 1 0,1-1 0,0 1 0,-1 0 0,2 0 0,-1 1 0,6-4 0,0 3 0,-1-1 0,1 2 0,0-1 0,1 2 0,-1-1 0,0 1 0,19 1 0,150 13 0,-150-9-27,1-1 0,-1-2 0,0-1 0,0-1 0,1-2 0,-1 0 0,34-10 0,-47 8-374,0-2 0,0 1 0,0-2 0,-1 0 0,0-1-1,0-1 1,-1 0 0,-1 0 0,0-2 0,0 0 0,-1 0 0,0-1 0,13-20 0,-3 0 261,-1-1 1,-2-1 0,-1-1-1,20-61 1,-27 59 539,-1-1 1,-2 1-1,3-54 1,-8 72-168,-2-15 630,-2 0 0,-1 0 0,-1 1 0,-11-45 0,12 69-749,-5-20-66,-2 1-1,-1-1 1,-2 2 0,0-1-1,-27-41 1,13 20-70,22 44 22,1 1 0,0 0 0,-1 0 0,0 0 0,-1 0 0,1 0 0,-1 1 0,1 0 0,-1 0 0,-7-4 0,5 3 0,1 0 0,-1 0 0,1-1 0,-9-10 0,12 12 0,0 1 0,0-1 0,0 1 0,-1 0 0,1 0 0,-1 0 0,-5-3 0,7 5 0,1 1 0,-1-1 0,0 1 0,1-1 0,-1 1 0,0-1 0,1 1 0,-1 0 0,0 0 0,0-1 0,1 1 0,-1 1 0,0-1 0,0 0 0,1 0 0,-1 1 0,0-1 0,1 1 0,-1-1 0,0 1 0,1 0 0,-1-1 0,1 1 0,-2 1 0,-1 1 0,0 1 0,0-1 0,0 1 0,1-1 0,0 1 0,0 0 0,0 0 0,0 0 0,0 1 0,1-1 0,0 1 0,0-1 0,0 1 0,0 0 0,1 0 0,0 0 0,0 0 0,0 0 0,0 7 0,-7 58 0,5-56 0,1 0 0,0 0 0,1 0 0,0 1 0,3 19 0,11 75 0,6 0 0,4-1 0,44 125 0,22 45 0,-56-159-3351,27 49-6934,-42-117 2100,-15-12-2681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12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0 723 13574,'1'-3'704,"0"0"0,-1 0 1,1 0-1,1 0 0,-1 0 0,0 0 0,1 0 0,-1 1 0,1-1 0,0 1 0,0-1 0,0 1 1,0 0-1,0-1 0,0 1 0,1 0 0,4-3 0,2-1 600,0 0 0,0 1-1,0 0 1,18-7 0,90-17-1304,26-11 0,114-38 0,-249 75 0,28-9 0,0-1 0,-1-2 0,0-2 0,-1-1 0,53-37 0,-73 44 0,15-10 0,47-45 0,-68 58 0,-1-1 0,0 1 0,0-1 0,-1 0 0,0-1 0,0 1 0,-1-1 0,-1 0 0,0-1 0,4-13 0,-4 9 0,-3 12 0,1-1 0,-1 1 0,0-1 0,0 1 0,0-1 0,-1 1 0,1-1 0,-1 0 0,0 1 0,0-1 0,0 1 0,-1-1 0,1 0 0,-1 1 0,0-1 0,1 1 0,-2-1 0,1 1 0,0-1 0,-1 1 0,0 0 0,-4-6 0,3 5 0,-1 0 0,0 0 0,1 1 0,-2 0 0,1 0 0,0 0 0,-1 0 0,1 1 0,-1 0 0,0-1 0,0 2 0,0-1 0,0 1 0,0-1 0,0 1 0,-10 0 0,5 1 0,1 1 0,-1 0 0,1 0 0,0 1 0,0 0 0,0 0 0,0 1 0,0 1 0,-8 4 0,-3 2 0,1 1 0,1 1 0,0 0 0,1 2 0,0 0 0,1 1 0,-27 33 0,25-25 0,1 1 0,2 0 0,0 1 0,1 1 0,2 0 0,1 1 0,-13 45 0,20-57 0,1 1 0,1 1 0,0-1 0,1 0 0,1 0 0,1 1 0,0-1 0,1 0 0,1 0 0,0 0 0,1 0 0,1-1 0,0 1 0,1-1 0,11 19 0,-8-18 0,1-1 0,1 0 0,0 0 1,1-1-1,1-1 0,0 0 0,1 0 0,0-1 0,0-1 1,21 12-1,-10-10 0,0 0 0,0-2 0,2-1 1,-1-1-1,1-1 0,34 6 0,-14-8-2,1-1 0,-1-2 0,0-3 0,1-1 0,-1-3 0,0-1 0,80-21 0,-30-5-1824,-5-7-5830,2-4-2474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12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29 174 6547,'0'-1'456,"0"-1"1,0 1-1,0 0 0,-1 0 1,1-1-1,0 1 1,-1 0-1,1 0 0,-1 0 1,1 0-1,-1 0 0,1-1 1,-1 1-1,0 0 1,0 0-1,0 0 0,1 1 1,-1-1-1,0 0 0,0 0 1,-2-1-1,2 2-252,0-1 0,0 0 0,0 0 0,0 0 0,0 0 0,0 0 0,1 0 0,-1 0 0,0 0 0,0 0-1,1 0 1,-1-1 0,0 1 0,1 0 0,0 0 0,-1-1 0,1 1 0,0 0 0,-1-1 0,1 1 0,0-2 0,0 1-50,-1 0 0,1 0 0,0-1 0,0 1 0,0 0 0,0 0 0,1 0 0,-1 0 0,0-1 0,1 1 0,0 0 0,-1 0 0,1 0 0,0 0 0,0 0 0,0 0 0,0 1 0,1-1 0,1-3 0,8-9 485,15-17 1108,23 8 1033,-40 21-2672,-1 0 0,0 0-1,0 0 1,1 1 0,-1 0-1,1 1 1,-1 0 0,1 0 0,-1 1-1,0 0 1,1 0 0,-1 1-1,0 0 1,0 1 0,0-1 0,0 2-1,0-1 1,0 1 0,-1 0-1,0 1 1,0 0 0,0 0 0,-1 0-1,1 1 1,-1 0 0,-1 0-1,1 0 1,-1 1 0,0 0 0,0 0-1,3 8 1,3 4-108,-2 1 0,0 0 0,-1 0 0,-1 1 0,-1 0 0,-1 0 0,0 1 0,-2 0 0,-1-1 0,0 1 0,-2 0 0,-3 35 0,-3-10 0,5-28 0,-1-1 0,-1 1 0,-1-1 0,0 0 0,-1 0 0,-2 0 0,-8 19 0,-20 30 0,3 2 0,-34 102 0,64-163 0,1 1 0,-1-1 0,1 0 0,1 1 0,-1-1 0,1 1 0,1-1 0,0 1 0,0-1 0,3 12 0,-1-17-149,-1 1 0,0-1-1,1 0 1,0 1 0,0-1 0,0-1-1,0 1 1,0 0 0,0-1 0,1 0-1,-1 1 1,1-1 0,0-1 0,0 1-1,-1 0 1,6 0 0,1 1-680,1-1 1,0 0-1,0-1 0,-1 0 1,1-1-1,15 0 0,-6-2-487,0-1 0,0-1 1,0 0-1,0-2 0,-1 0 0,0-1 0,27-14 0,48-44-6511,-47 30 4841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13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1829 867 7668,'-16'-45'4320,"-26"-68"6158,36 102-9670,1 0 0,-1 1 0,-1 0 0,-10-12-1,-2 2-487,-1 0 0,-1 2 0,-1 0 0,0 1-1,-1 1 1,-1 1 0,0 1 0,-1 2 0,-1 0-1,0 2 1,-1 0 0,-33-6 0,26 9-110,-1 2 1,1 1-1,-1 1 0,0 3 1,0 0-1,0 3 1,0 0-1,0 3 1,-49 13-1,50-6-210,-1 1 0,2 1 0,0 2 0,1 1 0,-43 33 0,31-22 0,8-4 0,1 1 0,1 2 0,1 1 0,2 2 0,1 1 0,2 1 0,1 2 0,1 0 0,2 2 0,-20 42 0,21-31 0,3 0 0,1 2 0,3 0 0,2 1 0,2 1 0,-6 65 0,12-48 0,4-1 0,3 1 0,2-1 0,23 123 0,-11-130 0,3-2 0,3 0 0,2-1 0,2-1 0,61 97 0,-64-120 0,2-2 0,1 0 0,2-2 0,1-1 0,1-1 0,1-1 0,2-2 0,0-1 0,2-1 0,42 20 0,-10-10 0,2-4 0,84 25 0,-120-45 0,0-2 0,1 0 0,-1-2 0,1-2 0,0-1 0,0-1 0,45-5 0,28-15 0,174-53 0,-224 53 0,0-3 0,-2-2 0,0-2 0,-2-3 0,61-44 0,-55 31 0,-2-3 0,-3-2 0,-1-3 0,45-56 0,-64 61 0,-3 0 0,-2-2 0,-1-1 0,-3-1 0,18-54 0,-2 10 0,-21 45 0,-1-2 0,-3 1 0,10-57 0,14-158 0,-35 235 0,7-65 0,-1-164 0,-12 215 0,-2 0 0,-2 0 0,-2 0 0,-1 0 0,-2 1 0,-20-46 0,16 51 0,-2 0 0,-2 2 0,-1 0 0,-2 1 0,-1 1 0,-1 1 0,-2 1 0,-52-47 0,49 54 0,-2 3 0,-1 0 0,-1 2 0,0 1 0,-1 2 0,-1 1 0,0 2 0,-1 1 0,-38-6 0,0 5 0,0 4 0,-1 2 0,0 4 0,0 3 0,0 4 0,-125 21 0,37 14 0,-260 97 0,316-95 0,1 4 0,3 5 0,2 5 0,-174 123 0,245-156-395,2 2 0,1 0-1,0 2 1,-26 34 0,44-49-59,1 1 1,0 1-1,1 0 0,0 0 1,1 0-1,0 0 1,2 1-1,-1 0 0,2 0 1,-1 0-1,2 1 1,0-1-1,0 19 1,2 47-8717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14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234 464 10053,'0'-4'926,"0"1"0,-1 0 0,1 0 1,-1-1-1,0 1 0,0 0 0,0 0 1,0 0-1,-1 0 0,1 0 0,-1 0 1,0 0-1,0 0 0,-3-3 0,4 5-630,1 1 1,-1-1-1,0 0 0,0 0 0,0 1 0,0-1 0,0 1 0,1-1 1,-1 1-1,0-1 0,0 1 0,0 0 0,0-1 0,-1 1 0,1 0 0,0 0 1,0 0-1,0-1 0,0 1 0,0 0 0,0 1 0,0-1 0,-1 0 1,-16 15 1416,17-14-1713,0 0 0,0 1 0,1-1 0,-1 0 0,1 1 0,-1-1 0,1 1 0,-1-1 0,1 1 0,0-1 0,0 1 0,-1-1 0,1 1 0,0-1 0,1 3 0,-3 17 0,-3-6 0,1-5 0,1 0 0,0 1 0,0-1 0,1 1 0,0 0 0,1 16 0,1 266 0,1-255 0,2 1 0,9 39 0,3 22 0,-14-92 0,4 48 0,3 1 0,20 71 0,-12-46 0,-7-28 0,1-19 13,-7-25-27,0 0-1,-1 0 0,0 0 1,0 0-1,-1 13 0,0-14-519,-1 0 0,1 0-1,1 0 1,-1 0 0,1 0-1,7 16 1,-8-20-223,1-1 1,-2 1-1,1-1 0,0 1 1,-1-1-1,0 1 1,0 7-1,0-11 517,0 0-1,0 0 1,0 0 0,0 0-1,0 0 1,0 0 0,-1 0 0,1 0-1,0 0 1,0 0 0,-1 0-1,1 0 1,-1 0 0,1-1 0,-1 1-1,1 0 1,-1 0 0,1 0-1,-1-1 1,0 1 0,0 0 0,1-1-1,-1 1 1,0 0 0,0-1-1,0 1 1,1-1 0,-1 1 0,0-1-1,0 0 1,-1 1 0,-6-5-4715,3-2 4631,0 0 0,1-1-1,0 1 1,0-1-1,0 0 1,1 0 0,-5-14-1,-16-63-53,19 65 481,-20-102 852,14 80-423,2-1 1,1 1 0,-3-70-1,0-1 649,-15-78 2567,21 161-1855,-14-49 1,3 13 1264,-12-52 4971,21 36-5835,-7 49-2294,12 29 0,5 9 0,28 41 0,-22-35 0,-1 0 0,0 1 0,6 14 0,16 32 0,48 73 0,-25-47 0,-24-40 0,2-1 0,54 58 0,83 70 0,-143-148 0,24 26 0,3-2 0,1-2 0,118 75 0,-167-118 0,-1-1 0,1 0 0,0-1 0,1 1 0,-1-1 0,0 1 0,0-1 0,1-1 0,-1 1 0,0 0 0,1-1 0,-1 0 0,1 0 0,-1-1 0,0 1 0,1-1 0,-1 0 0,0 0 0,1 0 0,-1-1 0,0 1 0,0-1 0,0 0 0,0 0 0,0 0 0,-1-1 0,1 0 0,-1 1 0,0-1 0,1 0 0,-1-1 0,0 1 0,-1 0 0,1-1 0,-1 0 0,1 1 0,-1-1 0,2-7 0,2-7 0,-2 0 0,0-1 0,2-21 0,2-12 0,-4 33 0,2-3 0,-1 0 0,-1-1 0,-2 0 0,0 0 0,-1 1 0,-1-1 0,-5-32 0,-111-583 0,107 605 0,-2 0 0,-24-51 0,20 49 0,-1-4 0,6 13 0,-2 1 0,-19-32 0,-1-6 0,28 53 0,0 0 0,-1 0 0,-1 0 0,0 1 0,-13-18 0,5 6-2565,8 12-474,9 16-156,61 85-12246,-38-50 11348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14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98 9156,'2'3'748,"0"0"0,0-1 0,-1 1 1,1 0-1,-1 0 0,0 0 0,0 1 0,0-1 0,0 0 0,0 0 0,-1 1 0,1 4 0,-8 34 4860,-2 7-2428,7 16-1484,0-42-1016,1 0 1,1-1-1,1 1 1,6 34-1,-5-49-680,0 4 0,1 0 0,0 0 0,1 0 0,0-1 0,0 0 0,1 0 0,1 0 0,0 0 0,0-1 0,14 16 0,-18-24 0,6 8 0,0-1 0,1 0 0,0-1 0,15 11 0,-19-16 0,1 0 0,0 0 0,0 0 0,0-1 0,1 0 0,-1 0 0,1-1 0,-1 0 0,1 0 0,-1 0 0,11-1 0,-7 0 0,59-4 0,-64 3 0,0 0 0,-1 0 0,1-1 0,-1 1 0,1-1 0,-1 0 0,0 0 0,0-1 0,0 1 0,0-1 0,0 0 0,0 0 0,3-4 0,6-7 0,0 0 0,-2-1 0,1 0 0,-2-1 0,0 0 0,-1 0 0,-1-1 0,0-1 0,9-31 0,-3-12 0,-9 41 0,-1 0 0,-1 0 0,2-30 0,-5-215 0,3 255 0,3 19 0,1 2 0,-6-9 0,0 0 0,0 0 0,0 0 0,-1 0 0,1 0 0,0 0 0,-1 0 0,0 0 0,1 1 0,-1-1 0,0 0 0,0 0 0,0 0 0,0 1 0,-1-1 0,0 3 0,1-1 0,-1 0 0,1-1 0,0 1 0,0 0 0,0 0 0,0 0 0,1 0 0,-1-1 0,3 6 0,14 46 0,20 112 0,-33-152 0,-1 0 0,2-1 0,0 1 0,8 15 0,-6-16 0,-1 1 0,-1 0 0,7 28 0,-10-28 0,1 1 0,0-1 0,1 0 0,1 0 0,0-1 0,1 1 0,1-1 0,9 14 0,-10-17 0,-1 0 0,-1 0 0,0 0 0,5 18 0,-7-21 0,-1-6 0,0 1 0,0-1 0,0 0 0,0 0 0,0 0 0,1 0 0,-1-1 0,1 1 0,-1 0 0,1-1 0,0 1 0,-1-1 0,1 1 0,4 1 0,-5-2 0,0-1 0,0 1 0,1 0 0,-1 0 0,0 0 0,0 0 0,0 0 0,0 0 0,0 0 0,0 0 0,0 0 0,0 0 0,-1 0 0,1 0 0,0 1 0,-1-1 0,1 0 0,-1 1 0,1-1 0,-1 0 0,1 3 0,-1-4 0,0 1 0,0-1 0,0 1 0,0-1 0,0 1 0,1-1 0,-1 1 0,0-1 0,0 1 0,1-1 0,-1 0 0,0 1 0,0-1 0,1 1 0,-1-1 0,1 0 0,-1 1 0,0-1 0,1 0 0,-1 1 0,1-1 0,-1 0 0,1 0 0,-1 0 0,0 1 0,1-1 0,-1 0 0,1 0 0,-1 0 0,1 0 0,-1 0 0,1 0 0,-1 0 0,1 0 0,-1 0 0,1 0 0,-1 0 0,1 0 0,-1 0 0,1 0 0,-1 0 0,1-1 0,-1 1 0,1 0 0,-1 0 0,2-1 0,21-11 0,-20 8 0,-1 1 0,1-1 0,-1-1 0,0 1 0,0 0 0,-1 0 0,1-1 0,-1 1 0,1-6 0,6-17 0,14-5 0,-19 28 0,1 0 0,-1 0 0,0-1 0,0 1 0,0-1 0,3-9 0,1-19 0,-5 24 0,-1 0 0,2 0 0,-1 1 0,8-18 0,-3 10 0,-1-1 0,-1 0 0,-1 0 0,0 0 0,2-28 0,12-49 0,-1 48 0,-13 35 0,1 0 0,-1-1 0,-1 1 0,0-1 0,-1 0 0,2-22 0,-4 34 0,0 1 0,0-1 0,1 1 0,-1 0 0,0-1 0,0 1 0,1-1 0,-1 1 0,0-1 0,1 1 0,-1-1 0,0 1 0,1-1 0,-1 1 0,1-1 0,-1 1 0,1-1 0,-1 0 0,1 1 0,-1-1 0,1 0 0,-1 1 0,1-1 0,-1 0 0,1 0 0,0 0 0,-1 1 0,1-1 0,-1 0 0,1 0 0,0 0 0,-1 0 0,1 0 0,-1 0 0,1 0 0,0 0 0,-1 0 0,1-1 0,-1 1 0,1 0 0,0 0 0,-1 0 0,1-1 0,-1 1 0,1 0 0,-1-1 0,1 1 0,-1 0 0,1-1 0,-1 1 0,1-1 0,-1 1 0,0-1 0,1 1 0,-1-1 0,0 1 0,1-1 0,-1 1 0,0-1 0,1 1 0,-1-1 0,0 0 0,0 0 0,1 4 0,-1 0 0,1 0 0,-1 0 0,1 0 0,0-1 0,0 1 0,1 0 0,-1 0 0,3 4 0,8 15 0,-1 6 0,9 23 0,39 69 0,-34-70 0,-20-38 0,0 0 0,1-1 0,0 0 0,1 0 0,14 18 0,21 9 0,-41-37 0,0 0 0,0 0 0,0 0 0,0 0 0,0 0 0,0 0 0,0 0 0,1-1 0,-1 1 0,0 0 0,0 0 0,1-1 0,-1 1 0,0-1 0,1 0 0,-1 1 0,0-1 0,1 0 0,-1 0 0,1 1 0,-1-1 0,0 0 0,1 0 0,-1-1 0,1 1 0,-1 0 0,0 0 0,1-1 0,-1 1 0,0-1 0,1 1 0,-1-1 0,0 0 0,0 1 0,1-1 0,-1 0 0,0 0 0,0 0 0,0 0 0,0 0 0,0 0 0,1-2 0,3-2 0,-1 0 0,1 0 0,-1 0 0,-1 0 0,1-1 0,-1 0 0,0 0 0,0 0 0,3-11 0,6-19 0,-8 26 0,0 1 0,-1-1 0,-1-1 0,0 1 0,0 0 0,0-14 0,0 10 0,0-1 0,0 1 0,1-1 0,1 1 0,0 0 0,1 0 0,1 1 0,9-17 0,-9-1 0,-6 30 0,0 0 0,-1 1 0,1-1 0,0 0 0,0 1 0,0-1 0,0 0 0,0 1 0,0-1 0,0 0 0,0 1 0,0-1 0,0 0 0,1 1 0,-1-1 0,0 0 0,0 1 0,1-1 0,-1 1 0,0-1 0,0 0 0,1 1 0,-1-1 0,1 1 0,-1-1 0,1 1 0,-1-1 0,1 1 0,-1-1 0,1 1 0,-1 0 0,1-1 0,-1 1 0,1 0 0,0-1 0,-1 1 0,1 0 0,0 0 0,-1 0 0,1 0 0,0-1 0,0 1 0,7 32 0,-3-25 0,-1 0 0,0 0 0,0 1 0,0-1 0,3 12 0,10 15 0,5 15 0,-18-34 0,0 0 0,2-1 0,-1 1 0,2-1 0,0 0 0,12 17 0,-12-16 0,1 1 0,-2 1 0,6 20 0,-8-23 0,1 0 0,0 0 0,1 0 0,9 16 0,-14-28-527,0 0 0,0 0 0,0 0 0,-1 0 0,1 0 0,0 0 0,-1 0 0,0 1 0,0-1 0,0 0 0,0 0 0,0 0 0,0 0 0,0 3 0,-1 3-3152,-27-16-10557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14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714 20 20842,'-5'-3'923,"-1"0"1,0 1-1,0-1 1,0 1-1,0 0 1,0 1-1,0 0 1,-12-2 0,-43 8 2611,50-3-3457,-10 1-78,-1 2 0,2 0 0,-1 1 0,0 2 0,1 0 0,1 1 0,-1 0 0,2 2 0,-29 20 0,13-3 0,2 0 0,1 2 0,-49 62 0,57-63 0,3 1 0,0 0 0,2 1 0,-21 49 0,29-57 0,2 2 0,0-1 0,1 1 0,2 1 0,0-1 0,2 1 0,0 26 0,3-29 0,-1-8 0,1 1 0,0-1 0,1 0 0,1 1 0,0-1 0,1 0 0,10 29 0,-7-32 0,1 1 0,-1-1 0,2 0 0,0-1 0,0 0 0,1 0 0,1 0 0,-1-1 0,2-1 0,-1 0 0,1 0 0,1-1 0,22 12 0,-5-3 0,-22-12 0,0 0 0,1 0 0,0-1 0,0 0 0,0-1 0,0 0 0,1 0 0,-1 0 0,1-1 0,-1-1 0,15 2 0,9-4-1445,53-7 0,-59 3-517,0-1 0,0-1 0,-1-1 1,33-15-1,-8-4-6245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15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11893,'0'0'20874,"0"-11"-20874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7:37.71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0 253 3954,'0'-59'5065,"0"-85"15890,0 94-18162,0 197-2793,1-138 0,0-1 0,0 1 0,1 0 0,0-1 0,6 16 0,-5-16 0,-1 0 0,1 0 0,-1 0 0,-1 0 0,2 15 0,-2 8 0,3-1 0,0 1 0,15 51 0,3 13 0,-20-83 0,2 0 0,-1 0 0,10 19 0,4 14 0,-10-5 0,-6-32 0,1 1 0,0-1 0,0 1 0,0-1 0,7 13 0,1 2-5,-1 0 0,0 0 0,-2 0 0,7 36 0,-6-21-109,-3-20-155,-2-8-624,0 1 0,-1-1-1,-1 1 1,1 11 0,-1-14-268,-1 0 0,1 1 0,1-1 1,0 0-1,0 0 0,4 10 0,-3-11-393,0 1 0,-1-1 0,0 1 0,-1 0 0,1 0 0,-1 10 0,-1 0-2453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7:38.17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66 586 4482,'6'-8'773,"-1"0"-1,0 0 0,-1 0 1,1-1-1,-2 0 1,1 1-1,-1-1 1,0-1-1,1-12 1,-1-3 1074,-1 1 1,-2-32-1,0 24-152,1 1 806,-2-28 2999,0 56-5122,1-1 1,-1 1 0,0 0-1,0-1 1,0 1 0,0 0-1,-1 0 1,0 0-1,1 0 1,-1 0 0,0 0-1,0 0 1,-5-4 0,6 6-379,0 1 1,0-1 0,0 0-1,0 1 1,-1-1 0,1 1-1,0-1 1,0 1 0,-1 0-1,1-1 1,0 1 0,-1 0 0,1 0-1,0 0 1,-1 0 0,1 0-1,0 0 1,-1 0 0,1 1-1,0-1 1,-1 0 0,1 1-1,0-1 1,0 1 0,-1-1-1,1 1 1,0 0 0,0 0-1,0-1 1,0 1 0,0 0 0,0 0-1,0 0 1,0 0 0,0 0-1,0 0 1,1 0 0,-2 2-1,-1 1 0,1-1 0,-1 1-1,1 0 1,0 0-1,0 0 1,0 0-1,0 0 1,1 0 0,-1 0-1,1 0 1,0 1-1,0 4 1,1-4 0,0 0 0,-1 1 0,0-1 0,0 0 0,0 0 0,0 0 0,-3 6 0,2-6 0,0 0 0,1 0 0,-1 1 0,1-1 0,0 1 0,1 0 0,-1 5 0,1 26 0,2 0 0,1 0 0,2-1 0,2 0 0,1 0 0,2 0 0,23 56 0,67 93 0,-93-174 0,0-1 0,2 0 0,-1 0 0,1-1 0,17 14 0,23 25 0,-38-39 0,0-1 0,0 0 0,0-1 0,1 0 0,1 0 0,-1-1 0,26 8 0,-31-12 0,0-1 0,0 1 0,0-1 0,0 0 0,0 0 0,0-1 0,1 0 0,-1-1 0,0 1 0,0-1 0,0-1 0,0 1 0,0-1 0,0-1 0,0 1 0,-1-1 0,1 0 0,-1 0 0,0-1 0,0 0 0,0 0 0,0-1 0,-1 1 0,0-1 0,7-8 0,7-9 0,-1 0 0,-1-2 0,-1 0 0,20-43 0,-22 34 0,-2 0 0,-1-1 0,-1 0 0,-2 0 0,5-53 0,-10 69 0,0-18 0,-3-64 0,0 55 0,-1 32 0,0-1 0,0 1 0,-2 0 0,0 0 0,0 0 0,-1 0 0,0 0 0,-1 1 0,-1 0 0,0 0 0,-10-14 0,-5-13 0,11 21 0,-2 1 0,0 0 0,-1 0 0,0 1 0,-1 1 0,-1 0 0,-1 1 0,0 1 0,-1 0 0,-29-16 0,34 22 0,-1 2 0,0-1 0,0 2 0,0-1 0,-1 2 0,1 0 0,-1 0 0,0 2 0,0-1 0,-16 2 0,20 0 0,0 1 0,0 0 0,0 0 0,0 1 0,0 1 0,0-1 0,0 2 0,1-1 0,0 1 0,0 1 0,0 0 0,0 0 0,-16 13 0,18-9 0,-1 0 0,1 1 0,1 0 0,-1 0 0,2 1 0,-1-1 0,2 1 0,-1 0 0,-3 19 0,0-6 0,5-16-160,1 1 0,0-1-1,1 1 1,0-1 0,0 1 0,1 0 0,0-1 0,3 14-1,-1 23-1606,0-19-1256,2 1 1,1-2 0,15 50 0,-18-71 2574,0 2-122,1 0 0,0 0 0,0 0 0,1-1-1,0 0 1,0 1 0,0-1 0,0-1 0,1 1 0,5 3-1,9 12-1406,9 19-1910,15 2-870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7:38.59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174 535 5106,'45'-53'6698,"-38"42"-5958,0 0-1,0 0 1,-1 0-1,-1-1 1,0 0 0,3-14-1,6-23 1935,-10 37-1677,0-1 0,-1 0 0,-1 0-1,0 0 1,1-22 0,-2 10 825,0 19-1291,0-1 0,-1 0 0,1 1 0,-2-1-1,1 0 1,-1 1 0,0-1 0,0 1 0,-4-13 0,3 16-531,0 0 0,0 0 0,0 1 0,-1-1 0,1 1 0,-1-1 0,1 1 0,-1 0 0,0 0 0,0 0 0,0 1 0,0-1 0,0 0 0,-1 1 0,1 0 0,0 0 0,-1 0 0,1 0 0,0 1 0,-1-1 0,1 1 0,-1 0 0,1 0 0,-1 0 0,1 1 0,-1-1 0,1 1 0,-1 0 0,1-1 0,0 2 0,-1-1 0,1 0 0,0 1 0,0-1 0,0 1 0,0 0 0,0 0 0,-3 4 0,-11 7 0,2 1 0,0 1 0,0 1 0,2 0 0,-21 31 0,25-30 0,0 1 0,2 0 0,0 0 0,-5 22 0,6-19 0,3-10 0,1 1 0,0-1 0,0 0 0,2 1 0,-1-1 0,1 1 0,3 15 0,-1 16 0,-1-26 0,1-1 0,1 1 0,0-1 0,10 25 0,-2-1 0,-5-23 0,0-1 0,2 0 0,-1-1 0,15 20 0,-2-1 0,-15-25 0,1 0 0,1 0 0,-1 0 0,1-1 0,1 0 0,10 9 0,18 19 0,-29-29 0,1-1 0,-1 1 0,1-2 0,0 1 0,0-1 0,1 0 0,-1-1 0,1 0 0,0-1 0,0 1 0,0-2 0,1 1 0,-1-1 0,1-1 0,-1 0 0,11 0 0,0 0 0,0-2 0,0 0 0,-1-1 0,1-1 0,-1-1 0,33-10 0,-36 6 0,1 0 0,-2-1 0,1 0 0,-1-2 0,-1 0 0,0 0 0,0-1 0,12-15 0,-17 16 0,0-1 0,-1 0 0,0-1 0,-1 0 0,0 0 0,6-21 0,-1 6 0,-3 5 0,-1-1 0,-1 0 0,-1 0 0,3-34 0,-6 35 0,-1 9 0,0-1 0,-2 1 0,0-1 0,0 1 0,-1 0 0,-1-1 0,-7-26 0,-1 10 0,-1 0 0,-24-44 0,28 62 0,-1 1 0,0 1 0,-1 0 0,0 0 0,0 0 0,-19-14 0,-11-12 0,26 23 0,-1 0 0,-1 1 0,0 1 0,-33-21 0,37 28 0,1 0 0,-1 0 0,0 1 0,0 0 0,-1 1 0,1 0 0,-1 1 0,1 0 0,-23 0 0,18 2 0,10-1 0,0 1 0,0 0 0,0 0 0,0 0 0,0 1 0,0-1 0,0 1 0,0 1 0,0-1 0,1 1 0,-1 0 0,1 1 0,-1-1 0,1 1 0,0 0 0,-9 6 0,4 0 0,1 0 0,0 0 0,0 1 0,1 0 0,0 0 0,-7 13 0,9-8-640,1-1 0,1 1-1,1 0 1,-3 23 0,5-21-557,0 1 0,1-1 0,0 0 0,2 1 0,0-1 0,1 0 0,1 0 0,0 0 0,1-1 0,1 0 0,15 31 0,26 35-7221,-26-44 5188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7:38.95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142 365 2353,'17'-15'1596,"-1"-1"-1,0 0 1,-1-2 0,0 0-1,-2 0 1,0-1 0,-1-1-1,-1 0 1,14-36 0,-22 47-725,0 1 0,-1-1 0,0 0 0,-1 0 0,0 0 0,0 0 0,-1 0 0,0-13 0,-1 19-683,1 1 0,0-1 1,-1 1-1,0-1 0,1 1 0,-1-1 1,0 1-1,0 0 0,0-1 0,-1 1 1,1 0-1,-1 0 0,1 0 0,-1 0 1,1 0-1,-1 0 0,0 0 0,0 1 1,0-1-1,0 1 0,0-1 0,-1 1 1,1 0-1,0 0 0,0 0 0,-1 0 1,1 0-1,-1 1 0,1-1 0,-1 1 1,1-1-1,-1 1 0,1 0 0,-6 0 1,4 1-185,-1 0-1,1 0 1,-1 0 0,1 0 0,-1 1 0,1-1 0,0 1 0,-7 4 0,-13 5-10,18-8 6,0 0 0,0 1 0,0-1 0,0 1 0,0 0 0,1 0 0,0 1 0,0 0 0,0 0 0,1 0 0,-7 9 0,-37 68 0,44-73 0,0-1 0,1 0 0,0 1 0,1-1 0,-1 1 0,0 16 0,-4 15 0,-2-10 0,5-20 0,1 0 0,1 0 0,0 1 0,0-1 0,0 15 0,2-7 0,0-1 0,1 0 0,1 0 0,0 0 0,2 0 0,0-1 0,10 26 0,33 77 0,-27-66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7:45.80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 16 20794,'0'0'-8933,"-19"0"3523,-9-16-1025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7:58.2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481 131 2737,'-2'0'556,"-1"0"-1,0-1 0,1 1 0,-1-1 0,0 0 1,1 0-1,-1 0 0,1 0 0,-1 0 1,1 0-1,-5-4 0,5 3-335,-1 1 0,1-1-1,-1 1 1,1 0 0,-1 0-1,0-1 1,1 2 0,-1-1-1,0 0 1,0 1 0,0-1 0,-3 1-1,-3 0 130,-1 1-1,1 1 0,0-1 0,0 2 1,0-1-1,0 1 0,0 1 0,1-1 1,-1 2-1,1-1 0,0 1 1,-12 9-1,-6 8 892,0 0-1,-23 29 1,43-45-955,-3 6 114,-1 0 1,2 1-1,0 0 0,1 0 1,-11 26-1,2-3 103,12-27-412,1-1 1,0 1 0,0 0-1,1 0 1,-1 10 0,-4 22 178,-2-14-156,6-23-100,1 1 0,1 0-1,-1 1 1,1-1 0,-1 0-1,2 0 1,-1 0 0,0 1-1,1-1 1,0 1 0,0-1 0,1 0-1,1 6 1,24 97 115,-23-99-114,0 0 1,0 0-1,1 0 1,0 0-1,9 15 1,0-2 15,-7-11-26,1 0 0,1-1 0,0 0 0,1 0 0,0-1 0,0 0 0,1-1-1,0 0 1,16 10 0,-11-8-2,0-1 0,1-1 0,0 0 1,1-1-1,-1-1 0,19 5 0,-20-9 201,-1 0 0,0-1 0,1-1 1,-1 0-1,0-1 0,1-1 0,-1 0 1,0 0-1,0-2 0,0 0 0,0 0 0,-1-1 1,0-1-1,0 0 0,0-1 0,0 0 1,-1-1-1,-1-1 0,1 0 0,-2 0 0,1-1 1,-1 0-1,0-1 0,-1 0 0,-1-1 1,0 0-1,0 0 0,8-19 0,-8 16-11,-1 0 0,-1 0 0,-1 0-1,0-1 1,-1 1 0,0-1 0,-2 0 0,3-33-1,-5 28-161,1-1-26,-1 0 0,-1-1 1,-1 1-1,-1 0 0,-1 0 0,-8-24 0,8 35-4,-10-31 0,-33-64 0,40 93 0,-1 0 0,0 0 0,-1 1 0,-1 0 0,0 1 0,-1 0 0,0 0 0,-17-12 0,5 6 0,11 7 0,0 1 0,-1 1 0,0 0 0,0 0 0,0 1 0,-1 1 0,-18-5 0,18 7 0,-82-23 0,83 25 0,1-1 0,0 2 0,-1 0 0,1 0 0,-1 1 0,-13 2 0,-5 2 14,-59 13-12,86-16-26,0 0 0,0 0 0,0 1 0,0-1 0,0 1 0,0 0 0,0 0 0,0 0 0,1 1 0,-1 0 0,1-1 0,0 1 0,-1 0 0,2 1 0,-1-1 0,-3 4 0,-8 14-2633,12-18 2152,0 0 1,-1 0 0,1 0 0,0 0 0,1 1-1,-1-1 1,0 0 0,-1 7 0,3-8 51,0 0 1,0-1-1,0 1 1,0-1-1,0 1 0,0 0 1,0-1-1,1 1 1,-1-1-1,1 1 1,-1-1-1,1 1 1,0-1-1,-1 1 0,3 2 1,16 20-4964,-15 3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7:58.5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1 267 4242,'9'5'13219,"-9"-5"-12889,25-6 4243,37-21-6542,-37 15 3373,211-71 2246,-155 54-2337,-48 16-644,44-11 1,-49 17-323,44-18 0,22-6-323,-86 30-207,-7 1 127,0 0-1,-1 0 0,1 0 0,-1 0 0,1 0 1,0 0-1,-1 0 0,1 0 0,0 0 1,-1 0-1,1 0 0,0-1 0,-1 1 0,1 0 1,-1 0-1,1-1 0,0 1 0,-1 0 1,1-1-1,-1 1 0,1-1 0,-1 1 0,0-1 1,1 1-1,-1-1 0,1 1 0,-1-1 1,0 1-1,1-1 0,-1 1 0,0-1 0,0 0 1,1 1-1,-1-1 0,0 1 0,0-1 1,0 0-1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01.0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546 307 3169,'2'0'306,"0"-1"0,0 0 0,0 0 0,0-1 0,-1 1-1,1 0 1,0-1 0,-1 1 0,1-1 0,-1 1 0,0-1-1,1 1 1,-1-1 0,0 0 0,0 0 0,0 0-1,0 0 1,-1 0 0,1 0 0,0 0 0,-1 0 0,1 0-1,-1 0 1,0 0 0,0 0 0,0 0 0,0 0 0,0 0-1,0 0 1,0 0 0,-1 0 0,1 0 0,-1 0-1,0 0 1,1 0 0,-1 0 0,-1-2 0,-10-18 1273,-2 1 1,0 0-1,-1 1 0,-1 0 1,-36-33-1,41 43-614,-1 1 0,0 0 0,-1 1 0,1 0 0,-2 1 0,-18-8 0,23 12-715,-1 0-1,0 1 0,0 0 0,0 0 1,0 1-1,-11 0 0,17 1-249,-3-1 0,0 1 0,0-1 0,-1 2 0,1-1 0,0 1 0,0 0 0,0 1 0,0 0 0,0 0 0,1 0 0,-1 1 0,1 0 0,-1 0 0,-8 7 0,1 2-3,1 1 0,1 1 0,0 0 0,1 1 0,1 0 0,0 1 0,1 0 0,0 0 0,1 1 0,2 0 0,-1 1 0,2-1 0,0 1 0,1 0 1,1 0-1,1 1 0,0 27 0,1 10 10,0-11 8,5 55-1,-2-87-12,0 0 0,0 0 0,1-1 0,1 1 0,0-1-1,1 0 1,0 0 0,13 20 0,-9-18-2,41 56 0,-46-65 0,-1-1 0,1 0 0,0 0 0,0 0 0,0 0 0,0-1 0,1 0 0,0 0 0,-1 0 0,1 0 0,10 3 0,12 0 0,-24-4 0,1-1 0,0 0 0,0 0 0,0 0 0,0 0 0,0-1 0,0 1 0,0-1 0,0 0 0,0 0 0,0-1 0,0 1 0,0-1 0,0 0 0,-1 0 0,1 0 0,0-1 0,0 1 0,-1-1 0,1 0 0,4-3 0,3-1 0,0-2 0,-1 1 0,1-1 0,-1-1 0,-1 0 0,1 0 0,-2-1 0,1 0 0,-2 0 0,1-1 0,-1 0 0,-1-1 0,9-19 0,-7 9 0,-2 0 0,0 0 0,-1 0 0,-1-1 0,-1 0 0,0-44 0,-2 24 0,0 29 0,0 0 0,-1 0 0,-1 0 0,0 0 0,0 1 0,-2-1 0,0 0 0,-7-21 0,5 3 0,2 10 0,2 22 0,1 0 0,-1-1 0,1 1 0,0 0 0,-1-1 0,1 1 0,-1 0 0,1 0 0,-1-1 0,1 1 0,-1 0 0,1 0 0,-1 0 0,1 0 0,-1 0 0,1 0 0,-1 0 0,0 0 0,1 0 0,-1 0 0,1 0 0,-1 0 0,1 0 0,-1 0 0,1 0 0,-1 1 0,1-1 0,-1 0 0,1 0 0,-1 1 0,1-1 0,-1 0 0,1 1 0,0-1 0,-1 0 0,1 1 0,-2 3 0,1 0 0,0-1 0,0 1 0,0 0 0,0 0 0,1 0 0,-1 0 0,1 0 0,0 0 0,1 0 0,0 7 0,0 3 0,-2 2 0,1-8 0,0 0 0,0 0 0,0-1 0,1 1 0,4 14 0,34 99 0,-37-110 0,1 0 0,1-1 0,0 0 0,1 0 0,0 0 0,0-1 0,1 1 0,11 13 0,9 15 0,-19-26 0,1 0 0,1 0 0,0-1 0,0 0 0,20 16 0,-7-9-870,0-2-1,1-1 1,1 0-1,0-2 1,1-1-1,51 18 1,-52-27-2755,0-1 0,0-1 1,0-1-1,44-6 1,-21-7-141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01.4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432 389 5779,'5'-19'2291,"0"0"0,-2 0 1,0 0-1,-1-1 1,-1 1-1,-1-29 1,-1 34-1188,-1 1 0,0-1-1,-1 1 1,0 0 0,-10-24 0,10 32-732,0 0-1,-1 0 0,1 0 1,-1 1-1,0 0 0,0-1 0,-5-2 1,4 3-190,1 0 0,0 0 0,0 0 0,0 0 0,1-1 0,-6-9 0,6 10-178,1 1 1,0 0-1,-1 1 0,0-1 1,1 0-1,-1 1 0,0-1 0,-1 1 1,1 0-1,0 0 0,-1 0 1,1 0-1,-1 1 0,1 0 1,-1-1-1,0 1 0,1 0 1,-8 0-1,4-1-6,3 2 2,1 0 0,-1 0 0,0 0 0,0 0 0,1 0 0,-1 1 0,0 0 0,1 0 0,-1 0 0,0 0 0,1 0 0,-1 1 0,-4 2 0,-41 28 0,40-26 0,-47 50 0,46-47 0,0 1 0,1 0 0,0 1 0,1 0 0,0 0 0,1 1 0,0 0 0,1 0 0,0 1 0,-6 21 0,3 10 0,2 1 0,2 0 0,2 88 0,3-119 0,0 1 0,1 0 0,1 0 0,0-1 0,1 1 0,0-1 0,8 22 0,-8-28 0,1 0 0,-1-1 0,1 1 0,1-1 0,0 0 0,0 0 0,0-1 0,0 1 0,1-1 0,0 0 0,1-1 0,7 6 0,2 7 0,-15-17 0,0 1 0,0-1 0,0 1 0,0-1 0,1 0 0,-1 1 0,0-1 0,0 0 0,1 0 0,-1 0 0,1 0 0,-1 0 0,1 0 0,-1 0 0,1 0 0,0-1 0,0 1 0,-1 0 0,1-1 0,2 1 0,2-1 0,-1 0 0,1-1 0,-1 1 0,0-1 0,1 0 0,-1-1 0,0 1 0,0-1 0,0 0 0,0 0 0,0-1 0,-1 1 0,1-1 0,4-4 0,1-2 0,0-1 0,-1 0 0,0 0 0,13-22 0,-21 32 0,12-19 0,0 0 0,-1-1 0,0 0 0,-2-1 0,-1 0 0,10-32 0,-8 4 0,-5 22 0,0-1 0,-2 0 0,0-36 0,-4-11 0,0 67 0,0 49 0,-2 25 0,0-37 0,1-1 0,1 0 0,2 1 0,6 33 0,-1-34 0,-2-12 0,-2 1 0,1-1 0,-2 1 0,1 19 0,6 70 0,0 6 0,-7-91 0,0 0 0,1 0 0,1 0 0,8 25 0,9 49 0,1 23 40,-13-77-118,-1 1 0,3 78-1,-11-111-444,1 0 0,1 1 0,-1-1 0,1-1 0,1 1 0,-1 0 0,8 15 0,-8-18-63,-1-3-17,0 0 1,0 0-1,0 0 0,-1 0 1,0 0-1,0 0 1,0 1-1,0-1 0,-1 5 1,1-6-68,0 0 0,-1 0 1,1 0-1,0 0 0,0 0 1,0 0-1,1 0 0,-1 0 1,0 0-1,1 0 0,-1 0 1,1 0-1,0 0 0,1 4 1,14 5-4483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01.7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171 632 14711,'2'-17'13374,"5"9"-8782,17 6-5843,-10 2 2536,-4 0-1282,0 0 1,0-1-1,0 0 0,0-1 0,0 0 1,0-1-1,0 0 0,-1 0 1,0-1-1,1-1 0,-1 1 1,-1-1-1,1-1 0,-1 1 0,0-2 1,9-8-1,0 2-3,-12 11 0,-1-1 0,0 0 0,-1 0 0,1 0 0,0-1 0,-1 1 0,0-1 0,0 0 0,0 0 0,0 0 0,-1 0 0,4-8 0,15-35 0,-16 38 0,-1 1 0,0-1 0,-1 0 0,0 0 0,0 0 0,-1 0 0,0-1 0,0 1 0,-1-11 0,-1-3 0,-1 0 0,-1 1 0,-1-1 0,-1 1 0,-1 0 0,-9-24 0,10 36 0,0-1 0,0 1 0,-2 1 0,1-1 0,-1 1 0,0 0 0,-1 0 0,0 1 0,0 0 0,-1 0 0,0 1 0,0 0 0,-1 0 0,-12-7 0,15 12 0,0 1 0,-1-1 0,1 1 0,-1 0 0,0 1 0,1-1 0,-1 1 0,0 0 0,1 1 0,-13 2 0,8-1 0,5-1 0,0 0 0,0 0 0,0 1 0,0 0 0,0 0 0,1 0 0,-1 1 0,1 0 0,0 0 0,-1 0 0,1 0 0,-7 8 0,-1 2 0,1 0 0,-19 28 0,22-28 0,-10 11 0,11-13 0,-1 0 0,1 1 0,1 0 0,-11 23 0,4 1 0,5-15 0,1 1 0,-7 28 0,13-40 0,1 0 0,0 0 0,0 0 0,1 1 0,1-1 0,0 0 0,0 0 0,3 12 0,23 97 0,-25-110 0,1 0 0,0 1 0,1-1 0,0 0 0,0-1 0,1 1 0,0-1 0,10 12 0,56 59 0,-54-62 0,-8-8 0,0-1 0,1-1 0,0 1 0,0-1 0,1-1 0,0 0 0,0 0 0,1-2 0,-1 1 0,1-1 0,0-1 0,0 0 0,0 0 0,1-2 0,17 2 0,-3-3 0,1-1 0,-1-1 0,1-1 0,-1-1 0,53-16 0,-57 12-758,0-2 0,0 0-1,26-16 1,-5-2-3963,74-60 0,-92 57-3560,1-8-3666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03.5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43 3714,'0'-2'1037,"0"1"0,0-1 0,0 0 1,0 1-1,0-1 0,-1 1 0,1-1 1,0 1-1,-1-1 0,1 0 0,-1 1 1,0-1-1,1 1 0,-1 0 1,0-1-1,0 1 0,0 0 0,0-1 1,0 1-1,-2-2 0,-7-3-277,9 5-964,-3-1 3544,18 18-2898,-13-16-387,0 1 0,0-1 0,0 1 0,0 0-1,0 0 1,0 0 0,-1 0 0,1 0 0,0-1 0,0 1 0,-1 0 0,1 1 0,-1-1 0,1 0 0,-1 0 0,1 0 0,-1 0 0,0 0 0,1 0 0,-1 1 0,0-1 0,0 0-1,0 0 1,0 0 0,0 3 0,0 27 246,1 1 0,2-1 0,1 0 0,11 41 0,-6-46-301,-6-18 0,0 0 0,-1 0 0,0 1 0,0-1 0,-1 0 0,1 13 0,-2-5 0,2 0 0,0 0 0,1 0 0,7 20 0,4 22 0,-9-29 0,2-1 0,0 0 0,16 35 0,2 31-48,-16-72-95,-7-17-114,1 0 1,-1 1 0,0-1 0,-1 1 0,0-1-1,1 1 1,-2 0 0,1 8 0,9 52-5271,-1-2-4927,-12-46 5959,-13-2 336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03.7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1 566 3442,'0'-89'8872,"0"-118"3145,0 203-11600,1-1-1,-1 0 1,1 0-1,1 1 1,-1-1-1,1 1 1,-1-1-1,1 1 0,5-7 1,7-20 2048,-11 24-2324,0 0 0,1 1 0,-1 0 0,2 0-1,-1 0 1,1 0 0,-1 1 0,2-1 0,5-4 0,55-40 256,1 22-397,-22 12 0,-35 12 0,-1 0 0,0 1 0,1 0 0,0 1 0,0 0 0,-1 0 0,14 1 0,9-3 0,-24 3-293,-1 0 1,0 1-1,1 0 1,-1 0-1,0 0 1,1 1-1,11 3 1,29 2-2939,-46-6 2868,0-1-1,0 1 0,-1 0 1,1 0-1,0 1 0,0-1 1,0 0-1,0 0 0,0 1 1,-1-1-1,1 1 0,0 0 1,0 0-1,-1-1 0,1 1 1,0 0-1,-1 0 0,1 1 1,-1-1-1,2 1 0,-2 1-366,0-1-1,0 0 0,0 0 1,0 0-1,-1 0 0,1 1 1,0-1-1,-1 0 0,0 1 1,0-1-1,0 0 0,0 4 1,0 17-3392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04.3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89 241 3009,'-79'83'12854,"75"-77"-12470,-1 4 1190,19-1-837,-5-7-441,1 0 0,-1-1 0,1-1 0,-1 1 0,1-1-1,-1-1 1,1 0 0,-1 0 0,0-1 0,15-4 0,25-4 717,-24 6-244,-1-1 0,36-13 0,24-5 956,31-14-106,-20 5-352,-25 3 51,-21 6 136,-42 20-1424,0 0-1,0-1 1,-1 0-1,0 0 0,1 0 1,-1 0-1,-1-1 1,9-9-1,-5 6-43,-9 7 14,1-1 0,0 1 0,0-1 0,-1 1 0,1-1 0,-1 1 0,1-1 0,-1 1 0,0-1 0,1 1 0,-1-1 0,0 0 0,0 1 0,0-1 0,-1 1 0,1-1 0,0 0 0,0 1 0,-1-1 0,1 1 0,-1-1 0,1 1 0,-1-1 0,-1-1 0,-4 1 0,1 0 0,0 1 0,-1 0 0,1 0 0,-1 0 0,1 1 0,-1 0 0,0 0 0,1 0 0,-1 1 0,1-1 0,-1 1 0,1 1 0,0-1 0,-1 1 0,1 0 0,0 0 0,0 1 0,0-1 0,0 1 0,1 0 0,-1 0 0,1 1 0,0 0 0,0-1 0,-6 8 0,0 0 0,6-7 0,-1 1 0,1 0 0,0 0 0,1 0 0,-1 0 0,1 1 0,0-1 0,0 1 0,1 0 0,-1 0 0,-1 7 0,-16 29 0,17-37 0,0-1 0,0 1 0,1 0 0,-1 0 0,1 0 0,1 0 0,-1 0 0,1 0 0,-1 0 0,1 9 0,1 121 0,0-129 0,1-1 0,0 1 0,0 0 0,1-1 0,0 1 0,0-1 0,0 0 0,1 1 0,0-1 0,0 0 0,0 0 0,0-1 0,1 1 0,0-1 0,4 5 0,3 1 0,0 0 0,1 0 0,0-1 0,20 12 0,17-1 0,-28-13 0,-11-3-484,1-1 0,0 0 1,-1 0-1,1-1 0,0-1 0,0 1 0,0-2 1,0 0-1,0 0 0,0-1 0,12-2 0,11-4-2838,-1-2 0,39-16-1,10-2-22,-56 19 1953,0-2 1,0-1 0,-1-1-1,33-20 1,86-70-2354,-93 64 3359,-41 30 658,1 0 0,-2-1 0,1 0-1,-1-1 1,-1 0 0,0 0 0,0-1 0,11-22 0,5-5 1973,-17 27-976,1 0 0,-2-1 0,7-16-1,-11 22-69,0 1-1,0-1 0,-1 0 0,0 0 1,0 0-1,-1-8 0,1 11-567,-1 0 1,0-1-1,-1 1 0,1 0 1,-1 0-1,1 0 0,-1 0 0,0 0 1,0 0-1,0 0 0,0 0 1,-1 0-1,1 0 0,-1 0 0,-2-3 1,1 3-541,0 1 0,0-1-1,0 1 1,0-1 0,-1 1 0,1 0 0,-1 0 0,1 1 0,-1-1 0,0 1 0,0 0 0,1 0 0,-1 0-1,0 0 1,0 1 0,-6-1 0,4 0-54,0 1 0,-1 0 0,1 0-1,0 1 1,-1 0 0,1 0 0,0 0 0,0 1-1,0 0 1,-12 5 0,-17 8-37,30-13 0,0-1 0,1 1 0,0 0 0,-1 0 0,1 0 0,0 1 0,0-1 0,0 1 0,0 0 0,0 0 0,1 1 0,-5 5 0,-37 31 0,38-35 0,0 0 0,1 0 0,0 0 0,0 1 0,0 0 0,1 0 0,-7 11 0,-19 27 0,-13 21 0,41-60 0,0 0 0,1 1 0,-1 0 0,1-1 0,0 1 0,0 0 0,1 0 0,0 0 0,-1 9 0,1 11 0,0-17 0,0 0 0,0 0 0,1 0 0,0 0 0,1 0 0,0 0 0,1 0 0,3 12 0,-3-16 0,0-1 0,1 1 0,-1-1 0,1 0 0,0 0 0,0 0 0,1 0 0,-1-1 0,1 1 0,0-1 0,-1 0 0,2 0 0,-1 0 0,0 0 0,0-1 0,1 0 0,0 0 0,5 2 0,13 0-95,-1-1 0,0-1 1,1-1-1,0-1 0,25-3 0,-37 2-73,1 0-1,-1-1 1,0-1-1,0 0 1,0 0-1,0-1 1,-1-1-1,1 0 1,-1 0-1,0-1 1,15-11-1,6-8-4978,7-9-2864,-12 7 2492,3 0-25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05.0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691 519 9220,'-25'-18'8745,"-1"0"-644,-2 10-5775,4 6-2022,0 0 1,0 1-1,0 2 0,0 0 1,1 2-1,-1 0 1,1 2-1,-29 9 1,5 1 103,0 3 1,2 2 0,-48 28 0,86-43-409,0-1 0,1 1 0,0 1 0,-1-1 0,2 1 0,-1 0 0,-8 12 0,-22 22 0,32-35 0,-1 0 0,1 1 0,0-1 0,0 1 0,1 0 0,0 0 0,0 0 0,0 1 0,1-1 0,0 1 0,0-1 0,0 1 0,1-1 0,0 1 0,1 0 0,-1 0 0,2 10 0,2-4 0,0-1 0,1-1 0,1 1 0,0 0 0,11 17 0,-12-24 0,-1 0 0,1-1 0,0 0 0,0 0 0,0 0 0,1 0 0,-1-1 0,1 0 0,0 0 0,0 0 0,0 0 0,0-1 0,1 0 0,-1 0 0,1 0 0,6 1 0,-5-2 0,67 11 0,-68-12 0,0 0 0,1 0 0,-1 0 0,0-1 0,0 0 0,0 0 0,0-1 0,0 1 0,0-1 0,9-5 0,-4 1 0,23-13 0,35-26 0,-59 37 0,0 0 0,-1 0 0,0-1 0,-1 0 0,0-1 0,0 0 0,10-17 0,-13 17 0,6-7 0,-2-1 0,0 1 0,-1-2 0,0 1 0,6-31 0,0-13 0,-9 40 0,-1 1 0,0-1 0,0-36 0,-3 10 0,1 22 0,-2 0 0,-1 0 0,-5-35 0,-21-45 0,25 96 0,-1 0 0,-1 0 0,1 1 0,-10-18 0,-9-20 0,5 7 0,16 39 0,1 0 0,-1-1 0,0 1 0,0 0 0,0 0 0,0 0 0,1 0 0,-2 0 0,1 0 0,0 0 0,0 0 0,0 0 0,0 0 0,0 1 0,-1-1 0,1 0 0,0 1 0,-1-1 0,1 1 0,-1-1 0,-1 1 0,3 0 0,0 0 0,0 0 0,1 1 0,-1-1 0,0 0 0,0 1 0,0-1 0,1 0 0,-1 1 0,0-1 0,0 0 0,0 1 0,0-1 0,0 0 0,0 1 0,0-1 0,0 0 0,0 1 0,0-1 0,0 0 0,0 1 0,0-1 0,0 0 0,0 1 0,0-1 0,0 0 0,0 1 0,0-1 0,0 0 0,-1 1 0,1-1 0,0 0 0,0 1 0,0-1 0,-1 0 0,1 0 0,0 1 0,0-1 0,-1 0 0,1 0 0,-1 1 0,-11 19 0,10-17 0,0 4 0,0 0 0,1 0 0,0 0 0,0 0 0,1 1 0,0-1 0,0 0 0,2 14 0,0 8 0,-4 33 0,1-34 0,0 0 0,2 0 0,5 27 0,41 172 0,-44-216 0,0 0 0,0 0 0,9 16 0,6 18 0,-11-11 7,-6-25-157,1 0 0,0 0 0,0-1 0,1 1-1,5 10 1,64 98-10276,-68-111 9437,0-1-1,1 0 0,-1 0 1,1 0-1,1-1 0,-1 1 1,1-1-1,-1-1 1,1 1-1,0-1 0,1 0 1,-1 0-1,0 0 0,1-1 1,11 2-1,24-2-1694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05.1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308 437 800,'6'-10'1029,"0"0"0,0 1 0,1 0 1,1 0-1,-1 0 0,16-12 0,-17 15 70,-1-1 1,1 0 0,-1-1-1,-1 1 1,1-1 0,-1 0-1,-1 0 1,1 0 0,-1 0-1,2-11 1,-1 5 28,-1 4-449,-1 0 0,0-1 0,-1 1-1,0-1 1,-1 0 0,0 1 0,-1-1-1,0 1 1,-1-1 0,0 1 0,0-1-1,-1 1 1,-1 0 0,0 0 0,0 1-1,-10-17 1,9 20-679,0 1 0,0 0 0,0 0 0,-1 0 0,0 1 0,-12-8 0,14 10 0,0-1 0,0 1 0,0 0 0,0 0 0,0 1 0,0-1 0,-1 1 0,1 0 0,0 0 0,-1 1 0,1-1 0,-1 1 0,-5 0 0,-1 1 0,1 1 0,-1 1 0,1-1 0,0 2 0,0-1 0,0 1 0,0 1 0,1 0 0,0 0 0,0 1 0,0 0 0,0 1 0,1-1 0,0 2 0,-12 14 0,-12 11 0,-15 17 0,45-47 0,-1 0 0,1 0 0,0 1 0,0-1 0,0 1 0,0-1 0,1 1 0,-1 0 0,1-1 0,0 1 0,0 0 0,0 7 0,-9 23 0,9-31 0,0-1 0,0 0 0,0 1 0,0-1 0,0 0 0,1 1 0,-1-1 0,1 1 0,-1-1 0,1 1 0,0 0 0,0-1 0,0 1 0,0-1 0,1 1 0,0 2 0,3 6-315,0 0-1,0 0 1,1-1 0,1 1 0,0-1-1,0-1 1,1 1 0,0-1-1,1 0 1,0-1 0,0 0 0,1 0-1,0 0 1,0-2 0,1 1-1,19 10 1,-20-14-1317,0 0 0,0-1 0,0 0-1,0 0 1,0-1 0,0 0 0,1-1-1,-1 0 1,16-2 0,9 1-3480,-8 1 2244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05.6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174 106 9012,'-1'-1'226,"-55"-48"11870,45 40-10665,-1 1 1,0 0 0,-17-7-1,0 0 71,14 41-250,12-14-895,1 1 1,0 0 0,1-1-1,1 1 1,0 0-1,3 18 1,-1 10 92,-2 45-450,15 120 0,-13-131 0,-2-64 0,-1 1 0,1-1 0,1 1 0,0-1 0,4 16 0,5 0 0,-8-21 0,1 0 0,-1 1 0,0-1 0,-1 0 0,0 0 0,0 1 0,1 8 0,-2 73 0,-1-87 0,1 0 0,0 0 0,1 0 0,-1 0 0,0 0 0,0 0 0,0 0 0,0 0 0,1 0 0,-1 0 0,1 0 0,-1 0 0,0 0 0,1 0 0,-1 0 0,1-1 0,0 1 0,-1 0 0,1 0 0,0-1 0,0 1 0,-1 0 0,1-1 0,0 1 0,0-1 0,0 1 0,0-1 0,1 1 0,6 4 0,-6-4 0,0-1 0,-1 1 0,1-1 0,0 0 0,0 1 0,0-1 0,0 0 0,0 0 0,0-1 0,0 1 0,-1 0 0,1-1 0,0 1 0,0-1 0,0 1 0,-1-1 0,1 0 0,0 0 0,-1 0 0,1 0 0,0 0 0,1-2 0,59-40 0,-22 15 0,53-31 0,-70 42 0,0 2 0,1 0 0,1 2 0,0 1 0,44-16 0,-47 22 0,59-15 0,-77 20 0,-1 1 0,1-1 0,0 1 0,-1 0 0,1 0 0,0 0 0,-1 0 0,1 0 0,0 1 0,-1 0 0,1 0 0,0 0 0,-1 0 0,0 1 0,1-1 0,-1 1 0,6 3 0,-8-3 0,1-1 0,0 0 0,0 1 0,0-1 0,-1 1 0,1-1 0,-1 1 0,1 0 0,-1 0 0,0 0 0,1-1 0,-1 1 0,0 1 0,0-1 0,-1 0 0,1 0 0,0 0 0,-1 0 0,1 1 0,-1-1 0,0 0 0,1 0 0,-1 1 0,0-1 0,-1 0 0,1 0 0,0 1 0,-1-1 0,1 0 0,-1 0 0,0 0 0,1 1 0,-3 3 0,-13 18 0,-2-1 0,0 0 0,-21 20 0,11-12 0,-19 6 0,25-22 0,5-4-176,0 0 1,-1-2-1,0 0 0,0-1 0,-1 0 1,0-2-1,-1-1 0,1 0 0,-1-1 1,0-1-1,0-1 0,0-1 0,0 0 1,0-2-1,-24-3 0,22-1-3984,20 4 3575,1 1 0,0-1 0,-1 1 0,1-1 0,-1 1 0,1-1 0,-1 0 0,1 0 0,0 0 0,0 0 0,-1 0 0,1 0 0,0 0 0,0 0 0,0 0 0,0 0 0,0 0 0,1-1-1,-1 1 1,0 0 0,0-1 0,1 1 0,-1-1 0,1 1 0,-1-1 0,1-2 0,0-11-3939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06.5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332 438 7828,'20'-14'4648,"1"0"0,-2-1 0,23-22 0,-24 20-1831,-16 14-2613,1 0-1,-1-1 0,1 0 1,-1 1-1,-1-1 0,1 0 1,0 0-1,-1 0 0,0 0 1,0 0-1,0 0 0,0-5 1,0 7-178,-1 1 1,0-1 0,1 0 0,-1 1 0,0-1 0,0 0 0,0 1-1,0-1 1,0 0 0,0 1 0,-1-1 0,1 0 0,-1 1 0,1-1 0,-1 1-1,1-1 1,-1 1 0,0-1 0,0 1 0,0-1 0,0 1 0,0 0-1,0-1 1,0 1 0,0 0 0,0 0 0,-1 0 0,1 0 0,0 0-1,-1 0 1,1 0 0,-3-1 0,-8 2-27,1-1 0,-1 1 0,1 1 0,-1 0 0,1 1 0,0 0 0,0 1 0,0 0 0,0 1 0,0 0 0,-13 7 0,5-3 0,-3 2 0,1 1 0,1 0 0,0 2 0,1 0 0,0 1 0,1 2 0,0-1 0,2 2 0,0 0 0,0 1 0,2 1 0,0 0 0,-14 28 0,23-36 0,1-1 0,1 1 0,0 0 0,0 1 0,1-1 0,0 0 0,1 1 0,1-1 0,0 1 0,2 16 0,-2 9 0,0-34 0,0 1 0,0-1 0,1 1 0,-1-1 0,1 1 0,-1-1 0,1 0 0,0 1 0,1-1 0,-1 0 0,0 0 0,1 0 0,0 1 0,3 3 0,0-2 0,1 1 0,-1-2 0,1 1 0,1 0 0,-1-1 0,10 4 0,-9-4 0,0 0 0,1-1 0,-1 1 0,1-2 0,0 1 0,0-1 0,0 0 0,0-1 0,0 0 0,1 0 0,-1-1 0,0 0 0,1-1 0,-1 1 0,0-1 0,0-1 0,0 0 0,14-5 0,20-2 0,-39 9 0,0-1 0,0 1 0,0-1 0,0 1 0,0-1 0,0 0 0,0-1 0,0 1 0,0 0 0,0-1 0,-1 1 0,1-1 0,-1 0 0,1 0 0,-1 0 0,1 0 0,-1-1 0,3-3 0,16-18 0,2-1 0,27-38 0,-43 52 0,-2 6 0,-1 0 0,0-1 0,-1 0 0,1 1 0,-1-1 0,-1 0 0,1-1 0,-1 1 0,0 0 0,0-1 0,-1 1 0,1-1 0,-1-8 0,-1-118 0,0 128 0,0 25 0,5 30 0,3-40 0,-6-8 0,-1-1 0,0 0 0,1 1 0,-1-1 0,0 1 0,0-1 0,0 1 0,0-1 0,-1 1 0,1 0 0,0-1 0,-1 1 0,1 0 0,-1 0 0,1-1 0,-1 1 0,0 0 0,0 3 0,1 2-142,0 0 1,0 0-1,1 0 0,0 0 1,0 0-1,1 0 0,0-1 0,0 1 1,0-1-1,1 0 0,0 0 1,0 0-1,0 0 0,1-1 1,0 0-1,0 0 0,10 8 1,4 7-2686,-15-15 1631,-1-1 1,1 0 0,0 0-1,1 0 1,-1 0-1,7 3 1,-2-2-402,0-1 0,0 0-1,1 0 1,15 3 0,-19-5 1073,0-1 0,0 0 0,0 0 0,0-1 0,0 0-1,0 0 1,0 0 0,0-1 0,0 0 0,0 0 0,0 0 0,0-1 0,0 0 0,10-5 0,83-36-1133,-86 36 2342,0-1 0,-1 0-1,1 0 1,-1-1 0,-1-1 0,0 0-1,0-1 1,10-13 0,-7 6 632,-4 6 134,-1-1 0,0 1 0,-1-1 0,10-23 0,-11 11 1290,-1-1 1,-1 0-1,-2 0 1,0-1-1,-3-49 1,0 66-2677,0 8-65,0 0 0,-1 0 0,1 0 0,0 0 0,-1 0 0,1 0 0,-1 0 0,0 0 0,0 1 0,0-1 0,0 0 0,0 0 0,-1-1 0,1 2 0,0-1 0,0 1 0,0-1 0,0 1 0,1-1 0,-1 1 0,0-1 0,1 0 0,-1 1 0,1-1 0,0 0 0,-1-3 0,1 5 0,0-1 0,0 0 0,0 1 0,0-1 0,-1 1 0,1-1 0,0 1 0,0-1 0,-1 1 0,1-1 0,0 1 0,-1-1 0,1 1 0,-1-1 0,1 1 0,0-1 0,-1 1 0,1 0 0,-1-1 0,1 1 0,-1 0 0,1-1 0,-1 1 0,0 0 0,1 0 0,-1-1 0,1 1 0,-1 0 0,1 0 0,-1 0 0,0 0 0,1 0 0,-1 0 0,1 0 0,-1 0 0,0 0 0,1 0 0,-1 0 0,1 0 0,-2 1 0,0-1 0,1 0 0,-1 1 0,0-1 0,1 1 0,-1-1 0,0 1 0,1-1 0,-1 1 0,1 0 0,-1 0 0,1 0 0,-1 0 0,-2 2 0,-12 18 0,11-15 0,1-1 0,-1 1 0,1 1 0,0-1 0,-4 11 0,-7 16 0,13-28 0,-1 0 0,1 0 0,0 0 0,0 0 0,1 1 0,-1-1 0,1 1 0,0-1 0,0 9 0,1 13 0,-1-17 0,0 0 0,1 1 0,1-1 0,0 0 0,4 18 0,34 91 0,-37-112 0,-1 1 0,2-1 0,-1 0 0,1 0 0,0 0 0,1 0 0,-1-1 0,1 1 0,1-1 0,-1 0 0,1 0 0,8 7 0,-11-11 0,1 0 0,-1 0 0,1 1 0,-1-1 0,0 1 0,1-1 0,-1 1 0,0 0 0,-1-1 0,1 1 0,0 0 0,1 6 0,-1-7 0,0 1 0,0-1 0,0 0 0,0 0 0,0 0 0,0 0 0,1 0 0,-1 0 0,0 0 0,1-1 0,0 1 0,-1-1 0,1 0 0,0 0 0,0 0 0,0 0 0,0 0 0,0-1 0,3 1 0,-1 0 0,1 0 0,0 0 0,0-1 0,0 0 0,-1 0 0,1-1 0,0 1 0,6-3 0,-1 0 0,-4 1 0,0 0 0,1-1 0,-1 0 0,0 0 0,0 0 0,-1-1 0,1 0 0,-1 0 0,0-1 0,0 0 0,9-9 0,0-2 0,-2 0 0,0-1 0,0 0 0,-2-1 0,0-1 0,-1 1 0,-1-2 0,7-22 0,-1-15 0,-11 45 0,-1-1 0,0 0 0,0 0 0,-2 0 0,1-18 0,-2-182 0,0 206 0,-1 0 0,0 0 0,0 0 0,-1 0 0,0 1 0,-5-13 0,5 13 0,-1-1 0,1 1 0,0-1 0,1 0 0,-1 1 0,0-14 0,2 19 0,0 1 0,0-1 0,0 1 0,0-1 0,0 0 0,0 1 0,0-1 0,0 1 0,0-1 0,0 0 0,-1 1 0,1-1 0,0 1 0,0-1 0,-1 1 0,1-1 0,0 1 0,-1-1 0,1 1 0,0-1 0,-1 1 0,1 0 0,-1-1 0,1 1 0,-1-1 0,1 1 0,-1 0 0,1-1 0,-1 1 0,1 0 0,-1 0 0,0 0 0,0-1 0,1 1 0,-1 0 0,1 0 0,0 0 0,-1 0 0,1 0 0,0 0 0,-1 0 0,1-1 0,0 1 0,-1 0 0,1 0 0,0 0 0,-1-1 0,1 1 0,0 0 0,0 0 0,-1-1 0,1 1 0,0 0 0,0 0 0,0-1 0,-1 1 0,1 0 0,0-1 0,0 1 0,0 0 0,0-1 0,0 1 0,0 0 0,0-1 0,0 0 0,-1 3 0,1 0 0,0-1 0,0 1 0,-1 0 0,1-1 0,-1 1 0,1-1 0,-1 1 0,0 0 0,0-1 0,0 1 0,1-1 0,-1 0 0,-1 1 0,-1 1 0,1-1 0,1 0 0,0-1 0,-1 1 0,1 0 0,0 0 0,0 0 0,-1 0 0,2 0 0,-1 0 0,0 0 0,0 1 0,1-1 0,-1 0 0,1 0 0,0 1 0,-1 2 0,1 234 0,1-228 0,1 0 0,-1 0 0,2-1 0,4 17 0,-3-16 0,-1-1 0,-1 2 0,0-1 0,2 18 0,-4-16 0,1 1 0,0 0 0,1-1 0,0 1 0,2-1 0,-1 0 0,7 14 0,-1-9 0,-7-14 0,0 0 0,0-1 0,-1 1 0,1 0 0,-1 0 0,0 1 0,0-1 0,0 0 0,0 0 0,-1 6 0,0-8 0,1 0 0,-1 1 0,0-1 0,1 0 0,-1 0 0,1 0 0,-1 1 0,1-1 0,0 0 0,0 0 0,0 0 0,3 3 0,-3-3 0,0-1 0,0 1 0,-1-1 0,1 1 0,0 0 0,0-1 0,-1 1 0,1 0 0,-1 0 0,1 0 0,-1-1 0,0 4 0,0-4 0,1 1 0,-1-1 0,1 0 0,-1 0 0,1 1 0,-1-1 0,1 0 0,0 0 0,0 0 0,0 0 0,-1 0 0,1 0 0,0 0 0,0 0 0,0 0 0,1 0 0,-1 0 0,0 0 0,0-1 0,0 1 0,0-1 0,1 1 0,-1-1 0,0 1 0,1-1 0,-1 0 0,0 1 0,3-1 0,-2 0 0,0 1 0,0-1 0,0 0 0,0 0 0,-1 1 0,1-1 0,0-1 0,0 1 0,0 0 0,0 0 0,0-1 0,-1 1 0,1-1 0,0 0 0,0 1 0,-1-1 0,1 0 0,-1 0 0,1 0 0,0 0 0,-1 0 0,2-2 0,17-18 0,-17 18 0,0 1 0,-1 0 0,1-1 0,-1 0 0,1 1 0,-1-1 0,0 0 0,0 0 0,-1-1 0,3-3 0,20-38 0,-21 40 0,0 0 0,0 0 0,0 0 0,0 0 0,-1 0 0,4-12 0,41-157 0,-21 93 0,-24 68 0,0-1 0,-1 0 0,-1-20 0,0 33 0,-24 38 0,22-28 0,0-1 0,0 1 0,1 0 0,0 0 0,0 0 0,1 0 0,0 0 0,0 0 0,3 10 0,-1 12 0,-2-27 0,0 0 0,1 1 0,-1-1 0,1 0 0,0 0 0,0 0 0,1 0 0,-1 0 0,1-1 0,3 7 0,4 10 0,1 13 0,-8-24 0,0 0 0,1 0 0,0 0 0,1-1 0,0 0 0,0 1 0,0-1 0,10 12 0,5 6 0,-18-23 0,1 0 0,0 0 0,0-1 0,0 1 0,0 0 0,0-1 0,0 1 0,1-1 0,0 0 0,-1 0 0,5 3 0,66 28 0,-66-32-220,1 0 0,-1-1-1,1 1 1,-1-2 0,1 1 0,-1-1-1,1 0 1,-1-1 0,0 1 0,0-1-1,0-1 1,0 1 0,0-1 0,0-1-1,8-4 1,19-8-2347,-31 15 1776,1 0 0,-1-1 0,0 0-1,0 1 1,1-1 0,-1-1 0,-1 1 0,1 0-1,3-4 1,16-13-4562,28-7-1255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07.4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44 11829,'-56'-29'13888,"50"27"-13358,-1-1 1,1 1-1,0 0 0,-1 1 1,1-1-1,-1 1 1,1 0-1,-1 1 1,0 0-1,1 0 0,-1 0 1,-8 2-1,9 3-516,0 0 0,0 0 0,0 0 1,0 1-1,1 0 0,0 0 0,0 0 0,1 1 0,0 0 0,-7 13 0,-8 27-14,14-36 0,0 0 0,1 0 0,0 1 0,0 0 0,1 0 0,1 0 0,-2 23 0,4 10 0,-2-24 0,2 1 0,0 0 0,2 0 0,0-1 0,2 1 0,11 40 0,6-6 0,4 13 0,4-2 0,36 64 0,-48-107 0,0 0 0,39 39 0,-24-27 0,-20-24 0,-8-8 0,-1-1 0,1 1 0,0 0 0,-1 1 0,0-1 0,0 1 0,3 7 0,-5-9-50,1 1 0,-1 0 1,1-1-1,0 1 0,0-1 0,0 0 0,0 1 0,1-1 1,-1 0-1,1 0 0,0 0 0,0-1 0,0 1 0,0-1 1,0 0-1,1 0 0,-1 0 0,1 0 0,-1 0 1,1-1-1,0 1 0,-1-1 0,1 0 0,0 0 0,0-1 1,0 1-1,0-1 0,0 0 0,0 0 0,0 0 0,0 0 1,0-1-1,-1 0 0,1 1 0,0-1 0,7-3 0,11-9-3011,0-1-1,-1-1 0,-1 0 0,19-20 0,-25 21 1384,0-1 0,-2 0 0,0-1 0,0-1 0,15-31 1,-6-3-877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07.6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3 285 1969,'5'-10'712,"-1"-1"0,0 1 0,0-1-1,2-20 1,-3 1 4854,0-57 0,-3 61-2881,0-40 9118,-1 66-11739,0-1 1,0 1-1,1 0 1,-1-1 0,0 1-1,0 0 1,0 0-1,0-1 1,1 1 0,-1 0-1,0 0 1,0 0-1,0 0 1,0 0-1,0 0 1,1 0 0,-1 1-1,0-1 1,0 0-1,0 0 1,0 1 0,1-1-1,-2 1 1,-1-1 4,2 4-69,-1 0 0,1-1 0,0 1 0,0 0 0,1 0 0,-1 0 0,1 0 0,0-1 0,0 1 0,0 0 0,1 0 0,0 4 0,-1 7 0,1-7 0,0 0 0,0 0 0,1 0 0,0 0 0,5 13 0,-4-12 0,0-1 0,-1 1 0,0-1 0,0 1 0,1 16 0,-1 6 0,1 1 0,2-1 0,1 0 0,15 44 0,4 23 0,9 45 0,-32-138 2,-1 0-1,1-1 1,0 1-1,0-1 1,0 1-1,1-1 1,-1 0-1,5 5 1,10 18-646,-5 16-3119,4 7-4108,10 1-2878,-10-38 6053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07.8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0 185 10197,'1'1'463,"0"-1"0,0 0 0,0 0 0,0 0 1,0 0-1,0 0 0,0 0 0,0 0 0,0 0 0,0 0 1,0 0-1,0-1 0,0 1 0,0 0 0,-1-1 0,1 1 1,0-1-1,0 1 0,0-1 0,0 1 0,-1-1 0,1 1 1,0-1-1,0 0 0,-1 0 0,1 1 0,-1-1 0,1 0 1,0 0-1,-1 0 0,1 1 0,-1-1 0,1-1 0,-1 0-36,1 0-1,0 1 1,0-1-1,0 0 0,0 1 1,0-1-1,0 1 1,1 0-1,-1-1 1,0 1-1,1 0 0,-1 0 1,1-1-1,-1 1 1,3 0-1,9-5-426,0 2 0,1 0 0,0 1 0,17-3 0,-1 0 0,2 0 0,62-6 0,-23 4 0,213-18 0,-169 16-1162,53-7-3332,-143 13 2048,-4 1-1842,-1-1-1,39-13 1,-15 6-661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08.1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292 69 8340,'-20'-20'8122,"0"-1"1775,5 9-7467,12 10-2349,1 0 1,-1 1-1,1-1 0,-1 1 0,0-1 0,0 1 0,1 0 1,-1 0-1,0 0 0,0 1 0,0-1 0,0 1 1,0 0-1,0-1 0,0 1 0,-1 1 0,1-1 0,0 0 1,0 1-1,0-1 0,0 1 0,1 0 0,-1 0 0,0 0 1,0 1-1,0-1 0,1 0 0,-1 1 0,1 0 1,-1 0-1,1 0 0,0 0 0,-1 0 0,1 0 0,0 0 1,0 1-1,1-1 0,-1 1 0,1 0 0,-1-1 1,1 1-1,0 0 0,0 0 0,0 0 0,0 0 0,0 0 1,1 0-1,-1 6 0,1-6-81,-1 0 0,1 1 0,-1-1 0,0 0 0,1 0 0,-1 1 0,-1-1 0,1 0 0,0 0 0,-1 0 0,-2 4 0,2-5 0,1 0 0,-1 0 0,1 0 0,0 0 0,0 0 0,0 0 0,0 1 0,1-1 0,-1 0 0,0 1 0,1-1 0,0 0 0,-1 1 0,1-1 0,0 1 0,0-1 0,1 0 0,-1 1 0,0-1 0,1 1 0,0 2 0,19 52 0,29 61 0,-34-85 0,-11-21 0,2 0 0,-1-1 0,1 0 0,10 12 0,84 101 0,58 74 0,-135-170 0,-21-26 0,1 1 0,-1-1 0,0 1 0,0 0 0,0-1 0,0 1 0,0 0 0,-1 0 0,0 0 0,1 1 0,-1-1 0,0 0 0,0 0 0,-1 1 0,1-1 0,-1 0 0,1 1 0,-1-1 0,0 1 0,-1 4 0,1-7 0,0 1 0,0 0 0,0 0 0,-1-1 0,1 1 0,-1 0 0,1-1 0,-1 1 0,1 0 0,-1-1 0,0 1 0,0-1 0,0 1 0,0-1 0,0 1 0,0-1 0,0 0 0,0 1 0,0-1 0,-1 0 0,-1 1 0,-38 16 0,5-3 0,27-11 0,0 0 0,0-2 0,-1 1 0,1-1 0,-1 0 0,-14 1 0,-12 2 0,17-2 6,-1 0 0,1-2 0,-1 0 0,-38-4 0,0 1-313,21-3-3247,30 4 1620,-1-1 1,1 0 0,0-1 0,0 0 0,0 0 0,0 0 0,1-1 0,-1 0 0,-8-8-1,10 1-2868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08.2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0 349 10501,'28'-27'6995,"-28"-15"-2641,0 16-2177,19-1-1137,-19 1-447,28 10-17,-9-10-288,9-1-208,-9 17-32,9-17 0,-9 12-432,9 4-1089,-10-5-1504,11 6-1345,-11-6-688,10-10-193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08.4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66 1 10373,'14'8'2091,"0"1"1,0 1-1,-1 0 1,0 1 0,16 17-1,-17-13-815,0 1 0,0 0 0,-2 0 0,9 18 0,2 13-133,-2 0 1,21 89-1,-7 51-1102,-22-110-47,-8-54 6,-1 1 0,-1 0 0,-1-1 0,-1 1 0,-2 0 0,-7 37 0,-48 127 0,55-180 0,-7 18-311,-2 0-1,-1 0 1,-2-1-1,0-1 1,-1-1-1,-26 29 1,26-32-276,-38 43-6418,7-22-3061,5-15 3716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09.6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365 216 4834,'0'-67'20193,"0"42"-16180,0 24-3905,0-1 0,0 1 1,0 0-1,0-1 0,0 1 0,0 0 1,0 0-1,-1-1 0,1 1 0,-1 0 1,1 0-1,-1-1 0,1 1 0,-1 0 1,0 0-1,1 0 0,-1 0 0,0 0 0,0 0 1,0 0-1,0 0 0,0 0 0,0 1 1,-1-2-1,1 1-67,0 0 0,0 1-1,0-1 1,0 0 0,0 0 0,0 0 0,0 0 0,0 0-1,1 0 1,-1 0 0,0 0 0,1 0 0,-1-1 0,1 1 0,-1 0-1,1 0 1,0 0 0,-1-1 0,1 1 0,0 0 0,0-1-1,0 1 1,0 0 0,0-2 0,-1 0-41,0 0 0,0-1 0,0 1 0,-1 0 0,1 1 0,-1-1 0,0 0 0,0 0 0,0 1 0,0-1 0,0 1 0,-1-1 0,1 1 0,-1 0 0,-3-3 0,3 3 0,1 0 0,-1 0 0,1 1 0,-1-1 0,0 0 0,0 1 0,0 0 0,0 0 0,0 0 0,0 0 0,0 0 0,0 0 0,0 1 0,0 0 0,0-1 0,0 1 0,-1 1 0,1-1 0,-3 1 0,-4 2 0,1 2 0,0-1 0,1 1 0,-1 1 0,1 0 0,0 0 0,0 0 0,1 1 0,0 0 0,0 0 0,0 1 0,-6 11 0,-9 15 0,-31 65 0,50-94 0,-1 5 0,-1-1 0,2 1 0,-1 0 0,1 0 0,1 0 0,0 0 0,0 0 0,1 16 0,0-19 0,1-1 0,-1 1 0,-1 0 0,1-1 0,-1 1 0,0-1 0,-5 10 0,5-12 0,1-1 0,-1 1 0,1 0 0,-1 0 0,1 0 0,0 0 0,1 0 0,-1 0 0,1 0 0,-1 0 0,1 0 0,1 0 0,-1 0 0,0 0 0,1 0 0,1 5 0,17 35 0,-13-24 0,2 0 0,0 0 0,1-1 0,13 21 0,-14-26-156,1-1 1,0 0-1,1-1 0,1 0 0,0 0 1,0-1-1,1 0 0,0-1 0,1-1 1,0 0-1,1-1 0,0 0 0,0-1 1,1 0-1,0-1 0,0-1 0,0-1 1,0 0-1,1-1 0,0 0 1,0-1-1,0-1 0,23-1 0,-16-2-435,0 0-668,1-1 0,-1 0 0,45-14 1,-31 5 3,-5 2-163,0-1 0,-1-2 0,0-1 0,48-30 0,-22 4 74,112-83-68,-143 102 1794,-1-2 0,-1-1 0,-1 0 0,22-32 0,8-10 1810,-39 50-893,0 0 0,-1-1-1,-1-1 1,-1 0-1,0 0 1,9-24-1,-14 22-259,-1 1 0,0 0 0,-2-1 0,0 0 0,-2 0 0,0-24 0,-1 44-1039,0 1 0,-1-1 0,1 1 0,0-1 0,0 0 0,0 1 0,0-1 0,-1 0 0,1 1 0,0-1 0,-1 0 0,1 1 0,0-1 0,0 0 0,-1 1 0,1-1 0,0 0 0,-1 0 0,1 1 0,-1-1 0,1 0 0,0 0 0,-1 0 0,1 0 0,-1 0 0,1 1 0,0-1 0,-1 0 0,1 0 0,-1 0 0,1 0 0,-1 0 0,1 0 0,0 0 0,-1-1 0,1 1 0,-1 0 0,1 0 0,-1 0 0,1 0 0,0 0 0,-1-1 0,1 1 0,0 0 0,-1 0 0,1-1 0,0 1 0,-1 0 0,1 0 0,0-1 0,-1 1 0,1 0 0,0-1 0,0 1 0,-1-1 0,1 1 0,0 3 0,-1 0 0,1 0 0,-1 1 0,1-1 0,-1 0 0,0 0 0,-1 0 0,1 0 0,0 0 0,-1 0 0,-2 3 0,-13 33 0,-3 4 0,17-37 0,0 0 0,0 0 0,0-1 0,1 2 0,-1-1 0,1 0 0,1 0 0,0 1 0,-1-1 0,1 9 0,1-8 0,-1 0 0,0-1 0,0 1 0,-1-1 0,1 1 0,-1-1 0,-4 7 0,4-6 0,-1-1 0,1 1 0,0-1 0,0 1 0,1 0 0,0 0 0,0 9 0,1 101 0,0-113 0,0 0 0,0-1 0,1 1 0,-1 0 0,1-1 0,0 1 0,0-1 0,0 1 0,0-1 0,1 0 0,-1 1 0,4 4 0,-3-5 0,0 0 0,0 0 0,-1 0 0,0 0 0,1 0 0,-1 0 0,0 1 0,-1-1 0,1 0 0,0 1 0,-1-1 0,0 6 0,1-3-648,0 0-1,1 0 1,0 0-1,0 0 1,0 0-1,1 0 1,0 0-1,0-1 1,0 0 0,5 6-1,6 12-3127,-5-7-2905,3-8 3018,-7-5 1367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09.9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92 256 21594,'-46'-20'8574,"43"19"-8381,1 0 1,-1 0-1,0 0 1,0 0 0,0 1-1,0-1 1,0 1-1,0 0 1,0 0 0,0 0-1,-1 0 1,-4 1-1,7 3-124,8-2-39,18 2-35,-14-2-6,-8-1 11,0 0 0,0 1 0,0-1 0,0 0 0,0-1 0,0 1 0,0 0 0,0-1 0,1 0 0,-1 0 0,0 0 0,0 0 0,0 0 0,0-1 0,1 1 0,-1-1 0,0 0 0,0 0 0,0 0 0,4-2 0,57-22 0,-59 23 0,0-1 0,0 0 0,0 0 0,-1 0 0,1 0 0,-1-1 0,0 1 0,0-1 0,6-7 0,18-31 0,-26 40 0,-1 0 0,0 0 0,0 0 0,-1 0 0,1 0 0,0-1 0,-1 1 0,1 0 0,-1 0 0,0-1 0,0 1 0,0 0 0,0-1 0,0 1 0,0 0 0,-2-4 0,1-8 0,0 11 0,0-1 0,0 1 0,0 0 0,-1 0 0,1 0 0,-1 0 0,0 0 0,0 0 0,0 0 0,0 1 0,-1-1 0,1 1 0,-1-1 0,0 1 0,1 0 0,-1 0 0,0 0 0,0 1 0,-5-3 0,1 0 0,0 0 0,0 1 0,0 0 0,0 0 0,-1 1 0,1 0 0,-1 0 0,-10 0 0,-2 1 0,14 0 0,0 1 0,0 0 0,-1 0 0,1 0 0,0 1 0,-6 1 0,11-1 0,-1-1 0,1 1 0,0 0 0,-1-1 0,1 1 0,0 0 0,0 0 0,0-1 0,-1 1 0,1 0 0,0 0 0,0 1 0,0-1 0,1 0 0,-1 0 0,0 0 0,0 0 0,1 1 0,-1-1 0,0 0 0,1 1 0,0-1 0,-1 1 0,1-1 0,0 0 0,-1 1 0,1-1 0,0 1 0,0-1 0,1 3 0,-2 10-336,1-9-187,-1-1 0,1 1 0,0-1-1,0 1 1,1-1 0,-1 1 0,1-1-1,0 0 1,0 1 0,1-1 0,-1 0-1,1 1 1,0-1 0,0 0 0,0 0-1,5 6 1,65 67-15540,-52-59 8686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10.2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1 159 8468,'4'-4'1078,"0"-1"1,0 1-1,0-1 1,-1 0-1,1 0 1,-1 0-1,0 0 1,-1-1-1,0 1 1,1-1-1,-1 1 1,1-8-1,2-36 6998,-4 15-5884,-1 32-2181,-2 64-11,-1-33 0,3 1 0,0-1 0,2 0 0,5 32 0,1-32 0,-4-16 0,0 0 0,-2 0 0,1 1 0,0 25 0,-2-22 0,1-1 0,0 1 0,6 20 0,-3-19 0,-2-1 0,0 1 0,1 25 0,15 143-43,-19-114-1207,0-2-3653,0 68-13707,0-110 10729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10.7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31 291 7411,'0'-2'645,"0"0"-1,0 1 0,0-1 0,0 0 0,-1 0 0,1 1 0,-1-1 0,1 0 1,-1 0-1,0 1 0,1-1 0,-1 1 0,0-1 0,0 1 0,0-1 0,0 1 1,0-1-1,0 1 0,-1 0 0,1 0 0,-3-3 0,-2 0 982,0-14 6002,7-11-6857,0 25-345,3-1-236,65-21 354,-63 24-544,0 0 0,0 0 0,0-1 0,-1 1 0,1-1 0,-1 0 0,0-1 0,9-7 0,-9 7 0,0 0 0,1 0 0,-1 1 0,1-1 0,0 1 0,0 0 0,0 1 0,9-3 0,6 2 0,-16 3 0,0-1 0,0 1 0,0-1 0,0 0 0,0-1 0,0 1 0,8-4 0,-7 2 0,1 0 0,0 0 0,0 1 0,0 0 0,0 1 0,0-1 0,13 0 0,-17 2 0,0 0 0,0 0 0,0-1 0,0 2 0,0-1 0,0 0 0,0 1 0,0-1 0,0 1 0,0 0 0,0 0 0,-1 0 0,1 0 0,0 0 0,0 1 0,-1 0 0,1-1 0,3 5 0,-3-2 0,-1 0 0,0 0 0,0 0 0,-1 0 0,1 0 0,-1 1 0,0-1 0,0 1 0,0-1 0,-1 1 0,1-1 0,-1 1 0,-1 8 0,1-9 0,1 0 0,-1 0 0,1 0 0,0 0 0,0 0 0,0-1 0,1 1 0,-1 0 0,1-1 0,0 1 0,2 3 0,11 23 0,-12-23 0,1 0 0,0-1 0,0 1 0,1-1 0,-1 0 0,1-1 0,1 1 0,-1-1 0,1 0 0,7 5 0,64 41 0,-71-49 0,0 1 0,1-1 0,-1 0 0,0-1 0,1 1 0,-1-1 0,1-1 0,-1 1 0,1-1 0,6-1 0,64-8 0,-65 7 0,-2 0 0,1-1 0,-1 0 0,0-1 0,0 0 0,0 0 0,0-1 0,-1-1 0,0 0 0,0 0 0,-1 0 0,1-1 0,-1-1 0,-1 1 0,1-1 0,6-10 0,26-24 0,-36 39 0,1-1 0,-1 0 0,0 0 0,-1-1 0,1 1 0,-1-1 0,0 0 0,0 0 0,0 0 0,-1 0 0,4-10 0,-4 5 0,1 0 0,1-1 0,0 1 0,9-16 0,-11 21 0,-1 1 0,0 0 0,-1-1 0,1 1 0,-1-1 0,0 1 0,0-7 0,2-22 0,-2 32 0,0 0 0,0 1 0,0-1 0,0 1 0,0-1 0,0 0 0,1 1 0,-1-1 0,0 0 0,0 1 0,1-1 0,-1 1 0,0-1 0,1 1 0,-1-1 0,1 1 0,-1-1 0,1 1 0,-1-1 0,1 1 0,-1 0 0,1-1 0,-1 1 0,1 0 0,-1-1 0,1 1 0,0 0 0,-1 0 0,1-1 0,-1 1 0,1 0 0,1 0 0,-2 2 0,1 0 0,0 1 0,-1-1 0,1 0 0,-1 1 0,1-1 0,-1 0 0,0 1 0,0-1 0,0 0 0,-1 4 0,1 2 0,-1 8 0,1-8 0,0 1 0,0 0 0,1-1 0,0 1 0,2 11 0,4 1 0,-3-11 0,-1 1 0,0-1 0,-1 0 0,0 1 0,-1-1 0,1 13 0,13 178 0,-12-132 0,-3-47 0,1 1 0,3 23 0,3-11 0,-1-4 0,-1 0 0,1 46 0,-5-7 0,1-30 0,-2-1 0,-8 65 0,-19 55 0,24-141 0,-1 0 0,-1-1 0,-1 1 0,0-1 0,-2 0 0,0-1 0,-13 21 0,18-32 0,-2 3 0,0-1 0,0 1 0,-1-1 0,0-1 0,-1 1 0,1-1 0,-1 0 0,0 0 0,-1-1 0,-14 8 0,5-4 0,0-2 0,-1 0 0,0 0 0,-18 3 0,33-10 0,0 1 0,-1 0 0,1-1 0,0 0 0,0 0 0,0 0 0,-1 0 0,1 0 0,0-1 0,0 1 0,0-1 0,0 0 0,0 0 0,0 0 0,0 0 0,-3-3 0,-5-1 0,2 2 0,0 0 0,1-1 0,0 0 0,0-1 0,0 1 0,0-2 0,1 1 0,0-1 0,0 0 0,1-1 0,-1 1 0,1-1 0,-6-10 0,4 4 0,2 0 0,-1 0 0,2-1 0,-1 0 0,2 0 0,0 0 0,-3-19 0,2 5 0,1 0 0,0 0 0,3 0 0,0 0 0,4-31 0,0 30 0,1-8 0,1 1 0,2 0 0,18-53 0,-5 30 0,-15 40 0,1 0 0,1 1 0,1 0 0,0 0 0,16-22 0,-10 20 0,-3 3 0,1 0 0,0 1 0,2 0 0,0 1 0,18-15 0,-23 23 0,16-13 0,0 2 0,2 0 0,0 2 0,1 1 0,0 1 0,47-15 0,39-7-3129,-109 35 1488,19-4-1014,-12 0-1022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13.3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34 4018,'1'-1'8798,"-7"-9"-4700,4 8-3571,-25-19 5754,18 24-4737,5 17-2007,5-5 463,0-1 0,1 1 0,3 14 0,5 42 264,-9-58-194,0 0 0,1-1-1,1 1 1,8 23-1,2 11 128,-8-19-169,2-1 0,1 1 0,1-1 0,1 0 0,15 26 0,-20-40-23,0 1-1,-1 0 1,4 20 0,-5-20-163,0 0 0,1 0 0,0-1 0,7 15 0,-4-13-637,0 0 1,-1 0 0,-1 1-1,6 30 1,-5-18-986,-4-2-119,-3-22 1419,1 1 0,0-1 0,1 1 0,-1-1 0,1 0 0,0 0 0,0 1 0,2 4 0,5 7-928,-6-12 941,0-1-1,0 1 1,0 0-1,-1 0 1,1 0-1,-1 0 1,0 0 0,0 0-1,-1 1 1,1 5-1,-1 16-2466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13.9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48 138 2145,'-5'0'3311,"-2"0"-3036,5-1 641,-1 1-1,0-1 1,1 1-1,-1-1 1,0 0-1,1 0 1,-1 0-1,1 0 1,-1-1-1,-3-2 1,3 1 1232,3 1-1539,-1 0 1,1 0 0,0 0-1,0 0 1,0 0 0,0 0 0,1 0-1,-1 0 1,0 0 0,1 0-1,-1 0 1,2-2 0,18-18 430,54-9-645,-27 9-99,-44 21-246,1 1 0,0-1-1,0 0 1,0 1 0,0 0-1,0 0 1,6 1 0,-8-1-13,2 0 331,-3-1-437,-1 1 0,0-1 0,0 1 0,0-1 0,0 1 0,0-1 0,0 1 0,0-1 0,0 1 0,0-1 0,0 1 0,0-1 0,0 1 0,-1-1-1,1 1 1,0-1 0,0 1 0,0-1 0,-1 1 0,1-1 0,0 1 0,-1-1 0,1 1 0,0 0 0,-1-1 0,1 1 0,0 0 0,-1-1 0,1 1 0,-1 0 0,1-1-1,-1 1 1,1 0 0,-1 0 0,1 0 0,0-1 0,-1 1 0,0 0 0,0 0 0,-11 0-8493,-12 0-4858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15.5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33 230 1441,'-16'-2'1255,"15"2"-909,1 0 0,-1-1 1,0 1-1,0 0 0,1-1 0,-1 1 0,0-1 0,1 1 0,-1 0 1,1-1-1,-1 0 0,1 1 0,-1-1 0,1 1 0,-1-1 1,1 0-1,-1 1 0,1-1 0,0 0 0,-1 0 0,1 1 0,0-1 1,0 0-1,0 0 0,-1 1 0,1-1 0,0 0 0,0 0 1,0 1-1,0-1 0,0 0 0,0 0 0,1-1 0,-1-1 1034,-1 2-1318,1 0 0,-1 0 0,1 0 0,-1 0 0,1 0 1,-1 0-1,1-1 0,0 1 0,-1 0 0,1 0 0,0-1 1,0 1-1,0 0 0,0 0 0,0 0 0,0-1 1,1 1-1,-1 0 0,0 0 0,0 0 0,1-1 0,-1 1 1,1 0-1,-1 0 0,1 0 0,0 0 0,-1 0 0,1 0 1,0 0-1,1-1 0,20-23 372,-21 25-413,22-28 1050,-21 25-955,0 0 0,1 0 0,-1 0 0,1 0 0,0 0 0,0 0 1,0 1-1,4-3 0,-3 3-42,15-10 629,1 1 1,1 1-1,0 1 1,1 1-1,32-8 1,-19 9 85,1 3 0,42-2 0,-59 6-468,0 0 0,0 1 0,0 1-1,0 1 1,-1 0 0,22 7 0,-10 1 69,-1 1 1,1 2 0,-2 0 0,0 2-1,-1 1 1,0 1 0,-2 1-1,44 43 1,-58-49-391,-2 0 0,16 27 0,2 4 0,-10-19 0,-6-11 0,-2 0 0,0 1 0,0 0 0,6 18 0,-3-5 0,-6-14 0,0 0 0,-1 0 0,-1 0 0,0 1 0,-1 0 0,-1-1 0,2 23 0,-4-3 0,2-18 0,-2 0 0,0 0 0,-1 0 0,0-1 0,-1 1 0,-1 0 0,-1-1 0,-8 23 0,4-21 0,-2-1 0,0 0 0,-1-1 0,-1 0 0,0-1 0,-1 0 0,0-1 0,-29 22 0,9-13 0,-2-1 0,0-1 0,-38 15 0,56-28 0,0-1 0,-1-1 0,1-1 0,-1 0 0,0-2 0,-20 2 0,0-3 0,-72-7 0,92 3-1058,-1-1 0,1 0 0,-29-12-1,40 14 478,0-2 0,0 1-1,1-1 1,-1 0-1,-6-5 1,11 7 434,1 1-1,-1 0 1,1-1-1,-1 1 1,1-1-1,0 0 1,-1 1 0,1-1-1,0 0 1,0 0-1,0 0 1,1 0-1,-1 0 1,0 0 0,1 0-1,-1 0 1,1 0-1,-1-2 1,2-4-970,-1 0 0,1 1 1,1-1-1,-1 0 0,1 1 0,1 0 0,-1-1 1,1 1-1,0 0 0,1 0 0,0 0 1,0 1-1,0 0 0,11-12 0,11-10-4312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15.9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310 236 5266,'9'-2'1112,"0"-1"-1,-1 0 0,1 0 0,-1-1 0,0 0 0,0 0 1,0-1-1,0 0 0,12-12 0,-16 14-705,0 0 1,-1-1-1,1 1 0,-1-1 0,0 1 0,0-1 0,0 0 1,-1 0-1,1-1 0,1-3 0,-3 6-160,0-1-1,-1 1 1,1 0-1,-1 0 0,1 0 1,-1-1-1,0 1 1,0 0-1,0-1 1,0 1-1,0 0 1,-1 0-1,1-1 1,-1 1-1,1 0 1,-1 0-1,0 0 1,0-1-1,0 1 1,0 0-1,-2-3 1,2 4-1,1 0 0,-1 0 1,0 0-1,1 0 0,-1 0 0,1 0 1,0-1-1,-1 1 0,1 0 1,0 0-1,0 0 0,0-1 1,0 1-1,0 0 0,0-3 0,-3-11 1295,-3 9-1478,-1 1 0,1 0 0,-1 0 0,-1 1 0,1-1 0,0 2 1,-1-1-1,0 1 0,0 0 0,0 1 0,0-1 0,0 2 0,-1-1 1,1 1-1,-1 0 0,-13 1 0,10 3-62,5-2 0,0 0 0,0 1 0,0 0 0,0 0 0,0 0 0,1 1 0,-1 0 0,1 0 0,0 1 0,0-1 0,0 2 0,0-1 0,1 0 0,-8 9 0,-23 24 0,26-29 0,1 0 0,1 1 0,-1 0 0,2 1 0,-1 0 0,1 0 0,1 1 0,-10 20 0,5-1 0,1 1 0,1 0 0,2 1 0,2 0 0,-4 64 0,8-88 0,2 1 0,-1-1 0,1 1 0,1-1 0,0 1 0,0-1 0,0 0 0,1 0 0,0 0 0,1 0 0,0 0 0,0 0 0,0-1 0,11 13 0,6 12 0,-20-29 0,1 0 0,-1 0 0,0-1 0,1 1 0,0 0 0,0-1 0,0 1 0,0-1 0,0 1 0,1-1 0,-1 0 0,4 3 0,11 6 0,-13-8 0,-1 0 0,1 0 0,0 0 0,0-1 0,0 0 0,0 0 0,0 0 0,0 0 0,1 0 0,-1-1 0,1 0 0,-1 0 0,1 0 0,-1 0 0,1-1 0,5 0 0,2-4 0,-8 4 0,-1-1 0,0 0 0,1 0 0,-1 0 0,0 0 0,0-1 0,0 1 0,0-1 0,0 0 0,0 0 0,0 0 0,0 0 0,-1 0 0,1 0 0,-1-1 0,0 1 0,1-1 0,-1 0 0,-1 0 0,1 0 0,0 0 0,-1 0 0,2-3 0,19-30 0,-19 32 0,0 0 0,1-1 0,-2 1 0,1-1 0,0 0 0,-1 0 0,3-8 0,34-106 0,-34 77 0,-1 4 0,3 19 0,-3 11 0,-1 0 0,-1-1 0,0 1 0,0-1 0,0 1 0,0-15 0,1-4 0,-3 26 0,0 1 0,0 0 0,0 0 0,0-1 0,0 1 0,0 0 0,0 0 0,0 0 0,1-1 0,-1 1 0,0 0 0,0 0 0,0 0 0,0-1 0,0 1 0,1 0 0,-1 0 0,0 0 0,0 0 0,0 0 0,0-1 0,1 1 0,-1 0 0,0 0 0,0 0 0,1 0 0,-1 0 0,0 0 0,0 0 0,0 0 0,1 0 0,-1 0 0,0 0 0,0 0 0,1 0 0,-1 0 0,0 0 0,0 0 0,0 0 0,1 0 0,-1 0 0,1 0 0,20 28 0,-11-13 0,29 37-2138,3-2 0,68 65 0,-91-89-3055,-18-23 4468,0 0 0,1 0 0,0-1 1,-1 1-1,1 0 0,0-1 0,0 0 0,1 1 0,-1-1 1,0 0-1,1 0 0,-1 0 0,1 0 0,3 1 0,20 12-5032,-10-13 3676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16.0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66 605 1265,'-1'-64'7224,"-14"-96"1,7 39-497,-2 85-4479,7 26-1233,0 0 1,1 0-1,0 0 1,-1-20 0,3 18-643,0 1 0,0-1 0,-1 0 0,-1 0 0,0 1 1,-1-1-1,-5-14 0,5-7-374,3 21 0,0 16 0,0-1 0,0 0 0,1 0 0,-1 0 0,1 0 0,0 0 0,0 0 0,0 0 0,0 0 0,2 3 0,4 14 0,27 117 0,5-16 0,-30-67 0,7 23 0,-2-41 0,-7-18 0,-1 0 0,0 1 0,3 23 0,7 60-1738,-1-12-5091,4 160 0,-18-227 4608,0-12 794,-1 0 0,0 0 0,-1-1 0,-3 16-1,-11 3-2504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16.5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1 299 7924,'0'-3'648,"0"0"0,1-1 0,-1 1 0,1 0 0,0 0 0,0 0 0,0 0 0,0 0 1,0 0-1,1 0 0,-1 0 0,3-3 0,-2 3-305,0 1 0,-1-1 0,1 1 0,-1-1 1,0 0-1,0 1 0,0-1 0,0 0 0,-1 0 0,1 0 0,-1 1 0,1-5 1,-1 5-193,1-1 1,-1 0 0,1 0 0,0 1-1,0-1 1,0 1 0,0-1 0,0 1 0,1-1-1,-1 1 1,1 0 0,0-1 0,-1 1-1,5-3 1,32-27 286,-30 25-164,11-5 223,0 0 0,1 1 1,0 1-1,40-14 1,-26 11 838,17-4 1223,73-14 0,-115 29-2531,1 0-28,-1 0 0,0 1 0,0 0 0,18 1 0,-26 0 0,1 0 0,-1 0 0,1 0 0,-1 0 0,1 0 0,-1 1 0,1-1 0,-1 0 0,0 1 0,1-1 0,-1 1 0,1-1 0,-1 1 0,0 0 0,1-1 0,-1 1 0,0 0 0,0 0 0,0 0 0,0 0 0,0 0 0,0 0 0,0 0 0,0 0 0,0 1 0,0-1 0,-1 0 0,1 1 0,0-1 0,-1 0 0,1 1 0,-1-1 0,1 3 0,-1-1 0,0 0 0,0 1 0,-1-1 0,1 0 0,-1 0 0,1 0 0,-1 0 0,0 0 0,0 0 0,0-1 0,-1 1 0,1 0 0,-4 5 0,-12 28 0,14-27 0,-1-1 0,0 0 0,0 1 0,-1-1 0,0 0 0,0-1 0,-9 11 0,9-12 0,1 0 0,0 1 0,0 0 0,0 0 0,1 0 0,0 0 0,1 1 0,0-1 0,0 1 0,0-1 0,0 16 0,-13 41 0,7-42 0,5-17 0,1 0 0,0 1 0,0-1 0,0 1 0,1-1 0,0 1 0,0 0 0,0 8 0,0 4 0,1-12 0,-1 0 0,1 0 0,0 1 0,1-1 0,0 0 0,0 0 0,3 10 0,35 79 0,-37-90 0,0-1 0,1 0 0,-1 0 0,1 0 0,0 0 0,0 0 0,1-1 0,-1 1 0,6 3 0,-7-6 0,-1 0 0,0 0 0,0 0 0,1 0 0,-1-1 0,0 1 0,1 0 0,-1-1 0,1 1 0,-1-1 0,1 1 0,-1-1 0,1 0 0,-1 0 0,1 1 0,-1-1 0,1 0 0,-1-1 0,1 1 0,0 0 0,-1 0 0,1-1 0,-1 1 0,0-1 0,1 1 0,-1-1 0,1 1 0,-1-1 0,0 0 0,1 0 0,-1 0 0,1-1 0,27-17 0,-26 18 0,0-1 0,0 1 0,0-1 0,-1 0 0,1 0 0,0 0 0,-1 0 0,1 0 0,-1-1 0,0 1 0,0-1 0,0 1 0,0-1 0,0 0 0,0 0 0,-1 0 0,0 0 0,1 0 0,0-4 0,18-32 0,-17 34 0,0 1 0,-1 0 0,1 0 0,-1-1 0,0 0 0,0 1 0,-1-1 0,1 0 0,-1 0 0,0 0 0,1-9 0,7-70 0,-5 62 0,-1 0 0,-1-24 0,-1 33 0,-1 1 0,-1-1 0,-1 0 0,1 0 0,-2 1 0,-6-22 0,5 7 0,5 17 0,-2 0 0,0 12 0,6 18 0,-1-14 0,-1 1 0,0 0 0,0 0 0,-1 0 0,3 11 0,-3-10 0,1 0 0,-1 0 0,1-1 0,1 1 0,4 8 0,69 106 46,15 21-281,-39-83-3942,34 16-11007,-82-73 14502,-1 0 1,0 0-1,1-1 1,0 1-1,-1-1 1,1 0-1,0 0 0,0 0 1,0-1-1,7 1 1,-7-1-61,27 2-4156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16.7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124 428 6259,'19'-44'5525,"-15"37"-4365,0-1-1,0 1 0,-1-1 0,0 0 0,-1 0 0,0 0 1,0 0-1,-1 0 0,1-11 0,-2-60 7947,0 77-9099,0 1 1,0-1-1,-1 1 1,1 0-1,-1-1 1,0 1-1,1-1 1,-1 1-1,0 0 1,0 0-1,1-1 1,-1 1-1,0 0 1,0 0-1,0 0 1,-1 0-1,1 0 1,0 0-1,0 0 1,-1 1-1,1-1 1,0 0-1,-1 1 1,1-1-1,0 1 1,-1-1-1,1 1 1,-1 0-1,1-1 1,-1 1-1,1 0 1,-1 0-1,1 0 1,-1 0-1,1 1 1,-1-1-1,-1 1 1,-1 2-8,1 0 0,0 1 0,0-1 0,1 1 0,-1 0 0,1 0 0,0 0 0,-3 7 0,-20 30 0,23-38 0,-1-1 0,1 1 0,-1 0 0,1 0 0,0 0 0,1 0 0,-1 0 0,0 0 0,1 0 0,-1 0 0,1 1 0,0-1 0,0 1 0,1-1 0,-1 1 0,1-1 0,0 6 0,-1-4 0,1 1 0,-1-1 0,0 1 0,0-1 0,-1 0 0,-2 8 0,2-10 0,1 0 0,0 0 0,0 0 0,0 0 0,0 0 0,1 0 0,-1 1 0,1-1 0,0 0 0,0 0 0,0 1 0,0-1 0,2 6 0,5 9 0,-6-15 0,1 1 0,-1-1 0,0 1 0,0 0 0,0-1 0,0 1 0,-1 0 0,1 3 0,-2-4 0,2-1 0,-1 0 0,0 0 0,0 0 0,1 1 0,-1-1 0,1 0 0,0 0 0,-1 0 0,1 0 0,0 0 0,0 0 0,1 0 0,-1 0 0,0 0 0,1 0 0,-1-1 0,1 1 0,-1-1 0,1 1 0,2 1 0,17 21 0,-18-21 0,-1 0 0,1 0 0,-1-1 0,1 1 0,0-1 0,0 0 0,0 1 0,1-1 0,-1-1 0,0 1 0,1 0 0,-1-1 0,1 0 0,0 0 0,-1 0 0,5 1 0,-5-1 0,0-1 0,-1 1 0,1-1 0,0 0 0,0 0 0,-1 0 0,1 0 0,0 0 0,-1-1 0,1 1 0,0-1 0,-1 0 0,1 1 0,0-1 0,-1 0 0,0-1 0,1 1 0,-1 0 0,1-1 0,-1 1 0,0-1 0,0 0 0,3-3 0,2-5 0,-4 7 0,0-1 0,-1 1 0,0-1 0,1 1 0,-1-1 0,-1 0 0,1 0 0,0 0 0,-1 0 0,0 0 0,0 0 0,0 0 0,-1 0 0,1-1 0,-1 1 0,0 0 0,-1-5 0,1-6 0,-2 1 0,0 0 0,0 0 0,-1 1 0,-1-1 0,-1 0 0,0 1 0,0 0 0,-1 0 0,-1 1 0,0 0 0,-1 0 0,-11-13 0,-101-159 0,76 129-6427,44 54 5954,-1 0 0,0 0 0,1 0 1,-1 0-1,1-1 0,-1 1 0,1 0 0,-1 0 0,1 0 0,0 0 0,0-1 0,0 1 1,0 0-1,-1 0 0,1 0 0,1-1 0,-1 1 0,0-2 0,1-6-7136,-1 0 2985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16.9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6259,'2'0'15105,"15"3"-4398,-19 56-10353,0-34-286,1 0 1,2 1-1,0-1 1,7 31-1,31 153-68,-5 35 0,-13-149 0,-3-18 0,31 215-3396,-46-260-1418,-1 0 0,-3 42 1,0-20-2730,1-16 172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17.1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19 106 8628,'-10'-12'16080,"10"12"-15867,-1 0-1,1 0 1,-1 0 0,1-1-1,0 1 1,-1 0 0,1 0-1,-1 0 1,1-1 0,-1 1-1,1 0 1,0-1 0,-1 1-1,1 0 1,0-1 0,-1 1-1,1 0 1,0-1 0,0 1-1,-1-1 1,1 1 0,0-1-1,0 1 1,0 0-1,-1-1 1,1 1 0,0-1-1,0 1 1,0-1 0,0 1-1,0-2 1,23-9 1041,-10 10-1254,14-2 0,-15-3 0,0 0 0,1 2 0,0 0 0,0 0 0,0 1 0,1 1 0,18-2 0,-1 0 0,36-8 0,0 3 0,81 1 0,-139 8-3200,28 0-11510,-56 0 4767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17.9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157 38 2129,'0'-19'6862,"3"7"-3687,-2 12-3123,-1-1-1,1 1 0,0-1 1,-1 0-1,1 1 0,0-1 1,-1 1-1,1 0 0,0-1 1,0 1-1,0-1 0,0 1 1,-1 0-1,1 0 0,0 0 1,0-1-1,0 1 0,0 0 1,0 0-1,0 0 0,-1 0 0,1 0 1,1 1-1,3-1 499,23 2 1050,-26 5-738,0 0-1,0 1 0,1-1 1,0 0-1,0 0 0,1 0 1,6 9-1,3 8 967,-10-14-867,-1 0 0,0 1-1,-1-1 1,0 0 0,-1 1-1,0-1 1,-2 19 0,0 2-294,2-28-656,0 1 0,0 0-1,-1-1 1,1 1-1,-1-1 1,0 1 0,0-1-1,0 1 1,0-1 0,-1 0-1,1 0 1,-1 1-1,0-1 1,0 0 0,0 0-1,-3 2 1,2-1-15,0 0 0,1 0-1,-1 0 1,1 0 0,-1 1 0,1-1-1,-2 7 1,3-5 4,-1 0 0,0 0 0,-1 0 0,1 0 0,-1 0 0,0-1 0,0 0 0,-1 1 0,0-1 0,0-1 0,0 1 0,0 0 0,-1-1 0,0 0 0,-8 6 0,-27 26-2932,31-26 1361,-1-1-1,1-1 0,-1 1 0,-1-2 1,1 1-1,-1-1 0,-15 6 0,9-8-5594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18.4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145 38 7363,'-6'-16'6977,"-17"7"-2501,22 9-4311,0 0 0,1 0 0,-1 0 0,0 0 0,0 0 0,1 0 0,-1-1 0,0 1 0,1 0 0,-1 0 0,0-1 0,0 1 1,1 0-1,-1-1 0,1 1 0,-1-1 0,0 1 0,1-1 0,-1 1 0,1-1 0,-1 1 0,1-1 0,-1 1 0,1-1 0,-1 0 0,0-1 0,-4 2 919,-1-1 1,0 1-1,0-1 0,0 2 1,1-1-1,-7 1 0,10 6-898,0 0-1,0 0 0,0-1 1,0 1-1,-1-1 1,-1 0-1,-6 11 1,-6 13 235,14-20-421,-1 1 0,2-1 0,-1 1 0,2 0 0,-1-1 0,1 1 0,3 17 0,-1 14 0,-4 24 0,0-32 0,2-1 0,1 1 0,6 41 0,2-39 0,-5-24 0,-1 1 0,0 0 0,-1 1 0,1 21 0,0 3-111,1 0 1,3-1-1,21 73 0,-25-95-1056,0 1 1,-1-1-1,-1 1 0,-1-1 1,0 1-1,-2 16 0,0 17-4331,3-28 2200,-1-16 2521,1-1 0,-1 1 1,0-1-1,0 1 0,0 0 0,0-1 1,-1 1-1,0 0 0,0-1 0,-3 8 0,-19 6-2453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18.7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31 318 4082,'-1'-8'904,"1"-1"1,-2 0-1,1 1 1,-1-1-1,-6-15 1,5 16-95,0-1 1,1 0-1,0 1 1,0-1-1,0-18 1,1 8 204,0 12-535,0 1 0,1 0 0,0 0 0,0 0 0,1-1 0,0 1 1,0 0-1,0 0 0,2-7 0,24-29 2327,-25 40-2601,-1-1 0,1 1 0,0-1 0,0 1 0,1 0 0,-1 0 0,0 0 0,1 0 0,-1 0 0,1 0 0,0 1 0,-1-1 1,1 1-1,0 0 0,0 0 0,5-1 0,50-10 2242,-48 10-2042,-1 1-150,-1-1 0,1 2 0,0-1 0,0 1 0,-1 0 0,1 1 0,12 2 0,-17-2-171,1 0 1,-1 1-1,0 0 1,0 0-1,0 1 0,0-1 1,0 1-1,0 0 1,-1 0-1,1 0 1,-1 0-1,0 0 1,0 1-1,0 0 1,3 4-1,0-1-85,-1 1 0,0 0 0,0-1 0,-1 2 0,0-1 0,0 0 0,-1 1 0,0 0 0,0 0 0,-1 0 0,0 0 0,0 11 0,-1 21 0,1-24 0,-2 1 0,0-1 0,-1 1 0,-5 28 0,-21 61 0,25-100 0,0 1 0,0-1 0,-1 0 0,0 0 0,0-1 0,-5 8 0,5-10 0,1 0 0,-1 1 0,1-1 0,0 1 0,0-1 0,0 1 0,1 0 0,0 0 0,0 0 0,0 0 0,0 6 0,1 72 0,0-81 0,1 0 0,-1 0 0,0-1 0,1 1 0,-1-1 0,1 1 0,-1 0 0,1-1 0,0 1 0,0-1 0,-1 1 0,1-1 0,0 1 0,1-1 0,-1 0 0,0 0 0,0 1 0,0-1 0,1 0 0,1 1 0,32 16 0,-18-10 0,-1 1 0,1-1 0,0 0 0,22 7 0,-23-10 0,0 2 0,0 0 0,15 9 0,-8-1 0,-1 0 0,27 25 0,-48-40 0,-1 1 0,1-1 0,0 1 0,-1 0 0,1 0 0,-1-1 0,1 1 0,-1 0 0,1 0 0,-1 0 0,1 0 0,-1-1 0,0 1 0,0 0 0,1 0 0,-1 0 0,0 0 0,0 0 0,0 0 0,0 0 0,0 0 0,0 0 0,0 0 0,0-1 0,-1 1 0,1 0 0,0 0 0,0 0 0,-1 0 0,1 0 0,-1 0 0,0 1 0,-21 20 0,18-18 0,-10 6 0,0 0 0,-1 0 0,0-2 0,0 0 0,-24 9 0,9-4 0,11-6 0,0-1 0,0-1 0,0 0 0,-1-1 0,-32 1 0,-16 4 0,58-7-91,-1-1 1,0 0-1,0 0 0,0-1 0,0-1 1,1 0-1,-1 0 0,0-1 1,0 0-1,-17-7 0,23 1-6258,10-14 767,3 12 3700,1 1 0,-1 0 0,1 1 0,1 0 0,12-9-1,30-16-2540,-6 7 317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18.9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70 6307,'18'-29'7813,"-3"5"-1144,-6 13-4957,-5 7 1055,3 4-193,-6 0-2433,0-1 0,0 1 0,0 0 0,-1 0 1,1 0-1,0 0 0,0 0 0,0 0 0,0 0 1,0 0-1,0 0 0,-1 0 0,1 0 0,0 0 1,0 1-1,0-1 0,0 0 0,-1 1 1,1-1-1,0 0 0,0 1 0,-1-1 0,1 1 1,1 0-1,-2 18 208,2-1-1,0 1 1,9 33 0,-9-43-349,-1 0 0,0 0 0,0 1 0,-1-1 0,-1 10 0,0-10 0,1-1 0,0 1 0,1-1 0,-1 1 0,4 12 0,6 4 0,-8-19 0,0-1 0,0 0 0,0 1 0,0-1 0,-1 1 0,0-1 0,0 1 0,-1 8 0,9 66 77,1 12-463,-9-85-130,-1-1 1,1 0-1,0 0 1,1 1-1,-1-1 1,1 0-1,4 7 1,4 16-4544,-6 8-3294,-4-14 3145,0-6 696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19.1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0 296 4754,'4'-7'980,"-1"0"-1,-1 0 0,1-1 1,-1 1-1,0-1 0,-1 1 1,1-1-1,-2 0 0,1 0 1,-1 1-1,-1-12 0,1-3 1961,0 19-2689,0 1-1,0-1 0,0 1 0,0-1 1,1 1-1,-1-1 0,1 1 0,0 0 1,0-1-1,0 1 0,0 0 1,0-1-1,0 1 0,0 0 0,1 0 1,-1 0-1,1 0 0,0 0 0,0 1 1,3-4-1,-4 4-106,0-1 0,0 1 0,-1 0 0,1 0 0,0-1 0,-1 1 0,0-1 0,1 1 0,-1 0 0,0-1 0,1 1 0,-1-1 0,0 1 0,0-1 0,0-1 0,2-10 1357,-2 12-1449,0 1-1,0 0 1,1 0 0,-1 0-1,0 0 1,1-1 0,-1 1-1,0 0 1,1 0 0,-1 0 0,1 0-1,-1 0 1,0 0 0,1 0-1,-1 0 1,0 0 0,1 0-1,-1 0 1,1 0 0,-1 0-1,0 0 1,1 0 0,-1 0 0,0 0-1,1 1 1,-1-1 0,0 0-1,1 0 1,-1 0 0,0 1-1,1-1 1,-1 0 0,1 1 0,6 23 2399,0-18-2427,34 36 15,-38-39-40,-1 1 0,0-1 1,1 1-1,-1-1 0,0 1 0,-1 0 0,1 0 0,-1-1 0,0 1 0,0 0 0,0 0 0,1 8 0,-2-9 1,1-1 0,-1 1 0,1-1 0,0 1 0,-1-1 0,1 1 0,1-1 0,-1 1 0,0-1 0,0 0 0,1 0 0,0 0 0,-1 0 0,1 0 0,0 0 0,4 3 0,-4-4 0,-1 1 0,1 0 0,0 0 0,0 0 0,-1-1 0,1 2 0,-1-1 0,1 0 0,-1 0 0,0 0 0,0 0 0,0 1 0,0-1 0,0 1 0,-1-1 0,2 5 0,-3-7 0,1 1 0,0-1 0,0 1 0,0-1 0,0 1 0,0-1 0,0 1 0,0-1 0,0 1 0,0-1 0,1 1 0,-1-1 0,0 1 0,0-1 0,0 1 0,0-1 0,1 1 0,-1-1 0,0 0 0,0 1 0,1-1 0,-1 1 0,0-1 0,1 0 0,-1 1 0,1-1 0,-1 0 0,0 1 0,1-1 0,-1 0 0,1 0 0,-1 1 0,1-1 0,-1 0 0,1 0 0,-1 0 0,1 0 0,-1 0 0,1 0 0,-1 1 0,1-1 0,-1 0 0,1-1 0,-1 1 0,1 0 0,0 0 0,0 0 0,0-1 0,0 0 0,0 1 0,-1-1 0,1 0 0,0 1 0,0-1 0,0 0 0,-1 0 0,1 0 0,0 0 0,-1 0 0,1 0 0,-1 0 0,1 0 0,-1 0 0,1 0 0,-1 0 0,0 0 0,0 0 0,1 0 0,-1-1 0,0 1 0,0 0 0,0 0 0,0-1 0,1-29-2901,13-35-10715,-12 56 12179,-1 1 0,0-1 0,0 0 0,-2-13 1,1 12 437,-1 0 0,2 0 0,0 0 0,2-13 0,21-33-2976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19.6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94 2033,'1'-6'1031,"0"0"-1,0 0 1,1 0-1,0 0 1,0 1-1,0-1 1,0 1 0,7-11-1,0-3 1919,-8 19-2784,-1-1-1,0 0 0,0 1 0,1-1 1,-1 0-1,0 1 0,1-1 1,-1 1-1,1-1 0,-1 0 1,0 1-1,1-1 0,-1 1 1,1-1-1,0 1 0,-1 0 1,1-1-1,-1 1 0,1-1 1,0 1-1,-1 0 0,1 0 1,0-1-1,-1 1 0,1 0 1,0 0-1,0 0 0,-1 0 1,1 0-1,0 0 0,-1 0 1,1 0-1,0 0 0,0 0 1,-1 0-1,1 0 0,0 0 1,-1 1-1,1-1 0,1 1 0,0 0 196,0 1 0,0-1 0,0 1 0,0 0 0,0 0 0,0 0 0,0 0 0,-1 0 0,1 0-1,-1 0 1,0 0 0,2 3 0,14 38 1059,-2 0 0,-2 1-1,-1 0 1,4 47 0,-7-23-1459,-4 1 1,-3 79-1,-2-101-201,1-34-665,-1 1 0,-1-1 0,0 0 1,-1 0-1,0 1 0,-1-1 0,0 0 0,-1-1 0,-1 1 1,0-1-1,0 0 0,-1 0 0,-1 0 0,0-1 1,-1 0-1,0 0 0,0-1 0,-12 11 0,-24 20-590,42-39 1563,0 0 1,0 1-1,0-1 1,-1 0-1,1 0 1,-1-1-1,1 1 1,-1-1-1,-5 3 1,8-4-15,0 1 0,-1-1 0,1 0 0,-1 1 0,1-1 0,-1 0-1,1 0 1,-1 1 0,1-1 0,-1 0 0,1 0 0,-1 0 0,1 0 0,-1 0 0,1 1 0,-1-1 0,1 0 0,-1 0 0,1 0-1,-1-1 1,1 1 0,-1 0 0,1 0 0,-1 0 0,1 0 0,-1 0 0,1-1 0,-1 1 0,1 0 0,-1 0 0,1-1 0,-1 1-1,1 0 1,-1-1 0,1 1 0,0 0 0,-1-1 0,1 1 0,0-1 0,-1 1 0,1 0 0,0-1 0,0 1 0,-1-1 0,1 1-1,0-1 1,0 1 0,0-1 0,-1 0 0,25-11 3354,-16 10-2944,14-7 448,2 1 0,36-8 0,-49 14-841,0 0-1,0-1 1,0-1-1,0 0 0,-1 0 1,12-7-1,16-7 8,76-39 337,-100 49-136,0 0 1,0-1 0,-1 0 0,-1-1 0,22-22 0,-18 17 166,-8 9-143,-1-1 1,-1 0-1,1 0 1,-1-1-1,-1 0 0,1 0 1,-1-1-1,-1 1 1,1-1-1,-1 0 0,-1 0 1,0 0-1,0-1 1,-1 1-1,0-1 0,-1 1 1,0-1-1,0 0 1,-2-18-1,2 9-302,0 10 0,-1 0 0,0 0 0,0 0 0,-1 0 0,0 0 0,-3-10 0,-35-76 0,37 92 0,1-1 0,0 1 0,-1-1 0,0 1 0,0 0 0,0 0 0,0 0 0,-1 0 0,1 0 0,-1 0 0,1 0 0,-5-2 0,6 4 0,0 1 0,0-1 0,-1 0 0,1 1 0,0-1 0,0 1 0,-1-1 0,1 1 0,-1 0 0,1 0 0,0-1 0,-1 1 0,1 0 0,-1 0 0,1 0 0,0 1 0,-1-1 0,1 0 0,-1 0 0,1 1 0,0-1 0,-1 1 0,1-1 0,0 1 0,-1 0 0,1-1 0,0 1 0,0 0 0,0 0 0,0 0 0,-2 1 0,2 0 0,1-1 0,-1 0 0,0 0 0,0 0 0,1 0 0,-1 0 0,1 1 0,-1-1 0,1 0 0,0 0 0,-1 1 0,1-1 0,0 0 0,0 1 0,0-1 0,0 0 0,0 1 0,0 1 0,-1 12 0,-5 22 0,0 1 0,3-1 0,1 1 0,3 40 0,0-27 0,-1-45 0,0 0 0,1-1 0,0 1 0,0-1 0,0 1 0,4 8 0,-3-9 0,0 0 0,-1 0 0,1 1 0,-1-1 0,-1 0 0,1 10 0,0-14 0,-1 0 0,0 0 0,1 1 0,-1-1 0,1 0 0,-1 0 0,1 0 0,0 0 0,-1 0 0,1 0 0,0 0 0,0 0 0,0 0 0,0 0 0,0 0 0,0 0 0,0 0 0,0-1 0,0 1 0,0 0 0,0-1 0,0 1 0,1-1 0,-1 1 0,0-1 0,0 0 0,1 0 0,-1 1 0,0-1 0,0 0 0,1 0 0,-1 0 0,0 0 0,1 0 0,-1-1 0,0 1 0,0 0 0,1-1 0,-1 1 0,0 0 0,0-1 0,0 1 0,0-1 0,1 0 0,-1 0 0,0 1 0,0-1 0,0 0 0,1-1 0,34-24 0,-27 20 0,1 0 0,-1 0 0,-1-1 0,11-10 0,-9 5 0,0 0 0,0 1 0,0-1 0,1 2 0,1 0 0,0 0 0,0 1 0,21-11 0,-29 18 0,6-3 0,-1 1 0,1 0 0,0 0 0,17-3 0,-25 7 0,0-1 0,0 1 0,0 0 0,0 0 0,0 0 0,0 0 0,0 0 0,0 0 0,1 1 0,-1-1 0,0 1 0,-1-1 0,1 1 0,0 0 0,0 0 0,0 0 0,0 0 0,0 0 0,-1 0 0,1 0 0,-1 1 0,1-1 0,-1 0 0,1 1 0,-1-1 0,0 1 0,0 0 0,1 0 0,-1-1 0,1 4 0,4 9 0,3 4 0,0 1 0,-1 0 0,-1 1 0,-1 0 0,-1 0 0,-1 0 0,0 1 0,0 33 0,-4-25-2941,0 35-12054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22.7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202 200 4274,'-3'0'394,"0"1"0,0-1 0,0 0 1,0 1-1,0 0 0,0 0 0,0-1 0,1 2 0,-4 0 0,3 0-195,0-1 0,0 0-1,0 0 1,0 0 0,-1 0-1,1-1 1,0 1 0,0-1-1,-4 0 1,-85 0 1287,54 0 736,34 0-242,13 0 771,71 2 304,-47 0-1903,0-2-1,60-6 0,142-19 342,-87 13-697,248-23 1788,-100 12-955,39-2-1108,163-15 73,-303 30-594,-57 6 0,454-20 0,-236 8 0,2003 16 0,-2267 8 0,-63-4 0,44 0 0,521-4 0,-574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22.9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103 27 32767,'-28'0'0,"0"0"-12342,9-16 4707,-9 5-5091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23.6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257 13 9124,'-77'8'11393,"9"0"-7806,-26-8-2872,89 0-664,-8 0 68,31 0 360,241-14 2866,226 0 147,-321 15-3041,-85-1-445,697 9-1,-330 6-5,-16-4 0,-47 4 0,-170-8 0,25 2 0,28 3 0,-179-9 0,-34-2 0,66 10 0,-27-8-4345,-52-3 546,-32-1 1968,-12 1 227,-42 9-9862,3-7 6610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24.2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37 185 5523,'-27'2'6082,"18"-2"-1047,21-13-6249,-6 9 1174,-1 0 1,1 0 0,0 1 0,0 0-1,0 0 1,0 1 0,1-1 0,-1 2-1,14-4 1,71-6 37,-87 11-1,212-33 1092,-29 3 973,-119 22-1261,212-22 3005,-200 25-2828,251-9 2302,165 4-110,979 51-617,-999-17-2553,165 14 0,-354-23 0,-71-3 0,-172-9-118,-18-2-1079,45 10-1,-47-10-2696,-2 2-45,-17 8-5460,-10 0 4917,-18-8 360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24.7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256 16 4658,'-114'28'10926,"39"-6"-7648,23-19-526,38-3 692,38 0-1570,51-9-376,-8 0-621,30-1 93,72-6 541,-138 14-1431,716-21 819,14 36-899,-169 3 0,-45 6 0,-233-9 0,158 2 0,-214-1 0,-14-1 0,15 2 0,-241-14-7186,-33-4-3305,-12-10 3901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26.0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570 236 8692,'0'-2'831,"0"0"1,0 0-1,0 0 1,0 0-1,-1 1 0,1-1 1,-1 0-1,1 0 1,-1 0-1,0 1 0,1-1 1,-1 0-1,0 1 0,0-1 1,-1 1-1,-1-3 1,1 2-242,-1 0 1,1 0-1,-1 0 1,1 1 0,-1 0-1,0-1 1,1 1-1,-1 0 1,-5-1 0,-5-1-262,1 2 0,-1 0 0,0 0 0,-13 2 0,11-1 671,-1 1-898,0 1 0,0 1 0,0 1 0,1 0 0,0 0-1,0 2 1,0 0 0,-15 9 0,7-3 16,0 1 1,1 1-1,-39 33 0,45-33-118,1 0 0,1 1 0,0 0 0,1 1 0,-20 33 0,30-43 0,0 1 0,0-1 0,1 1 0,0-1 0,0 1 0,1 0 0,-1 7 0,-5 18 0,-3-5 0,8-23 0,1 0 0,-1 0 0,1 0 0,-1 0 0,1 0 0,0 1 0,1-1 0,-1 0 0,1 1 0,0-1 0,0 0 0,0 1 0,0-1 0,2 7 0,3 5 0,1-1 0,0 1 0,0-1 0,2 0 0,0-1 0,1 0 0,0 0 0,1-1 0,0 0 0,1-1 0,1 0 0,0-1 0,1 0 0,0-1 0,0 0 0,19 10 0,-13-10 0,1-1 0,0 0 0,0-2 0,0 0 0,1-1 0,0-1 0,0-1 0,0-1 0,1-1 0,-1-1 0,41-2 0,-4-4 0,1-2 0,-1-3 0,0-3 0,95-33 0,-61 13 0,-67 25 0,0-1 0,-1-1 0,42-23 0,-19 5 0,-2-2 0,-1-2 0,-1-2 0,-2-1 0,-1-3 0,61-76 0,-86 98 0,12-20 0,-25 32 0,-1 1 0,1 0 0,-1 0 0,1 0 0,0 0 0,0 0 0,1 1 0,-1-1 0,0 1 0,4-3 0,-4 3 0,4-5 0,-6 7 0,-1 21 0,1 419 0,18-295 0,-18 3 0,1-145 0,-1-7 0,0-15 0,-4-27 0,1 36 0,1 0 0,0 0 0,0 0 0,-1-21 0,-5-31 0,2 38 0,-27-126 0,12 34 0,11 66 0,2 0 0,-3-82 0,11 128 0,0-1 0,-1 1 0,0-1 0,1 1 0,-2-1 0,1 1 0,0 0 0,-1-1 0,0 1 0,0 0 0,0 0 0,0 0 0,-6-6 0,8 10 0,-1-1 0,1 1 0,-1-1 0,1 1 0,0-1 0,-1 1 0,1-1 0,-1 0 0,1 1 0,0-1 0,0 1 0,-1-1 0,1 0 0,0 1 0,0-1 0,0 0 0,0 1 0,0-1 0,-1 0 0,1 1 0,1-1 0,-1 0 0,0 0 0,0 1 0,0-1 0,0 0 0,0 1 0,1-1 0,-1 0 0,0 1 0,0-1 0,1 1 0,-1-1 0,0 1 0,1-1 0,-1 0 0,1 1 0,-1-1 0,1 1 0,-1-1 0,2 0 0,-1 1 0,0 0 0,0 0 0,0 0 0,-1-1 0,1 1 0,0 0 0,0 0 0,0 0 0,0 0 0,0 1 0,0-1 0,0 0 0,0 0 0,0 0 0,0 1 0,0-1 0,-1 1 0,1-1 0,0 0 0,0 1 0,0 0 0,-1-1 0,1 1 0,0-1 0,-1 1 0,1 0 0,0-1 0,0 2 0,63 69 0,-43-40 0,-10-12 0,1-1 0,1-1 0,24 25 0,-10-18 0,-16-15 0,1 1 0,-2 1 0,1 0 0,15 21 0,-11-7 0,-1-2 0,0 0 0,1-1 0,2-1 0,25 26 0,19 9 0,90 64 0,-144-115 0,-1-1 0,1 1 0,0-2 0,0 1 0,1-1 0,-1 0 0,0-1 0,1 1 0,0-1 0,0-1 0,-1 0 0,1 0 0,0 0 0,13-2 0,-18 0 0,-1 0 0,1 0 0,0 0 0,-1-1 0,1 1 0,-1-1 0,0 1 0,1-1 0,-1 0 0,0 0 0,0 0 0,0 0 0,0-1 0,2-4 0,0 2 0,0 0 0,0 0 0,-1-1 0,0 0 0,0 0 0,3-10 0,-3-6 0,0-1 0,-2 1 0,0-1 0,-4-26 0,1-15 0,2 51 0,1-11 0,-1-1 0,-2 0 0,0 1 0,-2-1 0,-9-37 0,-4 12 0,7 15 0,-2 1 0,-18-34 0,-6-6 0,25 50 0,0 1 0,-28-41 0,18 28 0,-2 2 0,18 22-3574,5-8-7667,1 16 8194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26.3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23 10085,'13'0'3947,"11"0"8730,-17-5-8079,-4-3-3786,-2 7-780,0 0 0,0 0 0,-1 1 0,1-1 0,0 0 0,0 0 1,0 1-1,0-1 0,0 1 0,0-1 0,1 1 0,-1-1 0,0 1 0,0 0 1,0 0-1,0-1 0,0 1 0,1 0 0,-1 0 0,1 0 0,-1 0-58,0 3 26,0 0 0,0 1 0,0-1 0,-1 0 0,1 1 0,-1-1 0,1 0 0,-1 1 0,0-1 0,0 0 0,-2 6 0,2-5 0,0 347 0,19-156 0,-18-180 0,0-1 0,1 0 0,0 0 0,7 21 0,-6-22 0,0 0 0,0-1 0,-1 1 0,0 19 0,-1-20 0,0 0 0,1 0 0,4 17 0,3 26 0,-9-52 0,0-1 0,0 1 0,0-1 0,1 0 0,-1 1 0,1-1 0,0 0 0,0 1 0,-1-1 0,1 0 0,0 0 0,1 0 0,-1 0 0,0 0 0,1 0 0,1 2 0,-2-3 0,1 1 0,-1-1 0,0 1 0,0-1 0,0 1 0,0 0 0,0-1 0,0 1 0,-1 0 0,1 0 0,0 0 0,-1 0 0,0-1 0,1 1 0,-1 4 0,0-5-2,0 0-1,0 0 1,1 0 0,-1 0-1,0 0 1,1-1 0,-1 1 0,0 0-1,1 0 1,-1 0 0,1 0-1,-1 0 1,1-1 0,0 1-1,-1 0 1,1 0 0,0-1 0,-1 1-1,1-1 1,0 1 0,0 0-1,1 0 1,4 4-1386,-6-5 1114,0-1-1,0 0 1,0 0-1,0 0 0,0 1 1,1-1-1,-1 0 1,0 0-1,0 1 0,1-1 1,-1 0-1,0 1 1,1-1-1,-1 0 1,1 1-1,-1-1 0,1 0 1,-1 1-1,1-1 1,0 1-1,-1-1 0,1 1 1,0 0-1,-1-1 1,1 1-1,0-1 0,-1 1 1,2 0-1,-1-1-66,0 1-1,0 0 0,-1-1 0,1 1 0,0-1 1,0 1-1,0-1 0,-1 1 0,1-1 0,0 0 1,-1 1-1,1-1 0,0 0 0,-1 1 0,1-1 1,-1 0-1,1 0 0,-1 0 0,0 0 1,1 1-1,-1-1 0,0 0 0,0 0 0,1 0 1,-1 0-1,0 0 0,0 0 0,0-1 0,0-14-5522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26.6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479 58 8052,'1'-16'5447,"-1"15"-5079,1 0 0,-1 0 0,0-1 0,1 1 0,-1 0-1,0 0 1,0-1 0,0 1 0,0 0 0,0-1-1,-1 1 1,1 0 0,0 0 0,0-1 0,-1 1-1,1 0 1,-1 0 0,1-1 0,-1 1 0,0 0-1,1 0 1,-1 0 0,0 0 0,0 0 0,0 0 0,0 0-1,0 0 1,0 1 0,0-1 0,0 0 0,0 0-1,0 1 1,0-1 0,0 1 0,-1-1 0,-1 0-1,-4 0-157,0 0 0,0 1 0,0-1-1,0 2 1,-1-1 0,1 1-1,0 0 1,0 0 0,0 1 0,0 0-1,1 0 1,-1 1 0,0 0 0,1 0-1,-12 8 1,-11 7 558,1 1-1,-35 30 1,-31 50-768,84-88 0,0 1 0,0 0 0,1 1 0,1 0 0,0 0 0,1 1 0,-11 28 0,3-7 0,10-22 0,0-1 0,1 1 0,0 0 0,1 1 0,1-1 0,0 0 0,1 1 0,0-1 0,1 1 0,0 0 0,1-1 0,1 1 0,0-1 0,1 0 0,1 0 0,0 0 0,0 0 0,1 0 0,1-1 0,12 19 0,-8-18 0,0-1 0,1 0 0,1-1 0,0-1 0,0 1 0,1-2 0,27 15 0,-24-15 0,0 0 0,0-2 0,1 0 0,0-1 0,0 0 0,1-1 0,0-2 0,0 1 0,0-2 0,36 0 0,-31-3 0,1-1 0,0-1 0,-1-1 0,1-1 0,-1-1 0,0-1 0,43-20 0,-14 5 0,-33 15 0,-1 0 0,0-2 0,0 0 0,-1-1 0,28-20 0,-45 29 4,1 1 0,-1 0 0,0-1 0,0 1-1,1 0 1,-1-1 0,0 1 0,0-1 0,0 1 0,0 0 0,0-1 0,1 1-1,-1-1 1,0 1 0,0-1 0,0 1 0,0-1 0,0 1 0,-1 0 0,1-1 0,0 1-1,0-1 1,0 1 0,0-1 0,0 1 0,0 0 0,-1-1 0,1 1 0,0 0-1,0-1 1,-1 1 0,1-1 0,0 1 0,-1 0 0,1 0 0,0-1 0,-1 1 0,1 0-1,-1-1 1,-14-9-484,14 9 167,0 0-400,-1 0-1,1 0 1,-1-1-1,0 1 1,0 0-1,0 0 1,1 1-1,-1-1 1,0 0-1,0 1 1,0-1-1,0 1 1,0-1-1,0 1 1,0 0-1,-1 0 1,1 0-1,0 0 1,-2 1-1,-6-1-1650,-10 0-4487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27.5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404 349 2145,'-21'5'1668,"0"1"0,-32 14 0,28-10-856,0-1 0,-30 7 1,-82 21 3565,115-27-2192,20-9-1707,1 0 0,-1 0-1,0 0 1,0-1 0,1 1-1,-1 0 1,0-1 0,0 1-1,0-1 1,0 1 0,0-1 0,0 0-1,0 0 1,-2 0 0,-10 0 1056,18 1 1744,36-5 633,146-35-3202,-107 21-710,99-8 0,-23 4 0,377-31 0,-329 39 0,316-27 0,157-3 0,-157 17 0,242-9 0,-323 18 0,52-4 0,-32-4 0,-158 12 0,25 2 0,-177 10 0,-70 2 0,-52-1 0,-1-1 0,38-8 0,-15 9 0,-44 2 0,0-1 0,0 1 0,0-1 0,0 0 0,0-1 0,0 1 0,-1-1 0,1 1 0,7-3 0,-11 3-20,0-1 1,1 1-1,-1 0 1,0 0-1,0-1 1,0 1-1,1 0 0,-1 0 1,0-1-1,0 1 1,0 0-1,0-1 1,0 1-1,0 0 0,0-1 1,1 1-1,-1 0 1,0-1-1,0 1 1,0 0-1,0-1 0,-1 1 1,1 0-1,0 0 1,0-1-1,0 1 1,0 0-1,0-1 0,0 1 1,0 0-1,0-1 1,-1 1-1,1 0 1,0 0-1,0-1 0,0 1 1,-1 0-1,1 0 1,0-1-1,0 1 1,-1 0-1,1 0 1,0 0-1,0 0 0,-1-1 1,0 1-1,-13-9-3449,-33-3-8960,20 11 5956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30.3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78 263 14279,'-5'-5'1536,"0"1"-331,1 0 0,-1 0 0,1-1 0,0 1 0,0-1 0,1 0 0,0 0 0,-4-7 0,6 8-938,0 1 1,-1 0-1,1 0 0,-1-1 0,1 1 0,-1 0 1,0 0-1,0 1 0,0-1 0,-1 0 0,1 1 1,-4-4-1,5 5-210,1 0 0,-1 0 0,0 0 1,1 0-1,-1 0 0,1 0 0,-1 0 0,1-1 1,0 1-1,-1 0 0,1 0 0,0-1 0,0 1 1,0-3-1,1 2 44,0 15 167,-2 5 108,0-12-261,1 0-1,-1 0 0,1 0 1,1 0-1,-1 0 1,1 0-1,0-1 1,3 10-1,13 38-114,10 28 0,-21-67 0,2 2 0,-1 0 0,-1 1 0,-1 0 0,5 22 0,-6-10 0,2-1 0,1 1 0,0-1 0,21 45 0,61 154 0,-87-204 0,-2-21 0,0-1 0,0 1 0,0 0 0,0-1 0,0 1 0,0-1 0,1 1 0,-1 0 0,0-1 0,1 1 0,0-1 0,-1 1 0,1-1 0,1 2 0,9 2 0,-10-5 0,-1 0 0,1 0 0,-1 0 0,0 0 0,1 0 0,-1 0 0,1 1 0,-1-1 0,1 0 0,-1 0 0,1 0 0,-1 0 0,1 1 0,-1-1 0,0 0 0,1 0 0,-1 1 0,1-1 0,-1 0 0,0 1 0,1-1 0,-1 0 0,0 1 0,0-1 0,1 1 0,-1-1 0,0 0 0,0 1 0,0-1 0,1 1 0,-1-1 0,0 1 0,0 0 0,0-3 0,1 0 0,-1-1 0,0 1 0,0 0 0,0 0 0,0-1 0,-1 1 0,1 0 0,0 0 0,-1-1 0,0 1 0,1 0 0,-1 0 0,0 0 0,0 0 0,-1 0 0,1 0 0,-2-3 0,0 2 0,1 0 0,1 0 0,-1 0 0,0-1 0,1 1 0,0-1 0,-1 1 0,1-1 0,1 1 0,-1-1 0,0 0 0,1-3 0,-2-12 0,0 0 0,-1 0 0,-1 0 0,-1 1 0,-11-30 0,7 24 0,1-1 0,-6-35 0,12 38 0,-2 1 0,-1 0 0,-13-39 0,3-4 0,5 10 0,3 27 0,-3-4 0,2-1 0,2 0 0,1 0 0,-1-42 0,5 69 0,3 3 0,17 12 0,73 26 0,-15-12 0,-48-13 0,1-2 0,1-1 0,49 6 0,-44-12 0,0 0 0,0-3 0,39-5 0,-61 5 0,-1-1 0,1-1 0,-1 0 0,1-1 0,-1 0 0,0-1 0,-1-1 0,1 0 0,-1-1 0,22-15 0,12-14 0,-36 29 0,-1 0 0,1-1 0,12-14 0,3-28 0,-14 38 0,-10 11 0,0 0 0,0 0 0,0 0 0,0 0 0,0 0 0,0-1 0,0 1 0,-1 0 0,1-1 0,0 1 0,-1-1 0,1 1 0,-1-1 0,1 1 0,-1-1 0,0 1 0,1-1 0,-1 1 0,0-4 0,0 4 0,0 1 0,1-1 0,-1 0 0,0 0 0,1 0 0,-1 0 0,1 0 0,0 0 0,-1 0 0,1 1 0,0-1 0,-1 0 0,1 0 0,0 1 0,0-1 0,-1 1 0,1-1 0,0 0 0,0 1 0,1-1 0,1 0 0,-16 6 0,8-2 0,0 0 0,0 0 0,0 1 0,0-1 0,0 1 0,1 1 0,-1-1 0,1 0 0,0 1 0,-3 5 0,-35 54 0,38-57 0,-114 206 0,113-205 0,1 1 0,0 1 0,1-1 0,0 1 0,-2 13 0,3-14 0,-1 0 0,1 1 0,-1-1 0,-1 0 0,-5 11 0,6-15 0,0 1 0,0-1 0,1 1 0,0 0 0,0 0 0,0 0 0,1 0 0,0 0 0,0 0 0,1 0 0,-1 7 0,1-10 0,0 0 0,0 0 0,0 0 0,-1 0 0,0 0 0,0 0 0,1 0 0,-2 0 0,1 0 0,0-1 0,0 1 0,-1 0 0,-3 3 0,4-4 0,-1 0 0,1 0 0,0 1 0,0-1 0,-1 0 0,1 0 0,1 1 0,-1-1 0,0 1 0,1-1 0,-1 1 0,1-1 0,-1 4 0,1-6 0,1-1 0,-1 0 0,0 1 0,0-1 0,1 1 0,-1-1 0,0 1 0,1-1 0,-1 1 0,1-1 0,-1 1 0,0-1 0,1 1 0,-1-1 0,1 1 0,-1 0 0,1-1 0,-1 1 0,1 0 0,0 0 0,-1-1 0,1 1 0,-1 0 0,1 0 0,0 0 0,-1 0 0,1 0 0,-1 0 0,1-1 0,0 1 0,-1 1 0,1-1 0,0 0 0,-1 0 0,1 0 0,-1 0 0,1 0 0,0 1 0,-1-1 0,1 0 0,-1 0 0,1 1 0,-1-1 0,1 0 0,-1 1 0,1-1 0,-1 1 0,1-1 0,-1 1 0,0-1 0,1 1 0,-1-1 0,1 1 0,-1-1 0,0 1 0,0-1 0,1 1 0,-1-1 0,0 1 0,0 0 0,0-1 0,0 2 0,1-5 0,-1 0 0,1 1 0,0-1 0,-1 1 0,1-1 0,0 0 0,0 1 0,1 0 0,-1-1 0,1 1 0,-1 0 0,1 0 0,-1-1 0,1 1 0,0 1 0,3-4 0,14-19 0,-10-9 0,-8 27 0,0-1 0,1 1 0,0 0 0,0-1 0,6-9 0,28-54 0,46-124 0,-38 50 0,-34 119 0,-7 20 0,-1 1 0,0-1 0,-1 0 0,1 0 0,-1 0 0,0 0 0,1-9 0,-3 6 0,2 20 0,3 26 0,5-23 0,-7-11 0,0-1 0,0 0 0,-1 0 0,1 1 0,-1-1 0,0 1 0,0-1 0,0 1 0,0-1 0,-1 1 0,0 0 0,1 6 0,-2 10 0,0-11 0,1 1 0,0 0 0,1-1 0,0 1 0,3 16 0,-1-18 0,2 7 0,-1 1 0,0 0 0,-1 0 0,2 29 0,-4-20 0,7 47 0,2 20 0,-9-67 0,1 1 0,12 47 0,0 3 0,-3-6-2543,-6-47-308,1 0 0,14 35 0,-3-4-4120,-14-14 419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30.8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70 228 9188,'0'-145'13478,"0"140"-12924,0 1-1,-1-1 1,1 0-1,-1 1 0,0-1 1,-1 1-1,-3-8 1,-3-24 3716,7 35-4194,-1 1 1,1 0 0,0-1 0,0 1 0,0 0 0,-1 0-1,1 0 1,0 0 0,0 0 0,0 0 0,-1 0-1,1 0 1,0 0 0,0 1 0,-2 0 0,0-1 33,2 1-106,1 0 0,-1 0 0,0 0 0,1 0 0,-1 0 0,1 0 0,-1 1 0,1-1 0,-1 0 0,1 0 0,0 1 0,0-1 0,-1 0 0,1 0 0,0 1 0,0-1 0,0 0 0,1 2 0,-3 9-16,-4 20 12,0 1 0,2-1 0,1 1 0,2 0 0,4 47 0,-1-3 0,-4-14 0,1-30 0,0-1 0,8 57 0,1-33-63,0 111 1,-8-112-5677,0-67-499,0 8 6181,0 0-1,1 1 1,0-1-1,0 0 1,0 0-1,0 1 1,0-1-1,1 1 1,3-6-1,-3 5 53,0 0 0,0 0 1,0 0-1,-1 0 0,1-1 0,-1 1 0,0 0 0,-1-1 0,2-7 0,1-27 410,2 1-1,2 0 1,1 0-1,25-69 0,-22 73 13,42-100 1709,-44 113-1466,0 1-1,1 0 1,16-22-1,14-27 1713,-38 65-2224,0 0-1,1 0 1,-1-1 0,1 2-1,0-1 1,0 0-1,1 0 1,-1 1 0,1 0-1,-1 0 1,1 0-1,0 0 1,0 0 0,1 1-1,-1 0 1,0 0-1,1 0 1,-1 0 0,1 1-1,8-2 1,1-2-97,-8 3-51,0 1 0,1 0 0,-1 0 0,0 1 0,0-1 0,0 2 0,1-1 0,-1 0 0,0 1 0,0 0 0,0 1 0,0-1 0,0 1 0,0 0 0,0 1 0,0 0 0,-1-1 0,10 8 0,-6-4 0,-1 0 0,1 1 0,-2 0 0,1 0 0,-1 0 0,0 1 0,-1 0 0,0 1 0,0-1 0,8 17 0,1 9 0,40 99 0,-49-115 0,-1 1 0,0 0 0,-2 0 0,0 0 0,0 27 0,16 170 0,-19-110 0,0-106 0,0 0 0,1 0 0,-1 0 0,0-1 0,0 1 0,0 0 0,0 0 0,0 0 0,0 0 0,1 0 0,-1 0 0,0 0 0,0 0 0,0 0 0,0 0 0,0 0 0,1 0 0,-1 0 0,0 0 0,0 0 0,0 0 0,0 0 0,0 0 0,1 1 0,-1-1 0,0 0 0,0 0 0,0 0 0,0 0 0,0 0 0,0 0 0,0 0 0,1 0 0,-1 0 0,0 1 0,0-1 0,0 0 0,0 0 0,0 0 0,0 0 0,0 0 0,0 0 0,0 1 0,0-1 0,0 0 0,0 0 0,0 0 0,0 0 0,0 0 0,0 0 0,0 1 0,0-1 0,0 0 0,0 0 0,0 0 0,0 0 0,0 0 0,0 1 0,11-17 0,-3 3 0,-6 11 0,0-1 0,0 0 0,0 0 0,-1 0 0,1 0 0,-1 0 0,0 0 0,2-7 0,6-9 0,4-1 0,1 0 0,0-2 0,20-40 0,-20 29 0,7-15 0,33-55 0,-40 77 0,19-47 0,-28 58 0,0 0 0,2 0 0,0 1 0,1 0 0,0 0 0,1 1 0,0 0 0,1 0 0,20-19 0,-3 9 0,-4 45 0,-15-3 0,-4-1 0,0 0 0,-1 0 0,-1 1 0,0 22 0,-1-31 0,-1 0 0,1-1 0,1 1 0,0 0 0,0-1 0,5 11 0,-4-11 0,0 0 0,-1 0 0,0 0 0,-1 0 0,0 1 0,1 9 0,-1 26 0,0-26 0,0 0 0,-1 0 0,-1 0 0,-6 32 0,-1-23-204,4-18-587,1 0 0,0 1-1,1-1 1,1 1 0,-2 13-1,3 17-7153,0-12-608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31.0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104 360 13222,'0'-80'8788,"-28"12"-3858,-1 15-2465,29 0-768,-18 11-32,18 16-1665,0 15 0,0-5 0,0 6 0,-28 10 0,28 10-832,0 17-5747,0-1 1328,0 1-816,0-1-31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36.4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1 164 3922,'0'-16'4354,"0"0"-833,0 5-1328,0-4-848,0 4-160,0-5 367,0 6 481,19-6 2577,-19 5-2161,0-4 3090,0 4-5475,0-5-64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36.5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 32767,'0'-16'0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37.3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30 108 2129,'0'-3'822,"0"1"0,0-1 0,0 0 0,0 0 0,0 1 0,-1-1 0,1 0 0,-1 0 0,0 1 0,0-1 0,-2-3 0,-14-8 1010,17 13-1497,-1 1-1,1-1 1,-1 0 0,1 1 0,-1-1-1,1 0 1,-1 0 0,1 0-1,-1 1 1,1-1 0,0 0 0,0 0-1,-1 0 1,1 0 0,0 0-1,0 1 1,0-1 0,0 0 0,0 0-1,0 0 1,0 0 0,1-1-1,4-9 1447,11 4-1243,-11 4-294,1 1 0,-1-1 0,1 1 0,-1 0-1,1 0 1,0 1 0,10-1 0,29 1 375,-22 0 340,-1 1 0,1 0 0,34 7 0,-48-5-765,0 1 0,-1-1-1,0 2 1,0-1 0,0 1 0,0 0 0,0 1-1,-1-1 1,0 2 0,0-1 0,0 1-1,11 13 1,-10-9-194,-2 1 0,0 1 0,0-1 0,-1 1 0,-1 0 0,4 13 0,-1-1 0,-5-17 0,0 0 0,-1 1 0,0 0 0,-1-1 0,1 1 0,-1-1 0,-1 1 0,0 0 0,0-1 0,0 1 0,-1-1 0,0 0 0,-1 1 0,-3 8 0,-2 8 0,-7 20 0,-3 1 0,-25 48 0,41-89 0,-10 15 0,0-1 0,-1 0 0,-1 0 0,0-1 0,-33 28 0,-4 6 0,35-34 0,-2 0 0,-21 16 0,21-22 0,-8 7 0,11-4 0,3-2 0,13-11 0,0-1 0,0 1 0,-1-1 0,1 1 0,0-1 0,0 1 0,0-1 0,0 1 0,0-1 0,-1 0 0,1 0 0,0 1 0,0-1 0,0 0 0,0 0 0,0 0 0,0 0 0,0 0 0,0 0 0,0 0 0,0-1 0,1 1 0,14-1 0,-1 0 0,0-1 0,0-1 0,23-7 0,37-7 0,-47 12 0,44-15 0,17-5 0,-71 22 0,0-1 0,0-1 0,0-1 0,0-1 0,-1 0 0,0-1 0,-1-1 0,0-1 0,15-11 0,10-8 0,-28 21 0,-1 0 0,-1-1 0,0 0 0,18-20 0,7-5 0,-32 31 0,-1 1 0,1-1 0,-1 0 0,0 0 0,0 0 0,0 0 0,-1-1 0,1 1 0,-1-1 0,0 0 0,0 1 0,0-1 0,0 0 0,0 0 0,1-7 0,0 2 0,1 0 0,0 1 0,0-1 0,8-11 0,-7 14 0,-1 0 0,0 0 0,-1-1 0,1 0 0,-1 0 0,-1 0 0,1 0 0,-1 0 0,0 0 0,1-14 0,-3 15 0,-1-24 0,1 30 0,0-1 0,0 1 0,0 0 0,0-1 0,0 1 0,0 0 0,0-1 0,-1 1 0,1 0 0,0-1 0,0 1 0,0 0 0,0-1 0,0 1 0,0 0 0,-1 0 0,1-1 0,0 1 0,0 0 0,0 0 0,-1-1 0,1 1 0,0 0 0,0 0 0,-1-1 0,1 1 0,0 0 0,-1 0 0,1 0 0,0 0 0,0-1 0,-1 1 0,1 0 0,0 0 0,-1 0 0,1 0 0,0 0 0,-1 0 0,1 0 0,0 0 0,-1 0 0,1 0 0,0 0 0,-1 0 0,1 0 0,0 0 0,-1 0 0,1 1 0,0-1 0,-1 0 0,1 0 0,0 0 0,-1 0 0,1 1 0,0-1 0,0 0 0,-1 0 0,1 1 0,0-1 0,-1 1 0,-8 7 0,1 0 0,0 1 0,0 0 0,0 0 0,1 1 0,1 0 0,-1 0 0,2 1 0,-1 0 0,2 0 0,-1 0 0,2 0 0,-1 1 0,2 0 0,-1 0 0,2 0 0,-1-1 0,2 17 0,-1 0 0,2 48 0,0-70 0,-1 0 0,1 0 0,0 0 0,1 0 0,0 0 0,0 0 0,0 0 0,0-1 0,5 7 0,19 32 0,-21-35 0,0 0 0,0 0 0,0 0 0,1-1 0,1 0 0,-1 0 0,1 0 0,0-1 0,1 0 0,0-1 0,0 1 0,1-2 0,-1 1 0,16 6 0,-11-7 0,0 0 0,1-1 0,-1 0 0,1-2 0,0 1 0,25 0 0,-28-3 0,-1 0 0,1-1 0,0-1 0,-1 1 0,1-1 0,-1-1 0,18-6 0,-24 6 0,1 1 0,-1-1 0,1 0 0,-1 0 0,0 0 0,0 0 0,0-1 0,0 1 0,-1-1 0,1 0 0,-1 0 0,0-1 0,0 1 0,-1-1 0,1 1 0,-1-1 0,0 0 0,2-7 0,11-34 0,-10 34 0,0 0 0,-1 0 0,0-1 0,-1 1 0,0-1 0,-1 0 0,-1 0 0,0 0 0,-1 1 0,0-1 0,-1 0 0,-2-15 0,-36-130 0,36 139 0,2 12 0,0-1 0,-1 0 0,1 1 0,-1 0 0,-1-1 0,1 1 0,-1 0 0,0 0 0,-1 0 0,-6-8 0,-79-94 0,81 101 0,0 0 0,-1 1 0,0 0 0,0 1 0,-1 0 0,1 0 0,-1 1 0,-1 1 0,-13-5 0,-38-19 0,61 26-174,-1 1 1,0 0-1,0 0 0,0 0 1,0 0-1,0 0 0,-1 1 0,1-1 1,0 1-1,0-1 0,0 1 1,-1 0-1,1 0 0,0 0 1,0 0-1,-1 0 0,1 0 1,0 1-1,-3 0 0,3 0-218,0 0-1,1 0 1,0 0-1,-1 0 1,1 0 0,0 0-1,-1 1 1,1-1-1,0 0 1,0 1-1,0-1 1,0 1 0,0 0-1,0-1 1,1 1-1,-1-1 1,1 1-1,-1 0 1,0 2-1,0 1-583,1-1 0,-1 1 0,1 0 0,0-1 0,0 1 0,1 0 0,-1 0 0,1-1 0,2 9 0,15 19-2651,8-5-236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37.7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99 285 4114,'12'-3'1954,"13"-6"710,-12-9 3640,26-38 785,-11-6-2450,-26 54-4057,0 0-1,0-1 1,-1 1-1,0-1 0,0 0 1,-1 1-1,0-1 1,-3-15-1,2-3 189,1 26-770,0 1 0,0-1 0,0 1 0,1-1 0,-1 1 0,0-1 0,0 1 0,0-1 0,0 1 0,0-1 0,0 1 0,0-1 0,0 1 0,0-1 0,-1 1 0,1-1 0,0 0 0,0 1 0,0-1 0,-1 1 0,1 0 0,0-1 0,0 1 0,-1-1 0,1 1 0,0-1 0,-1 1 0,1 0 0,-1-1 0,1 1 0,0 0 0,-1-1 0,1 1 0,-1 0 0,1 0 0,-1-1 0,1 1 0,-1 0 0,1 0 0,-1 0 0,1 0 0,-1-1 0,1 1 0,-1 0 0,1 0 0,-1 0 0,0 0 0,1 0 0,-1 1 0,1-1 0,-1 0 0,1 0 0,-1 0 0,1 0 0,-1 1 0,0-1 0,-29 22 0,23-17 0,-6 9 0,1-1 0,0 2 0,1-1 0,0 2 0,2-1 0,0 1 0,-14 35 0,7-19 0,7-9 0,0 0 0,1 1 0,2 0 0,0 0 0,2 0 0,1 1 0,0 0 0,2-1 0,1 1 0,1 0 0,5 32 0,2-29 0,2-1 0,1 0 0,1-1 0,1 0 0,1-1 0,29 40 0,-38-58 0,1-1 0,-1 0 0,1 0 0,0-1 0,1 0 0,-1 0 0,14 7 0,19 16 0,-35-25 0,1 0 0,-1-1 0,1 1 0,0-1 0,0 0 0,0 0 0,0-1 0,0 0 0,0 0 0,0 0 0,0 0 0,0-1 0,0 0 0,1 0 0,-1 0 0,9-2 0,-2 0 0,-1 0 0,1 0 0,-1-2 0,0 1 0,0-1 0,16-8 0,-19 6 0,0 0 0,1 0 0,-2-1 0,1 0 0,-1 0 0,0-1 0,-1 0 0,0 0 0,0-1 0,-1 0 0,9-17 0,-8 13 0,-1 0 0,0-1 0,-1 0 0,0 0 0,-2 0 0,1 0 0,0-25 0,-2-3 0,0 26 0,0 1 0,-1-1 0,-1 1 0,0 0 0,-1 0 0,-1-1 0,0 1 0,-1 0 0,0 1 0,-9-19 0,-61-113 0,69 137 0,-2 0 0,1 0 0,-1 0 0,-1 1 0,0 0 0,0 0 0,0 1 0,-1 0 0,0 0 0,-13-6 0,-18-16 0,29 21 0,0 1 0,-1 0 0,0 0 0,0 1 0,0 0 0,-1 1 0,-20-5 0,2 0 0,23 9 0,0 0 0,0 0 0,0 0 0,-16 2 0,8 0 0,13-1 0,0 1 0,0 0 0,-1 0 0,1 0 0,0 0 0,0 0 0,0 1 0,0-1 0,1 1 0,-1 0 0,0 0 0,1 0 0,-1 0 0,1 0 0,-3 4 0,5-5-55,0-1-1,0 1 1,0 0-1,0 0 1,0-1 0,1 1-1,-1 0 1,0-1-1,1 1 1,-1 0-1,0-1 1,1 1 0,-1 0-1,0-1 1,1 1-1,-1-1 1,1 1 0,0-1-1,-1 1 1,1-1-1,-1 1 1,1-1 0,0 0-1,-1 1 1,1-1-1,0 0 1,-1 1 0,1-1-1,0 0 1,-1 0-1,1 0 1,0 0-1,0 1 1,-1-1 0,1 0-1,0 0 1,0-1-1,-1 1 1,1 0 0,0 0-1,-1 0 1,1 0-1,1-1 1,2 1-519,-2 11-8088,-1-9 6954,12 1-3799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41.5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1 200 3970,'4'-4'1848,"8"-7"2660,-9-1 1395,-3 11-5653,0-1 1,0 1-1,0 0 0,0 0 1,1 0-1,-1 0 1,1-1-1,-1 1 0,1 0 1,-1 0-1,1 0 1,-1 0-1,1 0 0,0 0 1,0 0-1,-1 0 1,1 1-1,0-1 0,0 0 1,0 0-1,1 0 0,8-9 733,-2-2-252,-7 9-661,1 1-1,-1-1 1,1 0-1,0 1 1,0 0-1,0-1 1,0 1-1,1 0 1,-1 0-1,1 0 1,-1 0-1,1 0 1,-1 1-1,1-1 1,0 1-1,0 0 0,6-2 1,105-23 117,-93 17-191,1 2-1,1 0 1,-1 1 0,1 2 0,0 0 0,0 1 0,0 2 0,1 0 0,-1 2-1,33 4 1,-24 7 2,-10-1 10,0-3 33,41 19-53,-59-25 106,1 0 0,-1 1 0,0 0 0,0-1-1,-1 1 1,1 1 0,0-1 0,-1 0 0,0 1-1,0 0 1,4 6 0,7 16 1131,-9-18-737,0 0 1,-1 1 0,0-1-1,0 1 1,-1 0 0,0 0 0,-1 0-1,0 0 1,0 1 0,0 13-1,-2 8-447,-1-1 0,-1 1-1,-11 49 1,10-57-41,1 0 0,0 1 0,2-1 0,2 25 0,0 9 0,-1-51 0,-1 0 0,1 0 0,0 1 0,0-1 0,1 0 0,3 9 0,0 1 0,-4-13 0,0 1 0,0-1 0,1 0 0,-1 1 0,1-1 0,0 0 0,0 0 0,0 0 0,0 0 0,1 0 0,-1-1 0,1 1 0,4 3 0,-3-3 0,0 1 0,-1-1 0,1 1 0,-1 0 0,0 0 0,0 0 0,4 8 0,-4-9 0,-1 0 0,1 0 0,0-1 0,0 1 0,0-1 0,0 0 0,0 1 0,0-1 0,1-1 0,-1 1 0,1 0 0,-1-1 0,1 0 0,0 0 0,-1 0 0,1 0 0,0 0 0,5-1 0,84 6 0,-85-7 0,0 0 0,-1 0 0,1 0 0,-1-1 0,0 0 0,1-1 0,-1 1 0,0-1 0,0-1 0,-1 1 0,1-1 0,-1-1 0,8-5 0,0-2 0,0-1 0,-2 0 0,0 0 0,20-29 0,-29 37 0,0 0 0,-1-1 0,0 1 0,0-1 0,0 1 0,-1-1 0,1 0 0,0-8 0,4-18 0,4 5 0,-8 23 0,-1 0 0,1 0 0,-1 0 0,1 0 0,-1 0 0,0-1 0,-1 1 0,1 0 0,-1-1 0,0 1 0,0-1 0,0 1 0,0 0 0,-2-7 0,-25-97 0,24 94 0,-1 0 0,-1 1 0,0 0 0,0 0 0,-1 0 0,-1 1 0,0 0 0,-15-19 0,-83-89 0,87 103 0,-1 2 0,-1 0 0,0 1 0,-1 1 0,0 1 0,-1 1 0,-1 1 0,0 1 0,-24-7 0,31 13-146,0 0-1,-1 1 1,1 1-1,0 0 1,-1 1 0,1 1-1,-31 5 1,45-6-517,-1 1 1,1-1 0,-1 0-1,1 1 1,0-1 0,-1 1-1,1 0 1,0 0 0,0 0-1,-1 0 1,1 0-1,0 0 1,0 1 0,0-1-1,0 1 1,1-1 0,-1 1-1,0 0 1,1 0 0,-1 0-1,-1 2 1,-1 13-7574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43.8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97 133 4978,'1'-2'8787,"-1"2"-8625,0-1 0,0 0 0,0 1 0,0-1 0,0 1 0,0-1 0,0 1 0,0-1 0,0 1 0,0-1 0,0 0 0,0 1 0,0-1 0,-1 1 0,1-1 0,0 1 0,-1-1 0,1 1 0,0 0-1,-1-1 1,1 1 0,0-1 0,-1 1 0,1 0 0,-1-1 0,-1-1 449,-1 0-1,1 0 0,1 0 1,-1 0-1,0 0 1,0-1-1,1 1 0,-1 0 1,1-1-1,0 1 1,0-1-1,0 0 0,0 1 1,0-1-1,0 0 0,1 1 1,-1-1-1,1 0 1,0 0-1,0 0 0,0 1 1,0-1-1,1-5 1,-10-16-437,8 23-177,0-1 1,0 1 0,0-1-1,0 0 1,0 0 0,0 1-1,1-1 1,-1 0 0,1 0-1,-1 0 1,1 0 0,0 0-1,0-3 1,0 59 2,0 555 0,-1-600 0,1 0 0,-1 1 0,-1-1 0,0 0 0,0 0 0,-4 10 0,3-10 0,0 0 0,0 1 0,1-1 0,1 1 0,0 0 0,-1 11 0,3 9 0,0-8 0,-1 0 0,-1 1 0,-1-1 0,0 0 0,-10 34 0,6-25-2811,7 16-6546,1-17 4667,10-26-3008,10-7 4450,-14 2 2391,0-11-987,7 1-338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44.2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157 642 384,'11'-25'1298,"-1"0"-1,9-33 0,14-33 3671,-29 84-4556,-1 0 0,0 0-1,-1-1 1,0 1 0,0-1-1,0 1 1,-1-1-1,0 1 1,0-10 0,-1 13-160,0 0 0,0 1 0,1-1 1,-1 1-1,1 0 0,0-1 0,0 1 0,0-1 1,1 1-1,-1 0 0,1 0 0,2-3 0,-2 3 244,-1 0 0,1 0-1,0 0 1,-1-1-1,0 1 1,0 0-1,0-1 1,0 1 0,0-1-1,-1 1 1,1-8-1,-1 10-133,0 0 0,0-1-1,0 1 1,0-1 0,0 1-1,-1 0 1,1-1 0,0 1-1,-1-1 1,1 1 0,-1 0-1,1 0 1,-1-1 0,1 1-1,-2-1 1,1 1-186,1 1 0,-1-1-1,1 1 1,-1 0 0,0 0 0,1-1-1,-1 1 1,0 0 0,1 0 0,-1 0-1,0 0 1,1-1 0,-1 1 0,0 0-1,0 0 1,1 1 0,-1-1 0,0 0-1,1 0 1,-1 0 0,0 0 0,1 1-1,-1-1 1,-1 1 0,1 0-176,1 0 0,-1 1 0,0-1 0,1 0 0,-1 1 0,0-1 0,1 1 0,0-1 0,-1 1 0,1-1 0,0 1 0,0-1 0,0 1 0,0-1 0,0 1 0,0-1 0,0 1 0,1 2 0,0-1 0,-1 1 0,-1 0 0,1 0 0,-1 0 0,1 0 0,-1 0 0,0 0 0,-1 0 0,-2 6 0,2-7 0,1 1 0,0 0 0,-1-1 0,1 1 0,1 0 0,-1 0 0,0 0 0,1 6 0,0 179 0,0-181 0,0 1 0,1 0 0,0-1 0,1 1 0,-1-1 0,2 0 0,-1 0 0,1 1 0,0-2 0,1 1 0,0 0 0,0-1 0,1 1 0,9 10 0,27 29 0,-35-38 0,1-1 0,-1 0 0,2 0 0,-1-1 0,1 0 0,0 0 0,1 0 0,16 9 0,-7-7 0,1-1 0,1-1 0,-1-1 0,1 0 0,0-1 0,1-2 0,23 3 0,-32-6 0,-1-1 0,1 0 0,-1 0 0,1-1 0,-1 0 0,0-1 0,0-1 0,0 0 0,20-10 0,-24 10 0,-1 0 0,0 0 0,0-1 0,0 0 0,0-1 0,-1 1 0,0-1 0,0 0 0,0 0 0,-1-1 0,0 1 0,0-1 0,-1 0 0,0 0 0,3-8 0,1-15 0,0 0 0,-3 0 0,0-1 0,-2 1 0,-2-50 0,-1 42 0,2 28 0,-2 0 0,1 0 0,-1 0 0,-1 1 0,0-1 0,0 0 0,-1 1 0,-7-17 0,4 12 0,0 0 0,1 0 0,1 0 0,-5-24 0,9 38 0,-2-7 0,-1 0 0,0 0 0,0 0 0,0 0 0,-1 1 0,0 0 0,-1-1 0,1 2 0,-1-1 0,0 0 0,-9-6 0,-20-26 0,28 30 0,0 1 0,-1 0 0,1 0 0,-2 1 0,1 0 0,-1 0 0,0 1 0,0 0 0,-13-6 0,-78-28 0,94 38 0,1-1 0,-5-2 0,-1 0 0,0 1 0,0 0 0,0 0 0,0 1 0,0 1 0,0-1 0,-1 2 0,1-1 0,0 2 0,-1-1 0,1 1 0,0 1 0,-17 4 0,10 0 0,-15 5 0,-52 25 0,73-30 0,0 1 0,0 0 0,1 1 0,0 0 0,0 0 0,1 1 0,0 0 0,-9 14 0,-2 1 0,9-11 0,1 0 0,1 1 0,-10 17 0,15-25 0,1 1 0,1 0 0,-1 0 0,1 0 0,0 0 0,0 1 0,1-1 0,0 0 0,1 1 0,0 9 0,5-4 0,-3-9 0,-1 1 0,1-1 0,-1 1 0,0 0 0,0-1 0,0 1 0,0 7 0,0-7 0,0-1 0,0 1 0,1 0 0,-1-1 0,1 1 0,0-1 0,0 1 0,0-1 0,1 0 0,0 0 0,0 0 0,0 0 0,0-1 0,0 1 0,1-1 0,5 5 0,-4-4 0,0 1 0,-1-1 0,0 1 0,0 0 0,0 0 0,3 7 0,-5-9-136,0-1 0,0 1 0,1 0 1,-1-1-1,0 1 0,1-1 0,0 0 0,-1 0 0,1 0 0,0 0 1,0 0-1,0-1 0,5 2 0,47 17-3845,-40-15 2594,-8-4-155,-1 0-1,1 0 1,0 0 0,-1-1-1,1 0 1,0-1 0,-1 1-1,10-3 1,-7-8-2729,15 9 656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45.0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207 187 1697,'0'-31'6205,"0"-45"6052,-3 60-4160,-10 9-6339,10 5-198,1 2-1525,1 1-1,-1-1 1,1 0-1,0 1 1,-1 0-1,1-1 1,-1 1-1,1 0 1,0 0-1,0-1 1,-1 1-1,1 0 1,0 0-1,0 0 1,0 1-1,0-1 1,0 0-1,0 0 1,0 0-1,1 1 1,-1-1-1,0 1 0,1-1 1,-1 2-1,-13 40 283,12-35-303,-1 1-14,0 0 0,0 0 0,-1 0 0,-7 10 0,8-13 0,-1 1 0,1 0 0,0-1 0,0 2 0,1-1 0,-3 9 0,-3 23 0,1-5 0,0 2 0,-2 68 0,9-81 0,6 129 0,-4-133 0,2 0 0,0 0 0,1-1 0,1 1 0,15 32 0,-13-35 0,1 0 0,0 0 0,1-1 0,1 0 0,0-1 0,1 0 0,14 12 0,-19-20 0,1 0 0,-1-1 0,1 0 0,0 0 0,0-1 0,0 0 0,1 0 0,-1-1 0,1 0 0,0 0 0,0-1 0,0-1 0,0 1 0,17-1 0,7-1 0,-23 1 0,0 0 0,-1-1 0,1 0 0,0-1 0,-1 0 0,1-1 0,-1 0 0,1 0 0,-1-1 0,0-1 0,0 1 0,14-9 0,-13 7 0,-7 3 0,1 1 0,0-1 0,-1 0 0,1 0 0,-1 0 0,1-1 0,-1 1 0,0-1 0,0 0 0,-1 0 0,1 0 0,0 0 0,-1 0 0,0-1 0,0 1 0,0-1 0,0 1 0,2-7 0,14-55 0,-11 47 0,-1 0 0,-1-1 0,-1 0 0,-1 0 0,0 0 0,-2 0 0,0 0 0,-2-24 0,-11-29 0,-21-74 0,23 116 0,0 0 0,-2 1 0,-1 0 0,-1 1 0,-24-36 0,30 55 0,0-1 0,-1 2 0,0-1 0,-13-9 0,-8-8 0,16 14 0,-1 1 0,0 1 0,-1 0 0,0 1 0,-33-14 0,34 17-96,-1 1 0,1 0 0,-1 1 1,0 1-1,0 0 0,-1 1 0,1 1 0,0 0 0,0 2 1,-1-1-1,1 2 0,-28 6 0,34-6-1612,9-2 1306,0 0 1,0 0-1,1 0 1,-1 0-1,0 0 1,0 1-1,0-1 1,0 0-1,0 1 1,1-1-1,-1 1 0,0-1 1,0 1-1,1-1 1,-1 1-1,0-1 1,1 1-1,-1 0 1,0-1-1,1 1 1,-1 0-1,1-1 1,-1 1-1,1 0 1,0 0-1,-1 0 0,1 0 1,0-1-1,-1 1 1,1 1-1,-16 23-7215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47.2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91 71 112,'0'0'624,"-14"0"695,4 0 2770,-57 0 22281,96-12-26061,-24 9-315,1 1 0,-1-1 1,0 1-1,1 0 1,0 0-1,-1 0 1,1 1-1,0 0 1,7-1-1,76-8 6,-7-6 0,-56 16 0,1-1 0,37-7 0,-57 7 0,1-1 0,0 2 0,-1-1 0,1 1 0,13 1 0,-20-1 0,1 0 0,-1 0 0,1 0 0,-1 1 0,1-1 0,-1 0 0,1 1 0,-1-1 0,0 1 0,1-1 0,-1 1 0,1-1 0,-1 1 0,0 0 0,0 0 0,1 0 0,-1 0 0,0 0 0,0 0 0,0 0 0,0 0 0,0 0 0,0 0 0,-1 1 0,1-1 0,0 0 0,0 1 0,-1-1 0,1 0 0,-1 1 0,1-1 0,-1 2 0,2 51 0,0-34 0,-1 0 0,-1-1 0,0 1 0,-2-1 0,-5 30 0,-1-26 0,4-15 0,2-1 0,-1 1 0,1 0 0,0 1 0,1-1 0,-1 16 0,3 44 0,1-28 0,-2 0 0,-1 0 0,-3 0 0,-10 49 0,12-74 0,-1 0 0,2 0 0,0 0 0,1 0 0,2 24 0,0 8 0,-2 19 0,0-65-12,0 0 0,0 0 0,0 0 0,0 0 0,0 0 1,0 0-1,0 0 0,-1 0 0,1-1 0,0 1 0,-1 0 0,1 0 0,-1 0 0,1 0 0,-1 0 0,1 0 1,-1-1-1,0 1 0,1 0 0,-1-1 0,0 1 0,0 0 0,1-1 0,-1 1 0,0-1 0,0 1 0,-1 0 0,1-1-50,0 1 0,0-1 0,1 0 0,-1 1 0,0-1 0,0 1 0,1-1 0,-1 1 0,0 0 0,1-1 0,-1 1 0,0 0 0,1-1 0,-1 1 0,1 0 0,-1 0 0,1 0 0,0-1 0,-1 1 0,1 0 0,0 0 0,0 0 0,-1 0 0,1 0 0,0 0 0,0 0 0,0 1 0,0 17-9997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48.1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159 496 2241,'-92'-68'12833,"67"44"-9547,17 20-2343,6 4-758,0-1 0,1 0 0,-1 1-1,0-1 1,0 0 0,1 0 0,-1 0 0,0 0-1,1 0 1,-1 0 0,1 0 0,-1-1 0,1 1-1,0-1 1,-1 1 0,1-1 0,0 1-1,0-1 1,0 0 0,0 1 0,1-1 0,-1 0-1,0 0 1,0-2 0,2 3-71,-1 0 1,1-1-1,-1 1 1,1 0-1,0 0 1,0 0-1,-1 0 1,1 0-1,0 0 1,0 0-1,0 1 1,0-1-1,0 0 1,2-1-1,-1 1 183,3-5-1,1 1 0,0 0 0,1 0 0,-1 0 0,1 0 0,0 1 0,0 0 0,1 1 0,-1 0 0,1 0 0,-1 0 0,1 1 0,0 0 0,0 1-1,14-2 1,23-6-63,-2-1 3,1 2 1,61-4 0,-35 6 483,-37 3-553,56 5-1,-61 0-133,1-2 0,55-6 0,-36 0-33,91-1 0,-136 7 0,-1 1 0,1-1 0,-1 1 0,1 0 0,0-1 0,-1 1 0,0 0 0,1 1 0,-1-1 0,0 0 0,1 1 0,-1-1 0,0 1 0,0 0 0,0 0 0,-1-1 0,4 5 0,-11-4 0,5-2 0,0 0 0,1 1 0,-1-1 0,1 0 0,-1 0 0,1 0 0,-1 1 0,1-1 0,0 0 0,-1 1 0,1-1 0,-1 0 0,1 1 0,-1-1 0,1 1 0,0-1 0,-1 0 0,1 1 0,0-1 0,0 1 0,-1-1 0,1 1 0,0-1 0,0 1 0,0 0 0,0-1 0,0 1 0,-1-1 0,1 1 0,0-1 0,0 1 0,0-1 0,0 1 0,1-1 0,-1 1 0,0 0 0,0 0 0,0 2 0,-1 1 0,1-1 0,-1 0 0,0 0 0,0 0 0,0 0 0,-1 0 0,1 0 0,-1 0 0,1 0 0,-1 0 0,0-1 0,0 1 0,0-1 0,0 1 0,-1-1 0,1 0 0,-1 0 0,-3 2 0,3-1 0,-1 0 0,1 0 0,0 0 0,0 0 0,0 0 0,0 1 0,0 0 0,1-1 0,0 1 0,0 0 0,-4 8 0,4-1 0,1-6 0,-1-1 0,1 1 0,-1 0 0,1-1 0,-1 1 0,0-1 0,-1 1 0,1-1 0,-1 0 0,-5 6 0,1-1 0,1 1 0,1 0 0,0-1 0,0 2 0,-5 16 0,4-10 0,4-12 0,0 0 0,1 1 0,0 0 0,0-1 0,1 1 0,-1 0 0,1-1 0,0 1 0,2 7 0,-4 29 0,-6-18 0,7-20 0,-1 0 0,1 0 0,-1 0 0,1 0 0,0 0 0,1 0 0,-1 0 0,1 1 0,0-1 0,0 0 0,0 0 0,0 1 0,1-1 0,-1 0 0,4 8 0,42 91 0,-44-100 0,-1-1 0,1 0 0,-1 0 0,1 0 0,0 0 0,-1 0 0,1-1 0,0 1 0,0 0 0,0-1 0,4 3 0,16 14 0,-18-14 0,-1-1 0,1 1 0,0-1 0,-1 0 0,1-1 0,1 1 0,-1-1 0,0 1 0,1-1 0,-1-1 0,1 1 0,0 0 0,-1-1 0,1 0 0,0 0 0,7 0 0,13 1 0,48-3 0,-43 0 0,-23 1 0,0-1 0,0 0 0,-1-1 0,1 1 0,0-1 0,-1-1 0,1 1 0,-1-1 0,0 0 0,0 0 0,0-1 0,8-6 0,13-7 0,-23 14 0,0 1 0,-1-2 0,1 1 0,-1 0 0,1-1 0,-1 0 0,0 0 0,-1 0 0,1 0 0,-1 0 0,1 0 0,2-8 0,18-62 0,-19 57 0,-1 6 0,-2-1 0,1 0 0,-2 0 0,1 0 0,-3-21 0,0 5 0,1 10 0,-1 1 0,-1-1 0,-1 1 0,0 0 0,-2 0 0,1 0 0,-2 1 0,0 0 0,-1 0 0,-1 0 0,-1 1 0,-19-24 0,24 33 0,0 1 0,0 0 0,0 0 0,-1 1 0,0-1 0,-7-4 0,-11-7 0,11 4 0,4 3 0,0 1 0,-1 1 0,0-1 0,-1 2 0,0-1 0,-17-7 0,7 3 0,13 6 0,-1 0 0,0 0 0,0 1 0,-1 1 0,-15-5 0,3 3 0,-16-4 0,27 8 0,12 6 0,9 0-9,0 0-1,1-1 1,-1-1 0,1 0 0,0 0-1,0-1 1,0 0 0,16 0 0,-22-2-25,231 27-11414,-148-21 10718,1-4-1,93-10 1,-145 4 1688,1-1 0,51-15 0,-39 8 542,-32 8-335,0 0 0,-1-1 0,1-1 1,32-16-1,-8 4 1855,-27 7-2583,-11 9-423,0-1 0,0 0 0,0 0 0,0 0 1,-1-1-1,6-5 0,-6 0-14,-8 8 0,-12 7 0,15-5 0,-5 1 0,6-2 0,1 0 0,-1 0 0,0 0 0,1 0 0,-1 0 0,1 0 0,-1 0 0,0 0 0,1 0 0,-1 0 0,1 1 0,-1-1 0,0 0 0,1 0 0,-1 1 0,1-1 0,-1 0 0,1 1 0,-1-1 0,1 1 0,0-1 0,-1 1 0,1-1 0,-1 1 0,1-1 0,0 1 0,-1-1 0,1 1 0,0-1 0,0 1 0,0-1 0,-1 1 0,1 0 0,0-1 0,0 1 0,0-1 0,0 1 0,0 1 0,-2 1 0,0 0 0,0 0 0,-1-1 0,1 1 0,-1-1 0,0 1 0,1-1 0,-7 4 0,-5 6 0,-19 52 0,19-35 0,9-20 0,1-3 0,1 0 0,-1 1 0,1 0 0,0 0 0,1 0 0,0 0 0,0 0 0,0 0 0,1 1 0,-1 10 0,-7 41 0,7-52 0,0 1 0,0 0 0,1-1 0,0 1 0,0 0 0,1 0 0,0 0 0,2 15 0,5-2 0,2 27 0,-8-43 0,0 1 0,0-1 0,1 0 0,0 0 0,0 0 0,0 0 0,1 0 0,-1-1 0,1 1 0,0-1 0,0 1 0,1-1 0,0 0 0,-1 0 0,1-1 0,8 6 0,13 16 0,-20-19 0,1-1 0,0 0 0,0 0 0,0-1 0,1 1 0,-1-1 0,1-1 0,0 1 0,0-1 0,1 0 0,-1-1 0,1 0 0,8 2 0,-11-3 0,1-1 0,-1 1 0,0-1 0,1 0 0,-1 0 0,1 0 0,-1-1 0,0 0 0,1 0 0,-1 0 0,0-1 0,0 0 0,0 0 0,0 0 0,0 0 0,0-1 0,0 0 0,-1 0 0,5-4 0,-6 4 0,0-1 0,-1 0 0,1 0 0,-1 0 0,0 0 0,0 0 0,0 0 0,0-1 0,-1 1 0,0-1 0,0 1 0,0-1 0,-1 1 0,1-6 0,-2-73 0,-1 51 0,2 14 0,-1-1 0,0 2 0,-2-1 0,0 0 0,-1 0 0,-1 1 0,0 0 0,-2 0 0,0 0 0,0 1 0,-17-25 0,15 25 0,-1 1 0,0 0 0,-1 1 0,-1 0 0,-1 0 0,0 2 0,0-1 0,-1 2 0,-1 0 0,1 0 0,-2 2 0,-21-11 0,-31-14-2319,45 24 267,-1 0-1,0 1 1,0 1 0,0 2-1,-31-5 1,12 7-5450,20-10-3034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54.7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741 112 2785,'2'-2'599,"0"0"-1,0 0 0,-1-1 0,1 1 1,-1 0-1,1-1 0,-1 1 0,0-1 1,0 0-1,0 1 0,0-1 1,0 0-1,0 1 0,-1-1 0,0 0 1,1 0-1,-1 0 0,0 0 0,0 1 1,-1-6-1,1-1-553,0 8-9,0 1 1,0-1 0,0 0 0,0 0-1,0 1 1,0-1 0,0 0-1,0 0 1,0 1 0,1-1 0,-1 0-1,0 0 1,1 1 0,-1-1 0,1 0-1,-1 1 1,0-1 0,1 1-1,-1-1 1,1 1 0,0-1 0,-1 1-1,1-1 1,-1 1 0,1-1-1,0 1 1,-1-1 0,1 1 0,0 0-1,0 0 1,0-1 0,0 1 42,0 0 1,0-1-1,-1 1 0,1 0 1,0-1-1,0 1 1,-1-1-1,1 1 1,0-1-1,-1 1 0,1-1 1,0 1-1,-1-1 1,1 0-1,-1 1 0,1-1 1,-1 0-1,1 1 1,-1-1-1,0 0 1,1 0-1,-1 0 0,0 1 1,0-1-1,1 0 1,-1 0-1,0 0 0,0 0 1,0 1-1,0-1 1,0-1-1,0-2 2968,-1 8-860,1 20 283,4 36-415,0-44-1708,0 0 0,-1 0 0,-1 1 0,1 24-1,-3-29-264,1 0-1,1 0 1,0 0-1,6 16 1,-4-15-25,-1 0 0,0 0 1,-1 0-1,1 21 0,-3 834 100,-2-823-152,-10 61 0,5-59 1,0 66 0,-9 352 106,13-173-73,-2 32 477,-3-253-337,0-9 21,1 63 0,7 26-167,-16 669-21,13-614-12,-2 30 0,-3-155 0,-7 136 0,16-91 0,-7 203 0,-2-253 0,-7 156 0,17 2 0,-7 292 0,-11-44 0,2-227 0,0-14 0,-17 285 0,-37-3 0,53-417 0,-20 239 0,-24 6 0,-65 545 0,54-404 0,41-289 0,-40 359 0,48-410 0,3-35 0,-31 337 0,48-345 0,2-82 0,-1 0 0,-1 1 0,-6 30 0,-3-19 0,7-29 0,0-1 0,1 1 0,0 0 0,1 0 0,-1 13 0,2 26-4012,0 35-7386,-3-123 2149,-13 12 5271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34.0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74 544,'0'0'1585,"1"-3"-344,-1 0 0,0 0-1,0 0 1,0 0 0,0 0 0,-1 0 0,1 0 0,-1 0-1,-1-5 1,-4 5 156,-3-5 1688,8-9 9468,1 7-11358,0 62-1195,1-1 0,14 92 0,-11-110 0,-1 1 0,-1 0 0,-5 48 0,0-6 0,4-63 0,0-1 0,1 1 0,0-1 0,7 19 0,-6-19 0,0-1 0,0 1 0,-1-1 0,0 19 0,-1-19 0,0-1 0,0 1 0,1 0 0,0-1 0,6 15 0,-5-16 0,0 1 0,-1-1 0,0 0 0,0 1 0,-1 13 0,0-11-492,1 1 0,0-1 0,0 0 0,1 0 0,1 0 0,8 19 0,-8-21-268,0 0 1,-1 0 0,0 0 0,-1 0 0,0 0-1,1 15 1,-3-22 140,0 0 0,1-1 0,-1 1-1,0 0 1,1 0 0,0 0 0,0-1-1,-1 1 1,2 0 0,-1-1 0,0 1-1,0-1 1,1 1 0,-1-1 0,1 0 0,0 0-1,0 1 1,0-1 0,0 0 0,0-1-1,0 1 1,1 0 0,-1-1 0,0 1-1,1-1 1,0 0 0,4 2 0,13-1-2577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34.6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192 68 112,'0'-24'32476,"-8"42"-32686,7-17 212,0 0-1,0 0 1,0 0-1,0 0 1,0 0-1,1 1 1,-1-1 0,0 0-1,1 1 1,-1-1-1,1 0 1,-1 1-1,1-1 1,0 3 0,0-2 9,-1-1 1,1 1 0,0-1 0,0 1 0,-1-1 0,1 0 0,-1 1 0,1-1 0,-1 1 0,0-1-1,1 0 1,-1 1 0,0-1 0,0 0 0,0 0 0,0 0 0,0 0 0,0 0 0,-1 1 0,-8 10 70,5 17-26,2 1-67,-5 11 11,2 1 0,2 0 0,2 0 0,5 72 0,-1-24 0,-1-68 0,2 0 0,0 0 0,2 0 0,0 0 0,1-1 0,12 25 0,-9-21 0,38 55 0,-42-73 0,0-1 0,1 1 0,0-1 0,1-1 0,-1 0 0,1 0 0,0 0 0,1 0 0,-1-1 0,1-1 0,-1 1 0,1-1 0,0 0 0,1-1 0,-1 0 0,0 0 0,9 0 0,-16-2 0,6-1 0,0 0 0,-1-1 0,1 1 0,0-1 0,-1-1 0,0 1 0,1-1 0,-1 0 0,7-5 0,30-19 0,-38 24 0,-1 1 0,1-1 0,0 1 0,-1-2 0,1 1 0,-1 0 0,0-1 0,0 1 0,-1-1 0,5-6 0,-1 0 0,0 0 0,-1 0 0,0 0 0,-1-1 0,0 0 0,-1 0 0,0 0 0,4-18 0,-6 19 0,1 1 0,0 0 0,1 0 0,6-10 0,7-22 0,-11 19 0,0 1 0,-2-1 0,-1 0 0,0-1 0,-2 1 0,0 0 0,-5-40 0,1 38 0,-2 0 0,0 1 0,-2 0 0,0 0 0,-2 0 0,-19-37 0,20 47 0,0-1 0,-1 1 0,0 1 0,-2 0 0,1 0 0,-1 1 0,-1 0 0,0 1 0,0 0 0,-1 1 0,0 1 0,-1 0 0,0 0 0,0 2 0,-30-11 0,16 12 0,-1 0 0,1 2 0,-1 1 0,0 1 0,0 2 0,-33 5 0,53-5-254,-1 0-1,1 1 1,0 0-1,1 1 1,-1 0-1,0 0 1,1 1-1,0 0 1,0 0-1,0 1 1,0 0-1,-8 8 1,15-11-453,0 0 0,0 0 0,0 0 0,0 0 1,1 0-1,-1 0 0,0 1 0,1-1 0,0 0 0,0 0 0,0 1 1,0-1-1,0 0 0,0 0 0,0 1 0,1-1 0,-1 0 0,1 3 1,0-2 87,1 1 1,-1-1-1,0 0 1,1 1-1,0-1 1,0 0-1,0 0 1,0 0-1,0 0 1,3 2 0,22 18-2547,1-5 402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35.0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451 195 2529,'0'-26'6383,"0"-33"21,0 41-1251,0 0 3888,-2 17-8841,0 1 0,-1 0 0,1 0 0,0 0 0,0 0 0,0 1 1,0-1-1,0 1 0,0-1 0,0 1 0,0 0 0,0-1 1,0 1-1,1 0 0,-4 2 0,-3 0-196,4 1 7,-3 2-7,0 0 0,0 1 0,1 0 0,0 0 0,0 0 0,1 1 0,0-1 0,0 1 0,-4 9 0,6-5-4,0 0 0,-1 0 0,-1-1 0,-9 20 0,10-25 0,2 0 0,-1 0 0,1 0 0,0 0 0,0 1 0,0-1 0,1 1 0,0-1 0,1 1 0,-1 0 0,2 10 0,-1-7 0,0 0 0,-1-1 0,0 1 0,-3 12 0,-4 4 0,5-17 0,0 1 0,0 0 0,1 0 0,0 0 0,1 0 0,0 0 0,0 0 0,1 0 0,1 1 0,-1-1 0,4 12 0,22 82 0,-20-86 0,-1 0 0,2-1 0,1 0 0,0-1 0,1 1 0,15 20 0,-2 0 0,-12-20 0,-7-10 0,1-1 0,0 1 0,0-1 0,0 1 0,1-1 0,0 0 0,0-1 0,0 1 0,1-1 0,0 0 0,7 4 0,-3-4 0,1 0 0,0-1 0,0 0 0,0-1 0,0 0 0,1-1 0,11 1 0,-17-2 0,1-1 0,-1 1 0,0-1 0,1-1 0,-1 1 0,0-1 0,0 0 0,1-1 0,-1 1 0,0-1 0,0 0 0,-1-1 0,1 1 0,0-1 0,-1-1 0,9-5 0,-7 3 0,0 0 0,0-1 0,-1 1 0,0-1 0,0-1 0,-1 1 0,0-1 0,0 0 0,0 0 0,-1-1 0,-1 1 0,1-1 0,2-15 0,1-14 0,-2 0 0,-1-40 0,-3 27 0,0 15 0,-7-60 0,4 82 0,-1 0 0,0 0 0,-1 1 0,-1-1 0,0 1 0,-1 0 0,-12-20 0,-68-84 0,78 106 0,-1 0 0,0 1 0,0 0 0,-1 0 0,-1 1 0,0 1 0,-21-14 0,-1 4 0,-53-21 0,21 11 0,46 20-892,0 0 0,-34-7-1,29 10-1161,0 1 0,0 1 0,0 1 0,-1 1 0,1 1-1,-46 7 1,36 6-5701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00.2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96,'19'18'32889,"-19"-23"-34161,0 3 2030,0 12-462,-1-14-296,2 4 0,-1 1 0,-1-1 0,1 1 0,0-1 0,0 0 0,0 1 0,0-1 0,0 1 0,0-1 0,0 0 0,0 1 0,-1-1 0,1 0 0,0 1 0,0-1 0,0 0 0,-1 0 0,1 1 0,0-1 0,0 0 0,-1 1 0,1-1 0,0 0 0,-1 0 0,1 0 0,0 1 0,-1-1 0,1 0 0,0 0 0,-1 0 0,1 0 0,0 0 0,-1 0 0,1 0 0,-1 1 0,1-1 0,0 0 0,-1 0 0,1 0 0,-1-1 0,1 1 0,0 0 0,-1 0 0,1 0 0,0 0 0,-1 0 0,1 0 0,0 0 0,-1-1 0,1 1 0,0 0 0,-1 0 0,1-1 0,-4-4-2474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42.6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1196 32,'0'0'3983,"5"10"1924,1-10-6285,30 3 7148,-35-2-6649,0 1 0,1-1-1,-1 0 1,1 0 0,-1 0-1,1 0 1,0 0 0,-1 0-1,1 0 1,0 0 0,-1 0-1,1-1 1,0 1 0,0-1 0,0 0-1,0 1 1,0-1 0,0 0-1,-1 0 1,1 0 0,0 0-1,4-1 1,69 1 2668,-51-1-2503,-9 1-100,12-1 153,0 2 0,51 8 0,-57-6-131,1-1 1,0-1-1,-1-1 0,23-2 0,13-1 253,206 3 2903,-191-10-2555,-67 9-711,0 1 0,1-1 1,-1 0-1,0-1 1,0 0-1,0 1 0,6-4 1,-7 2-2,1 1 0,0 0-1,0 1 1,1-1 0,-1 1 0,0 0 0,0 0 0,9 1 0,-12 0-85,0 0 6,0 0 0,1 0-1,-1 0 1,0 0 0,1 0 0,-1 0 0,0 0-1,0-1 1,1 1 0,-1-1 0,0 0 0,0 1 0,0-1-1,0 0 1,0 0 0,0-1 0,0 1 0,0 0-1,2-3 1,56-22 500,-59 25-476,1-1 0,0 1 0,0 0 0,0 0 0,0 0 0,0 0 0,1 1 1,-1-1-1,0 0 0,0 1 0,1 0 0,1-1 0,13-4 446,-7-4-452,0-1 0,-2 0 0,11-15 0,-10 12-36,-6 8 0,1-1 0,0 0 0,1 1 0,-1 0 0,1 0 0,0 0 0,0 0 0,9-5 0,-13 9 0,1 0 0,-1 0 0,0 0 0,0 0 0,1 0 0,-1 0 0,0 0 0,0 0 0,0 0 0,0-1 0,-1 1 0,1 0 0,0 0 0,0-1 0,-1 1 0,1-1 0,0-2 0,6-11 0,6 1 0,-11 12 0,1-1 0,-1 1 0,1-1 0,-1 0 0,0 0 0,0 0 0,0 0 0,0 0 0,-1 0 0,1 0 0,-1-1 0,0 1 0,0-1 0,0 1 0,0-1 0,0-6 0,0 6 0,-1 0 0,1 1 0,0-1 0,0 0 0,0 0 0,1 1 0,-1-1 0,1 1 0,0-1 0,0 1 0,0 0 0,4-5 0,-3 5 0,0-1 0,-1 0 0,1 0 0,-1 0 0,0-1 0,0 1 0,0 0 0,-1-1 0,1 1 0,-1-1 0,0 1 0,0-10 0,-1 11 0,1-1 0,-1 1 0,1 0 0,-1 0 0,1-1 0,0 1 0,0 0 0,0 0 0,1 0 0,-1 0 0,1 0 0,0 0 0,-1 1 0,1-1 0,3-2 0,-2 1 0,-3 3 0,1 0 0,0 0 0,0 0 0,-1-1 0,1 1 0,0 0 0,-1-1 0,1 1 0,-1 0 0,0-1 0,0 1 0,1-1 0,-1 1 0,0-1 0,0 1 0,0 0 0,-1-2 0,2-11 0,6 1 0,-6 11 0,0 0 0,0 0 0,0 0 0,0 0 0,0-1 0,0 1 0,-1 0 0,1-1 0,-1 1 0,1 0 0,-1-5 0,0 3 0,1-1 0,0 1 0,0 0 0,0 0 0,0 0 0,1-1 0,-1 1 0,5-7 0,-4 8 0,0-1 0,0 0 0,0-1 0,-1 1 0,0 0 0,1 0 0,-1-1 0,0-8 0,-1 12 0,0-1 0,0 0 0,0 0 0,0 1 0,1-1 0,-1 0 0,1 1 0,-1-1 0,1 0 0,-1 1 0,1-1 0,0 1 0,0-1 0,0 1 0,2-3 0,-2 2 0,0 1 0,0 0 0,0-1 0,-1 1 0,1-1 0,0 1 0,0-1 0,-1 0 0,1 1 0,-1-1 0,0 0 0,1 1 0,-1-1 0,0 0 0,0-3 0,0 2 0,0-1 0,1 0 0,-1 0 0,1 1 0,0-1 0,0 0 0,0 1 0,1-1 0,-1 1 0,1 0 0,0-1 0,0 1 0,3-5 0,-1 2 0,6-29 0,-3 28 0,-6 6 0,0 0 0,1 0 0,-1 0 0,0 0 0,0 0 0,0 0 0,0 0 0,0-1 0,0 1 0,0 0 0,-1-1 0,1 1 0,0-1 0,-1 1 0,1-1 0,-1 1 0,0-1 0,1 1 0,-1-4 0,0 3 0,0 1 0,1-1 0,-1 0 0,1 0 0,-1 1 0,1-1 0,-1 0 0,1 0 0,0 1 0,0-1 0,0 1 0,1-3 0,0 2 0,-1 1 0,0-1 0,0 1 0,-1-1 0,1 0 0,0 0 0,0 1 0,-1-1 0,1 0 0,-1 0 0,0 0 0,1-3 0,-1 4 0,0-1 0,0 0 0,0 0 0,0 1 0,0-1 0,0 0 0,0 1 0,1-1 0,-1 0 0,1 1 0,0-1 0,-1 1 0,1-1 0,0 1 0,0-1 0,0 1 0,0-1 0,0 1 0,0 0 0,0 0 0,0-1 0,0 1 0,3-1 0,2-4 0,-5 6 0,0-1 0,-1 0 0,1 1 0,-1-1 0,0 0 0,1 1 0,-1-1 0,1 0 0,-1 0 0,0 0 0,0 1 0,1-1 0,-1 0 0,0 0 0,0 0 0,0 1 0,0-1 0,0 0 0,0-1 0,2-9 0,4 4 0,-5 6 0,0 1 0,-1-1 0,1 0 0,0 0 0,0 0 0,-1 0 0,1 0 0,0 1 0,-1-1 0,1 0 0,-1-1 0,0 1 0,1 0 0,-1 0 0,0 0 0,0 0 0,1 0 0,-1-2 0,1 0 0,0 0 0,0 1 0,0-1 0,1 0 0,-1 1 0,1-1 0,-1 1 0,1 0 0,0 0 0,0 0 0,0 0 0,1 0 0,3-3 0,11-12 0,-2 5 0,-14 12 0,0 0 0,0-1 0,0 1 0,0 0 0,0-1 0,0 1 0,-1-1 0,1 1 0,0-1 0,0 0 0,-1 1 0,1-1 0,0 0 0,-1 1 0,1-1 0,-1 0 0,1 0 0,-1 0 0,1 1 0,-1-1 0,1-1 0,-1 0 0,1 0 0,0 0 0,-1 1 0,1-1 0,0 1 0,0-1 0,0 0 0,0 1 0,0 0 0,0-1 0,1 1 0,-1 0 0,0 0 0,1-1 0,-1 1 0,1 0 0,1-1 0,41-23 0,-17 9 0,-5 1 0,1 1 0,1 1 0,29-11 0,-25 19 0,-5-1 0,-15 4 0,-1 1 0,0 0 0,1 0 0,-1 1 0,1 0 0,-1 0 0,8 2 0,7-1 0,-6-1 0,-6-1 0,1 1 0,-1 0 0,0 1 0,0 0 0,1 1 0,11 4 0,22-2 0,-8 6 0,-17-5 0,-1 1 0,28 12 0,-20-9 0,-24-8 0,-1-1 0,0 0 0,1 0 0,-1 1 0,0-1 0,1 1 0,-1-1 0,0 1 0,0 0 0,1-1 0,-1 1 0,0 0 0,0 0 0,0 0 0,0 0 0,0 0 0,0 0 0,0 0 0,-1 0 0,1 0 0,1 2 0,0 0 0,1 0 0,0 0 0,1 0 0,-1 0 0,0-1 0,1 1 0,-1-1 0,1 0 0,0 0 0,0 0 0,0-1 0,0 1 0,5 0 0,-4-1 0,0 1 0,0 0 0,0 1 0,-1-1 0,1 1 0,7 4 0,0 5 0,2-1 0,-1-1 0,17 10 0,-5 4 0,-23-23 0,1 0 0,0 0 0,0 0 0,0 1 0,-1-1 0,1 1 0,-1 0 0,1-1 0,-1 1 0,0 0 0,0 1 0,1-1 0,-2 0 0,4 4 0,11 7 0,-15-13 0,0 0 0,0 0 0,0 1 0,-1-1 0,1 0 0,0 1 0,-1-1 0,1 1 0,0-1 0,-1 1 0,1-1 0,0 1 0,-1-1 0,1 1 0,-1 0 0,1-1 0,-1 1 0,1 0 0,-1 0 0,0-1 0,1 1 0,-1 0 0,0 0 0,0-1 0,1 1 0,-1 0 0,0 1 0,0-2 0,0 1 0,0-1 0,0 1 0,0-1 0,0 1 0,0-1 0,0 1 0,0-1 0,0 1 0,0-1 0,1 1 0,-1-1 0,0 0 0,0 1 0,0-1 0,1 1 0,-1-1 0,0 1 0,1-1 0,-1 0 0,0 1 0,1-1 0,-1 0 0,0 1 0,1-1 0,-1 0 0,1 0 0,-1 1 0,1-1 0,-1 0 0,0 0 0,1 0 0,0 1 0,0-1 0,-1 0 0,1 0 0,-1 0 0,1 0 0,-1 1 0,1-1 0,-1 0 0,0 0 0,1 1 0,-1-1 0,1 0 0,-1 1 0,0-1 0,1 0 0,-1 1 0,0-1 0,1 1 0,-1-1 0,0 0 0,1 1 0,-1-1 0,0 1 0,0-1 0,0 1 0,0-1 0,1 1 0,-1-1 0,0 1 0,0-1 0,0 1 0,0-1 0,0 1 0,0 0 0,0 1 0,-1-1 0,1 1 0,1 0 0,-1-1 0,0 1 0,0-1 0,1 1 0,-1-1 0,0 1 0,1-1 0,0 1 0,-1-1 0,1 1 0,0-1 0,0 0 0,0 1 0,0-1 0,0 0 0,0 0 0,0 0 0,2 2 0,-2-2 0,0 0 0,0 0 0,0 0 0,0 0 0,0 0 0,0 1 0,0-1 0,0 0 0,0 1 0,0-1 0,-1 1 0,1-1 0,-1 1 0,1-1 0,-1 1 0,0-1 0,1 1 0,-1-1 0,0 1 0,0-1 0,0 3 0,0-3 0,0 1 0,0-1 0,0 0 0,1 0 0,-1 0 0,0 0 0,1 1 0,-1-1 0,1 0 0,-1 0 0,1 0 0,-1 0 0,1 0 0,0 0 0,0 0 0,-1 0 0,2 0 0,-1 0 0,0 0 0,0 0 0,-1 0 0,1 0 0,0 0 0,0 0 0,-1 0 0,1 0 0,-1 0 0,1 0 0,-1 0 0,0 0 0,1 1 0,-1-1 0,0 0 0,0 0 0,1 2 0,-1-2 0,0 0 0,0-1 0,0 1 0,0 0 0,0 0 0,0 0 0,1 0 0,-1 0 0,0 0 0,1 0 0,-1 0 0,0-1 0,1 1 0,0 0 0,-1 0 0,1-1 0,-1 1 0,1 0 0,0-1 0,-1 1 0,1 0 0,0-1 0,0 1 0,-1-1 0,1 1 0,2 0 0,-3-1 0,1 0 0,0 1 0,0-1 0,0 1 0,0-1 0,-1 1 0,1-1 0,0 1 0,-1 0 0,1-1 0,0 1 0,-1 0 0,1 0 0,-1 0 0,1-1 0,-1 1 0,1 0 0,-1 0 0,0 0 0,1 0 0,-1 0 0,0 0 0,0-1 0,1 1 0,-1 0 0,0 2 0,0-1 0,0 0 0,0 0 0,0 0 0,0 0 0,1 0 0,-1 0 0,1 0 0,0-1 0,-1 1 0,1 0 0,0 0 0,0 0 0,0-1 0,2 3 0,-2-3 0,0 0 0,0 1 0,0-1 0,-1 0 0,1 1 0,0-1 0,-1 1 0,1-1 0,-1 0 0,0 1 0,1-1 0,-1 1 0,0-1 0,0 3 0,0-4 0,0 1 0,0 0 0,0 0 0,1 0 0,-1-1 0,0 1 0,0 0 0,0 0 0,1-1 0,-1 1 0,0 0 0,0 0 0,1-1 0,-1 1 0,1 0 0,-1-1 0,1 1 0,-1 0 0,1-1 0,-1 1 0,1-1 0,0 1 0,-1-1 0,1 1 0,0-1 0,-1 0 0,1 1 0,0-1 0,0 0 0,0 1 0,0-1 0,0 0 0,0 1 0,0-1 0,-1 0 0,1 1 0,0-1 0,-1 0 0,1 1 0,0-1 0,-1 1 0,1-1 0,-1 1 0,1 0 0,-1-1 0,1 1 0,-1-1 0,1 1 0,-1 0 0,1 0 0,-1-1 0,0 1 0,1 0 0,-1 0 0,0-1 0,0 1 0,0 0 0,0 0 0,1-1 0,-1 1 0,0 1 0,3 29 0,17-19 0,-19-11 0,-1 0 0,1 0 0,-1-1 0,1 1 0,0 0 0,-1 0 0,0 0 0,1 0 0,-1 0 0,0 0 0,1-1 0,-1 1 0,0 0 0,0 0 0,0 0 0,0 0 0,0 0 0,0 0 0,0 0 0,0 0 0,0 0 0,0 1 0,2 16 0,4-11 0,-5-6 0,0-1 0,-1 1 0,1 0 0,0 0 0,-1-1 0,1 1 0,0 0 0,-1 0 0,1 0 0,-1 0 0,1 0 0,-1 0 0,0 0 0,1 0 0,-1 0 0,0 0 0,0 0 0,0 0 0,0 1 0,0-1 0,0 0 0,0 0 0,0-1 0,1 1 0,-1 0 0,0 0 0,0 0 0,0-1 0,0 1 0,1 0 0,-1 0 0,0-1 0,1 1 0,-1 0 0,1-1 0,-1 1 0,1 0 0,-1-1 0,1 1 0,-1-1 0,1 1 0,0-1 0,-1 1 0,1-1 0,0 1 0,-1-1 0,1 0 0,0 1 0,0-1 0,0 1 0,0-1 0,0 0 0,0 0 0,0 1 0,-1-1 0,1 0 0,0 1 0,-1-1 0,1 1 0,0-1 0,-1 1 0,1-1 0,-1 1 0,1-1 0,-1 1 0,1-1 0,-1 1 0,1 0 0,-1 0 0,1-1 0,-1 1 0,0 0 0,1-1 0,-1 1 0,0 0 0,0 0 0,0 0 0,0-1 0,1 1 0,-1 0 0,0 1 0,0 1 0,0 0 0,0 0 0,1 0 0,0 1 0,0-1 0,0 0 0,0 0 0,0-1 0,2 4 0,-2-3 0,1 0 0,-1 0 0,0 0 0,0 0 0,0 0 0,0 0 0,-1 0 0,1 0 0,-1 4 0,0-6 0,0 0 0,0 0 0,0-1 0,1 1 0,-1 0 0,0 0 0,0 0 0,1 0 0,-1 0 0,0 0 0,1 0 0,-1-1 0,1 1 0,-1 0 0,1 0 0,-1-1 0,1 1 0,0 0 0,-1-1 0,1 1 0,0 0 0,0-1 0,-1 1 0,1-1 0,0 1 0,1 0 0,-1-1 0,0 0 0,0 1 0,0-1 0,0 1 0,-1-1 0,1 1 0,0 0 0,0-1 0,-1 1 0,1 0 0,-1-1 0,1 1 0,0 0 0,-1 0 0,1-1 0,-1 1 0,0 0 0,1 0 0,-1 0 0,0 0 0,1 0 0,-1 0 0,0 0 0,0-1 0,0 1 0,0 2 0,0 9 0,0-11 0,-1 1 0,1-1 0,0 1 0,0 0 0,0-1 0,-1 1 0,2 0 0,-1-1 0,0 1 0,0 0 0,0-1 0,1 1 0,-1-1 0,1 1 0,-1 0 0,1-1 0,0 1 0,0-1 0,-1 1 0,1-1 0,0 0 0,0 1 0,0-1 0,1 0 0,-1 0 0,0 0 0,0 0 0,2 1 0,-2-1 0,-1 0 0,1 0 0,-1 0 0,1 0 0,-1 0 0,1 0 0,-1 0 0,0 0 0,0 0 0,1 0 0,-1 0 0,0 0 0,0 0 0,0 0 0,0 0 0,0 0 0,0 0 0,0 0 0,-1 0 0,1 0 0,0 1 0,-1-1 0,1 0 0,0 1 0,-1-1 0,1 0 0,0 0 0,0 0 0,0 0 0,0 0 0,0 0 0,0 0 0,0 1 0,1-1 0,-1 0 0,0 0 0,0 0 0,1 0 0,-1 0 0,1 0 0,-1 0 0,1 0 0,-1 0 0,2 1 0,8 2 0,-9-4 0,-1 0 0,1 0 0,0 0 0,0 1 0,-1-1 0,1 0 0,0 1 0,-1-1 0,1 1 0,0-1 0,-1 1 0,1-1 0,-1 1 0,1-1 0,-1 1 0,1 0 0,-1-1 0,1 1 0,-1 0 0,1-1 0,-1 1 0,0 0 0,0 0 0,1-1 0,-1 1 0,0 0 0,0 0 0,0-1 0,0 1 0,0 0 0,0 0 0,0 0 0,0-1 0,0 1 0,0 0 0,0 0 0,-1 1 0,2 1 0,-1 0 0,1 0 0,0-1 0,0 1 0,0 0 0,1 0 0,-1 0 0,1-1 0,-1 1 0,1-1 0,0 1 0,0-1 0,0 0 0,0 0 0,4 3 0,30 22 0,-20-16 0,-13-9 0,-1 0 0,1-1 0,0 1 0,-1-1 0,1 1 0,0-1 0,0 0 0,0 0 0,0 0 0,4 0 0,42 7 0,24 6 0,-23-2 0,-37-12 0,13 4 0,-21-1 0,-1-1 0,1 0 0,0 0 0,-1 0 0,1-1 0,0 1 0,0-1 0,0 0 0,0-1 0,0 1 0,7-1 0,76-2 0,-42 0 0,-34 2 0,-1 0 0,1-1 0,0 0 0,0-1 0,-1 0 0,12-5 0,9 2-519,-29 5 116,0 0 1,0 0-1,0 0 0,0-1 0,0 1 1,-1-1-1,1 0 0,0 0 0,0 0 1,-1 0-1,4-2 0,21-12-9772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55.6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404 18 7619,'0'0'-100,"-6"-3"389,-12-6 6628,0 4 1418,13 8-5524,5-2-2747,0 0 0,-1 0 1,1 0-1,0 0 0,0 0 1,-1 0-1,1 0 0,0 0 1,-1 0-1,1 0 0,-1 0 1,1-1-1,-1 1 0,1 0 1,-1 0-1,0-1 0,1 1 1,-1 0-1,0-1 1,0 1-1,1-1 0,-3 2 1,2-1 133,-1 0-1,0 1 1,0-1 0,1 1 0,-1 0 0,1-1 0,-1 1 0,1 0 0,0 0 0,-3 4 0,-5 13 506,-2-1 0,-23 32 0,18-29-141,-24 45 1,37-62-564,-18 38 0,2 2 0,-17 52 0,21-62 0,10-25 0,1 0 0,0 1 0,0 0 0,-3 12 0,-40 150 0,45-161 0,-1-1 0,-1 0 0,0 0 0,-9 17 0,12-24 0,0 0 0,0 1 0,0-1 0,0 0 0,1 0 0,-1 1 0,1-1 0,0 1 0,0-1 0,1 6 0,-1-5 0,1-1 0,-1 0 0,0 0 0,0 1 0,-1-1 0,1 0 0,-1 0 0,-1 6 0,-3 3-1572,3-9 184,1 0 0,-1 0 0,1 0 0,0 0 0,0 1 0,0-1 0,1 0 0,-1 1 0,1-1 0,-1 6 0,1-26-8632,0 11 8478,0 5 1608,0-10-4385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55.9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142 111 2401,'-7'-8'1736,"-2"0"-1,1 1 1,-1 0 0,-1 1-1,1 0 1,-1 0-1,-19-7 1,-17 5 904,45 10-2513,1-1-1,-1 0 1,1 1 0,-1-1-1,1 0 1,-1 1 0,1-1-1,0 1 1,0-1 0,0 1-1,0-1 1,0 0 0,0 1-1,0-1 1,1 3 0,-1 0 1314,0 0-1148,-1-1 0,1 0 0,1 0-1,-1 0 1,0 0 0,1 0 0,0 0 0,-1 0-1,1 0 1,0 0 0,1 0 0,-1 0 0,0 0-1,1-1 1,3 5 0,-1-3-97,0-1 1,0 0-1,1 0 1,0 0-1,-1-1 0,1 0 1,0 0-1,0 0 0,6 2 1,0-1 315,0 0 1,0-1-1,21 3 1,-28-5-401,-1 0-1,1 1 1,0-1-1,-1-1 1,1 1 0,0-1-1,-1 1 1,1-1-1,-1 0 1,1 0 0,-1 0-1,1-1 1,-1 0-1,5-2 1,-2 0-112,27-22 0,-32 26 0,-1-1 0,1 0 0,0 0 0,0 1 0,-1-1 0,1 0 0,-1 0 0,1 0 0,0 0 0,-1 0 0,0 0 0,1 0 0,-1 0 0,0 0 0,1 0 0,-1 0 0,0 0 0,0 0 0,0 0 0,0 0 0,0 0 0,0 0 0,0 0 0,0-1 0,-1 1 0,1 0 0,0 0 0,-1 0 0,1 0 0,0 0 0,-1 1 0,1-1 0,-1 0 0,0 0 0,1 0 0,-1 0 0,0 0 0,0 0 0,-3-2 0,1 0 0,1-1 0,-1 1 0,0 0 0,1-1 0,0 0 0,-1 1 0,2-1 0,-3-5 0,2 6 0,1 1 0,-1-1 0,0 1 0,-1-1 0,1 1 0,0 0 0,-1 0 0,1 0 0,-1 0 0,1 0 0,-1 0 0,0 1 0,0-1 0,0 1 0,0 0 0,0 0 0,-3-1 0,-3 0 0,-1 0 0,1 0 0,-1 1 0,-15-1 0,23 2-172,0 1-1,0-1 1,-1 1-1,1-1 1,0 1-1,0 0 1,0 0-1,0-1 1,0 2-1,1-1 1,-1 0-1,0 0 1,0 0 0,1 1-1,-1-1 1,1 1-1,-1-1 1,1 1-1,-1 0 1,1 0-1,0 0 1,0-1-1,0 1 1,0 0 0,0 0-1,1 0 1,-1 1-1,0-1 1,1 0-1,0 0 1,-1 0-1,1 0 1,0 0-1,0 1 1,0-1-1,1 0 1,-1 0 0,0 0-1,1 0 1,-1 0-1,2 3 1,5 11-2318,1 0 0,0-1 0,2 0 0,-1 0 1,2-1-1,0 0 0,14 13 0,-5-1-298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56.1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11 3185,'4'2'817,"0"0"0,0 0-1,0 0 1,0 0-1,0-1 1,0 0-1,0 0 1,0 0 0,1 0-1,-1 0 1,0-1-1,1 0 1,4 0-1,-6 0 462,-3 2-609,0 0-1,-1-1 0,1 1 0,-1 0 0,1 0 1,-1 0-1,1-1 0,-1 1 0,0 0 1,0 0-1,-2 2 0,2-2-369,0 0 0,0-1 0,0 1 0,0 0 1,0 0-1,0 0 0,0 0 0,1 0 0,-1 0 0,1 0 0,0 0 0,-1 3 0,1-3-112,0 0 0,0 0 0,-1 0 0,1 0 0,-1 0 0,1 0 0,-1 0 0,0 0 0,0 0 0,0 0 0,0 0 0,0 0 0,0-1 0,-3 4 0,2-3-57,1 0 0,-1 0 0,1 0 1,0 0-1,0 0 0,-1 0 0,1 1 0,1-1 0,-1 0 1,0 1-1,0-1 0,1 1 0,0-1 0,-1 1 0,1 2 1,0-1-128,1 0 1,0 0 0,0 0-1,0 0 1,0 0 0,0 0-1,1 0 1,0-1 0,-1 1-1,1-1 1,1 1 0,-1-1 0,1 1-1,-1-1 1,1 0 0,0 0-1,0-1 1,0 1 0,0 0-1,8 3 1,-6-3-4,1-1 0,0-1 0,0 1 0,0-1 0,0 0 0,0 0 0,0-1 0,0 1 0,0-1 0,0-1 0,0 1 0,0-1 0,0 0 0,0-1 0,0 1 0,0-1 0,0 0 0,-1-1 0,1 1 0,-1-1 0,0 0 0,0 0 0,0-1 0,0 0 0,0 0 0,-1 0 0,8-8 0,0-3 0,-10 14 0,0 0 0,-1 0 0,1-1 0,-1 1 0,1-1 0,-1 1 0,0-1 0,1 0 0,-1 1 0,0-1 0,0 0 0,0 0 0,0 0 0,-1 0 0,1 0 0,0 0 0,-1 0 0,1 0 0,-1 0 0,0 0 0,0 0 0,0 0 0,0 0 0,0 0 0,0-1 0,0 1 0,-1 0 0,1 0 0,-1 0 0,0 0 0,1 0 0,-1 0 0,0 1 0,-2-4 0,-1-1 0,0-1 0,-1 1 0,1 1 0,-2-1 0,1 0 0,0 1 0,-1 0 0,0 1 0,0-1 0,-13-6 0,4 4 24,6 2-145,1 1 1,-2 0-1,1 0 0,0 1 1,-1 0-1,0 1 1,1 0-1,-1 0 1,-11 0-1,-13 2-7458,16 0-1895,2 0 3362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57.6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 52 2961,'0'-1'181,"0"1"-1,-1-1 1,1 0-1,0 1 0,0-1 1,-1 1-1,1-1 1,0 1-1,-1-1 0,1 0 1,-1 1-1,1-1 1,-1 1-1,1 0 0,-1-1 1,1 1-1,-1-1 1,1 1-1,-1 0 0,0-1 1,1 1-1,-1 0 1,1 0-1,-1 0 0,0-1 1,1 1-1,-1 0 1,0 0-1,1 0 0,-1 0 1,0 0-1,1 0 1,-1 0-1,0 0 1,1 0-1,-1 1 0,-1-1 1,0 0 615,-2-4 1443,2-17 14653,3 31-14824,-3 33-1542,1-26-454,0 0-1,1 1 1,1-1-1,1 1 1,4 17-1,-4-26-71,3 6 0,0 1 0,-2 0 0,0 1 0,-1-1 0,1 28 0,-1-14 0,2 0 0,1-1 0,2 1 0,14 41 0,2 15 0,-19-71 8,1-1 1,-1 0-1,9 14 0,-9-20-27,0 1-1,-1-1 0,0 0 1,0 1-1,-1 0 0,0-1 0,-1 1 1,1 18-1,-2-16-516,0 11-2316,0-6-7452,-23-33-4413,4-5 12475,1-26 907,8 18 1141,2 12 173,5 12 93,1 0 0,0 0 0,0 0 0,0-1 0,1 1 0,-1 0 0,1-1 0,1 1 0,-1-1 0,2-7 0,-10-42 1991,6 45-1157,1 0 0,0 0 1,-1-20-1,3-37 3481,0-99 14547,0 107-16390,3 48-2544,5 13 0,14 22 0,-10-10 0,-8-11 0,0 1 0,0-1 0,-1 1 0,1 0 0,-1 0 0,0 0 0,0 1 0,0-1 0,0 1 0,-1 0 0,1 0 0,-1 0 0,0 0 0,0 0 0,0 0 0,1 8 0,-1-7 0,0-1 0,0 0 0,0 0 0,1-1 0,-1 1 0,1-1 0,0 1 0,0-1 0,0 0 0,1 0 0,-1 0 0,1-1 0,-1 1 0,1-1 0,5 2 0,30 26 0,-34-23 0,1 0 0,0-1 0,1 0 0,-1 0 0,1 0 0,0-1 0,1 0 0,-1-1 0,1 1 0,0-1 0,9 3 0,17 10 0,-29-14 0,-1-1 0,1 1 0,0-1 0,0 0 0,0 0 0,0 0 0,8 1 0,2-2 4,1 0 1,-1 0-1,19-3 0,-28 2-11,0-1 0,0 0 0,0 0-1,0 0 1,0-1 0,0 0 0,0 0 0,-1-1-1,1 1 1,-1-1 0,9-7 0,14-13-400,-19 17 341,-1-1 1,1 0 0,-1 0-1,0-1 1,-1 0 0,1-1-1,-2 0 1,1 0 0,-1 0-1,7-17 1,-2-10 139,-2 9 113,-1-1 0,-1 0-1,-1 0 1,-2 0 0,1-41 0,-5 1-187,1 90 0,-5 24 0,-2-21 0,2 0 0,0 1 0,1-1 0,2 1 0,3 46 0,-1-20 0,-2-46 0,1 0 0,-1 0 0,0-1 0,0 1 0,-1 0 0,1-1 0,-1 1 0,-4 7 0,3-8 0,1 0 0,1-1 0,-1 1 0,0 0 0,1 0 0,0 0 0,0 0 0,0 7 0,1 95 0,0-106 0,1-1 0,-1 0 0,0 1 0,0-1 0,0 0 0,0 1 0,0-1 0,0 0 0,0 1 0,1-1 0,-1 0 0,0 1 0,0-1 0,0 0 0,1 1 0,-1-1 0,0 0 0,1 0 0,-1 1 0,0-1 0,0 0 0,1 0 0,-1 0 0,0 0 0,1 1 0,-1-1 0,0 0 0,1 0 0,-1 0 0,1 0 0,-1 0 0,0 0 0,1 0 0,-1 0 0,0 0 0,1 0 0,-1 0 0,0 0 0,1 0 0,-1 0 0,1 0 0,-1 0 0,0 0 0,1-1 0,-1 1 0,0 0 0,1 0 0,-1 0 0,1-1 0,-1 1 0,1-1 0,0 1 0,0-1 0,0 0 0,0 1 0,0-1 0,-1 0 0,1 0 0,0 1 0,0-1 0,-1 0 0,1 0 0,-1 0 0,1 0 0,-1 0 0,1 0 0,-1 0 0,0 0 0,1 0 0,-1 0 0,0 0 0,0 0 0,0 0 0,1-1 0,-1-9 0,1 1 0,1 0 0,0 0 0,0 0 0,1 0 0,1 0 0,5-12 0,-5 12 0,0 1 0,0 0 0,-1-1 0,-1 0 0,0 1 0,0-1 0,0-14 0,-1 11 0,1 0 0,0 1 0,1-1 0,0 1 0,0-1 0,7-12 0,-5 13 0,-1 0 0,0 0 0,-1 0 0,0-1 0,-1 1 0,0-15 0,17-65 0,-19 91 0,0 0 0,0 0 0,0 0 0,0 0 0,0 0 0,0 0 0,1 0 0,-1 0 0,0 0 0,1 0 0,-1 0 0,0 1 0,1-1 0,-1 0 0,1 0 0,0 0 0,-1 0 0,1 1 0,0-1 0,-1 0 0,1 1 0,0-1 0,0 0 0,-1 1 0,1-1 0,0 1 0,0-1 0,1 0 0,7-4 0,-5-2 0,-4 8 0,0 0 0,0-1 0,-1 1 0,1 0 0,0 0 0,0 0 0,0 0 0,0 0 0,0 0 0,0 0 0,0 0 0,0 0 0,1 0 0,-1 0 0,0 0 0,1 0 0,-1 0 0,0 0 0,1 0 0,0 1 0,2 5 0,0-1 0,-1 1 0,0 0 0,0 0 0,0 0 0,-1 0 0,0 0 0,-1 0 0,0 0 0,0 8 0,0-9 0,1-1 0,0 1 0,0 0 0,0 0 0,1 0 0,0-1 0,4 10 0,-4-10 0,1 1 0,-1 0 0,0 1 0,-1-1 0,1 0 0,-1 0 0,0 12 0,0-6 0,0-1 0,1 1 0,0-1 0,1 1 0,5 11 0,6 32 0,14 55 0,-19-82 0,-2 0 0,0 1 0,-2 0 0,2 42 0,-7-63-614,0 0 0,1 0 1,1 1-1,-1-1 0,1 0 0,0 0 1,6 13-1,7 24-3533,-9-28 1356,4 26-5330,-6-23 3401,20 4 772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57.8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50 139 5234,'-6'-52'15449,"-4"23"-10576,5-3-1576,2 10-583,2 22-2681,1-1 1,0 1-1,-1 0 0,1-1 1,-1 1-1,1 0 0,-1-1 1,1 1-1,-1 0 0,1 0 1,-1 0-1,1 0 0,-1 0 1,1-1-1,-1 1 0,1 0 1,-1 0-1,1 0 0,-1 0 1,0 1-1,1-1 0,-1 0 1,1 0-1,-1 0 0,1 0 1,-1 0-1,1 1 0,-1-1 1,1 0-1,-1 0 0,1 1 1,0-1-1,-1 0 0,1 1 1,-1 0-1,-1 3-33,1 0 0,0 0 0,0 0 0,0 0 0,0 0 0,1 0 0,0 0 0,0 0 0,0 1 0,0-1 0,1 6 0,0 1 0,-1 204-2813,0 107-6281,0-313 2064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58.3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66 6771,'0'-10'17704,"0"-4"-13849,0 15-3802,0 0-1,0 0 1,1-1-1,-1 1 1,0 0-1,0 0 1,1-1-1,-1 1 0,0 0 1,1 0-1,-1-1 1,0 1-1,1 0 1,-1-1-1,1 1 1,-1-1-1,1 1 1,0 0-1,-1-1 1,1 1-1,0-1 1,-1 0-1,1 1 0,0-1 1,1 1-1,-1-1 50,0 1 0,-1-1 0,1 1 1,0-1-1,0 1 0,0 0 0,0 0 0,0-1 0,0 1 0,-1 0 0,1 0 0,0 0 0,-1 0 0,1-1 0,-1 1 0,1 0 0,-1 0 0,1 0 0,-1 0 0,0 1 0,1-1 0,-1 0 0,0 0 0,0 0 0,0 0 1,0 2-1,1 6-57,-1 0 0,2 0 1,-1 1-1,1-1 0,0 0 1,6 13-1,-6-13-45,0 0 0,-1 0 0,0 1 0,0-1 0,-1 0 0,0 0 0,-2 12 0,0 15 0,2-26 0,-1 0 0,-1 0 0,-4 20 0,3-20 0,1 0 0,0 0 0,-1 21 0,3-29 0,0 0 0,0 0 0,0 0 0,0-1 0,0 1 0,-1 0 0,1 0 0,-1-1 0,1 1 0,-1 0 0,0-1 0,0 1 0,0-1 0,0 1 0,0-1 0,0 1 0,0-1 0,0 0 0,0 1 0,-1-1 0,-2 2 0,-1 2 0,4-4 0,0-1 0,1 1 0,-1 0 0,0 0 0,1 0 0,-1 0 0,1 0 0,-1 0 0,1 0 0,0 1 0,-1-1 0,1 0 0,0 0 0,0 0 0,0 0 0,0 2 0,2-25 0,-2 18 0,1 0 0,0 1 0,-1-1 0,1 0 0,0 0 0,1 1 0,-1-1 0,1 0 0,-1 1 0,4-4 0,11-31 0,-8 14 0,0 1 0,19-34 0,19-50 0,-33 89 0,0 0 0,27-27 0,5-9 0,-30 40 0,-7 17 0,0 29 0,-4-12 0,1-6 0,-3-10 0,0-1 0,-1 1 0,0-1 0,0 1 0,0 0 0,0 0 0,0-1 0,-1 1 0,0 5 0,2 3 0,-1 1 0,2-1 0,-1 0 0,2 0 0,0 0 0,8 19 0,-6-19 0,-2-1 0,1 1 0,-2 1 0,1-1 0,-2 1 0,3 21 0,-5-20 0,2 0 0,-1 0 0,6 17 0,1 26 0,-8-53 0,0-1 0,1 1 0,-1 0 0,0 0 0,1-1 0,0 1 0,0 0 0,0-1 0,0 1 0,1-1 0,0 1 0,3 5 0,-3-6 0,0 0 0,-1 0 0,1-1 0,-1 1 0,0 1 0,0-1 0,0 0 0,0 0 0,0 0 0,-1 0 0,0 1 0,1 5 0,-2-5 0,2-1 0,-1 1 0,0 0 0,1-1 0,-1 1 0,1-1 0,0 1 0,0-1 0,1 1 0,-1-1 0,1 1 0,0-1 0,2 4 0,-1 2 0,2-16 0,-2 6 0,0-1 0,0 0 0,0 0 0,-1 0 0,1 0 0,-1-1 0,1 1 0,-1-1 0,0 1 0,0-1 0,0 0 0,0 0 0,0 0 0,-1 0 0,1 0 0,0-4 0,18-28 0,-16 29 0,1 0 0,-2-1 0,1 0 0,-1 1 0,0-1 0,2-8 0,4-18 0,2 1 0,2 0 0,32-60 0,-39 79 0,-1 0 0,0-1 0,4-21 0,-5 21 0,-1 1 0,2 0 0,6-17 0,32-65 0,-43 94 0,1-1 0,0 0 0,0 1 0,0-1 0,0 0 0,0 1 0,0-1 0,0 1 0,0 0 0,1-1 0,-1 1 0,0 0 0,1 0 0,1-1 0,5-4 0,-8 6 0,1-1 0,-1 1 0,0-1 0,0 1 0,0 0 0,1-1 0,-1 1 0,0 0 0,1-1 0,-1 1 0,0 0 0,0-1 0,1 1 0,-1 0 0,1 0 0,-1-1 0,0 1 0,1 0 0,-1 0 0,1 0 0,-1 0 0,0-1 0,1 1 0,-1 0 0,1 0 0,-1 0 0,1 0 0,-1 0 0,1 0 0,-1 0 0,0 0 0,1 0 0,-1 0 0,1 1 0,-1-1 0,1 0 0,-1 0 0,0 0 0,1 0 0,-1 1 0,1-1 0,-1 0 0,0 0 0,1 1 0,-1-1 0,0 0 0,1 1 0,-1-1 0,0 1 0,5 26 0,0 1 0,-3-25 0,8 17 0,-1 1 0,9 32 0,29 92 0,-33-99 0,-10-36 0,-1 1 0,0 0 0,0 0 0,-1 0 0,-1 1 0,1 12 0,-2-24-1,0 33-2951,0 13-7320,0-35 1295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8:58.5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141 95 22474,'-19'-16'10293,"-9"-10"-10293,10 10 0,18 5 0,-29-4 0,29 4 0,-18 11-2929,-10 11-16504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15.0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151 113 10661,'-1'-4'634,"1"1"0,-1 0 0,0-1 0,0 1 0,0 0 1,-1 0-1,1 0 0,-1 0 0,0 0 0,0 0 0,0 1 0,0-1 0,0 1 0,0-1 1,-1 1-1,1 0 0,-1-1 0,0 2 0,-2-3 0,-9-7 565,-6-14 4371,10 13-4221,10 11-1323,0 1 1,0-1-1,-1 1 0,1 0 0,0-1 0,0 1 0,0 0 0,-1-1 0,1 1 0,0 0 1,0-1-1,-1 1 0,1 0 0,0 0 0,-1-1 0,1 1 0,0 0 0,-1 0 0,1 0 1,0-1-1,-1 1 0,1 0 0,-1 0 0,1 0 0,0 0 0,-1 0 0,1 0 0,-1 0 1,1 0-1,0 0 0,-1 0 0,1 0 0,-1 0 0,1 0 0,0 0 0,-1 0 0,1 0 1,-1 0-1,1 1 0,0-1 0,-1 0 0,1 0 0,0 0 0,-1 1 0,1-1 1,0 0-1,-1 0 0,1 1 0,0-1 0,-1 2-26,0-1 0,0 0 0,0 0 0,1 0 0,-1 1 0,1-1 0,-1 0 0,1 1 0,0-1 0,-1 0 0,1 1 0,0-1 0,0 1 0,0-1 0,0 0 0,0 1 0,0-1 0,0 1 0,0-1 0,1 2 0,0 12 0,-20 100 0,19-104 0,-1 0 0,0 0 0,-1 0 0,0 0 0,-6 16 0,4-17 0,2 0 0,-1 1 0,1-1 0,1 1 0,-1 15 0,2 364 0,1-379 0,0 0 0,0 0 0,2 0 0,5 20 0,-4-21 0,-1 0 0,-1 0 0,0 1 0,1 19 0,-3-15 0,1 0 0,0 1 0,1-1 0,1 0 0,6 18 0,-7-21 0,-1-1 0,0 1 0,-2 22 0,1-10 0,0-24-12,0 1 1,0-1-1,0 1 0,0-1 1,0 1-1,0 0 1,0-1-1,0 1 0,0-1 1,0 1-1,0-1 0,0 1 1,1-1-1,-1 1 0,0-1 1,0 1-1,1-1 1,-1 1-1,0-1 0,1 1 1,-1-1-1,0 0 0,1 1 1,-1-1-1,0 0 0,1 1 1,-1-1-1,1 0 0,-1 1 1,1-1-1,-1 0 1,1 0-1,-1 1 0,1-1 1,-1 0-1,1 0 0,0 0 1,-1 0-1,1 0 0,-1 0 1,1 0-1,0 0 1,0 0-44,-1 0 1,1 0 0,-1 0 0,1 0 0,-1 0-1,1 0 1,-1 0 0,1 0 0,-1 0 0,1 0 0,-1 1-1,1-1 1,-1 0 0,1 0 0,-1 0 0,1 1-1,-1-1 1,0 0 0,1 1 0,-1-1 0,1 0 0,-1 1-1,0-1 1,1 1 0,-1-1 0,0 0 0,0 1-1,1-1 1,-1 1 0,0-1 0,0 1 0,0-1 0,1 1-1,-1-1 1,0 1 0,0 0 0,16-12-8451,34-43-3174,4-4 5755,-33 23 3995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15.3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1 387 688,'20'-27'3140,"-1"-1"1,-2-1-1,18-36 0,-32 52-2554,-3-12 5555,-6 16-598,-4 22-3882,5-1-1335,-3 3 331,1 0 1,1 1 0,1-1-1,0 1 1,1 0 0,0 1-1,-2 31 1,6-27-658,-1-12 0,0 0 0,1 0 0,0 0 0,1 0 0,0 0 0,0 0 0,1-1 0,0 1 0,1 0 0,-1 0 0,2-1 0,6 13 0,16 16 0,-20-31 0,0 0 0,0-1 0,0 0 0,1 0 0,0-1 0,0 0 0,0 0 0,0 0 0,1-1 0,14 4 0,-17-7 0,0 1 0,-1-2 0,1 1 0,0 0 0,0-1 0,-1 0 0,1 0 0,0-1 0,-1 1 0,0-1 0,1 0 0,5-3 0,1-1 0,-1 0 0,0-1 0,15-12 0,-19 11 0,0-1 0,0 0 0,-1-1 0,0 1 0,-1-1 0,0 0 0,0 0 0,-1-1 0,-1 1 0,3-15 0,-3 16 0,2-6 0,-1 0 0,-1 0 0,0-1 0,0 1 0,-2-1 0,0 1 0,-1-1 0,0 1 0,-1-1 0,-1 1 0,-1 0 0,0 0 0,0 0 0,-2 0 0,-12-24 0,-2-11 0,19 44 0,-1 1 0,0 0 0,0-1 0,0 1 0,0 0 0,-1 0 0,0 0 0,0 0 0,-4-4 0,1 3 0,0 0 0,0 0 0,0 1 0,-1-1 0,0 2 0,-10-7 0,14 9 0,0 1 0,-1-1 0,1 1 0,0 0 0,0 0 0,-1 0 0,1 1 0,0-1 0,-1 1 0,1-1 0,-1 1 0,1 0 0,-1 1 0,1-1 0,-1 0 0,1 1 0,-4 1 0,2 8-2375,5 34-11351,1-38 10946,-1 11-3454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15.6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217 85 10533,'5'0'1158,"1"-2"0,0 1 0,-1-1 1,1 1-1,-1-1 0,1-1 0,-1 1 0,0-1 0,0 0 1,0 0-1,0-1 0,-1 1 0,1-1 0,-1 0 0,0 0 1,5-7-1,-6 7-921,0 1 0,-1 0 0,1 1 0,0-1 0,1 0 0,-1 1 0,0-1 0,5-1 0,6-2 100,-14 6-336,0 0 0,0 0 0,0 1 0,0-1 1,-1 0-1,1 0 0,0 0 0,0 0 0,0 0 0,0 0 0,0 0 0,0 0 1,0 0-1,0 0 0,0 0 0,0 0 0,0 1 0,-1-1 0,1 0 0,0 0 0,0 0 1,0 0-1,0 0 0,0 0 0,0 0 0,0 1 0,0-1 0,0 0 0,0 0 1,0 0-1,0 0 0,0 0 0,0 0 0,0 0 0,0 1 0,0-1 0,0 0 0,0 0 1,0 0-1,0 0 0,1 0 0,-1 0 0,0 0 0,0 0 0,0 1 0,0-1 1,0 0-1,0 0 0,0 0 0,0 0 0,0 0 0,0 0 0,0 0 0,1 0 1,-1 0-1,0 0 0,0 0 0,0 0 0,0 0 0,0 0 0,0 0 0,0 0 0,1 0 1,-1 0-1,0 0 0,0 0 0,-42 72-1,38-65 0,0 0 0,0 0 0,0 0 0,1 1 0,1 0 0,-3 9 0,-16 37 0,4-27 0,9-15 0,0 0 0,1 1 0,1 0 0,0 0 0,-6 18 0,9-16 0,-2 0 0,1 0 0,-2-1 0,0 0 0,0 0 0,-1 0 0,-14 19 0,15-22 0,0 0 0,0 0 0,1 1 0,-6 19 0,1-2 0,-3 6 0,8-21 0,-1 1 0,-1-2 0,-8 16 0,8-10-5190,-15-9-9138,-1-10 8490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15.8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103 80 4274,'-28'-19'7745,"-15"-5"6176,11 24-10021,32 28-973,0-27-2927,0 1 0,0-1 0,0 1 0,0-1 0,0 1 0,1-1 0,-1 1 0,0-1 0,1 1 0,-1-1 0,1 1 0,-1-1 0,1 0 0,0 1 0,-1-1 0,1 0 0,0 1 0,0-1 0,0 0 0,0 0 0,0 0 0,0 0 0,1 0 0,-1 0 0,0 0 0,0 0 0,1-1 0,-1 1 0,0 0 0,1-1 0,-1 1 0,1-1 0,-1 0 0,1 1 0,-1-1 0,1 0 0,1 0 0,11 5 0,-11-4 0,0 1 0,0-1 0,1 0 0,-1 0 0,0 0 0,1-1 0,-1 1 0,0-1 0,1 1 0,-1-1 0,1 0 0,-1-1 0,1 1 0,-1 0 0,1-1 0,-1 0 0,0 0 0,1 0 0,-1 0 0,0-1 0,0 1 0,0-1 0,0 0 0,0 1 0,0-2 0,0 1 0,-1 0 0,1 0 0,-1-1 0,0 1 0,0-1 0,3-4 0,0 0 0,-4 6 0,0 0 0,0 0 0,0-1 0,0 1 0,0-1 0,0 1 0,0 0 0,0-1 0,0 1 0,-1-1 0,1 0 0,-1 1 0,1-1 0,-1 0 0,0 1 0,0-1 0,1 0 0,-1 1 0,0-1 0,0 0 0,-1 1 0,1-1 0,0 0 0,-1 1 0,1-1 0,-1 1 0,1-1 0,-2-2 0,1 2-92,-14-21-10440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16.0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113 0 3906,'28'27'24875,"-28"-12"-20889,-28-15-3986,10 0 0,-11 0 0,11 11 0,-10-11 0,9 0 0,19-11 0,0-4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25.5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48 140 4402,'-20'-20'9816,"6"6"-3459,6 8-6800,8 6 519,-1 0 1,1 0-1,0 0 1,-1 0-1,1-1 1,0 1-1,-1 0 0,1 0 1,0 0-1,0-1 1,-1 1-1,1 0 1,0 0-1,0-1 1,-1 1-1,1 0 1,0-1-1,0 1 0,0 0 1,0-1-1,0 1 1,-1 0-1,1-1 1,0 1-1,0 0 1,0-1-1,0 1 0,0 0 1,0-1-1,0 1 1,0 0-1,0-1 1,0 1-1,0-1 1,0 1-1,1 0 0,-1-1 1,0 1-1,0 0 1,0-1-1,0 1 1,0 0-1,1 0 1,-1-1-1,0 1 1,0 0-1,1-1 0,-1 1 1,0 0-1,0 0 1,1 0-1,-1-1 1,0 1-1,1 0 1,-1 0-1,0 0 0,1-1 1,23-18 2333,-20 16-1965,0-1 1,0 0-1,0 1 1,1 0-1,-1 0 1,1 0-1,0 0 1,0 1-1,0 0 1,0 0-1,0 0 1,10-2-1,11 0-445,24-4 0,85-4 0,-105 11 0,-21 0 0,0 0 0,1 1 0,-1 0 0,0 1 0,0 0 0,0 0 0,0 1 0,0 0 0,0 1 0,12 5 0,13 6 0,-32-14 0,0 1 0,0-1 0,1 1 0,-1 0 0,0 0 0,0 0 0,0 0 0,0 0 0,0 0 0,0 1 0,0-1 0,-1 1 0,1-1 0,0 1 0,-1 0 0,1-1 0,-1 1 0,0 0 0,1 0 0,-1 0 0,0 0 0,0 0 0,0 1 0,0 2 0,39 51 0,-38-49 0,0 0 0,-1 0 0,1 0 0,-1 0 0,-1 0 0,1 0 0,-1 1 0,-1-1 0,1 0 0,-1 0 0,0 1 0,-1-1 0,-3 9 0,-2 7 0,-2 0 0,-18 33 0,2-8 0,9-15 0,-1-1 0,-1-1 0,-42 54 0,5-5 0,45-68 0,-21 26 0,-1-1 0,-60 52 0,89-87 0,1 0 0,0 0 0,0 0 0,0 1 0,0-1 0,0 1 0,0-1 0,1 1 0,-1 0 0,1 0 0,0-1 0,0 1 0,0 0 0,0 0 0,0 0 0,1 0 0,-1 0 0,1 6 0,0-8 0,0 1 0,1 0 0,-1 0 0,1-1 0,-1 1 0,1 0 0,0-1 0,-1 1 0,1-1 0,0 1 0,0-1 0,0 1 0,0-1 0,0 1 0,1-1 0,-1 0 0,0 0 0,1 0 0,-1 0 0,1 0 0,-1 0 0,1 0 0,-1 0 0,1 0 0,-1-1 0,1 1 0,0-1 0,0 1 0,-1-1 0,1 0 0,0 1 0,0-1 0,-1 0 0,1 0 0,0 0 0,2-1 0,60-2 0,0-2 0,-1-3 0,1-3 0,-2-3 0,0-3 0,83-33 0,-123 41 0,1 0 0,-1-2 0,-1-1 0,0 0 0,-1-2 0,0 0 0,-1-1 0,33-35 0,-22 18 0,-18 20 0,0-1 0,-1 0 0,15-22 0,0-7 0,-18 32 0,0-1 0,-1 0 0,-1 0 0,0-1 0,0 1 0,-1-1 0,0-1 0,-2 1 0,1-1 0,-1 1 0,2-25 0,-4 24 0,-2-24 0,-7 28 0,-7 18 0,6 0 0,0 0 0,1 1 0,0 0 0,1 0 0,0 1 0,1 0 0,0 0 0,0 1 0,2-1 0,-1 1 0,1 0 0,1 1 0,0-1 0,-2 26 0,5-33 0,-1 1 0,0-1 0,0 1 0,0-1 0,-1 1 0,0-1 0,-3 7 0,3-9 0,0 1 0,0 0 0,1-1 0,0 1 0,-1 0 0,2-1 0,-1 1 0,0 0 0,1 0 0,-1 0 0,1 0 0,0 0 0,0 0 0,1-1 0,-1 1 0,2 4 0,8 13 0,-8-18 0,0 0 0,-1 0 0,1 0 0,-1 1 0,0-1 0,0 1 0,0-1 0,0 1 0,0-1 0,-1 7 0,1-5 0,-1 0 0,1 0 0,-1 0 0,1 0 0,1 0 0,-1 0 0,1 0 0,0-1 0,0 1 0,0-1 0,0 1 0,1-1 0,5 7 0,15 29 0,-19-35 0,1 0 0,-1 0 0,0-1 0,1 1 0,0-1 0,0 0 0,1 0 0,-1-1 0,1 0 0,-1 0 0,10 4 0,6 3 0,-13-6 0,1-1 0,1 0 0,-1 0 0,0-1 0,1-1 0,-1 1 0,1-2 0,-1 1 0,1-1 0,0-1 0,-1 1 0,1-2 0,-1 1 0,0-1 0,11-4 0,-3 1 0,1-1 0,-1-1 0,0 0 0,-1-1 0,0-1 0,29-20 0,-39 24 0,-1-1 0,1 0 0,-1 0 0,0 0 0,-1-1 0,0 0 0,0 0 0,0 0 0,-1 0 0,0-1 0,0 1 0,2-11 0,16-35 0,-13 38 0,-1 0 0,-1 0 0,0-1 0,-1 0 0,0 0 0,-1 0 0,-1-1 0,-1 1 0,0-1 0,-2-25 0,1 22 0,0 12 0,-1 0 0,1 0 0,-2 0 0,1 0 0,-1 0 0,0 0 0,-3-9 0,-5-6 0,0 0 0,-15-27 0,20 42 0,-1 1 0,0 0 0,0 0 0,0 1 0,-1 0 0,0 0 0,0 0 0,-1 0 0,1 1 0,-11-6 0,-10-4 0,-54-23 0,67 34 0,1 0 0,-2 1 0,1 0 0,0 2 0,0-1 0,-16 2 0,14 0 0,1 0 0,-1 1 0,0 1 0,1 1 0,-21 6 0,25-6 0,1 1 0,0 0 0,1 1 0,-1 0 0,1 0 0,0 1 0,0 0 0,-8 8 0,16-13 5,0 0 1,1 0-1,-1 0 0,0 0 0,1 1 1,-1-1-1,1 0 0,-1 0 0,1 0 1,-1 1-1,1-1 0,0 0 1,0 0-1,0 1 0,0-1 0,0 0 1,0 0-1,0 3 0,-1 7-655,0-9 255,0 0-1,1 0 0,-1 1 1,1-1-1,-1 0 0,1 0 0,0 0 1,-1 0-1,1 0 0,0 1 0,0-1 1,1 0-1,-1 0 0,0 0 1,1 0-1,0 0 0,-1 1 0,1-1 1,0 0-1,0-1 0,0 1 0,0 0 1,0 0-1,0 0 0,1 0 1,-1-1-1,1 1 0,-1-1 0,1 1 1,0-1-1,-1 0 0,1 1 1,0-1-1,3 1 0,9 6-2431,0-1-1,1-1 1,30 9 0,-17-6 1668,3 2-1587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25.7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48 241 448,'42'-10'2976,"76"-27"0,-96 30-2015,5-4 1030,-1-1 1,0-1 0,31-21 0,1-1 3220,-54 33-4610,0-1 0,0 1-1,0-1 1,0 0 0,0 0-1,-1-1 1,0 1 0,1-1 0,-1 0-1,2-4 1,-4 7-444,-1 0 0,1 1-1,-1-1 1,1 0 0,-1 0 0,1 0-1,0 1 1,-1-1 0,1 0 0,0 1 0,0-1-1,0 0 1,-1 1 0,1-1 0,0 1-1,0-1 1,0 1 0,0 0 0,0-1-1,0 1 1,0 0 0,2-1 0,-3 1-110,1 0 0,-1 0 1,1 0-1,-1 0 0,1 0 0,-1 0 1,1 0-1,-1 0 0,1 0 1,-1-1-1,1 1 0,-1 0 0,1 0 1,-1-1-1,0 1 0,1 0 0,-1-1 1,1 1-1,-1 0 0,0-1 1,1 1-1,-1 0 0,0-1 0,0 1 1,1-1-1,-1 1 0,0-1 0,0 1 1,0-1-1,1 1 0,-1 0 1,0-1-1,0 1 0,0-1 0,0 1 1,0-1-1,0 1 0,0-1 0,0 1 1,0-2-1,8-11-48,-6 12 0,-9 6 0,-13 15 0,10-7 0,6-9 0,0 0 0,1 1 0,-1 0 0,1-1 0,0 1 0,0 0 0,1 1 0,-3 5 0,-11 19 0,-15 17 0,2 1 0,-26 57 0,49-92 0,1 0 0,1-1 0,-4 19 0,5-17 0,-1-1 0,-1 1 0,-7 17 0,-5 2 0,9-19 0,0 0 0,1 1 0,1 0 0,-6 25 0,-10 17 0,-3 7 0,23-57-686,-1 1 0,0-1 0,0-1 0,0 1 0,-9 12 0,2-5-1579,-1-1-1,0 0 1,0 0-1,-1-1 1,-1-1-1,0 0 1,-16 10-1,9-10-2786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25.9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1 164 5955,'0'-26'6547,"0"-1"-2770,0 1-2128,0 0-1713,0 10-1024,0 0-513,0 6-720,0-6-624,19 16-289,9 0 321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26.0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2705,'120'175'18249,"-115"-170"-17542,-4-3-498,1-1-1,-1 1 1,0 0 0,1-1-1,-1 1 1,0 0 0,0 0-1,0 0 1,0 0 0,0 0-1,-1 0 1,1 0 0,-1 0-1,1 0 1,-1 0 0,0 0-1,0 3 1,0-4-130,0 0 0,0 0 0,0 0-1,1-1 1,-1 1 0,0 0 0,0 0 0,1 0 0,-1 0 0,0 0-1,1-1 1,-1 1 0,1 0 0,-1 0 0,1-1 0,-1 1 0,1 0 0,0 0-1,-1-1 1,1 1 0,0-1 0,-1 1 0,1-1 0,0 1 0,0-1-1,-1 1 1,3 0 0,-2-1-32,0 0 0,-1 0 0,1 1 0,0-1 0,-1 1 0,1-1 0,0 0-1,-1 1 1,1-1 0,0 1 0,-1 0 0,1-1 0,-1 1 0,1-1 0,-1 1 0,1 0 0,-1 0 0,1-1-1,-1 1 1,0 0 0,0-1 0,1 1 0,-1 0 0,0 0 0,0 0 0,0-1 0,0 5 2742,-4-7-2743,4 1-56,-2 1-47,0-1 1,1 0-1,-1 0 1,1 0-1,0 0 1,-1 0-1,1 0 1,0 0-1,0-1 1,-1 1-1,1 0 1,-1-3-1,-3-21-5409,-3 5 373,7 18 4548,0 0 0,0 0 0,-1 0 0,1 0-1,1 0 1,-1 0 0,0 0 0,0-1 0,1 1 0,-1 0 0,1 0 0,0-5 0,0-34-11253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44.7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694 22 2209,'0'-22'7693,"0"31"-7158,0-7 612,-1 1-651,1-1 1,0 1-1,0-1 1,0 1-1,0-1 1,1 1-1,-1-1 1,0 1-1,1-1 1,1 4-1,1-1-19,-1 1 0,0-1 0,0 1 1,0-1-1,-1 1 0,1 0 0,-1 0 0,-1 0 0,1-1 0,-1 1 0,0 7 0,0-9-203,0 0 0,1 0 0,0 1 1,0-1-1,0 0 0,0 0 0,1 0 0,-1 0 0,5 6 0,-4-6-92,0-1 1,0 1 0,-1 0 0,1-1-1,-1 1 1,0 0 0,0 0-1,0 0 1,0 7 0,17 192 5246,-18 397-5429,-18-328 0,16-222 0,-10 56 0,5-53 0,0 60 0,-28 369 0,7-175 0,7-45 0,-8 252 0,11-198 0,5-140 0,-34 523 0,26-493 0,3-37 0,-35 405 0,29-273 0,1 0 0,-71 543 0,71-523 0,-1 3 0,-76 556 0,76-544 0,1-17 0,-8 118 0,19-231 0,-12 386 0,10-328 0,0 8 0,14 236 0,20-210 0,-9-172 0,-3-62-859,3 1 0,3-2 0,42 119 0,-54-176 106,0-1 0,0 1 0,1-1 0,0 0 0,0 0 0,0 0 0,0 0 0,1-1 0,-1 1 0,1-1 0,0 0 0,1 0 0,-1-1 0,1 1 0,7 4 0,-3-2-485,16 20-5603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45.4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 0 2129,'0'16'2865,"-28"-16"529,28 11-2322,0 4-816,28-15-95,0 0-145,-9 0-193,9 11-511,-9-11-2433,9 0 784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45.9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38 1955 3201,'-1'0'448,"1"-1"-237,-1 1 0,1 0 0,-1 0 0,1 0 0,-1 0 1,0-1-1,1 1 0,-1 0 0,1 0 0,-1 0 0,1 0 0,-1 0 0,0 1 1,1-1-1,-1 0 0,1 0 0,-1 0 0,1 0 0,-1 1 0,1-1 0,-1 0 1,1 0-1,-1 1 0,1-1 0,-1 0 0,1 1 0,0-1 0,-1 1 1,1-1-1,-1 0 0,1 1 0,0-1 0,0 1 0,-1-1 0,1 1 0,0-1 1,0 1-1,-1 0 0,-4 1 2107,-9-3-1224,33-1-383,26-4-104,-31 4-338,0 0 1,0 1-1,0 1 0,18 1 0,18-1 690,157-17 4524,-122 12-2954,168-10 3081,-109 9-5328,22-4-337,37-21 55,-114-2 0,-87 32 0,0 1 0,1-1 0,-1 0 0,0 0 0,0 0 0,0-1 0,0 1 0,0 0 0,0-1 0,0 1 0,0-1 0,-1 0 0,1 0 0,0 1 0,-1-1 0,0 0 0,1 0 0,-1 0 0,0-1 0,0 1 0,1-3 0,0-2 0,0 0 0,0 0 0,-1 0 0,0 0 0,0 0 0,-1-11 0,0-200 0,-1 203 0,0 1 0,-1-1 0,-1 0 0,-6-17 0,-6-36 0,10 39 0,1 9 0,1-1 0,-1-30 0,3 26 0,-2 0 0,-9-43 0,-3-14 0,10 46 0,0 4 0,0-45 0,3 56 0,0 0 0,-9-39 0,7 40 0,0 1 0,-2-38 0,6 38 0,-2 0 0,-5-26 0,-2-34 0,8 68 0,0 0 0,-1 0 0,0 0 0,-7-19 0,6 20 0,0 0 0,1-1 0,0 0 0,-1-18 0,5-17 0,-1 33 0,0-1 0,-1 0 0,-1 0 0,0 0 0,-5-23 0,1 12 0,1 0 0,1 0 0,0-45 0,3-22-558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46.4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138 132 6067,'-37'-6'8504,"12"2"-5563,22 4-2477,-2 1-197,4 0-258,-1-1-1,1 1 1,0-1-1,0 1 1,0 0-1,0-1 1,0 1-1,-1 0 1,1 0-1,0 0 1,1 0 0,-1 0-1,0 0 1,0 0-1,0 0 1,1 0-1,-1 0 1,0 0-1,1 0 1,-2 3-1,0 33 512,2-32-421,-2 20 492,1-19-473,1 1 0,-1-1-1,1 1 1,0-1 0,1 1 0,0-1-1,0 1 1,0-1 0,3 8 0,3 1 3,-4-10-93,-1 0 0,0 0 0,0 1 1,0-1-1,0 1 0,-1 0 0,0-1 0,0 1 0,0 10 0,1 7 1,1 0 0,2 0 0,0 0 0,2 0 0,11 27-1,-16-44-27,6 62 39,-5-58-128,0 0 0,0 1 0,-1 0 0,0-1 0,-1 1 0,0 21 0,-8-42-243,6 9 327,0 1-1,0-1 0,1 1 0,-1-1 0,0 1 1,1-1-1,-1 1 0,1-1 0,-1 0 0,0 1 1,1-1-1,-1 0 0,1 1 0,0-1 0,-1 0 0,1 0 1,0 1-1,-1-1 0,1 0 0,0 0 0,0 0 1,0 0-1,0-1 0,0-24-14,1 17 33,0 0 1,-1-1-1,0 1 1,-1 0 0,0 0-1,-4-15 1,-3 4 39,5 14-5,1 0 0,-1 0 0,1-1-1,1 1 1,-1 0 0,1-1 0,0 0-1,0-7 1,1-18 562,-2 1 0,-11-54 0,10 65 164,1-1 0,2 1 0,1-23 0,0 2 845,-1 34-1265,0-1 1,1 1-1,1 0 0,-1 0 1,4-10-1,-3 10 15,0 0 0,0 0 0,-1-1-1,0 1 1,0-10 0,0 13-346,-1 1 1,1-1-1,0 1 0,0-1 1,0 1-1,1 0 0,-1-1 0,1 1 1,0 0-1,0 0 0,0 0 1,0 0-1,0 1 0,0-1 1,1 1-1,0-1 0,-1 1 1,1 0-1,0 0 0,0 0 1,0 0-1,0 0 0,0 1 1,1 0-1,-1-1 0,0 1 1,1 0-1,-1 1 0,5-1 1,0-2-9,1 2 0,0-1 0,0 1 0,0 1 0,0 0 0,0 0 0,0 0 1,0 1-1,0 1 0,0 0 0,13 4 0,6 5-16,-1 1 0,0 2 0,-1 0 0,0 2 0,32 26 0,-35-23 0,87 81 0,-99-88 0,0 0 0,-1 1 0,0 1 0,-1 0 0,0 0 0,12 29 0,-16-31 0,9 23 0,-2 1 0,8 38 0,-17-62 0,-1 0 0,-1 0 0,0 0 0,-1 0 0,0 0 0,-1 0 0,0 1 0,-1-1 0,0-1 0,-6 19 0,5-25 0,0 1 0,0-2 0,0 1 0,-1 0 0,1-1 0,-1 1 0,0-1 0,-1 0 0,1 0 0,-9 5 0,-6 7 0,7-5 0,-2-1 0,0 0 0,0-1 0,0 0 0,-1-1 0,-1-1 0,1 0 0,-1-1 0,0-1 0,0 0 0,-24 3 0,-13-2 0,0-2 0,-69-4 0,52-1 0,52 0 0,0 0 0,0-1 0,-19-5 0,7 1 0,28 5 0,0 1-1,0-1 1,0 0 0,0 0 0,0 1-1,0-1 1,1 0 0,-1 0-1,0-1 1,1 1 0,-1 0 0,1-1-1,-1 1 1,1 0 0,-2-4-1,-12-9-1093,31-4-6639,-15 17 6905,6-4-253,-1 0 0,1 1 0,0 0 1,1 1-1,-1-1 0,1 1 1,-1 1-1,1 0 0,0 0 0,14-2 1,31-9-2565,-3-2 358,13 4-872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47.0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97 624 880,'211'-13'10445,"-193"9"-8914,0-1 0,0 0 0,-1-1 0,1-1 0,-1 0 0,19-13 0,-31 18-1084,0-1 0,0 0 0,0 0 0,0 0-1,-1 0 1,0-1 0,1 0 0,-1 0 0,-1 0 0,1 0 0,0-1 0,-1 0-1,0 1 1,0-1 0,-1 0 0,1-1 0,-1 1 0,0 0 0,0-1 0,-1 1-1,0-1 1,0 1 0,1-12 0,-2 14-447,0 0 0,0 0 0,0 0 0,-1 0 0,1 0 0,-1 0 0,0 0 0,0 0 0,0 0 0,0 0 0,-1 0 0,1 0 0,-1 1 0,1-1 0,-1 1 0,0-1 0,-3-2 0,0 1 0,-1 0 0,1 0 0,-1 0 0,0 1 0,0 0 0,0 0 0,-11-3 0,2 2 0,0 1 0,0 1 0,0 1 0,0 0 0,0 0 0,0 2 0,0 0 0,-1 0 0,1 2 0,1 0 0,-1 0 0,0 2 0,1 0 0,0 0 0,0 1 0,0 1 0,1 0 0,0 1 0,1 1 0,-1 0 0,2 0 0,-1 1 0,-18 22 0,-42 86 0,68-110 0,1 0 0,0 0 0,0 1 0,0-1 0,1 1 0,0-1 0,1 1 0,0 0 0,0-1 0,1 1 0,0 0 0,1 0 0,1 10 0,0-8 0,0 0 0,0 0 0,1-1 0,1 1 0,0-1 0,0 0 0,1 0 0,11 17 0,-9-12 0,-6-13 0,-1-1 0,1 0 0,-1 1 0,1-1 0,-1 1 0,1-1 0,0 0 0,0 1 0,0-1 0,0 0 0,0 0 0,0 0 0,0 0 0,0 0 0,0 0 0,0 0 0,3 2 0,7 3 0,-7-3 0,1 0 0,0-1 0,0 1 0,-1-1 0,1 0 0,1 0 0,6 1 0,-9-3 0,-1 0 0,0 0 0,0 0 0,0-1 0,1 1 0,-1 0 0,0-1 0,0 0 0,0 1 0,0-1 0,0 0 0,0 0 0,0 0 0,0 0 0,-1-1 0,1 1 0,0 0 0,-1-1 0,1 1 0,-1-1 0,1 0 0,-1 1 0,0-1 0,2-2 0,38-40 0,-34 39 0,-1-1 0,0 0 0,0 0 0,0 0 0,-1 0 0,0-1 0,0 0 0,-1 0 0,0-1 0,0 1 0,3-10 0,-6 13 0,1-5 0,0 0 0,0 0 0,1 1 0,0-1 0,1 0 0,9-15 0,-11 21 0,0 0 0,0 0 0,-1-1 0,1 1 0,-1-1 0,0 1 0,0-1 0,0 1 0,0-1 0,0 1 0,-1-1 0,0-6 0,0 6 0,1 0 0,-1-1 0,1 1 0,0 0 0,0 0 0,0 0 0,0 0 0,3-5 0,4-2 0,-6 10 0,-1-1 0,0 1 0,1 0 0,-1-1 0,0 1 0,0-1 0,0 1 0,0-1 0,-1 0 0,1 1 0,0-1 0,-1 0 0,1 1 0,-1-1 0,1 0 0,-1 0 0,0-2 0,0 3 0,0 1 0,0-1 0,0 0 0,0 1 0,0-1 0,0 1 0,0-1 0,0 1 0,0-1 0,0 1 0,0-1 0,0 1 0,0-1 0,0 1 0,1-1 0,-1 1 0,0-1 0,0 1 0,1-1 0,-1 1 0,0-1 0,1 1 0,-1-1 0,0 1 0,1 0 0,-1-1 0,0 1 0,1 0 0,-1-1 0,1 1 0,-1 0 0,1 0 0,-1-1 0,1 1 0,-1 0 0,1 0 0,-1 0 0,1 0 0,-1-1 0,1 1 0,-1 0 0,1 0 0,0 0 0,-1 0 0,1 0 0,-1 0 0,1 1 0,-1-1 0,1 0 0,-1 0 0,1 0 0,-1 0 0,1 1 0,-1-1 0,1 0 0,-1 1 0,1-1 0,-1 0 0,0 1 0,1-1 0,-1 0 0,1 1 0,-1-1 0,1 1 0,36 31 0,-30-24 0,47 67 0,-27-49 0,-11-10 0,1-1 0,0 0 0,30 18 0,-43-30 0,0-1 0,0 0 0,0 0 0,1 0 0,-1 0 0,1-1 0,-1 1 0,1-1 0,-1-1 0,1 1 0,-1 0 0,1-1 0,0 0 0,-1 0 0,1-1 0,0 1 0,-1-1 0,1 0 0,-1 0 0,1 0 0,-1-1 0,8-3 0,-8 1 0,0 0 0,0-1 0,0 1 0,0-1 0,-1 0 0,0 0 0,0 0 0,0 0 0,3-9 0,0 2 0,3-43 0,-3 41 0,-3 8 0,0 0 0,-1 0 0,0-1 0,0 1 0,0-1 0,-1 0 0,0 1 0,1-13 0,6-55 0,-4 54 0,-1 1 0,0-27 0,-4 6 0,-1 0 0,-10-49 0,9 53 0,4 30 0,-1 1 0,-1-1 0,1 1 0,-1-1 0,0 1 0,-2-8 0,-6-7 0,7 15 0,0 0 0,0 0 0,0 0 0,0 0 0,1-1 0,0 1 0,0 0 0,0-1 0,0-9 0,1 13 0,0-1 0,-1 1 0,1 0 0,-1 0 0,0-1 0,0 1 0,0 0 0,0 0 0,0 0 0,0 0 0,-1 0 0,-2-3 0,4 5 0,0 0 0,0-1 0,0 1 0,-1 0 0,1 0 0,0 0 0,0-1 0,0 1 0,-1 0 0,1 0 0,0 0 0,0 0 0,-1-1 0,1 1 0,0 0 0,0 0 0,-1 0 0,1 0 0,0 0 0,0 0 0,-1 0 0,1 0 0,0 0 0,-1 0 0,1 0 0,0 0 0,0 0 0,-1 0 0,1 0 0,0 0 0,-1 0 0,1 0 0,0 1 0,0-1 0,-1 0 0,1 0 0,0 0 0,-5 23 0,5 168 0,1-183 0,0 0 0,0 0 0,1 0 0,0 0 0,5 13 0,-4-13 0,0 1 0,-1-1 0,0 1 0,0 0 0,0 15 0,-1-16 0,0-1 0,0 1 0,0-1 0,1 0 0,0 0 0,5 12 0,-4-13 0,-1 0 0,0 1 0,0-1 0,-1 1 0,1 0 0,0 10 0,-2-10 0,0-1 0,1 0 0,0 1 0,0-1 0,1 0 0,2 8 0,-2-8 0,0-1 0,-1 0 0,1 1 0,-1-1 0,-1 1 0,1 6 0,0-8-164,-1 0 0,1 1-1,0-1 1,1 0 0,-1 0 0,1 0-1,-1 0 1,1 0 0,0 0 0,1 0-1,-1-1 1,1 1 0,0-1 0,5 6-1,4 6-1295,9 1-4622,-8-7 2242,-11-8 3490,0-1 1,1 1-1,-1 0 1,0 0-1,0-1 1,0 1-1,0-1 1,1 0-1,-1 1 1,0-1-1,0 0 1,1 0-1,-1-1 0,0 1 1,0 0-1,4-2 1,37-10-3783,-38 10 3521,60-12-3895,-34-1 2681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47.8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216 28 496,'0'0'4696,"15"0"-2741,-11-1 1353,-4 0-3250,0 1 0,0-1-1,1 1 1,-1-1-1,0 1 1,0-1-1,1 1 1,-1-1-1,0 1 1,1-1-1,-1 1 1,1 0 0,-1-1-1,0 1 1,1 0-1,-1-1 1,1 1-1,-1 0 1,1 0-1,-1-1 1,1 1-1,-1 0 1,1 0-1,-1 0 1,1 0 0,-1 0-1,1 0 1,0 0-1,-1-1 1,1 2-1,0-1 1,23 0 3679,-18 0-2803,1-13 2000,-5 12-2649,0 0-1,0 1 1,-1-1-1,1 1 1,0-1-1,0 1 1,0 0-1,-1-1 1,1 1-1,0 0 1,0 1-1,3-1 1,-5 0-225,1 0 1,0 0-1,-1 0 1,1 1 0,0-1-1,-1 0 1,1 0-1,0 0 1,-1 1-1,1-1 1,0 0 0,-1 1-1,1-1 1,-1 1-1,1-1 1,0 0-1,-1 1 1,1-1 0,-1 1-1,0 0 1,1-1-1,-1 1 1,1-1-1,-1 1 1,0 0-1,1-1 1,-1 1 0,0 0-1,0-1 1,1 2-1,-1 1 282,-3 22 904,-20 8-506,15-19-595,-1-1 0,-1 0-1,0 0 1,-1-1-1,0 0 1,-18 14 0,16-16-207,0 0 0,0-1 0,-1 0 0,0-1 0,-30 13 0,36-19-628,1 0 1,-1 0-1,0-1 1,0 0-1,-11 0 1,-3-1-2939,-1-2-8565,23-6 8554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48.2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169 123 2497,'4'-2'466,"0"-1"-1,0 1 1,0 0-1,0-1 1,0 2-1,1-1 1,-1 1-1,1-1 1,-1 1-1,7 0 1,-9 0-220,1 1-1,0 0 1,0-1 0,-1 0 0,1 1 0,0-1 0,-1 0 0,1 0-1,-1 0 1,1-1 0,-1 1 0,0-1 0,1 1 0,-1-1 0,0 0 0,2-2-1,-2 0 317,0 0-1,0 0 0,0 0 1,0 0-1,-1 0 0,1 0 1,-1-1-1,0 1 0,-1 0 1,1-1-1,-1 1 0,0-1 1,0 1-1,-1-5 0,1 8-401,-1 0 0,0 0 0,1 0 0,-1 0 0,0 0 0,0 0 0,0 0 0,0 1 0,0-1 0,0 0 1,0 1-1,0-1 0,0 1 0,0-1 0,0 1 0,0 0 0,0-1 0,0 1 0,-1 0 0,1 0 0,0 0 0,0 0 0,0 0 0,0 0 0,-1 0 0,-1 0 0,-46 1 3162,35-1-2849,7 0-299,0 0 0,0 1 0,0 0 0,0 0 0,0 0 0,0 1 1,0 0-1,0 0 0,0 1 0,1 0 0,-12 7 0,17-9-148,-1 0 0,0 0 0,0 0-1,1 0 1,-1 1 0,1-1 0,-1 0 0,1 1 0,0 0 0,-1-1 0,1 1 0,0 0-1,0-1 1,0 1 0,0 0 0,0 2 0,0-2-16,1 0 0,-1-1-1,0 1 1,0 0 0,0-1 0,0 1 0,0-1 0,0 1-1,0-1 1,0 0 0,-1 1 0,1-1 0,-1 0 0,1 0 0,-1 0-1,1 0 1,-1 0 0,-2 1 0,1-1 3,0 1 1,1 0-1,-1-1 0,0 1 1,1 0-1,0 0 0,-1 0 1,1 1-1,0-1 0,0 0 1,0 1-1,0 0 0,1-1 1,-1 1-1,1 0 0,-1 0 1,1 0-1,-1 5 0,-1 4 24,1 0-1,1 0 0,0 0 0,1 13 1,0-23-33,0-1 0,0 1 0,0-1 0,0 1 0,1-1 0,-1 1 0,0-1 0,1 0 0,-1 1 0,1-1-1,-1 1 1,1-1 0,0 0 0,-1 1 0,1-1 0,0 0 0,0 0 0,0 0 0,0 0 0,0 0 0,2 2 0,30 9 56,-10-6 30,-18-4-73,-1-1 0,1-1 0,-1 1 0,1-1 0,-1 1 1,1-1-1,-1 0 0,1-1 0,0 1 0,-1-1 0,0 0 0,1 0 0,-1-1 0,1 1 0,-1-1 0,0 0 0,0 0 0,0 0 0,0-1 0,-1 1 0,1-1 0,3-3 0,-5 4 14,0-1-1,0 1 1,0 0-1,0 0 1,0 1-1,1-1 1,-1 0-1,1 1 0,-1-1 1,1 1-1,3-1 1,-3 1-4,0-1-1,-1 1 1,1 0 0,0-1-1,-1 0 1,1 0 0,-1 0-1,1 0 1,1-2 0,43-49-6,-45 51-21,0 1 0,0-1 0,0 1 0,0-1 0,0 1 0,0 0 0,0 0 0,0 0 0,1 0 0,-1 0 0,0 1 0,1-1 0,-1 1 0,0-1 0,1 1 0,-1 0 0,1 0 0,-1 0 0,1 0 0,-1 1 0,0-1 0,1 0 0,2 2 0,-1-1 0,0 0 0,0 0 0,0 0 0,0 0 0,-1 1 0,1-1 0,0 1 0,-1 0 0,0 0 0,1 1 0,-1-1 0,6 6 0,30 29 0,-33-32 0,0-1 0,-1 1 0,1 0 0,-1 0 0,0 0 0,-1 1 0,1 0 0,-1 0 0,4 7 0,-3-4-967,1-1 0,-1 0 0,1 0 1,10 9-1,6 10-3529,-22-27 4378,3 6-2704,-3 15-11464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48.8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96 816,'5'18'7232,"9"-20"-3039,17-4-2457,155-4 4859,55-6-819,398 5 643,-184-5-6419,13 3 0,-272 1 0,158-5 0,167 7 0,-160 10 0,-344 0-2343,-42 0-2976,-11 0-2085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55.6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2 143 160,'-1'-4'439,"1"0"576,0 1-1,-1 0 1,1 0 0,0 0-1,1 0 1,-1 0-1,0 0 1,1 0 0,0 0-1,1-4 1,1 7-636,7-2 1752,-8-9 4158,-1 10-6173,-1 0 0,0 0 0,0 1 0,1-1 0,-1 0 0,0 1 0,1-1 0,-1 0 0,0 1 0,1-1 0,-1 0 0,1 1 0,-1-1 0,1 1 0,0-1 0,-1 1 0,1-1 0,-1 1 0,1 0 0,0-1 0,0 1-1,-1 0 1,1-1 0,0 1 0,-1 0 0,1 0 0,0 0 0,0 0 0,-1 0 0,1-1 0,0 1 0,0 1 0,-1-1 0,1 0 0,8 0 7043,-10 3-7079,0-1-1,0 1 1,1-1-1,0 1 1,-1-1-1,1 1 1,0 0-1,0-1 1,0 1-1,1-1 1,0 4-1,1 16-43,-2 299-36,18-202 0,-19-97 0,0-15 0,1-1 0,-1 1 0,1-1 0,0 1 0,1-1 0,-1 1 0,2-1 0,-1 0 0,3 9 0,4-1 0,-6-11 0,0 0 0,0 1 0,0-1 0,-1 1 0,0-1 0,1 1 0,-1-1 0,0 1 0,-1 0 0,1 0 0,-1-1 0,1 1 0,-2 6 0,2 1 0,-3 27 0,2-38 0,0 1 0,0-1 0,-1 1 0,1-1 0,0 1 0,0-1 0,0 1 0,-1-1 0,1 1 0,0-1 0,0 0 0,-1 1 0,1-1 0,0 0 0,-1 1 0,1-1 0,-1 0 0,1 1 0,0-1 0,-1 0 0,1 0 0,-1 1 0,1-1 0,0 0 0,-1 0 0,1 0 0,-1 0 0,1 0 0,-1 1 0,1-1 0,-1 0 0,1 0 0,-1 0 0,1 0 0,-1 0 0,1-1 0,-1 1 0,1 0 0,-1 0 0,1 0 0,-1 0 0,1 0 0,0-1 0,-1 1 0,1 0 0,-1 0 0,1-1 0,0 1 0,-1 0 0,1-1 0,-1 1 0,1 0 0,0-1 0,0 1 0,-1-1 0,1 1 0,0 0 0,0-1 0,-1 1 0,1-2 0,-1 1 0,0-1 0,0 0 0,0 0 0,1 0 0,-1 0 0,0 0 0,1 0 0,-1 0 0,1 0 0,0-1 0,0 1 0,0 0 0,0 0 0,1-3 0,-3-14 0,-3 4 0,3 11 0,0 0 0,1-1 0,-1 1 0,1-1 0,0 1 0,1-1 0,-1-8 0,0 7 0,1 1 0,-1-1 0,0 0 0,0 1 0,-1-1 0,1 1 0,-6-10 0,5 9 0,-1 0 0,1 0 0,0-1 0,0 1 0,1 0 0,0-1 0,0 1 0,0-8 0,-7-64 0,-2-15 0,10-111 0,0 203 0,1 0 0,-1 1 0,1-1 0,-1 0 0,1 1 0,-1-1 0,1 1 0,0-1 0,-1 1 0,1-1 0,0 1 0,-1-1 0,1 1 0,0 0 0,0-1 0,-1 1 0,1 0 0,0 0 0,0 0 0,0-1 0,-1 1 0,1 0 0,0 0 0,0 0 0,0 0 0,0 0 0,-1 0 0,1 1 0,0-1 0,0 0 0,0 0 0,-1 1 0,1-1 0,0 0 0,0 1 0,-1-1 0,2 1 0,0 0 0,1-1 0,-1 1 0,0 0 0,1 0 0,-1 0 0,0 0 0,0 1 0,0-1 0,0 0 0,0 1 0,0 0 0,0-1 0,0 1 0,2 3 0,3 6 0,0-2 0,0 1 0,1-1 0,0 0 0,0-1 0,1 0 0,0 0 0,1-1 0,12 7 0,10 10 0,36 17 0,-55-31 0,0 0 0,0-1 0,28 16 0,-19-13 0,-6-6 0,0 0 0,1-2 0,-1 1 0,1-2 0,0 0 0,0-1 0,0-1 0,0-1 0,0 0 0,27-4 0,-28-1-2,-1 0-1,0-1 1,0-1 0,0 0-1,-1-1 1,0-1 0,24-20-1,-33 26 4,-1-2 0,0 1 0,0 0 0,-1-1 0,1 0 0,-1 0 0,0 0 0,0 0 0,-1 0 0,0-1 0,1 1 0,-2-1 0,1 0 0,-1 1 0,0-1 0,0 0 0,0 0 0,-1-7 0,0 10-1,0-1 0,1 1 0,-1 0 0,1-1 0,0 1 0,0 0 0,0 0 0,0 0 0,0-1 0,1 1 0,0 0 0,2-3 0,-3 4 0,1-1 0,0 0 0,-1 1 0,0-1 0,0 0 0,0 0 0,0 0 0,0 0 0,0 0 0,-1 0 0,1 0 0,-1-3 0,0-86 0,0 92 0,0 0 0,0-1 0,0 1 0,0-1 0,0 1 0,0 0 0,0-1 0,0 1 0,0-1 0,-1 1 0,1 0 0,0-1 0,0 1 0,0 0 0,0-1 0,-1 1 0,1 0 0,0-1 0,-1 1 0,1 0 0,0-1 0,0 1 0,-1 0 0,1 0 0,0 0 0,-1-1 0,1 1 0,-1 0 0,1 0 0,0 0 0,-1 0 0,1 0 0,0-1 0,-1 1 0,1 0 0,-1 0 0,1 0 0,0 0 0,-1 0 0,1 0 0,-1 0 0,1 1 0,0-1 0,-1 0 0,1 0 0,-1 0 0,1 0 0,-1 1 0,0-1 0,0 1 0,0-1 0,0 1 0,1-1 0,-1 1 0,0 0 0,0-1 0,1 1 0,-1 0 0,0 0 0,1-1 0,-1 1 0,0 0 0,1 0 0,-1 0 0,1 0 0,0 0 0,-1 0 0,1 0 0,0 0 0,-1 0 0,1 0 0,0 0 0,0 0 0,0 1 0,0 11 0,-1-1 0,-1 1 0,1-1 0,-2 0 0,-6 19 0,2 35 0,-4-48 0,10-16 0,-1 0 0,1 0 0,-1 1 0,1-1 0,0 0 0,0 1 0,0-1 0,0 1 0,1-1 0,-1 1 0,1-1 0,-1 1 0,1 5 0,0-3 0,-1 0 0,0 1 0,0-1 0,0 0 0,-1 0 0,1 0 0,-1 0 0,-3 5 0,3-6 0,0 1 0,0 0 0,0 0 0,0 0 0,1 0 0,0 1 0,0-1 0,0 6 0,1-4 0,0 1 0,0-1 0,-1 0 0,0 1 0,-1-1 0,0 0 0,0 0 0,-6 14 0,1 21 0,2-38 0,4-3 0,0 0 0,0-1 0,0 1 0,0 0 0,0 0 0,0 0 0,1 0 0,-1 0 0,0 0 0,0 0 0,0 0 0,1 0 0,-1 0 0,1 0 0,-1 1 0,1-1 0,-1 0 0,1 2 0,1-3 0,-1 0 0,1 0 0,0 0 0,0 0 0,0 0 0,-1-1 0,1 1 0,0 0 0,0 0 0,-1 0 0,1-1 0,0 1 0,-1 0 0,1-1 0,0 1 0,0-1 0,-1 1 0,1-1 0,-1 1 0,1-1 0,-1 1 0,1-1 0,-1 1 0,1-1 0,-1 0 0,1 1 0,0-2 0,2-22 0,1-6 0,4 8 0,72-236 0,-69 217 0,16-42 0,-18 59 0,-9 22 0,1-1 0,0 1 0,0-1 0,0 1 0,1 0 0,-1-1 0,0 1 0,1 0 0,-1 0 0,1 0 0,0 0 0,4-3 0,-1 0 0,1-22 0,-7 18 0,1 17 0,8 39 0,-5-38 0,0 1 0,-2 0 0,1 0 0,0 13 0,-3 16 0,-1-22 0,2 0 0,0 0 0,1 1 0,5 29 0,4-21 0,-7-21 0,-1 0 0,0 1 0,0-1 0,-1 1 0,0-1 0,0 1 0,0-1 0,0 8 0,-3 18 0,1-22 0,1 1 0,0-1 0,0 0 0,0 1 0,1-1 0,4 15 0,0-3-397,-1 0 0,-1 0 0,-1 0 0,0 41 0,-2-59-165,0 0 0,0-1 0,1 1 0,-1 0 0,1-1 0,0 1 0,-1 0-1,1-1 1,1 1 0,-1-1 0,0 0 0,0 1 0,4 3 0,4 10-4522,-4 7-3669,-5-12 4479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56.3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0 577 2929,'8'-17'5146,"16"-7"-2067,-10 12-1590,3-6 1081,2 1 0,0 1 1,30-19-1,-36 26-1784,43-44 5216,-25 28-4983,-1-2-1,45-52 0,-68 69-1018,-1 0 0,1 0 0,-2 0 0,7-15 0,-5 10 0,1-42 0,-3 43 0,-4 12 0,-1 1 0,1-1 0,0 1 0,0-1 0,-1 0 0,1 1 0,-1-1 0,1 0 0,-1 0 0,0 1 0,0-1 0,0 0 0,0 0 0,0 1 0,0-1 0,0 0 0,-1 0 0,1 1 0,-1-1 0,1 0 0,-1 1 0,1-1 0,-1 0 0,0 1 0,0-1 0,0 1 0,0-1 0,-2-2 0,-7-14 0,10 17 0,0 0 0,-1 0 0,1 0 0,-1-1 0,1 1 0,-1 0 0,1 0 0,-1 0 0,0 0 0,1 1 0,-1-1 0,0 0 0,0 0 0,0 0 0,0 1 0,0-1 0,0 0 0,0 1 0,0-1 0,0 0 0,0 1 0,0 0 0,-2-1 0,-1 0 0,1 0 0,-1 0 0,1 0 0,-1 1 0,1-1 0,-1 1 0,0 0 0,1 0 0,-1 1 0,1-1 0,-1 1 0,1 0 0,-1 0 0,1 0 0,-1 0 0,1 0 0,0 1 0,-6 3 0,-1 2 0,-1 1 0,1 0 0,-16 18 0,-8 5 0,26-24 0,-1 1 0,1 0 0,0 0 0,1 0 0,-1 1 0,2 0 0,-1 1 0,2-1 0,-1 1 0,1 1 0,1-1 0,-1 0 0,2 1 0,0 0 0,0 0 0,1 0 0,0 0 0,0 23 0,1-28 0,1 0 0,0 0 0,0 0 0,0 0 0,1 0 0,0-1 0,0 1 0,1 0 0,-1 0 0,1-1 0,1 1 0,-1-1 0,1 1 0,0-1 0,0 0 0,4 5 0,-4-6 0,0 0 0,0 0 0,-1 0 0,1 0 0,-1 1 0,0-1 0,0 1 0,0-1 0,0 7 0,0-6 0,-1-1 0,0 1 0,1-1 0,0 1 0,0-1 0,1 0 0,-1 0 0,1 0 0,3 5 0,1-1-372,0 0 1,1 0-1,0-1 0,0 0 0,1 0 1,0 0-1,0-2 0,0 1 0,1-1 1,-1 0-1,1-1 0,1 0 1,-1-1-1,0 0 0,1 0 0,0-1 1,-1-1-1,1 0 0,0 0 1,11-1-1,-2 0-2340,9 0-986,1-1-1,30-5 0,-51 5 3001,1-1-1,-1-1 0,0 0 1,1 0-1,-1-1 1,-1 0-1,1-1 0,0 0 1,13-11-1,57-38-1557,-57 41 2126,-1-1 0,0-1-1,24-24 1,-23 18 1546,-2-1-1,0-2 1,-2 0-1,21-34 1,-13 18 598,-20 33-1352,-1 1-1,-1-1 1,1 0 0,-1 0-1,0-1 1,-1 1 0,1-1-1,-2 0 1,1 0-1,-1 0 1,0 0 0,-1-1-1,1-12 1,-2 18-218,-1 0 0,0-1 0,1 1-1,-1 0 1,0 0 0,-1 0 0,1 0 0,-1 0 0,1 1-1,-1-1 1,0 0 0,0 1 0,0-1 0,0 1 0,0 0-1,-4-4 1,-10-11 2301,15 16-2700,0 0 0,0 0 1,0 0-1,0 0 0,0 0 0,0 0 0,0 0 1,-1 1-1,1-1 0,0 0 0,-1 1 0,1-1 1,0 1-1,-1-1 0,1 1 0,-1 0 0,1-1 1,0 1-1,-1 0 0,-2 0 0,-38 10 836,31-4-700,-1-1-1,2 1 0,-1 1 1,-19 15-1,20-12-180,1-1 0,0 1 0,1 1 0,0-1 0,0 2 0,1-1 0,0 1 0,1 0 0,1 0 0,0 0 0,0 1 0,2 0 0,-1 0 0,2 0 0,-1 0 0,2 1 0,0 14 0,1 101 0,0-127 0,0 1 0,0-1 0,0 0 0,1 0 0,-1 0 0,1 1 0,0-1 0,-1 0 0,1 0 0,0 0 0,0 0 0,1 0 0,-1-1 0,0 1 0,3 3 0,-3-4 0,1 1 0,-1-1 0,0 1 0,0 0 0,0 0 0,0 0 0,0-1 0,0 1 0,0 0 0,0 0 0,-1 0 0,1 0 0,-1 0 0,0 0 0,1 4 0,-1-5 0,0 0 0,0 0 0,0 0 0,0 0 0,0 0 0,1 0 0,-1 0 0,0 0 0,1 0 0,-1 0 0,1 0 0,-1 0 0,1 0 0,-1 0 0,1 0 0,0-1 0,-1 1 0,1 0 0,0 0 0,0-1 0,0 1 0,-1 0 0,1-1 0,0 1 0,0-1 0,0 1 0,0-1 0,0 0 0,0 1 0,0-1 0,0 0 0,0 0 0,0 1 0,0-1 0,0 0 0,1 0 0,-1 0 0,0 0 0,0-1 0,0 1 0,1 0 0,37-11 0,-14-27 0,-22 35 0,0 1 0,-1-1 0,1 0 0,-1 0 0,0-1 0,0 1 0,0 0 0,0-1 0,0 1 0,2-8 0,16-30 0,-16 34 0,0-1 0,-1 1 0,0-1 0,0 0 0,3-12 0,-3 9 0,0 1 0,0 0 0,1 0 0,7-11 0,-10 20 0,2-4 0,0 0 0,0 0 0,0-1 0,-1 1 0,0-1 0,0 1 0,0-1 0,0 0 0,-1 1 0,0-1 0,0 0 0,-1-6 0,19-107 0,-17 96 0,-1 10 0,-7 23 0,3-2 0,0 1 0,0 0 0,1 0 0,0 0 0,1 0 0,0 0 0,0 18 0,1-12 0,0 0 0,1-1 0,1 1 0,0 0 0,1 0 0,5 16 0,-5-7 0,2 6 0,3-16 0,-6-12 0,0 1 0,-1 0 0,1 0 0,-1-1 0,1 1 0,-1 0 0,0 0 0,0 0 0,-1 1 0,1-1 0,0 0 0,-1 5 0,1-4-75,-1 1 1,1-1-1,0 1 0,1-1 0,-1 0 1,1 1-1,0-1 0,0 0 1,0 0-1,0 0 0,1 0 1,-1-1-1,1 1 0,0-1 0,0 0 1,1 1-1,-1-1 0,1-1 1,7 6-1,1 1-3233,-11-8 2716,0 0-1,0 0 1,0 0 0,0 0 0,0 0-1,0 0 1,0 0 0,0-1 0,1 1-1,-1 0 1,0-1 0,1 1-1,-1-1 1,0 1 0,1-1 0,-1 1-1,1-1 1,-1 0 0,1 0-1,-1 0 1,0 0 0,3 0 0,18-11-4485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56.6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43 3730,'0'-2'649,"0"0"0,0 0-1,0 1 1,0-1 0,1 0 0,-1 1 0,0-1 0,1 0 0,-1 0 0,1 1 0,0-1 0,0 1-1,-1-1 1,1 1 0,0-1 0,2-1 0,15-10 6907,-18 16-7135,-1-1 1,0 1 0,1-1-1,0 1 1,-1-1-1,1 1 1,0 0-1,0-1 1,1 1-1,0 3 1,-1-3-103,1 0-1,-1-1 1,0 1 0,0 0 0,0 0 0,0-1-1,-1 1 1,1 0 0,0 0 0,-1-1 0,-1 5-1,-7 6 734,7-11-993,1 0-1,-1 0 1,1 1-1,0-1 1,-1 0-1,1 1 1,0-1-1,0 1 1,1-1-1,-1 1 1,0 0-1,1-1 1,0 1-1,-1 0 1,1 2-1,0 222-58,-8-161 0,4-49 0,1 0 0,0 29 0,1-38 0,7-31 0,-3 18 0,0 0 0,0 1 0,0-1 0,0 1 0,-1-1 0,0 0 0,0 0 0,0 1 0,0-8 0,0 5 0,0 1 0,1-1 0,-1 1 0,1 0 0,1 0 0,-1 0 0,1 0 0,0 0 0,0 1 0,1-1 0,-1 1 0,6-6 0,-4 4 0,0 1 0,0-2 0,-1 1 0,0 0 0,0-1 0,4-13 0,-2 0 0,2 1 0,0 0 0,1 0 0,0 1 0,2 1 0,1-1 0,0 2 0,1 0 0,23-24 0,-26 26 0,16-18 0,-25 32 0,-1 1 0,1-1 0,-1 1 0,1 0 0,-1-1 0,1 1 0,0 0 0,-1-1 0,1 1 0,0 0 0,-1 0 0,1-1 0,0 1 0,-1 0 0,1 0 0,0 0 0,-1 0 0,1 0 0,0 0 0,0 0 0,-1 0 0,1 0 0,0 0 0,-1 1 0,1-1 0,0 0 0,-1 0 0,1 1 0,0-1 0,-1 0 0,1 1 0,-1-1 0,1 1 0,-1-1 0,1 1 0,-1-1 0,1 1 0,-1-1 0,1 1 0,-1-1 0,1 1 0,-1 0 0,0-1 0,1 1 0,-1-1 0,0 1 0,0 0 0,1 0 0,0 4 0,0-1 0,0 0 0,0 1 0,0-1 0,-1 1 0,0-1 0,0 0 0,-1 9 0,4 32 0,6-23 0,-6-17 0,-1 0 0,0 0 0,0 1 0,0-1 0,-1 1 0,0-1 0,0 1 0,0 10 0,18 180 0,-19-184 0,1 0 0,0 0 0,1 0 0,1 0 0,4 11 0,-4-12 0,0 1 0,0 0 0,-1 0 0,-1 0 0,1 13 0,-2 5-1477,0 0-4199,0-12-3963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58.0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57 11 6595,'0'0'5394,"-28"0"-1184,28-11 2161,-28 11 3826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58.1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0 29293,'0'0'-9156,"-28"0"448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0:20.9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40 6371,'0'-15'8864,"0"-9"-6696,-2 40-1242,2-12-540,-1 0 0,1 0 0,0-1-1,0 1 1,0 0 0,0 0 0,1 0-1,-1 0 1,1 0 0,0-1 0,0 1-1,2 4 1,2 1 171,-2-1 0,1 1 0,-1 0 0,-1 0 0,0 1 0,0-1 0,-1 0 0,0 1 1,0 10-1,0 8 376,1-1 1,1 1 0,7 27 0,-8 12-788,-2-55-152,0 0 0,0-1 1,1 1-1,3 16 0,6 2 6,-7-23 0,-1-1 0,1 1 0,-2 0 0,1 0 0,-1 1 0,1 12 0,-1-5 0,0 0 0,7 28 0,1 20 0,-10-51 0,2 0 0,0 0 0,0 0 0,1 0 0,0-1 0,1 1 0,1-1 0,6 16 0,-8-19 0,0 1 0,0-1 0,-1 0 0,0 1 0,0-1 0,-1 1 0,-1-1 0,-1 12 0,1 13 0,0-33 0,1 0 0,0 1 0,0-1 0,0 0 0,0 1 0,0-1 0,-1 0 0,1 1 0,0-1 0,0 1 0,0-1 0,0 0 0,0 1 0,0-1 0,0 0 0,0 1 0,0-1 0,0 1 0,1-1 0,-1 0 0,0 1 0,0-1 0,0 0 0,0 1 0,0-1 0,1 0 0,-1 1 0,0-1 0,0 0 0,1 0 0,-1 1 0,0-1 0,0 0 0,1 0 0,-1 1 0,0-1 0,1 0 0,-1 0 0,0 0 0,1 1 0,-1-1 0,0 0 0,1 0 0,-1 0 0,1 0 0,-1 0 0,0 0 0,1 0 0,-1 0 0,0 0 0,1 0 0,-1 0 0,1 0 0,0-1 0,0 0 0,0 0 0,0 0 0,-1 0 0,1 0 0,0-1 0,-1 1 0,1 0 0,-1 0 0,1 0 0,-1-1 0,1 1 0,-1 0 0,0-1 0,0 1 0,1 0 0,-1-1 0,-1-2 0,2-2 0,-1-1 0,1 0 0,1 0 0,-1 1 0,1-1 0,0 1 0,3-8 0,-2 8 0,0 0 0,-1-1 0,0 0 0,-1 1 0,0-1 0,0 0 0,1-7 0,-2 6 0,1-1 0,0 1 0,1 0 0,0 0 0,0 0 0,3-8 0,-2 8 0,0 0 0,0-1 0,-2 1 0,1-1 0,-1 1 0,1-10 0,-2-440 0,0 457 0,0-1 0,0 1 0,-1 0 0,1-1 0,0 1 0,0-1 0,-1 1 0,1 0 0,-1-1 0,0 1 0,1 0 0,-1-1 0,0 1 0,1 0 0,-1 0 0,0 0 0,0 0 0,0 0 0,0 0 0,0 0 0,-2-2 0,2 3 0,0-1 0,0 0 0,0 1 0,0-1 0,0 0 0,0 0 0,0 0 0,1 0 0,-1 0 0,0 0 0,1 0 0,-1 0 0,1 0 0,-1 0 0,1 0 0,0 0 0,-1 0 0,1 0 0,0-1 0,0 1 0,0-1 0,-1-3 0,1 18 0,5 20 0,4-20 0,-7-11 0,-1 0 0,1 1 0,-1-1 0,0 0 0,1 0 0,-1 1 0,0-1 0,0 1 0,-1-1 0,1 1 0,0 0 0,-1-1 0,0 1 0,1 3 0,-1-2 0,0 0 0,1 0 0,0 0 0,0 0 0,0 0 0,0 0 0,1 0 0,-1-1 0,1 1 0,0 0 0,0-1 0,0 1 0,6 5 0,-4-4 0,-1 0 0,1 1 0,-1-1 0,0 1 0,0-1 0,3 12 0,-5-13 0,1 0 0,-1-1 0,1 1 0,0 0 0,1-1 0,-1 1 0,0-1 0,5 5 0,-4-5 0,1 1 0,-1 0 0,-1 1 0,1-1 0,0 0 0,-1 1 0,3 6 0,-4-8 0,0-1 0,0 0 0,1 1 0,-1-1 0,1 0 0,-1 1 0,1-1 0,0 0 0,0 0 0,0 0 0,0-1 0,0 1 0,1 0 0,-1-1 0,4 2 0,21 19 0,-6-5 0,-8-9 0,-11-7 0,-1 0 0,1-1 0,-1 1 0,1 0 0,-1-1 0,1 1 0,0-1 0,-1 1 0,1-1 0,0 0 0,-1 0 0,1 0 0,0 0 0,0 0 0,-1 0 0,1 0 0,0-1 0,-1 1 0,1 0 0,0-1 0,-1 0 0,4-1 0,-2 1 0,0-1 0,1 0 0,-1 0 0,0 0 0,0 0 0,0 0 0,0-1 0,0 1 0,3-6 0,-3 6 0,-1-1 0,1 1 0,-1 0 0,1-1 0,0 1 0,0 1 0,0-1 0,0 0 0,3-1 0,27-18 0,-21 9 0,0 0 0,-1-1 0,-1-1 0,0 0 0,-1 0 0,0-1 0,-2 0 0,10-24 0,-1 12 0,-13 23 0,0-1 0,0 1 0,0 0 0,-1-1 0,0 0 0,0 1 0,0-1 0,0 0 0,-1 0 0,0 0 0,1-10 0,-2 14 0,1-1 0,-1 0 0,0 0 0,0 0 0,1 1 0,-1-1 0,1 0 0,-1 0 0,1 1 0,0-1 0,0 0 0,0 1 0,0-1 0,0 1 0,0-1 0,0 1 0,0 0 0,2-2 0,-2 2 0,0 0 0,1 0 0,-1-1 0,0 1 0,0 0 0,0-1 0,-1 1 0,1-1 0,0 1 0,0-1 0,-1 1 0,1-1 0,-1 1 0,1-1 0,-1 0 0,0 1 0,1-4 0,-3-11 0,-2 13 0,-8 20 0,6-8 0,-44 97 0,45-97 0,0-1 0,1 1 0,0 0 0,-5 18 0,-11 22 0,-14 30 0,24-54 0,-2 23 0,11-42 0,0-1 0,0 1 0,-1 0 0,0 0 0,0-1 0,-5 10 0,-1-5 0,6-9 0,1 0 0,0 0 0,0 0 0,0 0 0,0 0 0,0 1 0,0-1 0,0 0 0,0 0 0,1 1 0,-1-1 0,0 1 0,1-1 0,-1 1 0,1-1 0,0 1 0,-1-1 0,1 1 0,0 1 0,-15 38 0,12-32 0,18-29 0,-7-13 0,-2 23 0,1-2 0,-2 1 0,1 0 0,-1-1 0,5-20 0,-6 16 0,0 0 0,2 0 0,0 1 0,1 0 0,0 0 0,10-14 0,30-76 0,-31 70 0,-13 27 0,0 0 0,0 0 0,1 0 0,0 1 0,10-13 0,28-48 0,-34 51 0,-8 16 0,0 1 0,0-1 0,0 1 0,0-1 0,0 1 0,0 0 0,0-1 0,0 1 0,0-1 0,1 1 0,-1-1 0,0 1 0,0 0 0,0-1 0,1 1 0,-1-1 0,0 1 0,0 0 0,1-1 0,-1 1 0,0 0 0,1-1 0,-1 1 0,0 0 0,1 0 0,-1-1 0,1 1 0,-1 0 0,0 0 0,1 0 0,-1 0 0,1-1 0,-1 1 0,1 0 0,-1 0 0,1 0 0,-1 0 0,0 0 0,1 0 0,-1 0 0,1 0 0,-1 0 0,1 0 0,-1 1 0,1-1 0,-1 0 0,0 0 0,1 0 0,-1 0 0,1 1 0,-1-1 0,0 0 0,1 0 0,-1 1 0,0-1 0,1 0 0,-1 1 0,1 0 0,-1-1 0,1 1 0,-1-1 0,1 1 0,0-1 0,-1 1 0,0-1 0,1 1 0,-1 0 0,1-1 0,-1 1 0,0 0 0,1 0 0,-1-1 0,0 1 0,0 0 0,0 0 0,1-1 0,-1 1 0,0 0 0,0 0 0,0 0 0,0-1 0,0 1 0,-1 0 0,1 0 0,0-1 0,0 1 0,0 0 0,-1 1 0,0-1 0,1 1 0,0-1 0,0 1 0,-1-1 0,1 1 0,0-1 0,0 1 0,0 0 0,1-1 0,-1 1 0,0-1 0,0 1 0,1-1 0,-1 1 0,1-1 0,0 1 0,-1-1 0,2 2 0,2 5 0,0-1 0,-1 1 0,0 0 0,0 0 0,-1 0 0,0 0 0,0 0 0,-1 1 0,0-1 0,-1 0 0,0 1 0,-1 14 0,1-9 0,0-2 0,1 0 0,0 0 0,6 20 0,-4-21 0,-1 0 0,0 0 0,0 21 0,-2 102-2726,0 183-9595,0-281 5440,0-19-140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0:21.8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192 708 2897,'0'-3'479,"1"-1"0,-1 1 0,1-1 0,0 1 0,0 0 0,0-1 0,1 1 0,-1 0-1,1 0 1,3-5 0,-3 6-291,-1 0-1,1 0 0,-1 0 0,0-1 0,0 1 1,0 0-1,0 0 0,0-1 0,0 1 0,0-1 1,-1 1-1,1-1 0,-1 1 0,0-1 0,0 1 1,0-1-1,0 1 0,0-1 0,0 1 0,-1-1 1,1 1-1,-1 0 0,0-1 0,0 1 0,-1-3 1,-7-7 403,8 11-476,-1 0 1,1-1-1,0 1 0,0-1 1,0 1-1,0-1 1,0 1-1,0-1 0,0 1 1,1-1-1,-1 0 1,0 1-1,1-1 1,-1 0-1,1 0 0,0-2 1,0 3-32,0 0 0,0 0 1,0 0-1,-1 0 0,1 0 1,0 0-1,0 0 0,0 0 0,-1 0 1,1 0-1,-1 0 0,1 0 1,-1 1-1,1-1 0,-1 0 0,1 0 1,-1 0-1,1 1 0,-1-1 1,0 0-1,0 1 0,0-2 0,0 2-42,0 0-1,1-1 1,-1 1-1,0-1 0,1 1 1,-1-1-1,1 0 1,-1 1-1,1-1 0,0 0 1,-1 1-1,1-1 1,-1 0-1,1 1 0,0-1 1,0 0-1,-1 0 1,1 1-1,0-1 0,0 0 1,0-1-1,-28 2 861,21 3-500,0 1-1,0 0 1,0 0 0,1 1 0,0 0 0,0 0-1,0 0 1,1 1 0,-1 0 0,1 0-1,1 0 1,-1 1 0,1 0 0,-6 12 0,-14 32 1389,21-45-1717,-1 0 0,1 0-1,0 0 1,1 0-1,-1 0 1,1 0 0,1 1-1,-1-1 1,1 1-1,-1 10 1,0 27 132,1-32-176,0-1 0,1 0 0,0 0 0,1 0 0,0 0 0,4 15 0,42 93 18,-46-117-44,0 0 0,1 1 1,-1-1-1,0 0 0,1 0 0,0 0 0,-1 0 1,1 0-1,0 0 0,0-1 0,0 1 0,0 0 1,0-1-1,0 0 0,5 3 0,-4-3 1,0 1 0,0 0 0,0-1 0,0 1 0,-1 1 0,1-1 0,-1 0 0,4 4 0,-4-3 5,2-1 0,-1 0 0,0 0 0,0 0 0,1-1 0,-1 1 0,1-1 0,-1 1 0,1-1 0,0 0 0,-1-1 0,1 1 0,0-1 0,0 1 0,-1-1 0,1 0 0,0-1 0,0 1 0,-1-1 0,7-1 0,2 0 1,1 0 1,-1-1-1,0-1 0,0 0 0,20-10 1,-22 9-3,-1 0 1,0-1-1,0 0 1,-1 0-1,0-1 1,0 0-1,0 0 1,-1-1 0,0 0-1,0-1 1,-1 1-1,0-1 1,-1 0-1,1-1 1,-2 1-1,0-1 1,0 0 0,-1 0-1,0-1 1,0 1-1,-1 0 1,-1-1-1,1-12 1,-2 10 30,0-5 231,0 1 0,-5-35 1,3 45-122,0 1 0,0-1 1,-1 0-1,0 1 1,0 0-1,0-1 0,-1 1 1,0 1-1,0-1 0,-6-6 1,-10-10 124,0 1 0,-44-35 0,56 50-245,-1 0 0,1 1-1,0 0 1,-1 1 0,0-1-1,0 2 1,-1-1 0,1 1-1,-1 1 1,1 0 0,-1 0-1,-14 0 1,17 2-30,-36 3 0,42-3 0,0 0 0,-1 0 0,1 1 0,0-1 0,0 0 0,0 1 0,0-1 0,0 0 0,0 1 0,0-1 0,0 1 0,0 0 0,0-1 0,0 1 0,0 0 0,0 0 0,1 0 0,-1-1 0,0 1 0,0 0 0,1 0 0,-1 0 0,1 0 0,-1 0 0,1 0 0,-1 0 0,1 1 0,0-1 0,-1 0 0,1 0 0,0 1 0,0 0 0,1 0 0,-1 0 0,1-1 0,0 1 0,0 0 0,0-1 0,0 1 0,0 0 0,0-1 0,0 0 0,1 1 0,-1-1 0,0 0 0,1 1 0,-1-1 0,1 0 0,-1 0 0,1 0 0,0 0 0,-1 0 0,1-1 0,3 2 0,47 15 0,-38-13 0,7 3 0,1-2 0,36 6 0,-17-4 0,4 0-317,1-3 0,0-1 0,61-4 1,-42-1 68,0 0 247,0-4 0,66-14 0,-125 19 4,12-3 170,0-2 1,25-10 0,-12 4 337,1-2-178,14-1-183,-44 14-150,0 1 0,1-1 0,-1 0 0,0 0 0,0 0 0,0 0 0,0 0 0,0 0 0,0 0 0,0-1 0,-1 1 0,1-1 0,0 0 0,-1 1 0,1-1 0,-1 0 0,0 0 0,1 0 0,-1 0 0,0 0 0,0 0 0,0 0 0,0-3 0,0 4 0,-1 1 0,0-1 0,0 0 0,0 0 0,0 1 0,0-1 0,0 0 0,0 0 0,0 0 0,0 1 0,-1-1 0,1 0 0,0 0 0,0 1 0,-1-1 0,1 0 0,0 1 0,-1-1 0,1 0 0,-1 1 0,1-1 0,-1 0 0,1 1 0,-1-1 0,0 0 0,-1 0 0,0 0 0,0 1 0,0-1 0,0 0 0,0 1 0,1 0 0,-1-1 0,0 1 0,0 0 0,0 0 0,0 0 0,0 0 0,0 0 0,0 1 0,-3 0 0,-6 1 0,0 1 0,0 0 0,1 1 0,-1 1 0,1-1 0,0 1 0,1 1 0,-1 0 0,1 0 0,-13 13 0,4-2 0,1 1 0,1 0 0,-23 35 0,32-42 0,2-1 0,-1 1 0,-5 17 0,-4 5 0,13-28 0,1-1 0,-1 1 0,1 0 0,0 0 0,0 0 0,1 0 0,-1 1 0,1-1 0,0 0 0,1 0 0,1 7 0,-1 16 0,-1-25 0,0 0 0,-1 0 0,1 0 0,0 0 0,0 1 0,1-1 0,-1 0 0,1 0 0,-1 0 0,1 0 0,0 0 0,0 0 0,1 0 0,-1 0 0,0-1 0,1 1 0,0 0 0,0-1 0,0 1 0,0-1 0,4 4 0,-5-5 0,0 0 0,-1 0 0,1 0 0,0 0 0,0 0 0,-1 0 0,1 0 0,0 1 0,-1-1 0,1 0 0,-1 0 0,0 0 0,1 0 0,-1 1 0,0-1 0,0 3 0,0-4 0,0 1 0,0 0 0,0 0 0,1 0 0,-1-1 0,0 1 0,0 0 0,0 0 0,1-1 0,-1 1 0,0 0 0,1 0 0,-1-1 0,1 1 0,-1 0 0,0-1 0,1 1 0,0-1 0,-1 1 0,1 0 0,-1-1 0,1 1 0,0-1 0,-1 0 0,1 1 0,0-1 0,0 1 0,-1-1 0,1 0 0,0 0 0,1 1 0,4 0 0,0 0 0,1 0 0,-1-1 0,0 0 0,1 0 0,-1 0 0,0-1 0,0 0 0,1 0 0,-1 0 0,0-1 0,0 0 0,0 0 0,0-1 0,-1 0 0,11-6 0,4-4 0,0 0 0,-1-2 0,19-17 0,-33 27 0,-1 0 0,0-1 0,0 1 0,0-1 0,5-10 0,15-22 0,-4 16 0,-12 14 0,-1 0 0,0-1 0,0 0 0,-1 0 0,8-17 0,80-213 0,-89 225 0,-1 0 0,-1 0 0,3-25 0,1-2 0,3 6 0,-7 26 0,0-1 0,-1 0 0,0 0 0,0 0 0,-1-14 0,1-11 0,-1 24 0,0-1 0,-1 1 0,0 0 0,-1-1 0,0 1 0,-5-20 0,-5 11 0,10 17 0,-1 0 0,0 0 0,1 0 0,0 0 0,-1 0 0,1-1 0,0 1 0,1 0 0,-1 0 0,1-1 0,-1 1 0,1-6 0,0 9 0,0 1 0,0-1 0,-1 0 0,1 1 0,0-1 0,0 1 0,-1-1 0,1 0 0,0 1 0,-1-1 0,1 0 0,0 0 0,-1 1 0,1-1 0,0 0 0,-1 0 0,1 0 0,-1 1 0,1-1 0,0 0 0,-1 0 0,1 0 0,-1 0 0,1 0 0,-1 0 0,1 0 0,-1 0 0,1 0 0,0 0 0,-1 0 0,1 0 0,-1 0 0,1 0 0,-1 0 0,1-1 0,0 1 0,-1 0 0,1 0 0,-1 0 0,1-1 0,0 1 0,-1 0 0,1-1 0,0 1 0,-1 0 0,1 0 0,0-1 0,0 1 0,-1-1 0,1 1 0,0-1 0,-1 3 0,1-1 0,0 1 0,0-1 0,-1 1 0,1-1 0,-1 1 0,1-1 0,-1 1 0,1-1 0,-1 1 0,0-1 0,0 0 0,0 1 0,0-1 0,0 0 0,0 0 0,0 1 0,0-1 0,-2 1 0,-8 9 0,6-2 0,1-1 0,0 1 0,0 0 0,1 0 0,-3 11 0,-15 38 0,17-49 0,0 1 0,0 0 0,1 0 0,1 1 0,0-1 0,0 1 0,0 14 0,3 83 0,1-46 0,-2-44 0,-1-5 0,1 0 0,0 0 0,1 0 0,0 0 0,1 0 0,1 0 0,0 0 0,8 21 0,12 22 0,-20-45 0,1 0 0,0 0 0,1-1 0,1 0 0,-1 0 0,1 0 0,10 11 0,7 9 0,-21-26 0,1 0 0,0 0 0,-1 0 0,1-1 0,0 1 0,1-1 0,-1 0 0,1 1 0,-1-1 0,1-1 0,0 1 0,0-1 0,0 1 0,1-1 0,-1 0 0,0-1 0,1 1 0,6 1 0,9 0 0,0-1 0,-1-1 0,1-1 0,0 0 0,23-5 0,-30 3 0,0-1 0,-1-1 0,0 0 0,0-1 0,0 0 0,0-1 0,-1 0 0,0-1 0,14-11 0,25-17 0,-40 29 0,1-1 0,-1 0 0,0-1 0,-1 0 0,0-1 0,0 0 0,-1 0 0,0-1 0,10-15 0,23-40 0,-28 46 0,-1 0 0,-1-1 0,0-1 0,12-32 0,-22 46 0,0 0 0,0 0 0,0 0 0,-1 0 0,0 0 0,0 0 0,-1 0 0,-1-7 0,1 12 0,1 0 0,-1 0 0,1 0 0,-1 0 0,0 0 0,0 0 0,0 1 0,0-1 0,0 0 0,0 1 0,0-1 0,-3-2 0,3 3 0,0 1 0,0 0 0,1-1 0,-1 1 0,0-1 0,0 1 0,0 0 0,0 0 0,0-1 0,0 1 0,0 0 0,0 0 0,0 0 0,0 0 0,0 0 0,0 0 0,0 0 0,0 1 0,0-1 0,0 0 0,1 1 0,-1-1 0,0 0 0,0 1 0,0-1 0,-1 2 0,-9 4 0,0 1 0,0 0 0,1 1 0,0 0 0,0 1 0,1 0 0,0 1 0,1 0 0,0 0 0,1 0 0,-8 14 0,-6 12 0,14-27 0,1 1 0,0 0 0,1 0 0,0 1 0,0-1 0,1 1 0,0 0 0,1 0 0,1 0 0,0 1 0,-1 12 0,2 3 0,0-14 0,1 0 0,0 0 0,0 0 0,1 0 0,1 0 0,0 0 0,1 0 0,1-1 0,-1 1 0,10 18 0,-6-18 0,0-1 0,0-1 0,1 1 0,0-1 0,1-1 0,1 0 0,-1 0 0,2 0 0,-1-2 0,1 1 0,1-1 0,-1-1 0,1 0 0,1 0 0,-1-2 0,1 1 0,0-1 0,0-1 0,1-1 0,17 3 0,-13-1-303,0-2-1,1 0 1,0-1 0,-1-1 0,1-1-1,0 0 1,0-1 0,19-5 0,31-13-8221,-2 6-1929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0:48.9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150 228 1953,'1'-1'4274,"-6"-10"-2081,-14-1 485,18 11-2413,0-1-1,0 1 0,1 0 1,-1-1-1,0 1 1,1-1-1,-1 1 0,1-1 1,-1 1-1,1-1 0,0 1 1,0-1-1,0 0 0,0 1 1,0-1-1,0 1 0,0-1 1,0 1-1,1-1 1,0-1-1,-1-6 2924,0 5-2541,-4-13 3964,-10 14 2334,9 14-6219,-1-7-726,5-3 0,0-1 0,0 0 0,0 1 0,0-1 0,0 1 0,0 0 0,0-1 0,0 1 0,0 0 0,1 0 0,-1-1 0,0 1 0,0 0 0,1 0 0,-1 0 0,1 0 0,-1 0 0,1 0 0,-1 0 0,1 0 0,-1 0 0,1 0 0,0 0 0,0 0 0,-1 2 0,0 2 0,0 0 0,-1 0 0,0 0 0,0 0 0,0-1 0,0 1 0,-1-1 0,0 1 0,-5 5 0,-8 16 0,12 1 0,4-25 0,0 1 0,0 0 0,0-1 0,0 1 0,-1-1 0,1 1 0,-1 0 0,1-1 0,-3 5 0,-6 6 0,8-11 0,-1 0 0,0 1 0,1-1 0,0 0 0,-1 1 0,1-1 0,0 0 0,0 1 0,1-1 0,-1 1 0,0 0 0,1-1 0,0 1 0,-1 5 0,1 81 0,0-87 0,1 0 0,-1 0 0,0 0 0,0 0 0,1 0 0,-1 0 0,1 0 0,0 0 0,0 0 0,-1 0 0,1 0 0,0-1 0,1 1 0,-1 0 0,0-1 0,3 3 0,-3-2 0,0-1 0,1 1 0,-1-1 0,0 1 0,0-1 0,0 1 0,0 0 0,0 0 0,0-1 0,-1 1 0,1 0 0,-1 0 0,1 0 0,-1 0 0,0 0 0,1 3 0,-1-1 0,1-1 0,-1 1 0,1 0 0,0-1 0,0 1 0,1-1 0,-1 0 0,1 1 0,0-1 0,-1 0 0,2 0 0,1 3 0,8 13 0,-11-17 0,1 0 0,0 0 0,-1 0 0,1-1 0,0 1 0,0 0 0,0-1 0,0 1 0,1-1 0,3 2 0,8 6 0,-11-6 0,1 0 0,0 0 0,0 0 0,0-1 0,1 0 0,-1 1 0,0-2 0,1 1 0,-1 0 0,1-1 0,0 0 0,-1 0 0,1 0 0,0-1 0,0 1 0,0-1 0,-1 0 0,1-1 0,0 1 0,0-1 0,-1 0 0,1 0 0,0 0 0,8-4 0,-1 0 0,-1 1 0,1-2 0,-1 1 0,0-2 0,0 1 0,-1-1 0,0-1 0,0 0 0,11-13 0,-8 7 0,-1-1 0,-1 0 0,0 0 0,-1-1 0,-1-1 0,15-33 0,-10 3 0,-11 38 0,0 1 0,0-1 0,-1 0 0,0-1 0,0 1 0,0-12 0,-2-135-3970,0 153 3383,0-1 0,-1 1 0,1 0 0,-1 0 0,1 0-1,-1 0 1,0 0 0,0 0 0,-1 0 0,1 0 0,0 0 0,-5-5 0,5 6-20,-1-1 1,0 1 0,1-1 0,0 0-1,0 1 1,0-1 0,0 0 0,0 0-1,0 0 1,1 0 0,-1 0 0,1-5-1,-3-19-4205,-13 1 711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0:49.2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3410,'23'27'2124,"-17"-21"-1669,0 1 0,-1-1-1,1 1 1,-1 1-1,-1-1 1,1 1 0,-1 0-1,4 12 1,39 131 5246,0-6 950,-45-137-6070,-1 0 0,1 0 1,-2 0-1,1 0 0,-1 0 0,0 1 0,-2 7 0,1 20 2798,1-36-3316,0 1 0,1 0 0,-1-1 0,0 1 0,1 0 0,-1 0 0,0-1 0,1 1 1,-1-1-1,1 1 0,-1 0 0,1-1 0,-1 1 0,1-1 0,-1 1 0,1-1 0,-1 1 0,1-1 0,0 0 1,-1 1-1,1-1 0,0 0 0,0 1 0,-1-1 0,1 0 0,0 0 0,0 0 0,-1 1 0,1-1 0,0 0 1,0 0-1,-1 0 0,1 0 0,0-1 0,0 1 0,-1 0 0,2 0 0,-2 0-30,2-3-8,-1 1-1,-1 0 1,1-1-1,0 1 1,-1 0-1,1-1 1,-1 1-1,1-1 1,-1 1-1,0-1 1,0 1-1,-1-1 1,0-4 0,1 3-38,9-60 13,1-4 0,-9 57 0,0 0 0,1 1 0,0-1 0,1 0 0,0 1 0,0 0 0,6-11 0,11-34 0,-17 43 0,1 0 0,1 0 0,9-18 0,-13 28 0,0-1 0,0 1 0,0-1 0,0 1 0,-1-1 0,1 0 0,-1 1 0,0-1 0,0-4 0,0 5 0,0 1 0,0-1 0,0 1 0,0-1 0,0 1 0,0-1 0,1 1 0,-1-1 0,0 1 0,1-1 0,-1 1 0,1-1 0,-1 1 0,1-1 0,0 1 0,0 0 0,0 0 0,-1-1 0,1 1 0,0 0 0,1 0 0,-1 0 0,0 0 0,0 0 0,0 0 0,3-1 0,4-1 0,-1 1 0,1 0 0,0 0 0,-1 0 0,1 1 0,0 1 0,0-1 0,16 2 0,-10-1 0,-9 1 0,0 1 0,-1-1 0,1 1 0,0 0 0,-1 0 0,0 0 0,1 0 0,-1 1 0,0 0 0,0 0 0,0 0 0,3 4 0,2 0 0,39 35 0,79 93 0,-108-114 0,-14-16-454,0 1 1,-1 0-1,0 0 0,0 1 0,0-1 1,0 1-1,-1 0 0,0 0 0,2 11 1,-2-3-1363,-1 1 0,0-1 1,-2 25-1,0-12-8946,0-17 6032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0:49.5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1 168 2945,'0'-112'11683,"0"66"-5503,0 37-2537,0 14 538,0 102-46,0-103-4135,0-1 0,0 1 0,1 0 0,0-1 0,-1 1 0,1-1 0,1 1 0,-1-1 0,0 1 0,1-1 0,3 5 0,4 12 0,38 151 0,-41-146 0,-5-21 0,0 1 0,0 0 0,0-1 0,1 1 0,0 0 0,0-1 0,0 0 0,5 8 0,-2-4 13,-1 0 0,0 1 1,-1-1-1,0 1 0,0-1 0,2 16 0,-3-12-106,1 0 0,1-1 0,0 1 0,6 12-1,37 46-8499,-44-41 3358,-3-27 4533,-1 0 0,1 0 0,0 0 0,0 0 0,0 0 0,0 0 0,1 1 0,-1-1 0,1 0 0,-1 0 0,1 0 0,0 0 0,1 2 0,13 9-4385,-15-24 3310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0:50.0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264 270 1233,'10'-60'4482,"0"-4"558,-10 60-4727,0 0-1,0 0 0,-1 0 1,0 0-1,0 0 1,0 0-1,0 0 1,0 0-1,-1 0 1,0 0-1,0 1 0,0-1 1,0 1-1,-3-4 1,-6-8 649,9 10-286,-1 0 0,-1 1 1,1 0-1,-1-1 0,1 1 0,-1 0 1,0 1-1,-5-4 0,1 2-105,0 1 0,-1 0 0,1 1 1,-1 0-1,1 1 0,-1-1 0,0 2 0,0-1 0,-17 0 0,21 2-354,1 0 1,-1 1-1,1-1 1,-1 1-1,1 0 1,0 0-1,-1 1 0,1-1 1,0 1-1,0 0 1,0 0-1,0 0 1,0 0-1,0 1 0,1 0 1,-1 0-1,1 0 1,0 0-1,0 0 1,-5 7-1,4-3-217,1-1 0,0 1 0,0 0 0,0 0 0,1 0 0,0 1 0,0-1 0,1 0 0,0 1 0,0-1 0,1 1 0,0 0 0,0-1 0,1 1 0,3 13 0,4 5 0,-7-20 0,1 0 0,-1 0 0,1-1 0,1 1 0,-1-1 0,1 1 0,0-1 0,0 0 0,1 0 0,-1 0 0,6 4 0,13 14 0,-16-16 0,0 0 0,1 0 0,0-1 0,1 0 0,14 9 0,-6-6-957,1 0 1,0 0-1,1-2 1,25 8-1,-35-13 606,-1-1 0,1 0 0,-1 0 0,1-1-1,0 0 1,-1 0 0,1-1 0,0 0 0,-1 0 0,1-1 0,-1 0-1,0 0 1,1-1 0,6-3 0,-8 3 154,-1 1 128,-1 1 0,1-1-1,-1 0 1,1 0 0,-1-1 0,0 1-1,0-1 1,0 0 0,0 0 0,0 0-1,-1-1 1,0 1 0,1-1 0,-1 0-1,0 0 1,-1 0 0,5-9 0,32-42 31,-34 40 371,0 1 0,-1-1-1,-1-1 1,-1 1-1,2-27 1,-3-42 5591,-1 57-2590,0 259-3057,0-225-277,1 1 0,0 0 0,0-1 0,1 1 0,0 0 0,4 9 0,-3-9 0,0-1 0,-1 1 0,0 0 0,0 0 0,-1 1 0,1 11 0,-3-16 0,1 1 0,0-1 0,0 1 0,1 0 0,-1-1 0,1 1 0,0-1 0,0 1 0,1-1 0,-1 1 0,1-1 0,0 0 0,3 5 0,3 6 0,-2-8 0,7-17 0,-13 10 0,1-1 0,0 1 0,-1-1 0,1 0 0,-1 0 0,0 1 0,1-1 0,-1 0 0,0 0 0,1 1 0,-1-1 0,0 0 0,0 0 0,1 0 0,-1 0 0,0 0 0,0 1 0,0-1 0,0-1 0,2-11 0,2 5 0,-2 4 0,-1 1 0,1-1 0,-1 1 0,0-1 0,0 0 0,0 1 0,0-1 0,0 0 0,-1 0 0,0-4 0,1 4 0,-1 0 0,1-1 0,0 1 0,0 0 0,0 0 0,0 0 0,1 1 0,-1-1 0,1 0 0,0 0 0,0 1 0,4-5 0,-3 3 0,0 0 0,1 0 0,-2-1 0,1 0 0,-1 1 0,0-1 0,2-7 0,0-5 0,0 0 0,1 1 0,9-20 0,-13 33 0,0 1 0,0-1 0,0 0 0,0 1 0,-1-1 0,1 0 0,-1 0 0,0-6 0,3-18 0,7 10 0,-8 15 0,0 1 0,-1 0 0,0 0 0,0 0 0,0-1 0,0 1 0,0-1 0,0 1 0,0 0 0,-1-1 0,1 0 0,-1 1 0,0-4 0,0 3 0,0 0 0,0-1 0,0 1 0,0 0 0,1 0 0,-1 0 0,1 0 0,0 0 0,0 0 0,0 0 0,0 0 0,0 0 0,1 0 0,-1 0 0,1 1 0,2-4 0,-4 6 0,0-1 0,1 1 0,-1-1 0,0 1 0,1-1 0,-1 1 0,0-1 0,1 1 0,-1-1 0,1 1 0,-1 0 0,1-1 0,-1 1 0,1 0 0,-1-1 0,1 1 0,-1 0 0,1 0 0,-1-1 0,1 1 0,-1 0 0,1 0 0,0 0 0,-1 0 0,1 0 0,-1 0 0,1 0 0,0 0 0,-1 0 0,1 0 0,-1 0 0,1 0 0,-1 0 0,1 0 0,0 1 0,-1-1 0,1 0 0,-1 0 0,1 1 0,-1-1 0,1 0 0,-1 1 0,1-1 0,-1 0 0,0 1 0,1-1 0,-1 1 0,1 0 0,19 34 0,-9-16 0,17 14 0,-22-28 0,0 1 0,-1 0 0,0 0 0,0 0 0,5 11 0,-1 6 0,7 11 0,2 3 0,-16-29 0,1-1 0,1 0 0,-1 0 0,1 0 0,9 13 0,-9-16 0,-2-2 0,0 0 0,0 0 0,0 0 0,0 0 0,0 1 0,-1-1 0,0 0 0,1 1 0,-1-1 0,0 1 0,0-1 0,0 1 0,0 0 0,-1-1 0,1 1 0,-1 0 0,1 4 0,-1-2-154,0 0-1,1-1 1,0 1-1,0-1 1,0 1 0,4 7-1,-3-7-355,-1 0-1,1-1 0,-1 1 1,0 0-1,0 0 0,1 10 1,0-6-4726,17 8 553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0:50.9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113 43 2081,'-5'-4'1544,"-6"-7"931,9-3 4324,1 13-6708,1 1 0,0-1 1,0 1-1,0-1 0,0 0 0,0 1 0,0-1 0,-1 1 0,1-1 0,0 1 0,0-1 1,-1 1-1,1-1 0,0 1 0,-1-1 0,1 1 0,-1 0 0,1-1 0,0 1 0,-1 0 1,1-1-1,-1 1 0,1 0 0,-1-1 0,1 1 0,-1 0 0,1 0 0,-1 0 1,1-1-1,-1 1 0,0 0 0,0 0 0,-23-1 2750,17 2-1843,-1 14 2340,4-12-2827,1 0-167,0-1 0,0 1 1,0 0-1,0 0 0,0 0 0,1 0 0,-1 0 1,1 1-1,0-1 0,0 1 0,1-1 0,-1 1 1,1 0-1,-1 0 0,1 0 0,0 0 0,0 7 1,1 134 2632,1-135-2977,1 0 0,0 0 0,0 0 0,1 0 0,1 0 0,-1 0 0,2-1 0,-1 0 0,8 11 0,0 2 0,-9-18 0,0 1 0,1-1 0,0 0 0,0 0 0,0 0 0,7 5 0,-2-2 0,16 11 0,-22-16 0,0-1 0,-1 1 0,0-1 0,1 1 0,-1 0 0,0 0 0,0 0 0,0 0 0,4 5 0,-2-3 0,1-1 0,0 0 0,0-1 0,0 1 0,1-1 0,-1 0 0,0 0 0,1-1 0,0 0 0,-1 0 0,12 1 0,-12-2 0,0 1 0,0-1 0,0 0 0,0-1 0,0 1 0,9-3 0,-13 3 0,0-1 0,0 1 0,0 0 0,0-1 0,0 1 0,0-1 0,-1 1 0,1-1 0,0 1 0,0-1 0,0 1 0,0-1 0,-1 0 0,1 0 0,0 1 0,-1-1 0,1 0 0,-1 0 0,1 0 0,-1 0 0,1 0 0,-1 0 0,1 0 0,-1 0 0,0 0 0,1 0 0,-1 0 0,0-2 0,0-62 0,-2 60 0,1 0 0,-1 1 0,0 0 0,-1-1 0,1 1 0,-1 0 0,0 0 0,0 1 0,0-1 0,0 0 0,-1 1 0,1 0 0,-1 0 0,0 0 0,-5-3 0,-13-13 0,-47-45 0,24 23 0,37 35 0,1 0 0,0 0 0,0-1 0,-8-10 0,-12-9 0,27 25 0,1 0 0,-1 0 0,0 0 0,1 1 0,-1-1 0,1 0 0,-1 0 0,0 1 0,1-1 0,0 0 0,-1 1 0,1-1 0,-1 0 0,1 1 0,0-1 0,0 1 0,-1-1 0,1 1 0,0-1 0,0 1 0,-1 0 0,1-1 0,0 1 0,0 0 0,0 0 0,0-1 0,0 1 0,1 0 0,17-11 0,-17 10 0,1-1 0,-1 1 0,1-1 0,-1 1 0,1 0 0,-1 0 0,1 0 0,-1 0 0,1 0 0,0 0 0,0 1 0,-1 0 0,1-1 0,0 1 0,0 0 0,0 0 0,5 1 0,13-2 0,-5-3 0,0 1 0,0 1 0,29-2 0,-35 4 0,0 0 0,0 1 0,-1-1 0,1 2 0,0 0 0,-1 0 0,1 1 0,16 6 0,-23-7 0,0 0 0,0 0 0,-1 0 0,1 0 0,0 0 0,-1 0 0,0 0 0,1 1 0,-1 0 0,0-1 0,0 1 0,-1 0 0,1 0 0,-1 0 0,1 0 0,-1 0 0,0 0 0,0 0 0,0 1 0,0-1 0,-1 0 0,1 0 0,-1 1 0,0 4 0,-1 11 0,0-16 0,0 1 0,1-1 0,0 0 0,-1 0 0,1 0 0,0 0 0,1 1 0,-1-1 0,1 0 0,-1 0 0,1 0 0,0 0 0,0 0 0,2 5 0,6-1 0,-7-7 0,-1 1 0,0 0 0,0 0 0,0-1 0,0 1 0,0 0 0,-1 0 0,1 0 0,0 0 0,0 0 0,-1 0 0,1 0 0,0 1 0,-1-1 0,1 0 0,-1 0 0,0 0 0,1 1 0,-1-1 0,0 0 0,0 0 0,0 1 0,1-1 0,-1 0 0,-1 1 0,1-1 0,0 1 0,1 1 0,-1 0 0,1 0 0,0 0 0,0-1 0,1 1 0,-1-1 0,0 1 0,1-1 0,0 1 0,-1-1 0,1 0 0,0 0 0,0 0 0,1 0 0,-1 0 0,0 0 0,1 0 0,-1-1 0,1 1 0,-1-1 0,1 0 0,3 2 0,14 6 0,-19-8 0,0 0 0,0 0 0,0 0 0,1 0 0,-1 0 0,0 0 0,1-1 0,-1 1 0,1-1 0,-1 1 0,1-1 0,-1 1 0,1-1 0,-1 0 0,1 1 0,-1-1 0,1 0 0,0 0 0,-1 0 0,1 0 0,-1-1 0,1 1 0,-1 0 0,1-1 0,-1 1 0,1-1 0,-1 1 0,3-3 0,12-8 0,-12 9 0,0-1 0,0 0 0,0 0 0,-1 0 0,1 0 0,4-7 0,47-68 0,-54 74 0,1 0 0,-1 0 0,0 0 0,0 0 0,0 0 0,0 0 0,-1 0 0,0 0 0,0 0 0,0-1 0,0 1 0,-2-8 0,1-9 0,0 2 0,1 41 0,4 37 0,2-46 0,-4-11 0,-1 0 0,0 0 0,0 1 0,0-1 0,-1 0 0,1 0 0,0 0 0,-1 1 0,1-1 0,-1 0 0,0 3 0,0-3 0,0-1 0,0 1 0,0-1 0,0 0 0,0 1 0,1-1 0,-1 0 0,0 1 0,1-1 0,-1 0 0,1 0 0,-1 1 0,1-1 0,0 0 0,-1 0 0,1 0 0,0 0 0,0 0 0,0 0 0,0 0 0,0 0 0,0 0 0,2 1 0,-2-1 0,0-1 0,0 1 0,0 0 0,0 0 0,0 0 0,-1-1 0,1 1 0,0 0 0,0 0 0,-1 0 0,1 0 0,-1 0 0,1 0 0,-1 0 0,1 1 0,-1-1 0,1 0 0,-1 0 0,0 0 0,0 0 0,0 0 0,0 1 0,0 1 0,1-1 0,-1 1 0,1-1 0,-1 0 0,1 1 0,0-1 0,0 0 0,0 0 0,0 1 0,0-1 0,0 0 0,1 0 0,-1 0 0,0 0 0,1 0 0,0-1 0,0 1 0,-1 0 0,4 1 0,-4-2 0,0 0 0,0 0 0,1-1 0,-1 1 0,0 0 0,1-1 0,-1 1 0,0-1 0,1 1 0,-1-1 0,1 1 0,-1-1 0,1 0 0,-1 0 0,1 0 0,-1 0 0,1 0 0,-1 0 0,1 0 0,-1 0 0,1-1 0,-1 1 0,1-1 0,-1 1 0,0-1 0,1 1 0,-1-1 0,0 0 0,1 0 0,-1 1 0,2-3 0,17-17 0,-1-1 0,-1-1 0,-1-1 0,-1-1 0,14-26 0,-28 47 0,1 0 0,0-1 0,-1 1 0,1 0 0,0 1 0,1-1 0,5-4 0,6-4 0,5-7 0,0 1 0,30-19 0,-48 36 0,-1 0 0,0 0 0,0 0 0,0-1 0,0 1 0,1 0 0,-1 0 0,0 0 0,0 1 0,0-1 0,1 0 0,-1 0 0,0 1 0,0-1 0,0 1 0,0-1 0,0 1 0,0-1 0,0 1 0,0 0 0,0-1 0,0 1 0,0 0 0,0 0 0,0 0 0,-1 0 0,1-1 0,0 1 0,-1 0 0,1 0 0,0 1 0,-1-1 0,1 1 0,1 2 0,1 0 0,-1 0 0,-1 1 0,1-1 0,0 0 0,-1 1 0,0 0 0,0-1 0,0 1 0,-1 6 0,0-6 0,0 0 0,1 0 0,-1 0 0,1 0 0,0 0 0,0 0 0,1 0 0,-1-1 0,1 1 0,0 0 0,0-1 0,1 1 0,5 7 0,-7-10 0,0 0 0,0 1 0,0-1 0,0 0 0,-1 0 0,1 1 0,-1-1 0,1 0 0,-1 1 0,0-1 0,0 1 0,0-1 0,0 1 0,0-1 0,-1 3 0,0-3 0,1 0 0,0 0 0,0 1 0,0-1 0,0 0 0,0 0 0,0 0 0,0 0 0,1 0 0,-1 0 0,2 3 0,0-1 0,0 0 0,0 0 0,0 1 0,0-1 0,-1 1 0,0-1 0,1 1 0,-2 0 0,1 0 0,-1-1 0,1 1 0,-2 8 0,1-13 0,0 1 0,0-1 0,0 1 0,0-1 0,0 1 0,0-1 0,0 1 0,0-1 0,0 1 0,0-1 0,0 1 0,0-1 0,0 1 0,1-1 0,-1 0 0,0 1 0,0-1 0,1 1 0,-1-1 0,0 1 0,0-1 0,1 0 0,-1 1 0,0-1 0,1 0 0,-1 1 0,1-1 0,-1 0 0,0 1 0,1-1 0,-1 0 0,1 0 0,-1 0 0,1 1 0,-1-1 0,1 0 0,-1 0 0,1 0 0,-1 0 0,1 0 0,-1 0 0,1 0 0,-1 0 0,1 0 0,-1 0 0,1 0 0,0-1 0,0 1 0,0-1 0,0 0 0,0 1 0,0-1 0,0 0 0,0 0 0,-1 1 0,1-1 0,0 0 0,-1 0 0,1 0 0,0 0 0,-1 0 0,1 0 0,-1 0 0,0 0 0,1 0 0,-1-1 0,0 1 0,0 0 0,0 0 0,1 0 0,-1 0 0,0 0 0,-1-2 0,3-2 0,-1 0 0,1 0 0,0 1 0,0-1 0,1 0 0,-1 1 0,1-1 0,0 1 0,0 0 0,1 0 0,-1 0 0,6-4 0,20-26 0,-9-4 0,-16 29 0,1-1 0,0 1 0,1 0 0,7-9 0,6-3 0,-10 13 0,-1-1 0,-1 0 0,14-20 0,-19 25 0,-1 0 0,1 1 0,1-1 0,-1 1 0,1 0 0,-1 0 0,1 0 0,0 0 0,0 0 0,0 0 0,0 1 0,1 0 0,-1-1 0,1 1 0,4-1 0,-7 2 0,1 1 0,0-1 0,0 1 0,0 0 0,0-1 0,0 1 0,0 0 0,-1 0 0,1 1 0,0-1 0,0 0 0,0 1 0,0-1 0,0 1 0,-1-1 0,1 1 0,0 0 0,0 0 0,-1 0 0,1 0 0,-1 0 0,1 0 0,-1 0 0,1 0 0,-1 1 0,0-1 0,1 0 0,-1 1 0,0-1 0,1 4 0,4 3 0,1 2 0,0 1 0,-1-1 0,7 17 0,4 0 0,-16-25 0,1 0 0,-1 0 0,0 0 0,1-1 0,-1 1 0,0 0 0,0 1 0,0-1 0,0 0 0,-1 0 0,1 0 0,-1 1 0,1-1 0,-1 0 0,1 4 0,-1 0 0,1 0 0,0 0 0,1 0 0,-1 0 0,1 0 0,1 0 0,-1-1 0,1 1 0,0-1 0,0 1 0,0-1 0,7 7 0,-2 0 0,-7-11 0,-1 1 0,1-1 0,0 1 0,-1-1 0,1 1 0,-1-1 0,1 1 0,-1-1 0,0 1 0,1-1 0,-1 1 0,0 0 0,0 2 0,3 13 0,7-5-2739,-6-8 374,0 1-1,1-1 1,0 0 0,0 0 0,9 5 0,9 5-4844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0:54.7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141 11 2721,'-2'0'5006,"-19"0"3787,18 0-8482,3 0-234,-1 0 0,0 1 0,0-1 0,1 0 0,-1 0-1,0 0 1,0 0 0,1 0 0,-1 0 0,0 0 0,1 0 0,-1 0 0,0-1 0,0 1 0,1 0 0,-1 0-1,0-1 1,1 1 0,-1 0 0,0-1 0,1 1 0,-1 0 0,1-1 0,-1 1 0,1-1 0,-1 1-1,1-1 1,-3-5 4737,27 6-1229,-17 6 423,6 1-2760,-9-3-1191,-2-3-54,0 1 0,0-1 0,0 1 1,0-1-1,-1 1 0,1 0 0,0 0 1,-1 0-1,1 0 0,-1 0 0,0 0 1,0 0-1,0 0 0,0 0 0,0 1 1,0-1-1,-1 0 0,1 1 0,-1-1 1,1 1-1,-1 2 0,8 19-3,-6-22 0,-1 1 0,0-1 0,0 0 0,0 1 0,0-1 0,0 0 0,0 1 0,0 0 0,-1-1 0,0 1 0,1-1 0,-1 4 0,0 97 0,0-101 0,0 0 0,0-1 0,0 1 0,-1 0 0,1-1 0,-1 1 0,1 0 0,-1-1 0,1 1 0,-1-1 0,0 1 0,1-1 0,-1 1 0,0-1 0,-2 2 0,2-2 0,0 1 0,0-1 0,1 1 0,-1-1 0,0 1 0,0-1 0,1 1 0,-1-1 0,1 1 0,-1 0 0,1-1 0,-1 1 0,1 0 0,0-1 0,0 3 0,0-2 0,0 0 0,0-1 0,-1 1 0,1 0 0,-1 0 0,1 0 0,-1-1 0,0 1 0,0 0 0,0 0 0,1-1 0,-2 1 0,1-1 0,0 1 0,0-1 0,0 1 0,-1-1 0,-1 2 0,-3 3 0,0 0-52,0 0 0,0-1-1,0 1 1,-1-1 0,1-1 0,-1 1 0,-12 4-1,7-2-420,9-6-554,1 0 0,0 0 1,-1-1-1,1 1 0,0-1 0,-1 1 1,1-1-1,-1 0 0,1 0 0,-5 0 0,-7-2-3061,12 2 3762,-4-16-8143,4 4 5154,-14-3-1004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0:54.8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76 3 560,'27'-1'2789,"-20"0"-2076,0 0 1,0 1 0,1 0-1,-1 0 1,0 1-1,0 0 1,1 0 0,-1 0-1,0 1 1,0 0 0,12 6-1,-16-5-192,-2-2-249,1 0 0,-1 0 0,0 0 0,0 0 0,0 0 1,-1 0-1,1 0 0,0 0 0,0 1 0,-1-1 0,1 0 0,0 1 0,-1-1 0,1 0 0,-1 1 1,0-1-1,1 0 0,-1 1 0,0-1 0,0 1 0,0-1 0,0 1 0,0-1 0,0 1 1,-1-1-1,1 0 0,-1 2 0,2 15 2362,-1-14-2259,1 1 0,-1-1-1,0 1 1,0 0 0,0-1 0,0 1 0,-1-1 0,0 1 0,0-1-1,0 1 1,-1-1 0,1 0 0,-1 1 0,0-1 0,0 0 0,-1 0 0,1 0-1,-5 5 1,4-6-268,0 0 0,0 0 0,0 1 0,0-1 0,1 1 0,0-1 0,0 1 0,0 0 0,-2 4 0,3-6-87,0 0-1,-1 0 1,1 0-1,-1-1 1,1 1-1,-1-1 1,1 1-1,-1-1 1,0 0 0,0 0-1,0 1 1,0-1-1,-3 1 1,-8 5 40,6 0 198,3-3-872,1 0 0,-1-1 0,0 1 1,0-1-1,-1 0 0,1-1 0,0 1 0,-10 3 0,6-3-138,-13 3-4666,0-11-4288,-2 4 5240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0:55.6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124 12 4802,'-1'-1'161,"1"1"-1,0-1 1,0 0 0,0 1-1,0-1 1,0 1 0,-1 0-1,1-1 1,0 1 0,0-1-1,-1 1 1,1-1-1,0 1 1,-1 0 0,1-1-1,-1 1 1,1-1 0,0 1-1,-1 0 1,1 0 0,-1-1-1,1 1 1,-1 0-1,1 0 1,-1-1 0,1 1-1,-1 0 1,1 0 0,-1 0-1,1 0 1,-1 0 0,0 0-1,-24 0 5423,16 0-3079,4 9-114,-42 6 902,41-6-1741,4-4-1288,0 0-81,-1 0-1,1 0 0,0 0 1,0 0-1,1 0 0,-1 1 1,1-1-1,1 1 0,-1-1 0,1 1 1,-1-1-1,2 1 0,0 5 1,-1-6-157,-1-1 16,1 0-1,0 0 0,0 0 0,0 0 1,0 0-1,1 0 0,0 0 1,-1 0-1,2 0 0,-1 0 1,0 0-1,1 0 0,0-1 0,-1 1 1,2-1-1,-1 1 0,0-1 1,4 5-1,2-3-21,-7-5-17,0 1 0,0-1-1,0 1 1,0-1 0,0 1 0,-1-1 0,1 1 0,0-1 0,0 1-1,-1 0 1,1 0 0,0-1 0,-1 1 0,1 0 0,-1 0 0,1 0 0,-1-1-1,1 1 1,-1 0 0,0 0 0,1 0 0,-1 0 0,0 0 0,0 0 0,0 0-1,1 2 1,-1-2 3,0 0-1,0 1 1,1-1-1,-1 0 1,1 1-1,-1-1 0,1 0 1,-1 1-1,1-1 1,0 0-1,0 0 1,-1 0-1,1 0 1,0 0-1,0 0 0,0 0 1,0 0-1,0 0 1,1 0-1,-1-1 1,0 1-1,0 0 1,0-1-1,1 1 1,1 0-1,17 13 0,-17-11-393,0 0 0,1 0 0,-1-1-1,0 1 1,1-1 0,0 0-1,-1 0 1,1 0 0,0-1-1,0 1 1,4 0 0,0-2-5947,3-1 4753,17-11-7743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0:55.8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13 2017,'0'-1'254,"0"1"0,0-1 0,0 1 0,1-1 0,-1 0 0,0 1 0,0-1 0,1 1 1,-1-1-1,0 1 0,0-1 0,1 1 0,-1-1 0,1 1 0,-1-1 0,0 1 0,1 0 0,-1-1 0,1 1 0,-1 0 0,1-1 0,-1 1 0,1 0 1,-1-1-1,1 1 0,0 0 0,-1 0 0,1 0 0,-1 0 0,1 0 0,-1-1 0,1 1 0,0 0 0,-1 0 0,1 0 0,-1 1 0,1-1 1,0 0-1,-1 0 0,1 0 0,-1 0 0,1 0 0,0 1 0,7-1 5567,-13 27-966,3-24-4761,-1 0 0,1 1 1,-1 0-1,1-1 0,0 1 0,0 0 0,1 0 0,-1 0 0,1 0 0,0 0 1,0 0-1,0 1 0,1-1 0,-1 0 0,1 1 0,0-1 0,1 8 0,-1-6-138,0 1 0,0-1 0,0 1 0,1 0 0,0-1 0,0 0 0,1 1-1,0-1 1,0 0 0,0 0 0,1 0 0,6 11 0,-7-15-239,-1 0 1,0 1 0,0-1-1,0 1 1,0-1 0,0 1-1,0-1 1,-1 1 0,1-1-1,-1 1 1,0 4 0,0-5 51,0-1 1,0 1-1,0 0 1,0-1 0,1 1-1,-1 0 1,0-1-1,1 1 1,-1-1 0,1 1-1,0-1 1,-1 1-1,1-1 1,0 1-1,0-1 1,0 0 0,0 1-1,0-1 1,0 0-1,0 0 1,2 2 0,19 11-4557,-17 1-111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04.5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89 2705 2289,'-5'0'3495,"-1"0"-2965,-1-1 0,1 0 0,0 0 0,0 0 0,0-1 0,0 0 0,0 0-1,0-1 1,1 0 0,-8-4 0,11 5-484,-7-5-156,9 7 109,1-1 0,-1 1 0,1-1 0,-1 1 0,1-1 0,-1 1 0,1 0 0,-1-1 0,1 1 0,-1 0 0,1-1 0,0 1 0,-1 0 0,1 0 0,-1 0 0,1-1 0,0 1 1,-1 0-1,1 0 0,0 0 0,-1 0 0,1 0 0,0 0 0,-1 0 0,1 0 0,0 1 0,-1-1 0,1 0 0,0 0 0,24-1 3,0-2 0,36-9 0,44-5 69,84-9 55,-73 13 404,132-32 1,-18 2 491,39-2 46,151-21-311,55-14-186,-424 70-504,292-40 121,-92 16-149,-50 2 28,1334-193 7,-836 135 15,433-47-109,181-7-6,-226 52-6,-9-3-40,2821-174 29,-2709 174-285,327-24 313,-1079 82 22,60-4-92,509-44 111,100-16 86,-2 16-152,-350 24 85,1051-79-42,-748 76-3,519-15-81,-1165 62 85,-331 14-3,747-19 0,316 6 87,1182 16-138,-1761-18 40,-342 8-7,110-16-738,-214 13-1337,168-40 1,-240 46 1650,-40 6 376,0 1 0,0-1 0,0-1-1,1 1 1,-1-1 0,0-1 0,-1 1 0,10-6 0,52-16-360,-63 21 196,-36 3-3079,15 0 931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07.5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0 159 9957,'3'-4'1432,"-1"-1"0,1 0 1,-1 0-1,0 0 0,-1 0 1,1 0-1,-1 0 0,0 0 1,0-1-1,-1 1 0,1-6 1,-1-18 1678,0 20-3500,0 8 414,0 0 0,0 0 0,0-1 0,0 1 0,0 0 0,1 0 0,-1 0 0,0-1 0,1 1 0,-1 0 0,1 0 0,-1 0 0,1 0 0,0 0 0,-1 0 0,1 0 0,0 0 0,0 0 0,0 0 0,0 0 0,0 0 0,0 1 0,1-2 0,-1 2-24,0-1-1,0 0 1,0 0-1,0 0 1,0 1-1,0-1 0,-1 0 1,1 0-1,0 0 1,0 0-1,-1 0 1,1-1-1,-1 1 1,1 0-1,-1 0 0,1 0 1,-1 0-1,0-1 1,1 1-1,-1 0 1,0 0-1,0-1 0,0 0 1,3 1-20,-1 0 0,1 1 0,0-1 0,0 1 0,-1 0 0,1 0 1,0 0-1,0 0 0,-1 1 0,5 0 0,1 0 40,-6 0 43,-1 0 1,1 0-1,0 0 0,-1 1 1,1-1-1,-1 0 0,0 1 0,0-1 1,1 1-1,-1 0 0,0-1 0,0 1 1,-1 0-1,1 0 0,0 0 0,0 0 1,-1 0-1,1-1 0,-1 5 0,6 11 543,31 49-199,-27-50-378,0 0-1,-1 1 0,-1 0 0,-1 0 1,6 20-1,-4 15-29,-8-35 0,2 0 0,9 30 0,-1-16 0,6 16 0,-1 0 0,17 94 0,-13-63 0,-15-64 0,0-1 0,-1 1 0,-1 0 0,-1 1 0,2 26 0,-3-15 0,0 0 0,2 0 0,0 0 0,13 42 0,-7-41 36,-6-19-77,-1 0-1,1 0 1,-1 0 0,-1 0-1,1 1 1,-1 12 0,0 2-1814,0 1 1,1-1 0,10 39 0,-10-43-989,0-1 0,-1 1 0,-2 27 0,0-15-2083,1-17 1089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07.9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123 309 10005,'-1'-4'787,"1"0"1,0 0 0,-1 0 0,0 1 0,0-1-1,0 0 1,0 1 0,-1-1 0,1 1 0,-1-1-1,0 1 1,0 0 0,-3-4 0,-38-36 4964,39 40-5617,-1 0-1,1-1 0,-1 0 1,1 1-1,0-1 1,0-1-1,1 1 0,-1 0 1,1-1-1,0 0 1,1 0-1,-1 0 0,1 0 1,0 0-1,0-1 1,0 1-1,-1-11 0,4 11-98,0 0 0,0-1-1,1 1 1,0 0 0,0 0 0,0 0-1,1 0 1,0 0 0,-1 0-1,2 1 1,-1-1 0,1 1-1,-1 0 1,1 0 0,0 0 0,1 1-1,-1-1 1,0 1 0,1 0-1,9-4 1,-5 2 134,1 2 0,-1-1 1,1 1-1,0 0 0,0 1 0,0 0 0,0 1 1,0 0-1,0 1 0,0 0 0,0 0 0,0 1 0,0 0 1,17 5-1,16 0 89,-32-4-259,1 1 0,-1 0 0,0 0 0,0 1 0,0 1 0,0 0 0,-1 0 0,20 14 0,-9-4 0,0 2 0,31 33 0,-47-44 0,-1 0 0,0 1 0,-1 0 0,1-1 0,-1 1 0,-1 0 0,1 0 0,-1 1 0,-1-1 0,1 0 0,-1 1 0,-1-1 0,1 1 0,-1-1 0,0 1 0,-3 12 0,3 9 0,-1-18 0,0 0 0,-1 0 0,0 0 0,0-1 0,-1 1 0,-1 0 0,0-1 0,0 0 0,-1 0 0,0 0 0,-1-1 0,-7 11 0,-13 13 0,-57 57 0,44-51 0,-114 97 0,134-122-2301,-8 8-6694,43-34-4318,10-11 9525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08.0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 4370,'5'-11'25622,"11"13"-25270,-13 8 141,4 18 887,-4-19-1319,0-1 1,0 0-1,-1 1 0,0 0 0,-1-1 0,0 1 0,0 0 0,-1 16 0,0-15-61,2-1 0,-1 1 0,1-1 0,0 0 0,5 10 0,-4-10 0,0 0 0,-1 0 0,0 0 0,0 1 0,0 9 0,-2-3 0,1-1 0,0 0 0,1 0 0,1 0 0,1 0 0,0 0 0,0-1 0,2 0 0,0 0 0,10 18 0,-11-22 26,-1 0 1,0 0-1,5 20 1,-7-20-116,1 0 0,0-1 0,1 0 1,0 1-1,6 9 0,-6-13-498,0 1-1,-1-1 0,0 1 1,0 0-1,2 7 0,-3-7-418,0 0 0,1 0 0,0-1 1,0 1-1,1-1 0,4 6 0,11 27-4464,-17-33 4291,0 0-1,0 0 1,1-1-1,0 1 1,0-1-1,1 0 1,5 7-1,17 2-5559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08.9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123 331 7187,'0'-1'366,"0"-1"-1,0 1 0,0-1 0,0 1 1,-1-1-1,1 1 0,-1 0 1,1-1-1,-1 1 0,1-1 0,-1 1 1,0 0-1,0-1 0,1 1 1,-1 0-1,0 0 0,0 0 0,0 0 1,-1 0-1,1 0 0,-2-1 0,3 1-36,-1 0 0,0 1 0,0-1 0,0 0-1,0 1 1,1-1 0,-1 0 0,0 0-1,1 0 1,-1 0 0,0 0 0,1 0-1,-1 0 1,1 0 0,0 0 0,-1 0-1,1 0 1,0 0 0,-1 0 0,1-2-1,0 3-200,0-1-1,0 0 0,0 0 1,0 1-1,-1-1 0,1 0 0,0 0 1,0 1-1,-1-1 0,1 0 0,-1 1 1,1-1-1,0 1 0,-1-1 0,1 0 1,-1 1-1,1-1 0,-1 1 1,0-1-1,1 1 0,-1-1 0,1 1 1,-1 0-1,0-1 0,0 1 0,1 0 1,-1 0-1,0-1 0,1 1 0,-1 0 1,0 0-1,0 0 0,-1 0 1,-21 0 243,22 1-318,0 1 61,0 1 1,0 0-1,0 0 0,0 0 0,0 0 1,1 0-1,-1 0 0,1 1 0,0-1 1,0 0-1,0 0 0,1 0 1,0 4-1,-1 2 426,-1 47 583,-1-34-598,1 0 0,1 0 0,2 0 0,5 34 0,2-29-525,-6-20 0,-1-1 0,1 1 0,-1 0 0,-1 0 0,0 0 0,0 0 0,0 11 0,-2 31 0,-1-25 0,2 1 0,0 0 0,7 39 0,-2-34 0,0 1 0,-2 0 0,-1 36 0,-2-65 0,0-1 0,0 1 0,0-1 0,0 1 0,0 0 0,1-1 0,-1 1 0,0 0 0,1-1 0,-1 1 0,1-1 0,0 1 0,-1-1 0,1 1 0,0-1 0,0 1 0,0-1 0,0 0 0,0 0 0,0 1 0,1-1 0,-1 0 0,2 1 0,4 4 0,0 12 0,-10-39 0,3 19 0,0-1 0,0 1 0,-1-1 0,1 1 0,-1-1 0,0 1 0,1 0 0,-1-1 0,-1 1 0,1 0 0,0-1 0,0 1 0,-3-3 0,2 3 0,1-1 0,-1 1 0,1-1 0,-1 1 0,1-1 0,0 0 0,0 0 0,0 0 0,0 0 0,0 0 0,1 0 0,0 0 0,-1-5 0,1-25 0,-2 1 0,-1-1 0,-1 0 0,-10-33 0,-25-98 0,26 102 0,7 38 0,1-1 0,2 0 0,-2-37 0,5 62 0,0-3 0,-1 0 0,1 0 0,0 0 0,0 0 0,0 0 0,0 0 0,1-1 0,-1 1 0,1 0 0,0 0 0,0 0 0,2-5 0,0 8 0,-1 0 0,1 1 0,-1-1 0,0 0 0,1 1 0,-1 0 0,1-1 0,-1 1 0,0 0 0,1 0 0,-1 1 0,0-1 0,0 0 0,0 1 0,2 1 0,0-1 0,45 29 0,-33-20 0,1-1 0,0 0 0,20 7 0,-21-10 0,-1 0 0,1 1 0,17 13 0,-20-12 0,1-1 0,1 0 0,14 5 0,5 0 0,-18-6 0,-1-2 0,31 8 0,15 2-2668,9 0-3768,-65-14 6087,0-1 0,0 0 0,0 0 0,0-1 0,0 1 0,0-1 0,-1 0 0,1-1 0,0 1 0,0-1 0,-1 0 0,6-2 0,6-5-1440,-12 8 1460,0-1 0,0 0 0,0 0 0,0 0 0,0 0 0,-1-1 0,1 1 1,-1-1-1,0 0 0,0 0 0,5-6 0,2-13-638,0 1 664,-1 0 1,9-34-1,-3 13 747,-12 36-211,-1 0 1,0 0 0,0-1 0,0 1-1,0 0 1,-1-1 0,0 1 0,0-11-1,8-41 2958,-6 44-870,-1 0-1,0 0 0,1-16 1,-3-26 3911,0 286-6232,-1-220 0,0-1 0,0 1 0,0-1 0,-5 12 0,4-12 0,0 0 0,0 1 0,0-1 0,1 13 0,1-16 0,-1 1 0,0 0 0,0-1 0,-1 1 0,1-1 0,-2 0 0,-2 8 0,2-8 0,1 1 0,0-1 0,0 1 0,0 0 0,1 0 0,0 0 0,0 8 0,-8 31 0,6-40 0,1 1 0,1-1 0,-1 1 0,1-1 0,0 10 0,1-13 0,0-1 0,0 1 0,-1-1 0,1 1 0,-1 0 0,0-1 0,1 1 0,-1-1 0,0 0 0,0 1 0,-1-1 0,1 0 0,0 0 0,-3 3 0,3-3 0,-1 0 0,0 0 0,1 1 0,0-1 0,0 1 0,-1-1 0,1 1 0,1 0 0,-1-1 0,0 1 0,1 0 0,-1-1 0,1 1 0,0 3 0,0-434 0,0 418 0,1 0 0,1 0 0,0-1 0,0 1 0,5-13 0,-4 14 0,0-1 0,0 0 0,-1 0 0,-1 0 0,1-14 0,-1 11 0,0 1 0,1-1 0,4-16 0,3-35 0,-9 63 0,-1 1 0,1-1 0,0 0 0,0 0 0,0 0 0,0 0 0,0 0 0,0 0 0,0 0 0,0 0 0,0 1 0,1-1 0,-1 0 0,0 0 0,0 0 0,1 0 0,-1 1 0,1-1 0,-1 0 0,1 0 0,-1 0 0,1 1 0,-1-1 0,1 0 0,0 1 0,-1-1 0,1 1 0,0-1 0,-1 1 0,1-1 0,0 1 0,0-1 0,0 1 0,-1 0 0,1-1 0,0 1 0,0 0 0,0 0 0,0 0 0,0-1 0,0 1 0,0 0 0,-1 0 0,1 0 0,0 1 0,0-1 0,0 0 0,1 0 0,39 20 0,-35-16 0,-4-4 0,-1 1 0,0 0 0,0-1 0,0 1 0,1 0 0,-1 0 0,0 0 0,0 0 0,0 0 0,0 0 0,0 0 0,-1 0 0,1 0 0,0 0 0,0 0 0,-1 1 0,1-1 0,-1 0 0,1 1 0,-1-1 0,1 2 0,4 13 0,26 33 0,-24-39 0,0 0 0,0 1 0,7 16 0,17 62 0,-25-76 0,-1 0 0,0 1 0,3 18 0,-5-19 0,1 1 0,0-1 0,8 16 0,-8-21 0,-1 1 0,-1 0 0,1 0 0,2 17 0,3 15 0,1-14 0,-6-19 0,0 0 0,-1 0 0,0 0 0,0 0 0,-1 1 0,0 10 0,0-4 0,0 0 0,7 28 0,-5-27 0,0 0 0,0 30 0,-3-40 0,-1-1 0,2 1 0,-1 0 0,0 0 0,1 0 0,0 0 0,1-1 0,-1 1 0,1 0 0,0-1 0,0 0 0,1 1 0,-1-1 0,6 6 0,-8-10-32,1 0 0,-1 0-1,1 0 1,0 0 0,-1-1 0,0 1-1,1 0 1,-1 0 0,0 0 0,1 0-1,-1 0 1,0 0 0,0 0 0,0 0 0,0 0-1,0 0 1,0 0 0,0 0 0,0 0-1,-1 2 1,1-2-79,0 0 1,0 0-1,0 0 0,-1 0 0,1 0 1,0 0-1,0-1 0,0 1 0,1 0 1,-1 0-1,0 0 0,0 0 0,0 0 1,1 0-1,-1-1 0,0 1 0,1 0 1,-1 0-1,1 1 0,5 3-1418,-6-4 1131,1 0-1,0 0 0,0-1 1,0 1-1,0 0 1,-1 0-1,1 0 0,0 0 1,-1 0-1,1 0 1,-1 0-1,1 0 0,-1 1 1,0-1-1,1 0 0,-1 1 1,20 2-10978,-9-8 6707,5-4 1929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09.2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413 165 2193,'0'-74'10966,"0"-1"3338,0 74-14268,1 1 0,-1-1 0,0 1 0,0-1 0,0 1 0,0-1 0,-1 1 0,1-1 0,0 0 0,0 1 1,0-1-1,0 1 0,0-1 0,-1 1 0,1-1 0,0 1 0,-1-1 0,1 1 0,0-1 0,-1 1 0,1 0 0,0-1 0,-1 1 0,1-1 0,-1 1 0,1 0 0,-1 0 0,1-1 0,-1 1 0,1 0 0,-1 0 0,1-1 0,-1 1 0,1 0 0,-1 0 0,1 0 0,-1 0 0,1 0 0,-1 0 0,0 0 0,0 0 0,-31 11 1711,26-7-1455,-1 0 0,1 0 0,-1 1 0,1 0 0,1 0 0,-10 10 0,-10 53-292,20-59 0,1 0 0,1-1 0,-1 1 0,1 1 0,1-1 0,0 0 0,0 1 0,0-1 0,2 1 0,-1 0 0,1-1 0,0 1 0,1 0 0,0-1 0,1 1 0,0-1 0,0 0 0,1 1 0,0-1 0,1 0 0,6 11 0,1 8 0,6 10 0,82 78 0,-57-71 0,-12-20 0,-28-24 0,1 1 0,-1-1 0,0 0 0,1 1 0,-1 0 0,0-1 0,0 1 0,0 0 0,0 0 0,-1 0 0,1 1 0,0-1 0,-1 0 0,0 0 0,1 1 0,-1-1 0,0 1 0,0 0 0,0-1 0,-1 1 0,1-1 0,0 6 0,-1-6 0,0 0 0,1-1 0,-1 1 0,0-1 0,0 1 0,0-1 0,-1 1 0,1-1 0,0 1 0,-1-1 0,1 1 0,0-1 0,-1 1 0,0-1 0,1 0 0,-1 1 0,0-1 0,0 0 0,0 1 0,0-1 0,0 0 0,0 0 0,0 0 0,0 0 0,0 0 0,0 0 0,-1 0 0,1 0 0,0-1 0,-1 1 0,1 0 0,-1-1 0,1 1 0,-1-1 0,1 1 0,-1-1 0,1 0 0,-4 0 0,-27 12 0,22-8 0,-1-1 0,1 0 0,-1 0 0,1-1 0,-1 0 0,0-1 0,0-1 0,0 0 0,1 0 0,-13-2 0,-15 1 0,21 1-1106,0-2 0,0 1 0,-20-6 0,25 4-154,0 0 0,0-1 0,0 0 0,0-1 0,1-1 0,0 0 0,0 0 0,0-1 0,1 0 0,0-1 0,0 0 0,1 0 0,0-1 0,1-1-1,-9-10 1,-9-20-6826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10.0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170 212 912,'-50'0'6140,"-22"0"-2310,71 0-3803,1 0-1,0 0 0,-1 0 0,1 0 0,0 0 0,-1 0 1,1 0-1,0 0 0,-1 0 0,1 1 0,0-1 1,-1 0-1,1 0 0,0 0 0,-1 1 0,1-1 1,0 0-1,0 0 0,-1 0 0,1 1 0,0-1 0,0 0 1,-1 1-1,1-1 0,0 0 0,0 0 0,0 1 1,0-1-1,0 0 0,-1 1 0,1 0 0,-5 6 845,-5-5 2745,7-2-3587,3-1 42,-1 1 0,1 0 0,-1 0 0,0 0 0,1 0 0,-1 0 0,0 0 0,1 0 0,-1 0 0,0 0 1,1 0-1,-1 0 0,0 0 0,1 0 0,-1 1 0,0-1 0,1 0 0,-1 0 0,1 1 0,-1-1 0,0 0 1,1 1-1,-1-1 0,1 1 0,-1-1 0,1 0 0,-1 1 0,1-1 0,0 1 0,-1-1 0,1 1 0,0 0 0,-1-1 1,1 1-1,0-1 0,0 1 0,-1 0 0,1-1 0,0 1 0,0 1 0,0 1 1236,25 2 1890,-19-3-2455,0-1 0,0 0 0,0 0 0,0 0 0,0-1-1,0 0 1,0 0 0,0 0 0,10-3 0,31-5 361,26-8-512,-2-4-591,138-20 0,-84 20 0,15-1 0,59-11 0,-35 4 0,-66 4 0,-30 6 0,-37 10 0,0 2 0,0 2 0,41-2 0,-64 6-8,0 0-81,-10 1-128,0-1 108,1 0 0,-1 0 0,0 1 0,1-1 1,-1 0-1,1 1 0,-1-1 0,1 1 0,-1 0 0,1-1 0,-1 1 0,1 0 1,0 0-1,-1 0 0,1 0 0,0 0 0,0 0 0,0 0 0,0 1 0,0-1 0,0 0 1,0 0-1,0 1 0,-1 2 0,-21-2-10192,13-2 4387,-13 0 114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13.8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3 111 1857,'0'-31'5456,"0"-40"16982,0 63-19422,-1 31-3016,0-17 0,1-1 0,0 1 0,0 0 0,0-1 0,0 1 0,1-1 0,0 1 0,1-1 0,1 6 0,1-1 0,-1-3 0,0 0 0,0 1 0,0 0 0,-1 0 0,0 0 0,-1 0 0,1 15 0,-1-9 0,0-1 0,1 0 0,0 0 0,1 0 0,5 14 0,6 30 0,-12-50 0,2 22 0,2-1 0,1 0 0,17 43 0,-20-61 0,-1 1 0,0-1 0,3 22 0,3 9 0,30 91 0,-24-81 0,-12-43 0,0 0 0,0 0 0,-1 1 0,0-1 0,-1 1 0,1 14 0,17 95-2478,-19-100-1366,0 1 273,0-10-1862,0 2-4226,0 3 5895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14.1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77 460 5683,'0'-4'675,"-1"0"1,1 0 0,-1 1 0,0-1 0,-1 0 0,1 1 0,0-1-1,-1 1 1,0-1 0,0 1 0,0 0 0,0 0 0,-4-4 0,4 4-383,-1 0 1,1 0 0,0-1 0,-1 1-1,2 0 1,-1-1 0,0 0-1,1 1 1,-1-1 0,1 0 0,0 0-1,1 0 1,-2-6 0,2 9-255,1 0 0,-1 0 1,-1-1-1,1 1 0,0 0 0,0 0 1,0-1-1,-1 1 0,1 0 1,0 0-1,-1 0 0,1 0 0,-1-1 1,0 1-1,1 0 0,-1 0 0,0 0 1,0 0-1,1 0 0,-1 0 1,0 1-1,0-1 0,0 0 0,-2 0 1,2 0 14,0 0 0,0 0 0,0 0 1,0 1-1,0-1 0,0 0 0,1 0 0,-1 0 1,0 0-1,0-1 0,1 1 0,-1 0 0,1 0 1,-1 0-1,1-1 0,-1 1 0,1 0 0,0 0 1,-1-1-1,1 1 0,0 0 0,0-1 0,0 1 1,0-2-1,0-11 701,-1 9-199,0-1-1,1 0 1,0 0-1,0 0 1,1 1-1,0-1 1,0 0-1,3-9 1,4 2 200,-5 7-337,1 1 0,-1-1 0,1 1 0,1-1 0,-1 1 0,9-6 0,12-14 438,-19 18-711,1 1-1,-1-1 0,1 1 0,0 1 1,11-7-1,-9 7-145,9-6 0,1 1 0,0 1 0,26-8 0,-19 9-6,1 0-240,0 1 0,0 1 0,0 1 1,54-2-1,-43 7-4020,0 1 1,0 2 0,44 10 0,-81-12 4059,0-1 1,0 1-1,1-1 1,-1 1 0,0-1-1,0 1 1,0 0 0,0 0-1,0 0 1,0 0-1,0-1 1,0 1 0,0 0-1,0 1 1,0-1 0,-1 0-1,1 0 1,0 0-1,-1 0 1,1 1 0,-1-1-1,1 0 1,-1 0 0,1 1-1,-1-1 1,0 0-1,0 1 1,0-1 0,0 0-1,0 1 1,0-1 0,0 0-1,0 1 1,-1-1-1,1 0 1,-1 2 0,1 9-1627,0 13-519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14.9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142 338 2961,'-121'90'11318,"120"-89"-11220,0 0 1,-1-1-1,1 1 1,0 0 0,-1 0-1,1 1 1,0-1-1,0 0 1,0 0 0,0 0-1,0 1 1,0-1 0,0 0-1,1 1 1,-1-1-1,0 1 1,1-1 0,-1 1-1,1 0 1,-1-1-1,1 1 1,0-1 0,0 1-1,0 0 1,0-1-1,0 4 1,0-3 259,3-15 1522,44-3 1253,255-115 4063,7 25-5119,-269 95-2030,-28 8 5,-1 0 0,1-1 0,-1 0 0,22-11 0,-1 1 351,-28 13-360,-1 0 0,0 0-1,0 0 1,0 0 0,0 0 0,0-1 0,0 1 0,-1-1 0,1 0 0,2-2 0,-6 5-43,1 0 0,-1 0 0,0 0 0,0 0 0,0 0 0,1 0 0,-1 0 0,0-1 0,0 1 0,0 0 0,0-1 0,-1 1 0,1 0 0,0-1 0,0 1 0,0-1 0,0 0 0,-2 1 0,-41 13 0,-3 3 0,-20 31 0,53-39 0,1 1 0,0 0 0,1 1 0,0 0 0,1 1 0,0 0 0,1 1 0,-14 22 0,22-32 0,2-1 0,-1 1 0,0 0 0,0-1 0,1 1 0,0 0 0,-1-1 0,1 1 0,0 0 0,0 0 0,1-1 0,-1 1 0,1 0 0,-1 0 0,1-1 0,0 1 0,0 0 0,0-1 0,0 1 0,0-1 0,1 0 0,-1 1 0,1-1 0,0 0 0,2 4 0,1 0 0,2 4 0,1-1 0,0 0 0,0-1 0,1 0 0,0 0 0,0-1 0,0 0 0,1 0 0,1-1 0,-1-1 0,1 0 0,-1 0 0,1-1 0,1 0 0,-1-1 0,16 3 0,19 0 0,0-1 0,88-3 0,-85-3 0,-20-1 0,-1-1 0,1-2 0,-1-1 0,0-1 0,-1-1 0,30-14 0,-17 8 0,-30 9 0,-1 0 0,1 0 0,-1-1 0,0 0 0,0 0 0,-1-1 0,1-1 0,-2 1 0,1-1 0,9-13 0,-11 14 0,4-7 0,0 0 0,-1 0 0,12-27 0,-19 32 0,0 0 0,-1 1 0,1-1 0,-2 0 0,1 0 0,-1 0 0,-1 0 0,1 0 0,-2 1 0,1-1 0,-3-9 0,-13-2 0,12 23 0,3 14 0,3-12 0,-1 0 0,1 1 0,0-1 0,1 0 0,-1 0 0,1 1 0,0-1 0,5 9 0,7 17 0,25 28 0,-32-36 0,-6-20 0,-1 1 0,1-1 0,0 0 0,0 1 0,1-1 0,-1 0 0,1 0 0,0 0 0,-1 0 0,5 5 0,1-1 0,-1 1 0,0-1 0,0 1 0,-1 1 0,0-1 0,0 1 0,5 17 0,-2-12 0,0 0 0,1 0 0,12 15 0,19 31 0,-31-41 0,-9-19 0,0 1 0,0-1 0,0 1 0,0-1 0,1 1 0,-1-1 0,0 1 0,0-1 0,1 0 0,-1 1 0,0-1 0,0 1 0,1-1 0,-1 0 0,0 1 0,1-1 0,-1 0 0,1 0 0,-1 1 0,0-1 0,1 0 0,-1 0 0,1 1 0,-1-1 0,1 0 0,-1 0 0,1 0 0,0 0 0,7 3 0,-6-2 0,0 0 0,1 0 0,-1 0 0,0-1 0,0 1 0,1-1 0,-1 0 0,1 0 0,-1 1 0,0-1 0,1-1 0,-1 1 0,3-1 0,-4 1 0,0-1 0,1 0 0,-1 0 0,0 0 0,0 1 0,0-1 0,0 0 0,0 0 0,0-1 0,-1 1 0,1 0 0,0 0 0,0 0 0,-1-1 0,1 1 0,-1 0 0,1 0 0,-1-1 0,0 1 0,1-1 0,-1 1 0,0 0 0,0-1 0,0 1 0,0 0 0,0-1 0,-1-2 0,2 2 0,-1-1 0,0 1 0,1-1 0,-1 1 0,1 0 0,-1-1 0,1 1 0,0 0 0,0-1 0,1 1 0,-1 0 0,0 0 0,2-2 0,-1 1 0,0 1 0,0-1 0,-1 0 0,1 1 0,-1-1 0,0 0 0,0 0 0,0 0 0,0 0 0,-1 0 0,1 0 0,-1 0 0,1-5 0,-1-353 0,0 355 0,0 0 0,1 0 0,0 0 0,1 0 0,3-10 0,-3 10 0,0 0 0,-1 0 0,1 0 0,-1 0 0,0-12 0,-1 17 0,0 1 0,1-1 0,-1 1 0,0-1 0,0 0 0,0 1 0,1-1 0,-1 1 0,0-1 0,1 1 0,-1-1 0,0 1 0,1-1 0,-1 1 0,0-1 0,1 1 0,-1 0 0,1-1 0,-1 1 0,1 0 0,-1-1 0,1 1 0,-1 0 0,1-1 0,0 1 0,-1 0 0,1 0 0,-1 0 0,1 0 0,0 0 0,-1 0 0,1 0 0,-1 0 0,1 0 0,0 0 0,-1 0 0,1 0 0,-1 0 0,1 0 0,0 1 0,1-1 0,0 0 0,0 0 0,-1 1 0,1-1 0,0 1 0,-1-1 0,1 1 0,-1 0 0,1 0 0,-1 0 0,1 0 0,-1 0 0,3 2 0,18 19 0,-19-20 0,0 0 0,-1 1 0,1-1 0,0 1 0,-1 0 0,0 0 0,0-1 0,3 6 0,6 13 0,1-1 0,0-1 0,2 0 0,15 18 0,16 22 0,9 26 0,-50-79 0,0-1 0,0 0 0,1 0 0,0 0 0,0-1 0,0 0 0,9 6 0,25 24 0,-36-31 0,0 0 0,0 0 0,0-1 0,0 1 0,1-1 0,-1 0 0,0 0 0,1 0 0,0-1 0,-1 1 0,6 0 0,-8-1 0,0-1 0,-1 1 0,1-1 0,0 1 0,0-1 0,0 0 0,0 1 0,0-1 0,-1 0 0,1 0 0,0 0 0,0 0 0,0 0 0,0 0 0,0 0 0,0 0 0,0 0 0,0 0 0,0 0 0,0-1 0,-1 1 0,1 0 0,0 0 0,0-1 0,0 1 0,0-1 0,-1 1 0,1-1 0,0 1 0,0-1 0,-1 0 0,1 1 0,0-1 0,-1 0 0,1 1 0,-1-1 0,1 0 0,-1 0 0,1 0 0,-1 1 0,0-1 0,1 0 0,-1 0 0,0 0 0,1-1 0,0-5 0,0 1 0,1 0 0,0 0 0,0 0 0,1 0 0,0 0 0,0 1 0,0-1 0,6-7 0,4-9 0,-11 17 0,-1 0 0,1-1 0,-1 1 0,0 0 0,-1-1 0,1 1 0,-1-1 0,0 1 0,0 0 0,-2-8 0,4-33 0,3 21 0,-1 0 0,-1-1 0,0-47 0,-3-43 0,0 115 0,0 1 0,0-1 0,0 1 0,0-1 0,0 1 0,0-1 0,0 1 0,0-1 0,0 1 0,0-1 0,0 1 0,0-1 0,0 1 0,1 0 0,-1-1 0,0 1 0,0-1 0,0 1 0,1-1 0,-1 1 0,0 0 0,1-1 0,-1 1 0,0-1 0,1 1 0,-1 0 0,1-1 0,-1 1 0,0 0 0,1 0 0,-1-1 0,1 1 0,-1 0 0,1 0 0,-1 0 0,1 0 0,-1-1 0,1 1 0,-1 0 0,1 0 0,-1 0 0,1 0 0,-1 0 0,1 0 0,-1 0 0,1 1 0,0-1 0,0 1 0,0-1 0,0 1 0,0 0 0,0 0 0,0-1 0,-1 1 0,1 0 0,0 0 0,0 0 0,-1 0 0,1 0 0,-1 0 0,1 0 0,-1 0 0,1 0 0,-1 0 0,1 0 0,-1 0 0,0 0 0,0 0 0,0 0 0,0 1 0,1-1 0,-1 0 0,-1 1 0,2 3 0,0-1 0,0 0 0,0 1 0,1-1 0,0 0 0,-1 0 0,1 0 0,1 0 0,-1 0 0,0-1 0,1 1 0,3 3 0,9 15 0,4 22 0,-17-36 0,1 0 0,0 0 0,1 0 0,0-1 0,0 0 0,1 0 0,5 7 0,1 2-167,-1 0-1,15 29 1,-3-4-1134,-17-33-330,0-1 1,0 1-1,0-1 1,1 0 0,0-1-1,1 1 1,-1-1-1,9 6 1,-8-10 640,-1 1 1,1-1-1,-1 0 1,1 0-1,0 0 1,0-1-1,0 0 1,0-1-1,0 0 1,9 0-1,33-3-2566,-21-10 1739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15.5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239 678 1040,'95'-151'11950,"-90"143"-10943,-1-1 0,0 0-1,-1 0 1,0 0 0,0 0 0,-1 0-1,0-1 1,-1 1 0,0 0 0,-1-1 0,0 0-1,-1-12 1,1 11 536,0 9-1421,0 1 0,-1-1 1,1 0-1,0 1 0,-1-1 1,1 1-1,-1-1 0,1 0 1,-1 1-1,0-1 1,0 1-1,0 0 0,0-1 1,0 1-1,0 0 0,0-1 1,0 1-1,0 0 0,-1 0 1,1 0-1,0 0 0,-1 0 1,1 0-1,-1 1 0,1-1 1,-3-1-1,-1 0 141,-1 1 1,1-1-1,0 1 0,-1 0 0,1 1 1,-10-1-1,9 2-263,-1 0 0,1 0 0,-1 0 0,1 1 0,-1 0 0,1 1 0,0-1 0,-11 7 0,-45 31 0,53-33 0,-4 4 0,0 1 0,1 0 0,0 1 0,0 1 0,2 0 0,0 0 0,0 1 0,1 0 0,1 1 0,1 0 0,0 0 0,1 1 0,-5 23 0,8-27 0,1 0 0,1 1 0,0-1 0,0 1 0,4 25 0,-1 2 0,-2-37 0,1-1 0,0 1 0,0-1 0,1 0 0,-1 0 0,1 1 0,-1-1 0,1 0 0,0 0 0,0-1 0,1 1 0,-1 0 0,4 2 0,-5-3 0,1 0 0,-1 0 0,1-1 0,0 1 0,-1-1 0,1 1 0,0-1 0,0 0 0,0 1 0,0-1 0,0 0 0,0-1 0,0 1 0,1 0 0,-1-1 0,0 1 0,0-1 0,5 1 0,-2-3 0,0-1 0,0 1 0,-1-1 0,1 0 0,-1 0 0,0-1 0,0 1 0,0-1 0,0 0 0,0 0 0,-1 0 0,0-1 0,0 1 0,0-1 0,3-7 0,5-11 0,-1 0 0,7-28 0,-6 14 0,-9 32 0,-1 0 0,0 0 0,0 0 0,-1-1 0,1 1 0,-1 0 0,0-1 0,-1-5 0,0 4 0,0 1 0,1-1 0,0 1 0,1-1 0,0 1 0,0-1 0,1-5 0,3-4 0,-2 0 0,0 0 0,-1 0 0,0-1 0,-1-17 0,-1 33 0,0 1 0,0-1 0,0 1 0,0 0 0,0-1 0,0 1 0,0-1 0,0 1 0,0 0 0,1-1 0,-1 1 0,0 0 0,0-1 0,0 1 0,1-1 0,-1 1 0,0 0 0,0 0 0,1-1 0,-1 1 0,0 0 0,1-1 0,-1 1 0,0 0 0,1 0 0,-1 0 0,0-1 0,1 1 0,-1 0 0,0 0 0,1 0 0,-1 0 0,1 0 0,-1 0 0,0 0 0,1 0 0,-1 0 0,1 0 0,-1 0 0,0 0 0,1 0 0,-1 0 0,1 0 0,-1 0 0,0 0 0,1 0 0,-1 0 0,1 1 0,0-1 0,0 1 0,0-1 0,0 1 0,-1-1 0,1 1 0,0 0 0,0-1 0,0 1 0,-1 0 0,1 0 0,0 0 0,-1-1 0,1 1 0,-1 0 0,1 0 0,-1 0 0,0 0 0,1 0 0,-1 0 0,0 0 0,1 0 0,-1 0 0,0 0 0,0 0 0,0 2 0,0-1 0,0 0 0,0 0 0,1 0 0,-1 0 0,0-1 0,1 1 0,0 0 0,-1 0 0,1 0 0,0 0 0,0 0 0,0-1 0,0 1 0,0 0 0,0-1 0,1 1 0,-1-1 0,0 0 0,1 1 0,-1-1 0,3 1 0,-2 1 0,1-1 0,-1 0 0,1 1 0,-1-1 0,0 1 0,0 0 0,0 0 0,3 5 0,24 53 0,-5-17 0,-21-37 0,-1-1 0,1 0 0,0-1 0,1 1 0,-1 0 0,1-1 0,0 0 0,1 0 0,-1 0 0,6 4 0,11 6 0,-13-9 0,0 0 0,0 0 0,-1 1 0,0 0 0,11 13 0,-16-17 0,0-1 0,0 1 0,0 0 0,0-1 0,1 1 0,-1-1 0,1 0 0,-1 0 0,1 0 0,0 0 0,0 0 0,0-1 0,0 1 0,0-1 0,0 0 0,1 0 0,-1 0 0,0 0 0,1 0 0,-1-1 0,0 0 0,1 1 0,-1-1 0,1-1 0,-1 1 0,0 0 0,1-1 0,-1 0 0,0 1 0,4-3 0,4-1 0,-8 4 0,-1-1 0,0 0 0,0 0 0,0 0 0,0 0 0,0 0 0,0-1 0,0 1 0,0-1 0,0 1 0,0-1 0,-1 1 0,1-1 0,-1 0 0,1 0 0,-1 0 0,0 0 0,2-4 0,4-3 0,-6 7 0,1 0 0,0 0 0,-1 0 0,1-1 0,-1 1 0,0 0 0,0-1 0,0 1 0,0-1 0,0 0 0,0 1 0,-1-1 0,1 0 0,-1 1 0,0-4 0,1-1 0,-1-1 0,1 1 0,1-1 0,-1 1 0,4-8 0,-3 7 0,0 1 0,0-1 0,-1 0 0,0 0 0,0-8 0,1-56 0,0 34 0,-2 0 0,-7-65 0,2 77 0,1 8 0,1-1 0,-1-28 0,4 39 0,0 0 0,-1 0 0,-1 0 0,1 0 0,-1 0 0,-1 1 0,1-1 0,-8-13 0,8 16 0,1 2 0,0 0 0,0 1 0,0-1 0,0 0 0,1 0 0,0 0 0,-1 0 0,1 0 0,0 0 0,0 0 0,0 1 0,1-1 0,0-4 0,0 4 0,-1 0 0,1 0 0,-1 0 0,0 0 0,0 1 0,0-1 0,0 0 0,-1 0 0,1 0 0,-1 0 0,1 0 0,-1 0 0,-2-3 0,-3-3 0,5 8 0,0 0 0,0-1 0,0 1 0,0-1 0,1 1 0,-1-1 0,0 1 0,1-1 0,-1 1 0,1-1 0,-1 1 0,1-1 0,0 0 0,0 1 0,0-4 0,-1-2 0,1 24 0,4 27 0,-2-39 0,0 2 0,1 0 0,-1 0 0,0 0 0,-1 0 0,1 0 0,-1 13 0,0-13 0,-1 0 0,2 1 0,-1-1 0,1-1 0,0 1 0,0 0 0,0 0 0,1-1 0,5 9 0,-4-7 0,0 0 0,-1 0 0,0 0 0,4 16 0,1 8 0,1-1 0,1 1 0,2-2 0,1 0 0,33 57 0,-41-79 0,-1 1 0,0 0 0,0 0 0,-1 0 0,-1 0 0,3 14 0,-2-9 0,-1-9 0,-1 0 0,1-1 0,0 1 0,0-1 0,1 1 0,-1-1 0,1 0 0,6 7 0,4 9 0,-5 2 48,-7-19-77,0 0 0,0 0 1,0 0-1,1 0 0,-1 0 0,1 0 0,0 0 1,-1 0-1,4 2 0,3 4-386,7 8-861,-11 0-2356,3-1-505,-6-15 3057,1 0-1,0 0 1,0 0-1,-1 0 1,1 0-1,0 0 1,0 0-1,0-1 1,0 1-1,0-1 1,0 0-1,2 1 1,7-1-2507,-8 0 938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15.7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112 462 1265,'3'-1'471,"11"-7"1850,0 0 0,0-2 1,18-14-1,-17 13-480,-12 10-1535,-1 0 1,0-1-1,1 1 0,-1-1 0,0 0 0,0 1 0,0-1 0,0 0 0,0 0 0,-1-1 0,3-2 1,0-6 781,-2 8-794,-1 0 0,0 0 0,1-1 0,-1 1 1,1 0-1,0 0 0,0 1 0,0-1 0,1 0 0,-1 1 1,3-3-1,-1 2 230,-1 0 0,1-1 1,-1 1-1,0-1 0,-1 1 1,1-1-1,-1 0 0,4-7 1,11-16 1591,-11 19-1440,-1 1 1,0-1-1,-1 0 0,1-1 1,3-10-1,3-7-60,-9 23-609,-1-1 0,0 0 1,0-1-1,0 1 0,0 0 0,0 0 1,-1 0-1,0 0 0,0-1 0,0 1 0,-1 0 1,1 0-1,-1-1 0,0 1 0,0 0 1,0 0-1,-4-7 0,0-1-13,-2-1-1,1 1 1,-13-16-1,16 25 7,1 0 0,-1 0 0,0 1 0,0 0 0,-1-1 0,1 1 0,0 0 0,-1 1 0,1-1 0,-1 0 0,1 1 0,-1 0 0,0 0 0,0 0 0,0 1 0,1-1 0,-1 1 0,0 0 0,0 0 0,0 0 0,-4 1 0,0-1 0,1 1 0,-1 1 0,0-1 0,1 1 0,0 1 0,-1-1 0,1 1 0,0 0 0,0 1 0,-10 6 0,7-3 0,0 0 0,0 1 0,1 0 0,0 0 0,1 1 0,-1 0 0,2 0 0,-1 1 0,1 0 0,1 1 0,0-1 0,0 1 0,1 0 0,1 1 0,-7 22 0,6-13 0,3-16 0,0 1 0,0 0 0,1 0 0,0-1 0,0 1 0,1 0 0,0 0 0,0 0 0,0 0 0,2 8 0,37 106 0,-38-115 0,1 0 0,0 0 0,0 0 0,0 0 0,1 0 0,0-1 0,0 1 0,0-1 0,0 0 0,1 0 0,0 0 0,5 5 0,22 22 0,-25-24 0,1-1 0,0 0 0,0 0 0,1-1 0,-1 0 0,1 0 0,0-1 0,1 0 0,12 4 0,7 1 0,46 8 0,-27-7 0,-44-9 0,0 0 0,0-1 0,0 1 0,1-1 0,-1 0 0,0 0 0,0 0 0,0-1 0,0 1 0,0-1 0,0 1 0,0-1 0,0 0 0,0 0 0,3-2 0,9-2 0,-3 2 0,-6 2 0,1 0 0,-1 0 0,0-1 0,0 0 0,1-1 0,-2 1 0,1-1 0,0 0 0,7-5 0,5-1 0,-15 8 0,0 0 0,-1 0 0,1 0 0,-1 0 0,0 0 0,1-1 0,-1 1 0,0-1 0,0 0 0,0 1 0,4-5 0,7-13-3315,-11 14 1749,-1 0-1,1 1 0,0-1 0,-1 0 1,0 0-1,0 0 0,-1 0 0,1 0 1,-2-10-1,1 0-4534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16.6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98 115 8916,'0'-3'924,"-1"0"1,1 1-1,-1-1 0,0 1 1,1-1-1,-1 1 0,0-1 1,-1 1-1,1-1 0,0 1 1,-1 0-1,1 0 0,-1 0 1,0 0-1,0 0 0,1 0 1,-1 0-1,-3-2 0,-13-14 2593,17 16-3440,0 0 1,0 0-1,0 0 1,0 1-1,-1-1 0,1 1 1,-1-1-1,1 1 0,-1-1 1,0 1-1,1 0 0,-1 0 1,0 0-1,0 0 1,-2-1-1,-1 0-77,5 2-3,-1 0-1,0 0 1,1-1 0,-1 1 0,1 0-1,-1 0 1,1 0 0,-1 0-1,1 0 1,-1 0 0,1 0-1,-1 0 1,0 0 0,1 0 0,-1 1-1,1-1 1,-1 0 0,1 0-1,-1 0 1,1 1 0,-1-1 0,1 0-1,-1 0 1,1 1 0,0-1-1,-1 1 1,1-1 0,-1 0 0,0 2-1,-1 6 181,0 1-1,1 0 1,0 0 0,0 0-1,1 0 1,0 0-1,3 17 1,-2 2-5,-2 32-120,0-29-53,1 0-1,5 47 1,2-38 1,1 0 0,2 0 0,2-1 0,2 0 0,1-1 0,2-1 0,1 0 0,39 56 0,-53-87 0,58 68 0,-57-69 0,0 0 0,1 0 0,0 0 0,0-1 0,1 1 0,-1-2 0,1 1 0,0-1 0,0 0 0,12 4 0,-16-7 0,0 0 0,-1 1 0,1-1 0,0-1 0,0 1 0,-1 0 0,1 0 0,0-1 0,-1 0 0,1 1 0,0-1 0,-1 0 0,1-1 0,-1 1 0,0 0 0,1-1 0,-1 1 0,0-1 0,0 1 0,0-1 0,0 0 0,0 0 0,0 0 0,0 0 0,-1-1 0,1 1 0,-1 0 0,3-5 0,2-5 0,0-1 0,-1 0 0,7-26 0,-11 37 0,5-19 0,-4 16 0,0 0 0,-1-1 0,0 1 0,1-1 0,-2 1 0,1-12 0,0 9 0,0-1 0,0 1 0,1-1 0,0 1 0,4-12 0,-2 11 0,-1-1 0,-1 1 0,0-1 0,0 1 0,0-17 0,-2-184 0,0 210 0,0 0 0,0 0 0,0-1 0,0 1 0,0 0 0,0 0 0,0 0 0,-1 0 0,1 0 0,0-1 0,0 1 0,0 0 0,0 0 0,0 0 0,0 0 0,0-1 0,0 1 0,0 0 0,0 0 0,0 0 0,0 0 0,0-1 0,0 1 0,0 0 0,1 0 0,-1 0 0,0 0 0,0-1 0,0 1 0,0 0 0,0 0 0,0 0 0,0 0 0,0 0 0,0 0 0,1-1 0,-1 1 0,0 0 0,0 0 0,0 0 0,0 0 0,0 0 0,1 0 0,-1 0 0,0 0 0,0 0 0,0 0 0,0 0 0,1 0 0,-1 0 0,0 0 0,0 0 0,0 0 0,0 0 0,1 0 0,-1 0 0,0 0 0,0 0 0,0 0 0,0 0 0,1 0 0,-1 0 0,0 0 0,0 0 0,0 0 0,12 15 0,12 27 0,-23-39 0,18 49 0,-19-46 0,1-1 0,1 0 0,-1 0 0,1 0 0,0 0 0,0 0 0,1 0 0,-1 0 0,1-1 0,0 1 0,1-1 0,4 6 0,25 23 0,25 20 0,-11-18 0,29 17 0,-70-49 0,0 0 0,1-1 0,-1 1 0,0-1 0,1-1 0,0 1 0,9 0 0,18 5 0,-27-6 0,0 0 0,0-1 0,0 1 0,-1-1 0,1-1 0,0 1 0,0-1 0,0 0 0,-1-1 0,1 1 0,-1-1 0,1-1 0,-1 1 0,0-1 0,0 0 0,9-6 0,-11 5 0,0 0 0,0 0 0,0-1 0,-1 0 0,1 1 0,-1-1 0,0 0 0,0-1 0,3-8 0,-1 2 0,-3 8 0,-1 0 0,0 0 0,0 0 0,0-1 0,0 1 0,-1 0 0,0-1 0,0 1 0,0 0 0,-1-6 0,0-5 0,3-28 0,-1 33 0,0 1 0,-1-1 0,0 1 0,0-1 0,-1 0 0,-1 1 0,-4-17 0,-13-47 0,11 42 0,-1 0 0,-23-56 0,21 64 0,5 10 0,0 0 0,0 0 0,-1 0 0,-1 1 0,0 0 0,-1 1 0,0 0 0,-17-16 0,-52-25 0,76 51-10,1 1 0,-1 0 0,0 0 0,0 0 0,1 0 0,-1 1 0,0-1 0,0 0 0,1 1 0,-1 0 0,0-1 0,1 1 1,-1 0-1,1-1 0,-1 1 0,1 0 0,-1 0 0,1 1 0,-1-1 0,1 0 0,0 0 0,0 0 0,0 1 0,0-1 0,0 1 0,0-1 0,0 1 0,0-1 0,0 3 0,1 1-655,0 0 1,1 0-1,0 0 0,1 0 0,-1 0 1,1 0-1,0-1 0,0 1 0,3 4 0,10 27-4073,-12-29 3842,0 0 1,1 0 0,0 0 0,0 0 0,1-1-1,-1 0 1,1 0 0,1 0 0,5 5-1,52 39-5815,-38-24 1405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17.6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357 759 2081,'8'-5'742,"1"-1"-1,-1 0 1,-1 0 0,1-1 0,-1 0-1,-1-1 1,1 0 0,-1 0 0,0 0-1,-1 0 1,0-1 0,6-16-1,-5 8 785,-2-1-1,-1 1 0,0-1 0,-1 1 0,-1-1 0,-1-21 1,1 35-1350,-1 1 1,0-1 0,0 1 0,0-1 0,0 1 0,-1-1-1,1 1 1,-1-1 0,0 1 0,0-1 0,-1 1 0,1 0-1,0 0 1,-1 0 0,0 0 0,0 0 0,0 0-1,0 0 1,0 0 0,-1 1 0,1-1 0,-1 1 0,0 0-1,0 0 1,1 0 0,-1 0 0,-1 0 0,1 0 0,0 1-1,0 0 1,-1-1 0,1 1 0,-5 0 0,-1 0 158,0 0 0,1 1 0,-1 1 0,0-1 0,1 2 0,-1-1 0,1 1 0,0 0 0,-1 1 0,1 0 0,0 0 0,-14 9 0,18-10-335,-11 5 0,1 2 0,-1 0 0,2 1 0,-1 0 0,1 1 0,-21 24 0,10-9 0,10-13 0,2 1 0,0 0 0,0 1 0,1 1 0,-15 28 0,24-38 0,-6 8 0,2 0 0,0 1 0,1-1 0,0 1 0,1 1 0,1-1 0,0 1 0,0 23 0,3-29 0,-1 26 0,2 0 0,10 61 0,-9-87 0,0 0 0,1 0 0,0-1 0,1 0 0,0 1 0,0-1 0,1 0 0,0-1 0,1 1 0,-1-1 0,2 0 0,-1-1 0,1 0 0,11 10 0,-12-13 0,0 0 0,0 1 0,1-2 0,0 1 0,0-1 0,0 0 0,0-1 0,0 1 0,0-1 0,0-1 0,1 0 0,-1 0 0,1 0 0,-1-1 0,1 0 0,-1 0 0,1-1 0,-1 0 0,1 0 0,-1-1 0,0 0 0,1 0 0,-1-1 0,0 1 0,0-2 0,-1 1 0,1-1 0,11-8 0,-17 10 0,1 1 0,-1-1 0,1 1 0,-1-1 0,0 0 0,1 0 0,-1 1 0,0-1 0,0 0 0,0 0 0,0 0 0,-1 0 0,1 0 0,0-4 0,7-16 0,19-28 0,-22 42 0,1 0 0,-1 0 0,-1-1 0,0 1 0,0-1 0,-1 0 0,0 0 0,0 0 0,-1-1 0,2-16 0,5-61 0,1-9 0,-10-40 0,0 136 0,-1 0 0,1-1 0,0 1 0,0 0 0,0-1 0,0 1 0,0 0 0,0 0 0,1-1 0,-1 1 0,0 0 0,0-1 0,0 1 0,0 0 0,0 0 0,0-1 0,0 1 0,0 0 0,1 0 0,-1-1 0,0 1 0,0 0 0,0 0 0,1 0 0,-1-1 0,0 1 0,0 0 0,1 0 0,-1 0 0,0 0 0,0-1 0,1 1 0,-1 0 0,0 0 0,0 0 0,1 0 0,-1 0 0,0 0 0,1 0 0,-1 0 0,0 0 0,0 0 0,1 0 0,-1 0 0,0 0 0,1 0 0,-1 0 0,0 0 0,1 0 0,-1 0 0,0 0 0,1 1 0,12 8 0,15 57 0,-12-41 0,-12-21 0,0 2 0,-1-1 0,0 0 0,0 1 0,3 9 0,-3-7 0,1 1 0,-1-1 0,1 0 0,1 0 0,0 0 0,0 0 0,7 7 0,-7-9 0,0 0 0,-1 1 0,0-1 0,0 1 0,0 0 0,4 14 0,-6-16 0,-1-1 0,1 1 0,0 0 0,1-1 0,-1 1 0,1-1 0,0 0 0,5 7 0,13 23 0,-20-30-220,0-1 0,0 0-1,1 1 1,-1-1 0,1 0 0,0 0 0,0 0-1,0 0 1,0-1 0,0 1 0,1-1 0,3 4-1,-1 3-4574,-7-36-15960,1 21 20349,-1 1 1,1 0-1,-1 0 0,-4-9 1,3 8 264,1 1 0,0-1 0,0 0 0,0 0 0,1 0 0,0 1 0,-1-13 0,1-20-155,0 27 296,0-1 0,1 1 1,0 0-1,1-1 1,1 1-1,3-16 0,3 4 215,-5 15 81,0 0-1,-1-1 1,1 1-1,-2 0 1,1-1 0,-1-8-1,-1 13-41,0 1 1,0 0-1,0 0 0,1-1 0,-1 1 0,1 0 1,0 0-1,0-1 0,0 1 0,0 0 0,0 0 1,1 0-1,-1 1 0,1-1 0,0 0 0,0 0 1,0 1-1,0-1 0,3-2 0,13-16 1673,-11 10-912,-6 9-764,0 0 0,0-1 0,0 1 0,1 0 1,-1 0-1,1 0 0,0 1 0,0-1 0,-1 0 0,1 1 0,4-4 0,-4 5-121,0 0 0,0 0 0,0-1 0,0 1 0,0 0 0,1 1 0,-1-1 0,0 0 0,0 1 0,-1-1 0,1 1 0,0-1 0,0 1 0,0 0 0,0 0 0,0 0 0,-1 0 0,1 0 0,0 0 0,1 3 0,13 6 981,-2 2 0,1 0 0,-2 1 0,0 0 0,0 1 1,-1 1-1,-1 0 0,0 0 0,-1 1 0,-1 0 0,-1 1 0,11 30 0,-15-35-804,0-1 0,0 0 0,10 19 0,7 22-169,-18-37-138,-1 1 0,-1-1 0,0 1 0,-3 29 0,0-3 0,3-41 0,-1-1 0,0 0 0,0 0 0,0 0 0,0 0 0,0 0 0,0 0 0,0 1 0,0-1 0,0 0 0,0 0 0,0 0 0,0 0 0,0 1 0,0-1 0,0 0 0,0 0 0,0 0 0,0 0 0,0 1 0,0-1 0,0 0 0,0 0 0,0 0 0,0 0 0,0 1 0,0-1 0,0 0 0,0 0 0,0 0 0,0 0 0,0 0 0,-1 1 0,1-1 0,0 0 0,0 0 0,0 0 0,0 0 0,0 0 0,0 0 0,-1 0 0,1 0 0,0 0 0,0 1 0,0-1 0,0 0 0,-1 0 0,1 0 0,0 0 0,0 0 0,0 0 0,0 0 0,0 0 0,-1 0 0,1 0 0,0 0 0,0 0 0,0 0 0,0 0 0,-1 0 0,1-1 0,0 1 0,0 0 0,0 0 0,-1 0 0,-10-14 0,-13-28 0,22 39 0,-2-5 0,1 0 0,0 0 0,0-1 0,0 1 0,1-1 0,0 1 0,1-1 0,0 0 0,0-9 0,1 13 0,-1-1 0,0 1 0,0 0 0,0 0 0,-1 0 0,1 1 0,-1-1 0,-5-9 0,5 11 0,0 0 0,1-1 0,-1 1 0,0-1 0,1 1 0,0-1 0,0 0 0,0 1 0,1-1 0,-1 0 0,1 0 0,0 0 0,0 1 0,0-1 0,0 0 0,1 0 0,0 0 0,-1 1 0,1-1 0,2-5 0,1 0-302,0 0-1,0 0 1,1 0-1,0 1 1,1 0 0,0 0-1,0 0 1,0 0-1,1 1 1,0 0-1,1 1 1,0-1 0,0 1-1,0 1 1,0 0-1,13-6 1,-16 9-130,8-3-1665,0 1 0,1 0 0,-1 1 0,1 0 0,25-1 0,-20 3 636,0-1 1,0 0-1,21-6 0,-37 7 1270,0 0-1,0 1 0,0-1 0,0 1 1,0 0-1,0 0 0,0 0 0,1 0 1,-1 1-1,0-1 0,0 1 0,0 0 1,0 0-1,4 2 0,13 3-416,152 6-640,-131-9 3579,66-3 0,-47-2 1789,-56 2-2066,-4-28 7153,0 26-9025,-1 1-1,1-1 0,-1 0 1,0 1-1,0-1 0,0 0 1,0 1-1,0-1 0,0 1 1,0-1-1,-1 1 0,1 0 0,0 0 1,-1-1-1,1 1 0,-1 0 1,1 0-1,-1 0 0,0 0 1,1 1-1,-1-1 0,0 0 1,1 1-1,-1-1 0,0 1 1,-2-1-1,-54-7 3610,36 7-3791,17 0 0,1 1 0,0 0 0,0 0 0,-1 0 0,1 0 0,0 1 0,0 0 0,-1 0 0,1 0 0,0 0 0,0 0 0,0 1 0,0 0 0,1 0 0,-7 4 0,-22 14 0,21-14 0,1 0 0,0 1 0,1 0 0,-1 1 0,1 0 0,1 0 0,-15 18 0,19-18 0,0 0 0,0 0 0,1 1 0,0-1 0,0 1 0,1 0 0,0 0 0,1-1 0,0 1 0,0 0 0,1 0 0,2 18 0,-2-12 0,0-8 0,1 0 0,0 0 0,0-1 0,1 1 0,0 0 0,0-1 0,5 11 0,8 26 0,-12-29 0,2 0 0,-1-1 0,1 1 0,8 13 0,-10-22 0,0 1 0,0-1 0,1 1 0,0-1 0,0-1 0,0 1 0,0 0 0,1-1 0,-1 0 0,1 0 0,0 0 0,8 3 0,-4-3 0,-6-3 0,0 1 0,0-1 0,-1 0 0,1 1 0,0-1 0,0 1 0,-1 0 0,1 0 0,-1 0 0,0 0 0,3 4 0,-3-5 0,0 1 0,-1 0 0,1-1 0,0 0 0,0 1 0,0-1 0,0 0 0,0 0 0,0 0 0,0 0 0,0 0 0,0 0 0,1-1 0,-1 1 0,0-1 0,0 0 0,1 1 0,-1-1 0,0 0 0,1 0 0,-1-1 0,0 1 0,1 0 0,-1-1 0,0 1 0,0-1 0,0 0 0,1 0 0,-1 0 0,0 0 0,0 0 0,0 0 0,0-1 0,-1 1 0,1 0 0,0-1 0,3-3 0,34-39 0,-31 22 0,-7 16 0,0 2 0,1-1 0,0 0 0,0 0 0,0 0 0,5-5 0,-2 1 0,0 1 0,-1 0 0,0-1 0,0 0 0,-1 0 0,0 0 0,-1-1 0,3-12 0,0-79 0,-5 74 0,1 0 0,8-45 0,-3 44 0,-1 6 0,0 0 0,-2-1 0,1-29 0,-3 12 0,-1 11 0,0 0 0,-6-36 0,-33-133 0,23 150 0,13 42 0,1 1 0,0-1 0,0 0 0,0 1 0,1-1 0,0 0 0,0 0 0,0-8 0,1 11 0,0 1 0,0 0 0,0 0 0,-1-1 0,1 1 0,0 0 0,-1 0 0,0 0 0,0 0 0,1 0 0,-1 0 0,0 0 0,-1 0 0,1 0 0,0 0 0,0 0 0,-1 1 0,1-1 0,-1 1 0,0-1 0,1 1 0,-3-2 0,3 3 0,1-1 0,-1 1 0,1 0 0,-1 0 0,0 0 0,1-1 0,-1 1 0,1 0 0,-1 0 0,1 0 0,-1 0 0,0 0 0,1 0 0,-1 0 0,1 0 0,-1 0 0,1 1 0,-1-1 0,1 0 0,-1 0 0,0 0 0,1 1 0,-1-1 0,1 0 0,-1 1 0,1-1 0,0 0 0,-1 1 0,0 1 0,0-1 0,0 1 0,0-1 0,0 1 0,1-1 0,-1 1 0,1 0 0,-1-1 0,1 1 0,-1 0 0,1 0 0,0-1 0,0 1 0,0 3 0,-1 43 0,-1-27 0,2-1 0,0 0 0,1 0 0,6 27 0,32 165 0,-31-160 0,2 0 0,2 0 0,3-2 0,1 1 0,3-2 0,26 48 0,-12-29-3056,-23-44 101,1-2 0,1 0-1,1 0 1,28 36 0,-20-32-4040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18.1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207 70 7539,'-98'6'13724,"31"-1"-4541,26-5-6862,149 1-2321,165-19 0,-45 0 0,-102 12 0,247-6 0,319 12 0,-677-1 0,-40-1 0,-39-4 0,18 5 0,40 1 0,1 1 0,0-1 0,-1 0 0,1-1 0,-1 1 0,-8-3 0,2-1-455,7 2-752,-1 0-1,0 1 1,0-1-1,0 1 1,0 0-1,0 1 1,0-1-1,-7 2 0,10-1-71,-12-2-2714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22.8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76 11 9764,'0'0'11814,"0"16"-1954,-28-16-10052,28-16-2449,-19 16-1873,-9-11-11605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26.0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17 144,'0'0'286,"3"37"13413,0-37-14175,-3 0 561,0 0 1,1 0-1,-1 0 1,1 0-1,-1 0 1,0 0-1,1 0 1,-1 0-1,1 0 1,-1 0-1,1 0 1,-1 0-1,0 0 1,1 0-1,-1 0 1,1 0-1,-1-1 1,0 1 0,1 0-1,-1 0 1,0 0-1,1-1 1,-1 1-1,0 0 1,1-1-1,-1 1 1,0 0-1,1-1 1,-1 1-1,0 0 1,0-1-1,1 1 1,-1 0-1,0-1 1,0 1-1,0 0 1,0-1 0,0 1-1,1-1 1,-1 1-1,0-1 1,0 1-1,0 0 1,0-1-1,0 0 1,23 1 58,-18 0 1187,-5 0-1378,0 1 40,1-1 0,-1 0 0,1 0 1,-1 0-1,1 1 0,-1-1 0,0 0 0,1 0 0,-1 0 0,1 0 0,-1 0 0,1 0 0,-1 0 1,1 0-1,-1 0 0,1 0 0,-1 0 0,1 0 0,-1 0 0,0 0 0,1 0 0,-1 0 0,1-1 1,-1 1-1,1 0 0,-1 0 0,0-1 0,1 1 0,-1 0 0,1 0 0,-1-1 0,0 1 1,1 0-1,-1-1 0,0 1 0,0-1 0,1 1 0,-1 0 0,0-1 0,0 1 0,0-1 0,1 0 0,5-6-604,3 5 147,-8 2 311,-1 0 0,1 0-1,-1 0 1,1 0 0,-1 0 0,1 0-1,-1 0 1,1 0 0,-1 0-1,1 0 1,-1 0 0,1 0 0,-1-1-1,1 1 1,-1 0 0,1 0 0,-1 0-1,0-1 1,1 1 0,-1 0 0,1-1-1,-1 1 1,0 0 0,1-1-1,-1 1 1,0-1 0,1 1 0,-1 0-1,0-1 1,1 1 0,-1-1 0,0 1-1,0-1 1,0 1 0,1-2 0,-1-15-11957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30.7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26 336,'0'0'7214,"19"-10"2732,-38 19-9906,19-8 1433,0-9-1260,0-10-14777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31.9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94 16 736,'-28'7'2480,"26"-7"-2300,1 0 1,-1 0 0,0 0 0,0 0 0,1 0 0,-1 1-1,0-1 1,1 0 0,-1 1 0,0-1 0,1 1 0,-1 0-1,1 0 1,-1-1 0,1 1 0,-1 0 0,1 0-1,0 0 1,-1 0 0,1 1 0,0-1 0,0 0 0,-1 2-1,2 0 1467,-24-3 111,20 0 1419,4 0-2935,0 1-1,0-1 1,1 1-1,-1-1 1,0 0-1,0 1 1,1-1-1,-1 1 1,1-1-1,-1 0 1,0 1-1,1-1 1,-1 0-1,1 1 1,-1-1-1,1 0 1,-1 1-1,0-1 1,1 0-1,-1 0 0,1 0 1,0 0-1,-1 0 1,1 1-1,-1-1 1,1 0-1,27 3 2921,38-3-1517,-51-1-844,25 2-65,-12-1-312,1 0 0,0-1-1,36-8 1,-30 6 88,-31 4-447,-1-1 0,1 0 0,0 0 0,-1 0 0,1-1 0,-1 1 0,1-1 0,-1 0 0,1 0 0,-1 0 0,0-1 0,1 1 0,4-4 0,-6 4-33,-1 1 0,1-1 0,0 0 1,0 0-1,0 1 0,0-1 0,0 1 1,1 0-1,-1-1 0,0 1 0,0 0 1,0 0-1,0 1 0,0-1 0,0 0 1,2 1-1,14 1 394,1-2-341,-14 0-106,-5-9-5893,-22 7-2110,16-14-2775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36.95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 0 272,'-8'16'24772,"32"-6"-20939,21 5-5126,-32-12 3170,14 4-1267,-6-2-399,0 0 0,0-2 0,31 2 1,166 5 804,-180-8-729,-19 0-177,-1-1-1,1-1 1,0-1-1,29-4 1,-43-1-4585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48.7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1 6579,'-2'0'10787,"-11"0"-4201,55 4-2101,-37-2-4343,-1-1 0,1 1 0,-1 0 0,0 0 0,0 1 0,1-1 0,-1 1 0,-1 0 0,1 0 0,0 0-1,-1 1 1,0-1 0,0 1 0,0 0 0,0 0 0,0 0 0,-1 0 0,4 7 0,0 2-16,0-1-1,0 1 1,-1 0 0,-1 1-1,0-1 1,-1 1-1,0 0 1,-1 0 0,0 0-1,-2 0 1,1 0-1,-4 26 1,-1-20-126,0-3 0,1 0 0,-2 33 0,4-40 0,0-1 0,0 1 0,-1-1 0,-1 1 0,0-1 0,0 0 0,-7 14 0,-10 33 0,-8 40 0,9-40 0,6-21 0,10-29 0,0 1 0,1-1 0,-1 1 0,1 0 0,1 0 0,-1 0 0,1 0 0,0 8 0,2-13 0,-1 0 0,1 0 0,-1 0 0,1 0 0,0 0 0,0 0 0,0 0 0,0 0 0,0 0 0,0 0 0,1-1 0,-1 1 0,1 0 0,-1-1 0,1 1 0,-1-1 0,1 0 0,0 1 0,3 1 0,-1-1 0,0 0 0,-1 0 0,1 0 0,0-1 0,0 1 0,0-1 0,0 0 0,0 0 0,8 1 0,3-4 0,0 0 0,-1-1 0,1-1 0,0 0 0,-1-1 0,22-10 0,10-3 0,-6 4 0,-1-1 0,-1-2 0,0-1 0,-2-2 0,39-28 0,-52 32 0,-13 10 0,0-1 0,0 0 0,-1 0 0,0-1 0,-1 0 0,0-1 0,0 0 0,8-12 0,30-31 0,-37 44 0,-1 0 0,0-1 0,0 0 0,-1 0 0,0-1 0,-1 0 0,10-20 0,12-73 0,-18 85 0,-8 15 0,0 1 0,-1-1 0,0 0 0,1 1 0,-1-1 0,0 0 0,0 0 0,0 0 0,-1 0 0,1 0 0,-1 0 0,1-4 0,-1 3 0,0 1 0,0 0 0,1-1 0,0 1 0,-1 0 0,1-1 0,0 1 0,1 0 0,-1 0 0,1 0 0,2-5 0,-2 4 0,0 1 0,0 0 0,0 0 0,-1 0 0,0-1 0,0 1 0,0-1 0,0 1 0,0-1 0,-1 1 0,1-8 0,-2 8 0,1 0 0,-1 0 0,0 0 0,0 0 0,0 0 0,0 0 0,0 0 0,-4-5 0,1-2 0,15 14 0,-6 7 0,-2 2 0,16 9 0,2-1 0,0-1 0,1-1 0,1-1 0,45 28 0,-39-27 0,56 30 0,-61-36 0,-1 0 0,0 2 0,35 27 0,65 64 0,-121-103 0,1 0 0,-1 0 0,0 0 0,0 0 0,0 0 0,-1 1 0,1-1 0,-1 0 0,1 1 0,-1 0 0,0-1 0,-1 1 0,1-1 0,-1 1 0,0 0 0,1 0 0,-1-1 0,-1 1 0,0 7 0,0 6 0,1-14 0,-1-1 0,0 0 0,0 1 0,0-1 0,0 0 0,0 1 0,0-1 0,-1 0 0,1 0 0,-1 0 0,0 0 0,1 0 0,-1-1 0,0 1 0,0 0 0,0-1 0,0 1 0,0-1 0,-5 2 0,-45 22 0,49-24 0,-28 11 0,-3 3 0,-1-1 0,-1-2 0,-62 12 0,18-11 53,48-7-161,-1-1 1,-46 0 0,78-5 190,-33 0-1615,-3-5-4908,33 4 5445,0 0 0,0 0 0,0 0 0,0 0 0,0-1 0,0 0 0,0 0 0,0 0 0,1 0 0,-1-1 0,1 1 0,0-1 0,0 0 0,-1 0 0,-2-4 0,3-4-3244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48.9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1 348 9060,'32'-31'9830,"0"1"1108,-4 11-7999,-11 9-2939,-8 5 0,0-1 0,1 2 0,-1-1 0,1 1 0,0 1 0,14-4 0,29-7 0,59-26 0,-49 17 0,19-18 0,-65 36-62,-13 5-104,0-1 0,0 0-1,0-1 1,-1 1 0,1-1-1,0 1 1,-1-1 0,1 0 0,-1 0-1,0-1 1,1 1 0,-1-1 0,0 0-1,5-5 1,-4 3-1258,1 1 0,0 0 0,0 0 0,0 0 0,0 1 0,1 0 0,9-5 0,21-14-6777,-32 11 3410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28.1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90 173 6035,'-5'-15'7257,"-14"3"-1508,-1-3-1072,19 13-4317,0 0 0,0 0 1,-1 1-1,1-1 1,-1 0-1,1 0 1,-1 1-1,0-1 1,0 1-1,0-1 1,-3-1-1,1 1 186,-3-8 2663,6 6-2734,0 3-451,-10-19 456,22 6-479,-2 7-12,-1 1 11,0 0 0,1 1 0,0 0 0,0 1 0,0 0 0,0 0 0,1 1 0,0 0 0,-1 1 0,15-2 0,-1-1 0,-10 5 0,0 0 0,0 1 0,0 1 0,0-1 0,19 7 0,-25-7 0,-1 1 0,0 0 0,0 1 0,0-1 0,0 1 0,0 0 0,-1 1 0,1-1 0,-1 1 0,0 0 0,0 1 0,0-1 0,-1 1 0,1 0 0,-1 0 0,0 0 0,-1 0 0,1 1 0,-1 0 0,0 0 0,-1 0 0,1 0 0,-1 0 0,0 0 0,-1 1 0,1-1 0,-1 7 0,0 20 0,0-19 0,-1 0 0,0 0 0,0 0 0,-2 0 0,0 0 0,0 0 0,-1 0 0,-10 25 0,-106 178 0,110-203 0,0-1 0,-1 0 0,-1-1 0,0 0 0,-14 11 0,-22 23 0,26-12 0,19-29 0,0-1 0,-1 0 0,1 0 0,-1 0 0,0-1 0,0 1 0,-4 4 0,4-5 0,1 0 0,0-1 0,0 1 0,0 0 0,0 0 0,1 1 0,-1-1 0,1 0 0,0 0 0,0 1 0,0-1 0,0 1 0,1-1 0,-1 1 0,1-1 0,0 1 0,0-1 0,0 1 0,1 4 0,-1 0 0,1-6 0,-1-1 0,1 1 0,-1-1 0,1 1 0,0-1 0,0 0 0,0 1 0,0-1 0,0 0 0,0 0 0,0 0 0,0 0 0,0 0 0,0 0 0,1 0 0,-1 0 0,0 0 0,1 0 0,-1-1 0,1 1 0,-1-1 0,1 1 0,-1-1 0,1 1 0,-1-1 0,1 0 0,-1 0 0,1 0 0,-1 0 0,1 0 0,1 0 0,72 1 0,-49-2 0,-8 1 0,0 1 0,-1-1 0,1-1 0,0 0 0,0-1 0,-1-1 0,1-1 0,32-12 0,0-1-1850,-30 10-159,0 0 1,0-1-1,-1-1 0,21-14 1,33-15-9206,-29 15 6644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28.4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460 42 2033,'-3'0'761,"2"1"-573,0-1-1,0 0 1,1 0-1,-1 1 0,0-1 1,0 0-1,1 0 1,-1 0-1,0 0 1,0 0-1,1 0 1,-1 0-1,0 0 1,0-1-1,1 1 1,-1 0-1,0 0 1,1 0-1,-1-1 1,0 1-1,1 0 1,-1-1-1,0 1 1,1-1-1,-1 1 1,0-1-1,1 1 0,-1-1 1,1 1-1,-1-1 1,1 0-1,0 1 1,-1-1-1,1 0 1,0 1-1,-1-1 1,1 0-1,0 1 1,-1-1-1,1 0 1,0 0-1,0-1 1,0 2-3,0-1 1,-1 0-1,1 1 1,0-1-1,0 0 1,-1 1-1,1-1 1,0 1-1,-1-1 1,1 0-1,-1 1 1,1-1-1,-1 1 0,1-1 1,-1 1-1,1-1 1,-1 1-1,0 0 1,1-1-1,-1 1 1,1 0-1,-1-1 1,0 1-1,1 0 1,-1 0-1,0 0 1,1-1-1,-1 1 1,0 0-1,0 0 1,1 0-1,-1 0 1,0 0-1,1 0 1,-1 1-1,0-1 1,0 0-1,1 0 1,-2 1-1,1-1-60,1 0 1,-1 1-1,0-1 0,1 0 0,-1 0 1,0 0-1,0 0 0,1 0 1,-1 0-1,0 0 0,0 0 0,1 0 1,-1 0-1,0 0 0,0 0 0,1-1 1,-1 1-1,0 0 0,1 0 0,-1-1 1,0 1-1,1 0 0,-1-1 0,0 1 1,1-1-1,-1 1 0,1-1 0,-1 1 1,1-1-1,-1 0 0,1 1 0,-1-1 1,1 1-1,0-1 0,-1 0 0,1 1 1,0-1-1,0 0 0,-1-4 3706,1 46 1945,0-33-5776,1-1 0,0 0 0,0 0 0,1 1 0,-1-1 0,2 0 0,-1 0 0,1-1 0,6 13 0,42 52 0,-41-59 0,0 1 0,0 0 0,-2 1 0,0 0 0,10 20 0,-14-23 0,1-1 0,1 1 0,0-2 0,0 1 0,12 12 0,-13-16 0,0 0 0,0 0 0,0 0 0,-1 1 0,0 0 0,0 0 0,0 0 0,-1 0 0,-1 0 0,1 1 0,-1-1 0,0 1 0,-1 0 0,1 8 0,-1-6 0,-1-6 0,1 0 0,-1-1 0,0 1 0,0 0 0,0 0 0,0 0 0,-1 0 0,0-1 0,-2 7 0,-6-3 0,0-1 0,-1 0 0,0 0 0,0-1 0,-1-1 0,1 0 0,-1 0 0,0-1 0,0 0 0,0-1 0,-14 1 0,-24 1 0,-67-4 0,51-1 0,59 1 0,0-1 0,1 1 0,-1-1 0,1 0 0,-1-1 0,-6-2 0,-24-5 0,-30-7-5896,61 14 5117,0 0 0,0 1 0,1-2 0,-1 1 0,0-1 0,1 1 0,-1-1 0,1-1 0,0 1 0,-6-6 0,-29-30-8567,35 25 5432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28.6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1 162 4866,'4'-2'825,"-1"0"0,1 0-1,0-1 1,-1 1 0,1-1 0,-1 0 0,0 0-1,0 0 1,0-1 0,0 1 0,3-6-1,1 0 778,18-2 1845,-8 6-1879,1-4-429,1 1 0,0 0-1,0 2 1,1 0 0,0 2-1,0 0 1,0 1 0,0 1-1,25 0 1,61-14-1139,-3 6 0,-68 9-1270,70-12 0,-91 11-1231,1 0 0,0 1 0,0 0 0,0 1 0,14 2 0,13 0-2587,5-2 446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28.9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568 0 5442,'44'9'23054,"-44"-9"-22921,-14 9 384,1 1 1,0 1-1,0 0 0,1 1 0,1 0 1,0 1-1,-13 19 0,19-26-517,-1 1 0,1-1 0,-1 0 0,-11 9 0,-14 14 0,-24 65 0,53-91 0,-19 25 0,2 0 0,-30 58 0,-91 182 0,69-122 0,70-143-168,0 0-1,-1-1 1,1 1 0,-1-1-1,0 1 1,0-1-1,0 0 1,0 0 0,0 0-1,-1 0 1,1 0 0,-1 0-1,1 0 1,-1-1 0,0 1-1,1-1 1,-1 0 0,-6 2-1,-12-4-17545,16 0 14995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29.0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66 96 19017,'-19'-16'8500,"-9"5"-4563,28-4-3616,-19 4-2066,19-5-1185,0-10-17479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29.1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10485,'19'37'8916,"9"-11"-2849,-28 6-2498,19-22-1888,-19 6-384,28-5-1265,-10-38-20474,-18 17 15304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1:53.6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28 464,'0'0'14498,"-5"0"-14429,-11 0 2505,37 0-10,-21-2-2441,-1 0 0,1 1 0,0-1 0,0 0 0,0 1 0,0-1 0,0 0 0,0 1-1,1-1 1,-1 0 0,1 1 0,-1-1 0,2-3 0,0 5-629,-2 0 594,1 0-1,-1 0 0,1 0 1,-1 0-1,1 0 1,-1 0-1,0 0 1,1 0-1,-1 0 0,1 0 1,-1 0-1,1 0 1,-1 0-1,0 0 1,1 0-1,-1 0 0,1 1 1,-1-1-1,1 0 1,-1 0-1,0 0 1,1 1-1,-1-1 0,0 0 1,1 1-1,-1-1 1,0 0-1,1 1 1,-1-1-1,0 0 0,0 1 1,1-1-1,-1 0 1,0 1-1,0-1 1,0 1-1,0-1 1,0 1-1,1-1 0,-1 1 1,-16 1 16,18-2-111,-1 0 4,-1 0 0,1 0 1,-1 0-1,1 0 0,-1 0 1,1 0-1,-1 0 0,1 0 1,-1 0-1,1 0 0,-1 0 0,1 0 1,-1 0-1,1 0 0,-1 1 1,0-1-1,1 0 0,-1 0 1,1 1-1,-1-1 0,1 0 1,-1 1-1,0-1 0,1 0 1,-1 1-1,0-1 0,1 1 1,-1-1-1,0 0 0,0 1 0,1-1 1,-1 1-1,0-1 0,0 1 1,0-1-1,0 1 0,1-1 1,-1 1-1,0-1 0,0 1 1,0-1-1,0 1 0,0-1 1,0 1-1,0-1 0,-1 1 0,1-1 1,0 1-1,0 0 11,-1 7 51,20-6-8115,-9-2-149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2:20.8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11 3153,'0'0'9706,"-5"0"-5851,2 0-3718,2 0-4,0 0-1,1 1 0,-1-1 1,-16-12 15160,14 12-15213,-13 0-67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2:21.0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1 0 32767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2:21.1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16 32767,'0'0'-1169,"19"0"-575,9-16-20282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2:21.8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1 1313,'0'1'209,"0"-1"0,0 1 0,0-1 1,0 1-1,-1-1 0,1 1 1,0 0-1,0-1 0,-1 1 0,1-1 1,0 1-1,-1-1 0,1 1 1,0-1-1,-1 0 0,1 1 0,-1-1 1,1 1-1,-1-1 0,1 0 1,-1 1-1,1-1 0,-1 0 0,1 0 1,-1 1-1,1-1 0,-1 0 1,0 0-1,1 0 0,-1 0 0,1 0 1,-1 0-1,0 0 0,1 0 1,-1 0-1,1 0 0,-1 0 0,1 0 1,-1 0-1,0 0 0,1 0 1,-1-1-1,0 1 0,-7 0-181,8 11-998,0-22-8561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30.1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77 129 4466,'0'-9'2815,"0"1"0,0 0 0,-1 0 0,0 0 0,-3-9-1,3 14-2308,0 0 0,0 1 0,0-1 0,0 1 0,-1-1 0,1 1 0,-1 0 0,0 0 0,-3-4 0,4 4-200,0 0 1,0 0 0,0 0-1,0 0 1,0-1 0,1 1-1,-1 0 1,1 0 0,0-1-1,0 1 1,0 0 0,0-5-1,1-3 1371,0 22-988,-1-12-689,0 1 0,0 0 0,0 0 0,0 0 0,0-1 0,0 1 0,0 0 0,0 0 0,0-1 0,-1 1 0,1 0 0,0 0 0,-1-1 0,1 1 0,0 0 0,-1 0 0,1-1 0,-1 1 0,1-1 0,-1 1 0,1 0 0,-1-1 0,0 1 0,0 0 0,0 0 0,0-1 0,0 1 0,0 0 0,1-1 0,-1 1 0,0 0 0,1 0 0,-1 0 0,0 0 0,1 0 0,-1-1 0,1 1 0,0 0 0,-1 0 0,1 0 0,0 0 0,-1 0 0,1 0 0,0 1 0,0-1 0,0 0 0,0 0 0,0 0 0,0 2 0,1 17 0,0-4 0,-1 0 0,-1 0 0,-4 30 0,-4-19 0,6-19 0,0 0 0,1 0 0,0 0 0,0 0 0,1 0 0,-1 14 0,2 3 0,-1-13 0,1 0 0,0 1 0,1-1 0,4 19 0,3-4 0,-4-17 0,-1 0 0,-1 0 0,0 1 0,0-1 0,0 20 0,-2 292 0,9-241-5445,1 7-2983,-10-84 7801,-1-1 0,1 1 0,0-1 0,0 1 0,0-1 0,1 0-1,-1 1 1,1-1 0,0 0 0,0 1 0,0-1 0,0 0 0,1 0 0,-1 0 0,1 0 0,-1 0 0,1 0 0,0 0-1,1 0 1,3 3 0,-2 10-2249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30.5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218 416 4290,'1'-22'2684,"0"15"-1823,0 1 0,-1-1 0,0 1 0,0-1 0,0 1 0,-1 0-1,0-1 1,-1 1 0,-2-9 0,-4 5 39,6 9-774,1 0 1,0 0-1,0 0 0,0 0 1,0 0-1,0 0 0,0 0 0,0-1 1,0 1-1,1 0 0,-1-1 0,0 1 1,1-1-1,-1 1 0,1-1 1,0 1-1,-1-1 0,1 1 0,0-3 1,0 3 5,0-1 1,-1 0 0,1 0 0,0 1 0,-1-1-1,0 0 1,1 1 0,-1-1 0,0 0 0,0 1-1,1-1 1,-1 1 0,0-1 0,-1 1-1,1 0 1,0 0 0,0-1 0,-1 1 0,1 0-1,0 0 1,-1 0 0,1 0 0,-1 0 0,1 0-1,-1 1 1,0-1 0,1 1 0,-1-1-1,0 1 1,0-1 0,1 1 0,-1 0 0,0 0-1,-1 0 1,-47 37 3397,46-34-3199,0 1 1,1 0-1,0 0 1,-1 0-1,2 0 1,-1 0-1,0 1 1,1 0-1,0-1 0,-2 6 1,-11 20 685,8-17-947,0-1-1,1 1 0,1 1 1,0-1-1,0 1 0,1 0 1,1 0-1,1 0 1,0 0-1,0 25 0,2-13-43,1 1 0,1-1 0,2 0-1,1-1 1,8 28 0,-5-34-26,0-1 0,2 0 0,0-1 0,1 0 0,14 15 0,-20-25 0,1 0 0,0-1 0,0 0 0,1 0 0,11 7 0,-11-8 0,1 1 0,-1 0 0,0 1 0,9 10 0,-7-10 0,0 0 0,0-1 0,1 0 0,-1 0 0,1-1 0,1 0 0,-1 0 0,1-2 0,-1 1 0,1-1 0,16 2 0,-9-2 0,0-2 0,0 0 0,20-2 0,-32 1 0,0-1 0,0 1 0,0-2 0,0 1 0,0-1 0,0 0 0,-1 0 0,1 0 0,-1-1 0,0 0 0,0 0 0,9-6 0,17-17 0,-23 20 0,-1 0 0,1 0 0,-1-1 0,0 0 0,-1-1 0,0 0 0,8-11 0,1-6 0,-5 11 0,-2 0 0,0-1 0,-1 0 0,0 0 0,6-22 0,-6 6 0,18-61 0,-19 66 0,-1 0 0,-1 0 0,-1 0 0,-1-1 0,-1 1 0,-2-1 0,-1 1 0,-1 0 0,-1-1 0,-11-38 0,9 48 0,-1 0 0,-16-31 0,9 23 0,8 14 0,-1 0 0,0 1 0,-1 0 0,0 0 0,-1 1 0,0 0 0,0 0 0,-1 1 0,0 0 0,-1 1 0,-18-10 0,9 7 0,0 0 0,-1 2 0,0 0 0,0 1 0,-35-6 0,43 12 0,1 1 0,0 0 0,0 1 0,0 0 0,0 1 0,0 0 0,0 1 0,1 0 0,-1 1 0,1 1 0,0-1 0,0 2 0,0 0 0,1 0 0,0 0 0,0 2 0,0-1 0,1 1 0,-14 16 0,17-16 1,-39 64 34,41-65-55,1 0 0,0 0-1,0 1 1,1-1 0,0 1-1,0-1 1,0 1 0,0 13-1,2 12-1599,-1-18-656,1 1 0,1 0 0,4 26 0,-4-36 1225,1 1 0,0-1 0,1 1 0,0-1 0,0 0 0,0 0 0,1 0 0,0 0 0,0-1 0,0 1 0,10 8 0,28 21-3591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30.7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616 142 5154,'10'-38'9947,"-9"35"-9545,0 1 1,1-1 0,-1 0-1,0 0 1,-1 1 0,1-1-1,0 0 1,-1 0 0,0 0-1,1 0 1,-1 0 0,0 0-1,-1 0 1,1 0 0,0 1-1,-3-7 1,-4-1 222,6 9-554,0 1 0,1-1 0,-1 0-1,0 0 1,1 0 0,-1 1-1,1-1 1,-1 0 0,1 0 0,-1 0-1,1 0 1,0 0 0,0 0-1,-1 0 1,1 0 0,0 0 0,0 0-1,0-1 1,-2 0 280,0-1 0,-1 1 1,1 0-1,0 0 0,-1 0 0,0 0 0,1 1 0,-1-1 1,0 1-1,-3-2 0,-4 7 596,1 0-1,0 1 0,0 0 1,-10 8-1,7-5-689,0-1-257,4-2 0,0 0 0,1 0 0,0 0 0,0 1 0,0 0 0,-7 8 0,-19 24 0,-32 45 0,50-62 0,-4 5 0,1 2 0,-21 43 0,4 9 0,-50 108 0,77-169 0,1 0 0,0 1 0,2 0 0,-4 29 0,-7 21 0,6-41 0,7-24 0,1 0 0,0 1 0,1-1 0,-1 0 0,1 1 0,0-1 0,0 11 0,0-9 0,1-1 0,-1 0 0,0 1 0,-1-1 0,-3 11 0,3-11 0,0 0 0,1 0 0,-1 0 0,1 0 0,0 11 0,1-16-169,0 1 1,0-1-1,0 1 1,-1-1-1,1 1 1,0-1-1,-1 0 0,1 1 1,-1-1-1,1 0 1,-1 1-1,0-1 1,1 0-1,-1 0 0,0 1 1,0-1-1,0 0 1,0 0-1,0 0 1,0 0-1,-2 1 0,2-1-117,0-1 0,0 1 0,0 0 0,0 0 0,0-1-1,1 1 1,-1 0 0,0 0 0,0 0 0,1 0-1,-1 0 1,1 0 0,-1 0 0,1 0 0,-1 0 0,1 1-1,0-1 1,-1 0 0,1 0 0,0 0 0,0 2-1,0-3 37,0 1-1,0-1 0,0 1 0,0-1 0,0 1 0,0-1 0,0 0 0,0 1 0,0-1 0,-1 1 0,1-1 0,0 1 1,0-1-1,0 0 0,-1 1 0,1-1 0,0 1 0,0-1 0,-1 0 0,1 1 0,0-1 0,-1 0 0,1 1 1,0-1-1,-1 0 0,1 0 0,-1 1 0,1-1 0,0 0 0,-1 0 0,1 0 0,-1 0 0,1 1 0,-1-1 1,1 0-1,0 0 0,-1 0 0,1 0 0,-1 0 0,1 0 0,-1 0 0,1 0 0,-1 0 0,0-1 0,-1 1-677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30.9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0 159 13526,'0'-26'6579,"0"10"-3409,0-10-2002,0 15-1728,0-15-705,0 10-1072,28 5-1200,-9-5-705,9 6-176,-9 10 560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31.0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12774,'29'53'7539,"-11"-27"-3297,10 1-2033,-9-1-1056,9-10-529,-28-5-320,0 4-688,19-15-1121,9 0-5378,-28-15 2145,0-12-4850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2:54.1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123 1 7395,'0'0'10453,"-28"0"2417,0 0-10821,9 0-2049,-9 0 0,9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2:55.5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66 1 880,'-3'11'11326,"-6"-11"-9376,-27 0 9336,22 0-12173,11 0 567,17 0-7606,-5 0 517,18 0 3327,-12 0 2065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13.8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31 244 992,'0'-25'7673,"0"-1"-3676,-24 21-1908,23 1-923,-1-1-1,1 0 1,0 1 0,1-1 0,-1 0-1,1 0 1,0-8 0,1-3 4828,-1 39-3298,0 254-2696,0-274 0,1-1 0,-1 0 0,0 0 0,1 1 0,-1-1 0,1 0 0,0 0 0,-1 0 0,1 0 0,0 0 0,0 0 0,0 0 0,1 0 0,-1 0 0,3 3 0,-3-4 0,1 1 0,-1-1 0,0 1 0,0 0 0,0-1 0,0 1 0,0 0 0,0 0 0,0 0 0,-1 0 0,1 0 0,0 0 0,-1 0 0,0 0 0,1 3 0,-2 2 0,1 1 0,1-1 0,0 0 0,0 0 0,0 1 0,1-1 0,0 0 0,0 0 0,4 7 0,-3-8 0,-3-5 0,0 0 0,0 0 0,1 0 0,-1 0 0,0 0 0,1 0 0,-1 0 0,1 0 0,-1 0 0,1 0 0,-1 0 0,1 0 0,0 0 0,0 0 0,-1-1 0,1 1 0,0 0 0,0 0 0,0-1 0,0 1 0,1 0 0,8 4 0,-4-1 0,-5-3 0,1 0 0,-1 0 0,0 0 0,1 0 0,-1-1 0,1 1 0,-1 0 0,1-1 0,-1 1 0,1-1 0,-1 1 0,1-1 0,-1 0 0,1 1 0,0-1 0,-1 0 0,1 0 0,-1 0 0,1-1 0,0 1 0,-1 0 0,1-1 0,-1 1 0,4-2 0,-1-1 0,0-1 0,0 0 0,0 0 0,0 0 0,-1 0 0,1-1 0,-1 1 0,-1-1 0,1 0 0,0 0 0,1-7 0,21-62 0,2-6 0,-21 67 0,0 0 0,-2 0 0,1-1 0,-2 0 0,0 0 0,2-26 0,-5-185 0,0 224 9,-1-1-1,0 0 1,1 1-1,-1-1 1,0 0-1,0 1 1,0-1-1,0 1 1,-1-1-1,1 1 1,0 0-1,-3-2 1,-9-14-72,12 16 49,1 1 0,0 0 0,0-1 1,0 1-1,0-1 0,-1 1 0,1 0 0,0-1 0,0 1 0,0-1 0,0 1 0,0-1 1,0 1-1,0 0 0,0-1 0,0 1 0,1-1 0,-1 1 0,0 0 0,0-1 0,0 1 1,0-1-1,1 1 0,-1 0 0,0-1 0,0 1 0,0 0 0,1-1 0,-1 1 0,0 0 1,1-1-1,-1 1 0,0 0 0,1 0 0,-1-1 0,0 1 0,1 0 0,0 0 0,19-3-4785,16 12-10229,-20-4 10134,-2-3 4948,-7 0-2868,17 6 519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14.8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81 1072,'1'0'128,"-1"1"-1,0 0 1,0-1-1,1 1 0,-1-1 1,0 1-1,0 0 1,1-1-1,-1 1 0,1-1 1,-1 1-1,1-1 1,-1 1-1,1-1 0,-1 0 1,1 1-1,-1-1 1,1 1-1,-1-1 0,1 0 1,0 0-1,-1 1 1,1-1-1,-1 0 0,1 0 1,0 0-1,-1 0 1,1 0-1,0 0 0,-1 1 1,1-2-1,0 1 1,-1 0-1,1 0 0,0 0 1,-1 0-1,2-1 1,1 1 473,-2 2 10,0-1 0,-1 1 1,1-1-1,0 1 0,-1 0 0,1-1 1,-1 1-1,0 0 0,1 0 0,-1-1 0,0 1 1,0 0-1,0 0 0,0-1 0,-1 4 1,4 21 2894,1-12-2358,-1-1 0,0 1 0,0-1 0,-2 1 0,0 0 0,-1 25 0,1-33-887,-1 1 1,1-1-1,1 0 1,-1 0 0,1 0-1,4 11 1,-3-10-70,0 0 0,-1 0 0,0 0 0,0 0 0,-1 0 0,0 1 0,0 6 0,0-11-140,-1 0 0,0 0 1,0 0-1,1-1 0,0 1 1,0 0-1,-1-1 0,1 1 0,1 0 1,-1-1-1,0 0 0,1 1 1,1 2-1,-1-3 0,0 1 0,-1-1 0,1 0 0,-1 1 0,0-1 0,0 1-1,0 0 1,0-1 0,0 1 0,-1 0 0,1-1 0,-1 1 0,1 4 0,-2-3-45,1 1 1,0-1-1,0 1 1,0-1-1,1 1 1,-1-1-1,1 1 0,0-1 1,1 1-1,-1-1 1,1 0-1,0 0 1,4 8-1,1 1-7,-1-4 0,8-17 0,-13 6 0,0-1 0,0 1 0,0 0 0,0-1 0,-1 1 0,1-1 0,-1 0 0,1 1 0,-1-1 0,0 1 0,0-1 0,-1-5 0,3-10 0,17-25 0,-16 37 0,1 0 0,-1 0 0,0-1 0,-1 1 0,0-1 0,0 0 0,0 0 0,-1 1 0,1-11 0,17-90 0,-19 103 0,0 1 0,0 0 0,1-1 0,0 1 0,-1 0 0,1-1 0,0 1 0,0 0 0,1 0 0,-1 0 0,1 0 0,2-4 0,-2 4 0,0 0 0,-1-1 0,1 1 0,-1 0 0,1-1 0,-1 1 0,0-1 0,-1 1 0,1-1 0,0 0 0,-1 1 0,0-6 0,0 8 0,0 0 0,0 0 0,0 0 0,-1-1 0,1 1 0,1 0 0,-1 0 0,0 0 0,0 0 0,0 0 0,1 0 0,-1 0 0,0 0 0,1-1 0,-1 1 0,1 0 0,-1 0 0,1 1 0,0-1 0,-1 0 0,1 0 0,0 0 0,0 0 0,-1 0 0,1 1 0,0-1 0,0 0 0,0 1 0,0-1 0,0 1 0,0-1 0,0 1 0,0-1 0,0 1 0,0 0 0,0 0 0,1-1 0,-1 1 0,0 0 0,0 0 0,0 0 0,0 0 0,0 0 0,0 0 0,1 1 0,-1-1 0,0 0 0,0 1 0,0-1 0,0 0 0,0 1 0,0-1 0,0 1 0,0 0 0,1 1 0,-1-2 0,-1 0 0,1 1 0,-1-1 0,1 1 0,-1 0 0,0-1 0,1 1 0,-1-1 0,0 1 0,1-1 0,-1 1 0,0 0 0,0-1 0,0 1 0,0 0 0,1-1 0,-1 1 0,0 0 0,0-1 0,0 1 0,0 0 0,-1 0 0,4 13 0,61 66 0,-42-51 0,9 8 0,-29-35 0,0 0 0,-1 0 0,1 0 0,-1 0 0,0 0 0,0 1 0,0-1 0,0 0 0,0 0 0,1 6 0,8 15 0,17 15 0,-26-36-51,1 1 1,-1-1-1,1 0 1,-1 0-1,1 0 1,0-1-1,0 1 0,0 0 1,0 0-1,0-1 1,4 2-1,16 16-1572,-16-12 197,2 3-870,-7 2-2007,0-11 4214,-1-1 0,0 1 0,1 0 0,-1-1 1,1 1-1,-1-1 0,1 1 0,-1-1 0,1 1 0,-1-1 1,1 1-1,-1-1 0,1 1 0,0-1 0,-1 0 1,1 1-1,0-1 0,-1 0 0,1 0 0,0 1 0,0-1 1,-1 0-1,1 0 0,0 0 0,-1 0 0,1 0 1,0 0-1,0 0 0,-1 0 0,1 0 0,0 0 0,1-1 1,0 1-175,-2 0 231,1 0-1,-1 0 0,0 0 1,1-1-1,-1 1 1,0 0-1,1 0 0,-1 0 1,0 0-1,0-1 0,1 1 1,-1 0-1,0 0 1,0-1-1,1 1 0,-1 0 1,0 0-1,0-1 1,1 1-1,-1 0 0,0-1 1,0 1-1,0 0 0,0-1 1,0 1-1,0 0 1,0-1-1,1 1 0,-1 0 1,0-1-1,1-2-74,2-2 61,-2 3 38,1 0 0,-1 1 0,0-1 0,0 0 0,0 0 0,0 0 0,0-1 0,0 1 0,0 0 0,-1 0 1,1 0-1,-1 0 0,0-1 0,0 1 0,1 0 0,-2-4 0,2 3 57,-1-1-1,0 1 1,1-1 0,0 1-1,0-1 1,0 1 0,0 0-1,1 0 1,-1-1 0,4-4-1,-3 5 34,0 0 0,0 0-1,-1-1 1,1 1-1,-1-1 1,0 1-1,0-1 1,0 0-1,-1 0 1,1-6 0,0 1 310,0 0 1,0 0 0,1 0-1,3-12 1,4-32 2246,-9-186 6074,0 385-8713,1-141 0,-1 1 0,1 0 0,0-1 0,1 1 0,0-1 0,-1 1 0,5 6 0,-4-6 0,1-1 0,-1 1 0,0 0 0,-1 0 0,1 0 0,-1 0 0,0 9 0,0-3 0,1 1 0,0-1 0,1 1 0,0-1 0,1 0 0,0 0 0,1 0 0,1-1 0,6 12 0,-2 30 0,29 14-5157,-38-65 4678,0 0 0,1 0 0,-1 0 1,1 0-1,0 0 0,-1 0 0,1 0 0,0-1 0,0 1 0,0-1 1,0 1-1,0-1 0,0 0 0,1 0 0,-1 0 0,0 0 0,1 0 1,-1-1-1,1 1 0,-1-1 0,0 1 0,1-1 0,-1 0 1,1 0-1,-1 0 0,1 0 0,-1-1 0,4 0 0,3 1-139,11-5-2766,4-11 2589,-18 11 348,-2 2 372,-1 0 0,0-1 1,0 1-1,0-1 1,0 1-1,0-1 1,-1 0-1,0 0 1,4-7-1,9-17 191,-12 24-56,-1 0 0,0 0 0,0 0 1,0-1-1,0 1 0,-1-1 0,1 1 0,0-10 0,5-15 466,7-8 434,-9 24-22,1 0-1,-2 0 0,0-1 1,-1 0-1,3-27 0,-5 21 1108,0 14-1391,-1 0 1,1 1-1,-1-1 0,0 0 0,-1 0 0,1 0 1,-1 1-1,0-1 0,0 0 0,-1 1 0,0-1 0,0 1 1,0 0-1,-1-1 0,1 1 0,-7-8 0,5 9-349,-1-1 101,0 1 0,0-1 0,0 1 0,-1 0 0,-8-4 0,13 7-358,-1 0 1,0 1-1,0-1 1,1 1 0,-1-1-1,0 1 1,0-1-1,1 1 1,-1 0 0,0 0-1,0 0 1,0 0-1,0 0 1,1 1-1,-1-1 1,0 0 0,0 1-1,0-1 1,1 1-1,-1 0 1,0 0 0,1-1-1,-1 1 1,1 0-1,-1 0 1,1 0-1,-3 3 1,2-2-49,0 0 0,-1 1 0,1-1 0,1 1 0,-1-1 0,0 1 0,0 0 0,1-1 0,0 1 0,-1 0 0,1 0 0,0 0 0,1 0 0,-1 1 0,0-1 0,1 0 0,0 0 0,0 0 0,0 0 0,0 1 0,1 3 0,-2 13 0,0-15 0,1 0 0,-1 0 0,1 0 0,1 1 0,-1-1 0,1 0 0,-1 0 0,1 0 0,3 8 0,2-1 0,0-1 0,-1 1 0,5 19 0,-4-19 0,0-1 0,1 0 0,1-1 0,0 0 0,0 0 0,1-1 0,0 0 0,15 12 0,-20-17 0,5 5-43,1-1 1,0 0-1,0 0 0,0-1 1,1-1-1,0 0 0,1 0 1,0-1-1,-1 0 0,1-1 0,14 3 1,-21-6-166,0-1-1,0 0 1,1 0 0,-1 0 0,0 0 0,0-1 0,0 0-1,0 0 1,0 0 0,0-1 0,0 1 0,0-1 0,5-3 0,-2 1 70,0-1 0,0 0 0,0 0 0,-1-1 0,0 0 0,11-12 1,-2 0 616,-2-2 1,0 0 0,-1-1-1,-1 0 1,-1-1-1,-1 0 1,-1 0 0,10-39-1,-18 53-465,1-1 0,-1 1 1,-1 0-1,0 0 0,-1-13 0,1 0-24,0 20 10,0 0 0,0 0 0,0 0 0,0 0 0,-1 0 0,1 0 0,0 0 0,-1 0 0,1 0 0,0 0 0,-1 0 0,1 0 0,-1 0 0,1 0 0,-1 0 0,0 0 0,1 0 0,-1 1 0,0-1 0,-1-1 0,2 2 0,0 0 0,0 0 0,-1 0 0,1 0 0,0 0 0,0 0 0,-1 0 0,1 0 0,0-1 0,-1 1 0,1 0 0,0 0 0,0 0 0,-1 0 0,1 0 0,0 1 0,0-1 0,-1 0 0,1 0 0,0 0 0,-1 0 0,1 0 0,0 0 0,0 0 0,-1 0 0,1 1 0,0-1 0,0 0 0,0 0 0,-1 0 0,1 0 0,0 1 0,0-1 0,0 0 0,-1 0 0,1 1 0,0-1 0,0 0 0,0 0 0,0 1 0,0-1 0,0 0 0,0 0 0,-1 1 0,1-1 0,0 0 0,0 1 0,0-1 0,0 0 0,0 0 0,0 1 0,0-1 0,1 0 0,-1 1 0,0-1 0,0 0 0,0 1 0,0 0 0,0 0 0,0 0 0,0 0 0,0 1 0,0-1 0,-1 0 0,1 0 0,0 0 0,-1 0 0,1 1 0,-1-1 0,1 0 0,-1 0 0,1 0 0,-1 0 0,0 0 0,1 0 0,-1-1 0,0 1 0,0 0 0,0 0 0,0 0 0,-1 0 0,0 0 0,1 0 0,0 0 0,0 0 0,0 0 0,0-1 0,0 1 0,1 1 0,-1-1 0,0 0 0,0 0 0,1 0 0,-1 0 0,0 0 0,1 1 0,-1-1 0,1 0 0,0 1 0,-1-1 0,1 0 0,0 1 0,0-1 0,0 0 0,0 3 0,0 0 0,-1 0 0,0 0 0,1 1 0,-1-1 0,-1 0 0,1-1 0,0 1 0,-1 0 0,-3 5 0,3-5 0,0 0 0,0-1 0,0 1 0,1 0 0,0 0 0,0 0 0,0 0 0,0 0 0,0 7 0,1 298 0,0-308 0,0 0 0,0-1 0,1 1 0,-1 0 0,0 0 0,1 0 0,-1-1 0,0 1 0,1 0 0,-1-1 0,1 1 0,0 0 0,-1-1 0,1 1 0,-1-1 0,1 1 0,0-1 0,-1 1 0,1-1 0,0 1 0,0-1 0,-1 0 0,1 1 0,0-1 0,0 0 0,-1 0 0,1 1 0,0-1 0,0 0 0,0 0 0,0 0 0,-1 0 0,1 0 0,0 0 0,0 0 0,0-1 0,0 1 0,-1 0 0,1 0 0,0-1 0,1 0 0,-1 1 0,1 0 0,-1 0 0,0-1 0,1 1 0,-1-1 0,0 1 0,1-1 0,-1 1 0,0-1 0,0 0 0,1 0 0,-1 0 0,0 1 0,0-1 0,0 0 0,0 0 0,0-1 0,-1 1 0,1 0 0,0 0 0,0 0 0,-1-1 0,1 1 0,0 0 0,-1 0 0,1-3 0,-1 1 0,1 0 0,-1 1 0,1-1 0,0 0 0,0 1 0,0-1 0,0 0 0,0 1 0,0 0 0,1-1 0,-1 1 0,1 0 0,-1 0 0,1-1 0,0 1 0,3-2 0,14-23 0,-10-2 0,-8 22 0,0 1 0,1 0 0,0 0 0,0-1 0,6-9 0,64-119 0,-65 121 0,-1 0 0,0 0 0,6-24 0,1-2 0,-12 37 0,2-5 0,-1 1 0,2-1 0,-1 1 0,1-1 0,0 1 0,0 1 0,1-1 0,0 0 0,7-6 0,-12 13 0,0 0 0,0-1 0,0 1 0,1 0 0,-1-1 0,0 1 0,0 0 0,1-1 0,-1 1 0,0 0 0,1 0 0,-1-1 0,0 1 0,1 0 0,-1 0 0,0 0 0,1 0 0,-1-1 0,0 1 0,1 0 0,-1 0 0,1 0 0,-1 0 0,0 0 0,1 0 0,-1 0 0,1 0 0,-1 0 0,0 0 0,1 0 0,-1 0 0,0 0 0,1 0 0,-1 1 0,1-1 0,-1 0 0,0 0 0,1 0 0,-1 1 0,6 16 0,3 8 0,1-15 0,-9-9 0,0 0 0,0 0 0,0 0 0,0 0 0,0 0 0,0 0 0,0 0 0,0 0 0,-1 0 0,1 1 0,0-1 0,-1 0 0,1 0 0,-1 0 0,0 1 0,1-1 0,-1 0 0,0 1 0,0-1 0,0 0 0,0 1 0,0 2 0,0-1 0,0 1 0,1-1 0,-1 0 0,1 1 0,-1-1 0,1 1 0,0-1 0,1 0 0,-1 1 0,0-1 0,1 0 0,2 4 0,-2-4 0,0 0 0,0 0 0,-1 0 0,1 0 0,-1 1 0,0-1 0,0 0 0,0 1 0,-1-1 0,1 1 0,-1-1 0,0 5 0,1 1-146,0 0-1,0 0 1,1 0 0,0-1 0,1 1-1,-1-1 1,2 0 0,4 10 0,-4-10-333,-1 0 0,1 0 0,-1 1 0,-1-1 0,0 1 0,0 0 0,0 0 0,-1 10 0,-1-15-306,1-1-1,-1 0 1,0 0-1,1 0 1,0 0-1,0-1 1,0 1-1,0 0 0,2 4 1,-1-4-192,-1 0-1,1 0 1,-1 0-1,0 0 1,0 0 0,-1 1-1,1-1 1,-1 0-1,1 6 1,-1 15-3604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15.7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126 150 3346,'0'-5'836,"0"-1"0,1 0 1,-2 0-1,1 0 1,-1 1-1,0-1 1,0 0-1,-1 0 1,1 1-1,-1-1 1,0 1-1,-1 0 1,0 0-1,-5-9 1,7 12-422,0 0 0,1 0 0,-1-1 0,0 1 1,1 0-1,0 0 0,-1-1 0,1 1 0,0 0 0,1-5 1,-4-17 2926,2 24-3207,1-1 0,-1 1 1,1 0-1,0-1 1,-1 1-1,1 0 0,-1-1 1,1 1-1,-1 0 1,1 0-1,-1-1 1,0 1-1,1 0 0,-1 0 1,1 0-1,-1 0 1,1 0-1,-1 0 0,0 0 1,1 0-1,-1 0 1,1 0-1,-1 0 0,1 0 1,-1 0-1,0 0 1,1 0-1,-1 1 1,1-1-1,-1 0 0,1 0 1,-1 1-1,1-1 1,-1 0-1,1 1 0,-1-1 1,1 0-1,-1 1 1,-18 10 1168,19-10-1209,-1 0-1,0-1 1,0 1-1,1 0 1,-1 0-1,1 0 1,-1 0-1,1 0 1,-1 0-1,1 0 1,-1 0-1,1 0 1,0 0-1,0 0 0,0 0 1,-1 0-1,1 0 1,0 1-1,0-1 1,1 2-1,-1 0 137,-8 11-142,3-5-81,0 0-1,0 1 1,1 0-1,1 0 1,-1 0 0,1 0-1,1 0 1,0 0-1,-1 21 1,1 0-8,1-24 0,1 1 0,-1 0 0,1 0 0,1 0 0,-1 0 0,1 0 0,1-1 0,2 12 0,4-3 0,0 0 0,1-1 0,0 1 0,23 26 0,-16-25 0,-15-15 0,0-1 0,0 1 0,1-1 0,-1 1 0,0-1 0,1 1 0,-1-1 0,0 0 0,1 1 0,0-1 0,-1 0 0,1 0 0,0 0 0,-1 0 0,1-1 0,0 1 0,0 0 0,0-1 0,0 1 0,0-1 0,0 0 0,0 0 0,0 0 0,0 0 0,0 0 0,0 0 0,-1 0 0,1 0 0,0-1 0,0 1 0,0-1 0,3-1 0,-4 2 0,-1-1 0,1 1 0,-1 0 0,0-1 0,1 1 0,-1-1 0,1 1 0,-1-1 0,0 1 0,0-1 0,1 1 0,-1-1 0,0 0 0,0 1 0,1-1 0,-1 1 0,0-1 0,0 0 0,0 1 0,0-1 0,0 1 0,0-1 0,0-1 0,2-8 0,0 8 0,0-1 0,-1 1 0,1-1 0,-1 0 0,1 0 0,-1 0 0,0 0 0,0 0 0,0 0 0,0 0 0,-1 0 0,1 0 0,-1 0 0,0 0 0,0-1 0,0-2 0,-1-10 0,0 0 0,0 0 0,-2 0 0,-7-28 0,8 20 0,3 20 0,-1 1 0,0-1 0,0 0 0,-1 1 0,1-1 0,-1 1 0,1-1 0,-1 1 0,-3-7 0,-43-57 0,45 61 0,1 0 0,0 1 0,0-1 0,0 0 0,1 0 0,-1 0 0,1 0 0,2-10 0,-1-1 0,-2 17 0,1-1 0,0 1 0,0-1 0,0 1 0,0-1 0,0 1 0,0-1 0,0 1 0,0 0 0,1-1 0,-1 1 0,0-1 0,0 1 0,0-1 0,0 1 0,1 0 0,-1-1 0,0 1 0,0-1 0,1 1 0,-1 0 0,0-1 0,0 1 0,1 0 0,-1-1 0,1 1 0,-1 0 0,0 0 0,1-1 0,-1 1 0,0 0 0,1 0 0,-1 0 0,1 0 0,-1 0 0,1-1 0,-1 1 0,1 0 0,-1 0 0,0 0 0,1 0 0,-1 0 0,1 0 0,-1 0 0,1 0 0,-1 1 0,1-1 0,-1 0 0,0 0 0,1 0 0,-1 0 0,1 1 0,-1-1 0,0 0 0,1 1 0,29 17 0,-22-12 0,-1 0 0,0 0 0,-1 1 0,0 0 0,-1 0 0,1 0 0,-1 1 0,-1 0 0,1 0 0,-1 0 0,5 16 0,-6 12 0,-4-32 0,1-1 0,0 1 0,0-1 0,0 0 0,0 1 0,1-1 0,-1 0 0,1 0 0,0 1 0,2 5 0,0-4 0,0 0 0,-1-1 0,1 2 0,-1-1 0,0 0 0,0 0 0,0 1 0,-1-1 0,0 1 0,0-1 0,0 1 0,0 8 0,-1-9 0,0-1 0,1 0 0,0 0 0,0 0 0,0 0 0,0 0 0,1 0 0,0-1 0,-1 1 0,2 0 0,-1-1 0,0 1 0,1-1 0,-1 0 0,1 0 0,0 0 0,0 0 0,0 0 0,0 0 0,1-1 0,5 3 0,-4-3 0,0-1 0,0-1 0,1 1 0,-1-1 0,0 0 0,1 0 0,-1-1 0,0 0 0,0 0 0,1 0 0,-1 0 0,0-1 0,9-4 0,-7 4 0,-6 2 0,0-1 0,0 1 0,0-1 0,0 1 0,0-1 0,0 0 0,0 1 0,0-1 0,0 0 0,0 0 0,-1 0 0,1 0 0,0 0 0,0 0 0,-1 0 0,1 0 0,-1 0 0,1 0 0,-1 0 0,1 0 0,-1 0 0,0 0 0,1-2 0,6-12 0,14-2 0,-19 16 0,1 0 0,-1-1 0,0 0 0,0 1 0,1-1 0,-1 0 0,0 0 0,-1 0 0,1 0 0,2-4 0,25-78 0,-28 81 0,3-2 0,-2 0 0,1 0 0,-1-1 0,1 1 0,-2-1 0,1 1 0,0-1 0,-1 1 0,0-1 0,-1 0 0,1-7 0,-1 11 0,2-32 0,12 58 0,-13-20 0,0 0 0,-1 0 0,1 0 0,-1 0 0,0 0 0,0 0 0,0 0 0,-1 4 0,1-4 0,0 0 0,-1 0 0,1 0 0,0 0 0,1 0 0,-1 0 0,1 0 0,0 0 0,0 0 0,1 4 0,7 6 0,-7-12 0,-1 0 0,1 0 0,-1 0 0,1 1 0,-1-1 0,0 1 0,0-1 0,0 1 0,0-1 0,-1 1 0,1-1 0,-1 1 0,1 3 0,0 0 0,0 0 0,0-1 0,0 1 0,1 0 0,0-1 0,0 1 0,0-1 0,1 0 0,0 0 0,0 0 0,0 0 0,1 0 0,-1-1 0,8 7 0,-10-10 0,0 0 0,-1 0 0,1 0 0,0-1 0,-1 1 0,1 0 0,0 0 0,-1 0 0,1 0 0,-1 0 0,0 0 0,1 0 0,-1 0 0,0 1 0,0-1 0,0 0 0,1 0 0,-1 1 0,0-1 0,0-1 0,0 1 0,0 0 0,0-1 0,0 1 0,0 0 0,0-1 0,0 1 0,1 0 0,-1-1 0,0 1 0,0-1 0,1 1 0,-1 0 0,0-1 0,1 1 0,-1-1 0,1 1 0,-1-1 0,1 1 0,-1-1 0,1 0 0,-1 1 0,1-1 0,-1 1 0,1-1 0,0 0 0,-1 0 0,1 1 0,-1-1 0,1 0 0,0 0 0,-1 0 0,1 0 0,0 0 0,-1 0 0,2 0 0,0 1 0,0-1 0,-1 0 0,1 0 0,0 0 0,-1 0 0,1-1 0,0 1 0,0 0 0,-1-1 0,1 1 0,-1-1 0,1 0 0,0 0 0,-1 1 0,1-1 0,-1 0 0,0 0 0,1 0 0,-1 0 0,0-1 0,1 1 0,-1 0 0,1-3 0,29-43 0,-6 8 0,-16 29 0,4-4 0,1-1 0,-2-1 0,0 0 0,-1 0 0,0-1 0,12-27 0,-22 42 0,0-1 0,0 1 0,0 0 0,1 0 0,-1 0 0,1 0 0,0 0 0,-1 0 0,1 0 0,0 0 0,0 1 0,0-1 0,1 1 0,-1-1 0,4-1 0,-3 2 0,0-1 0,0 0 0,0 0 0,0 0 0,0 0 0,-1 0 0,1 0 0,2-5 0,-5 7 0,1-1 0,-1 0 0,1 0 0,0 0 0,-1 0 0,1 1 0,0-1 0,0 0 0,-1 1 0,1-1 0,0 0 0,0 1 0,0-1 0,0 1 0,0-1 0,0 1 0,0 0 0,0-1 0,0 1 0,0 0 0,0 0 0,0 0 0,0-1 0,0 1 0,0 0 0,0 0 0,0 1 0,0-1 0,0 0 0,0 0 0,0 0 0,0 1 0,0-1 0,1 1 0,0 0 0,-1 0 0,1 1 0,-1-1 0,0 0 0,0 0 0,0 1 0,0-1 0,0 1 0,0-1 0,0 1 0,0-1 0,0 1 0,-1 0 0,1-1 0,0 1 0,-1 0 0,0 0 0,1-1 0,-1 1 0,0 0 0,0 2 0,0-2 0,0 0 0,0-1 0,0 1 0,1 0 0,-1 0 0,0-1 0,1 1 0,0 0 0,-1 0 0,1-1 0,0 1 0,0-1 0,0 1 0,0-1 0,0 1 0,0-1 0,2 3 0,7 10 0,-5-5 0,-1 1 0,-1-1 0,0 1 0,0 0 0,-1 0 0,0 1 0,0 10 0,-2-16 0,1 0 0,-1 0 0,1 1 0,1-2 0,-1 1 0,1 0 0,-1 0 0,4 5 0,-3-5 0,1 1 0,-1 0 0,0-1 0,0 1 0,-1 0 0,0 0 0,0 0 0,0 8 0,-1-12 0,0 1 0,0-1 0,1 0 0,-1 1 0,1-1 0,0 0 0,0 0 0,-1 0 0,1 1 0,3 2 0,-3-2 0,0-1 0,1 0 0,-1 1 0,0 0 0,0-1 0,-1 1 0,1 0 0,0-1 0,-1 1 0,1 5 0,-1-7 0,0-1 0,0 1 0,0-1 0,0 0 0,0 1 0,0-1 0,0 1 0,0-1 0,0 0 0,0 1 0,0-1 0,1 0 0,-1 1 0,0-1 0,0 0 0,0 1 0,1-1 0,-1 0 0,0 1 0,0-1 0,1 0 0,-1 1 0,0-1 0,1 0 0,-1 0 0,0 0 0,1 1 0,-1-1 0,0 0 0,1 0 0,-1 0 0,0 0 0,1 0 0,-1 0 0,1 0 0,-1 0 0,0 1 0,1-1 0,-1-1 0,1 1 0,-1 0 0,0 0 0,1 0 0,-1 0 0,1 0 0,-1 0 0,0 0 0,1 0 0,-1-1 0,1 1 0,0 0 0,-1-1 0,1 1 0,0-1 0,0 1 0,0-1 0,0 0 0,-1 1 0,1-1 0,0 0 0,-1 1 0,1-1 0,0 0 0,-1 0 0,1 0 0,-1 0 0,1 1 0,-1-1 0,0 0 0,1 0 0,-1 0 0,0 0 0,0 0 0,1 0 0,-1-2 0,0 2 0,0 0 0,0 0 0,0 0 0,0 1 0,0-1 0,1 0 0,-1 0 0,0 0 0,1 0 0,-1 0 0,1 0 0,-1 1 0,1-1 0,-1 0 0,1 0 0,-1 1 0,1-1 0,0 0 0,-1 1 0,1-1 0,0 1 0,0-1 0,-1 1 0,1-1 0,1 0 0,8-7 0,15-42 0,-21 45 0,-1 0 0,0 1 0,0-2 0,0 1 0,0 0 0,-1-1 0,0 1 0,0-1 0,1-6 0,16-39 0,11 7 0,9-16 0,-34 43 0,-4 16 0,-1-1 0,0 1 0,1-1 0,-1 1 0,1-1 0,-1 1 0,1 0 0,0-1 0,0 1 0,0 0 0,-1-1 0,1 1 0,0 0 0,0 0 0,1 0 0,-1 0 0,0 0 0,0 0 0,0 0 0,3-1 0,3-1 0,-5 2 0,-1 1 0,0 0 0,-1-1 0,1 1 0,0-1 0,0 1 0,0-1 0,0 1 0,0-1 0,0 1 0,0-1 0,-1 0 0,1 0 0,0 1 0,-1-1 0,1 0 0,0 0 0,-1 0 0,1 0 0,-1 0 0,1 0 0,-1 0 0,0 0 0,1 0 0,-1 0 0,0 0 0,0 0 0,0-1 0,1 1 0,-1 1 0,0-1 0,0 0 0,0 1 0,1-1 0,-1 0 0,0 1 0,1-1 0,-1 0 0,1 1 0,-1-1 0,1 1 0,-1-1 0,1 1 0,-1-1 0,1 1 0,0-1 0,-1 1 0,1 0 0,-1-1 0,1 1 0,0 0 0,-1-1 0,1 1 0,0 0 0,0 0 0,-1 0 0,1 0 0,0-1 0,0 1 0,-1 0 0,1 0 0,0 0 0,-1 1 0,1-1 0,1 0 0,0 0 0,-1 0 0,1 1 0,-1-1 0,1 0 0,-1 1 0,1-1 0,-1 0 0,1 1 0,-1 0 0,0-1 0,1 1 0,-1 0 0,0 0 0,1 0 0,-1 0 0,0 0 0,0 0 0,0 0 0,1 2 0,12 20 0,-10-18 0,0 1 0,-1-1 0,1 1 0,-2 0 0,1-1 0,0 1 0,-1 1 0,0-1 0,1 9 0,-3-12 10,0-1 0,0 0-1,1 0 1,-1 0 0,1 0 0,-1 0-1,1 0 1,0 1 0,0-1 0,-1 0-1,2-1 1,-1 1 0,0 0 0,0 0-1,3 3 1,-2-4-97,-1 1 0,0 0 0,1-1 0,-1 1 0,0 0 0,0 0 0,0 0 0,0 0 0,-1 0 1,1 0-1,0 0 0,-1 0 0,1 0 0,-1 0 0,0 5 0,0-5-455,1 1 1,-1 0-1,0-1 1,1 1-1,-1-1 0,1 1 1,0-1-1,0 1 1,0-1-1,2 4 1,-1-4-507,-1 1 0,0 0 0,0 0 0,0-1 0,0 1 0,0 0 0,0 0-1,-1 0 1,1 0 0,-1 4 0,0 22-4834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15.9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66 27 10373,'0'-2'825,"-2"-17"9563,2 18-10168,-1 1 0,1-1 0,0 1 1,-1 0-1,1-1 0,-1 1 0,1 0 0,-1-1 0,1 1 1,-1 0-1,1-1 0,-1 1 0,1 0 0,-1 0 0,1 0 0,-1 0 1,0 0-1,1-1 0,-1 1 0,1 0 0,-1 0 0,0 0 0,1 1 1,-2-1-1,-1 5 3537,3 14-2566,0-14-622,0-2-552,0 0-1,-1 0 1,1 0 0,-1 0-1,0 0 1,0 0 0,0 0-1,0 0 1,-1-1 0,1 1-1,-3 3 1,2-3-20,0 0-1,0 0 1,1 0 0,-1 0-1,1 0 1,0 0 0,0 0-1,0 1 1,1-1 0,-1 0-1,0 6 1,1 8 3,-2 0 0,-5 27 0,4-26 0,0-1 0,-1 31 0,4-12-2977,0 58-11315,0-81 8609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16.0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188 93 2449,'0'-2'478,"0"0"-1,0 0 1,1-1-1,-1 1 1,1 0-1,-1 0 1,1 0-1,0 0 1,0 0-1,0 0 1,0 0-1,0 0 1,0 0-1,0 1 1,3-4-1,-2 4-69,-1-1 0,0 1 0,1-1 0,-1 0 0,0 1 0,0-1 1,0 0-1,-1 0 0,1 0 0,0 0 0,-1 0 0,1 1 0,-1-1 0,1 0 0,-1-4 0,0-15 4678,0 17-2879,0 13-1928,0-8-257,0 0 1,0 0-1,-1 0 1,1 1-1,0-1 0,-1 0 1,1 0-1,0 0 1,-1 0-1,0 0 1,1 0-1,-1 0 1,0 0-1,1 0 0,-1 0 1,0 0-1,0 0 1,0 0-1,0-1 1,1 1-1,-3 1 0,-6 7 64,-23 42 55,27-45-233,0-1 1,-1 1-1,2 1 1,-1-1-1,1 0 0,0 1 1,1 0-1,-1 0 1,1 0-1,1 1 1,-4 13-1,1-10-986,0 0 0,-1-1 0,0 1 0,0-1 1,-1 0-1,-1 0 0,1-1 0,-2 0 0,-16 14 0,23-21 742,-22 27-5141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16.8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141 106 2913,'-3'0'1088,"-1"0"0,1 0 0,-1-1-1,1 1 1,0-1 0,-1 0-1,1 0 1,0 0 0,0-1 0,0 1-1,-5-3 1,5 2-497,0 0 0,-1 0 0,1 1 0,0-1 0,-1 1 0,1 0 0,-1 0 0,1 1 0,-1-1 0,1 1 1,-7-1-1,7 1 68,2 0-546,-1 0 0,1 0 0,-1 0 1,1 1-1,-1-1 0,1 0 1,-1 1-1,1-1 0,-1 1 0,1-1 1,0 1-1,-1 0 0,1-1 1,0 1-1,0 0 0,-1 0 0,1 0 1,0 0-1,0 0 0,0 0 1,0 1-1,-1 1 0,0-1 0,0 0 0,1 1-1,-1-1 1,1 1 0,0-1 0,-1 1-1,1-1 1,0 1 0,1 0 0,-1 0-1,0 0 1,0 3 0,1-4-91,0 0 0,0 0 0,0 0 0,0 1 0,1-1 0,-1 0 1,1 0-1,-1 0 0,1 0 0,0 0 0,0 0 0,0 0 0,0 0 0,0 0 0,0 0 1,3 2-1,-1 1-6,0 14-19,-3-18-39,-1 0 0,1 0 1,0 0-1,0 0 0,0 0 0,0 1 0,0-1 0,1 0 1,-1 0-1,0 0 0,0 0 0,1 0 0,-1 0 0,1 0 1,-1 0-1,1 0 0,-1 0 0,2 1 0,31 20-1944,-27-20 1092,0 0-1,0 0 0,1 0 0,-1 0 0,1-1 1,-1 0-1,11 0 0,-12-1 357,-1-1-1,1 1 1,0-1 0,-1 1-1,1-2 1,-1 1-1,1 0 1,-1-1-1,0 0 1,0 1 0,5-4-1,-6 3 465,0-1-1,0 1 0,-1 0 1,1 0-1,-1-1 0,0 0 1,0 1-1,0-1 0,3-6 1,9-16-335,-11 22 467,-1 0-1,0 0 1,0-1-1,-1 1 1,1-1 0,-1 0-1,0 1 1,0-1-1,0 0 1,0 0 0,-1 0-1,1 0 1,-1-6-1,0-8 427,0-82 12089,0 97-10988,-1 3-1573,-1 0 0,1 0 1,0 0-1,0 0 1,0 0-1,0 0 1,0 0-1,0 0 1,0 0-1,0 1 0,0-1 1,0 0-1,-1 1 1,1-1-1,1 1 1,-1-1-1,0 1 1,0 0-1,0-1 0,0 1 1,0 0-1,0-1 1,1 1-1,-2 1 1,-1 27-37,4-15-69,-4 36-2519,2-37 958,-1 1 0,2 0 1,0 0-1,1 0 0,0 0 1,1 0-1,4 14 0,18 13-3407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32.6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157 161 3746,'-4'-2'4586,"-7"-3"-1411,0 2 0,0-1 0,0 1 0,0 1 0,-16-2 0,-13 1 2103,39 3-5274,0 1 0,0-1 0,0 0 0,-1 0 1,1 0-1,0 0 0,0 0 0,0 0 0,0 0 0,0 0 0,0 0 0,0-1 0,0 1 0,0 0 0,0-1 0,0 1 0,0-1 0,0 1 0,0-1 0,0 1 0,0-1 0,0 0 0,0 1 0,1-1 0,-1 0 0,0 0 0,1 0 0,-1 0 1,0 0-1,1 1 0,-1-1 0,0-2 0,2 2-5,0-1-1,0 1 1,0-1 0,0 1 0,0-1 0,0 1 0,0 0 0,0-1 0,0 1 0,1 0-1,-1 0 1,1 0 0,-1 0 0,1 0 0,-1 0 0,1 0 0,-1 1 0,1-1 0,0 0-1,-1 1 1,1-1 0,0 1 0,2 0 0,67-18 1,-49 11 0,0 0 0,0 2 0,0 1 0,35-3 0,-7 1 0,10-5 0,-33 5 0,0 1 0,45-1 0,-48-2 0,-24 7 0,1 0 0,0 1 0,0-1 0,-1 1 0,1-1 0,0 1 0,0 0 0,0-1 0,0 1 0,0 0 0,0 0 0,0-1 0,-1 1 0,1 0 0,0 0 0,0 0 0,0 0 0,0 0 0,1 1 0,-17 49 0,16-13 0,0-23 0,0-1 0,-1 0 0,-1 0 0,0 1 0,-5 21 0,-1-14 0,3-11 0,1 1 0,0-1 0,1 1 0,0-1 0,-1 20 0,4 16 0,-3 0 0,-12 76 0,10-92 0,1-1 0,2 1 0,3 52 0,1-15 0,-3 110 0,0-174 0,-1 0 0,1 1 0,-1-1 0,1 0 0,-1 0 0,0 0 0,0 0 0,0 1 0,-1-1 0,1-1 0,-1 1 0,0 0 0,0 0 0,0-1 0,-2 4 0,1-3 0,3-2-185,-1 0 0,0 0 0,1 0 1,-1-1-1,1 1 0,-1 0 0,1 0 0,0 0 0,-1 0 0,1 0 0,0 0 1,0 0-1,0 0 0,0 0 0,0 0 0,0 0 0,0 0 0,0 0 1,0 0-1,1 2 0,-1-2-124,0 0 0,0 0 0,0 0 0,0 0 0,0 0-1,0-1 1,0 1 0,0 0 0,0 0 0,0 0 0,0 0 0,0 0 0,0 0 0,-1-1 0,1 1 0,0 0 0,-1 0 0,1 0 0,-2 1 0,-10 10-5486,-19-9-7672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33.1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145 392 1217,'-95'-70'12005,"52"32"-8353,43 37-3601,-1 1 0,1-1 0,-1 1-1,1-1 1,-1 1 0,1-1 0,0 1-1,-1-1 1,1 1 0,-1-1-1,1 1 1,0-1 0,0 0 0,-1 1-1,1-1 1,0 0 0,0 1 0,0-1-1,0 0 1,0 1 0,0-1 0,0 0-1,0 0 1,0 1 0,0-1-1,0 0 1,0 1 0,0-1 0,1 0-1,-1 1 1,0-1 0,0 1 0,1-1-1,-1 0 1,0 1 0,1-1 0,-1 1-1,1-1 1,22-17 572,-10 12-551,0 1 0,0 0 0,0 1 0,18-2 0,23-8-22,-25 6 27,1 2 0,0 1-1,45-2 1,99 6 2021,-98 2-26,345-1 6332,-420-1-8404,0 1 0,0 0 0,0 0 0,0 0 0,0 0 0,0 0 0,0 0 0,0 1 0,0-1 0,0 0 0,0 0 0,-1 1 0,1-1 0,0 1 0,0-1 0,0 0 0,0 1 0,0 0 0,0-1 0,-1 1 0,1 0 0,0-1 0,-1 1 0,1 0 0,1 1 0,0 29 0,-2-17 0,0-11 0,0-1 0,-1 1 0,1-1 0,-1 0 0,1 1 0,-1-1 0,0 1 0,0-1 0,0 0 0,-1 0 0,1 1 0,-2 1 0,-8 16 0,5-4 0,2 0 0,0 1 0,0-1 0,2 1 0,0 0 0,0 17 0,2-30 0,0-1 0,0 1 0,-1 0 0,0-1 0,1 1 0,-1-1 0,-1 0 0,1 1 0,0-1 0,-1 0 0,-3 5 0,3-5 0,1 0 0,-1 1 0,0-1 0,1 0 0,0 1 0,0-1 0,0 1 0,0 0 0,0-1 0,1 1 0,-1 5 0,0 17 0,0-17 0,0 0 0,0 0 0,1 0 0,0 0 0,1 0 0,0 0 0,1 0 0,3 12 0,42 72 0,-39-87 0,1-1 0,-1-1 0,1 0 0,1 0 0,-1-1 0,0 0 0,1 0 0,14 1 0,-3 2 0,-19-6 0,-1 0 0,1 1 0,0-1 0,0 0 0,-1 0 0,1 0 0,0 0 0,0 0 0,-1 0 0,1 0 0,0-1 0,-1 1 0,1-1 0,0 1 0,-1-1 0,3-1 0,17-5 0,1 3 0,-17 4 0,-1 0 0,1-1 0,0 0 0,-1 0 0,1 0 0,-1-1 0,1 1 0,-1-1 0,1 0 0,-1-1 0,0 1 0,0-1 0,6-5 0,8-11 0,0-1 0,-2-2 0,0 1 0,-2-2 0,23-46 0,-32 54 0,0-1 0,-1-1 0,-1 1 0,0 0 0,-1-1 0,-1 1 0,-1-1 0,-2-26 0,1 3 0,1 27 0,-1 1 0,-1 0 0,0 0 0,0 0 0,-2 0 0,1 0 0,-1 1 0,-7-14 0,-5-4 0,-31-46 0,44 70 0,0 1 0,-1-1 0,0 1 0,0 0 0,0 1 0,0-1 0,0 1 0,-1-1 0,1 1 0,-1 1 0,0-1 0,0 1 0,0-1 0,-9-1 0,-24-13 0,29 12 0,0 0 0,0 0 0,0 1 0,-1 0 0,1 1 0,-1 0 0,0 1 0,0 0 0,-14-2 0,13 3 0,0 0 0,-1 0 0,1 1 0,-21 3 0,28-3 0,1 1 0,-1 0 0,1-1 0,0 1 0,-1 1 0,1-1 0,0 0 0,0 1 0,0-1 0,0 1 0,0 0 0,0 0 0,0 0 0,1 1 0,-1-1 0,1 1 0,0-1 0,-1 1 0,1 0 0,-3 6 0,1-1-376,2-5-26,1-1-1,0 0 0,0 1 0,-1-1 1,2 1-1,-1-1 0,0 1 0,0 0 1,1 0-1,-1-1 0,1 1 0,0 0 1,0-1-1,0 1 0,0 0 1,1 0-1,-1-1 0,2 4 0,6 19-4192,-6-18 3385,0 1 0,0-1 0,1 0 0,0 0 0,0-1 1,1 1-1,0-1 0,7 9 0,9 11-2955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33.3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263 368 2129,'20'-8'1388,"-1"-1"-1,0 0 1,0-1 0,-1-1 0,-1-1-1,0 0 1,0-2 0,-1 1-1,-1-2 1,-1 0 0,0-1 0,17-26-1,-14 18 2090,0 0 1,21-22-1,-35 43-3357,-1 0 0,0 0 0,0-1 0,0 1 0,0-1 0,-1 1 0,1-1 0,-1 1 0,0-1 0,0 0 0,0 0 0,0 0 0,-1 0 0,0 0 0,1 1-1,-2-1 1,0-7 0,1 3-113,0 8-7,1 0 0,-1-1 0,0 1 0,0 0 0,0 0 0,0-1 0,0 1 0,0 0 0,-1 0 0,1-1 0,0 1 0,0 0 0,0 0 0,0-1 0,0 1 0,0 0 0,0 0 0,0 0 0,-1-1 0,1 1 0,0 0 0,0 0 0,0 0 0,-1-1 0,1 1 0,0 0 0,0 0 0,0 0 0,-1 0 0,1-1 0,0 1 0,0 0 0,-1 0 0,1 0 0,0 0 0,0 0 0,-1 0 0,1 0 0,0 0 0,0 0 0,-1 0 0,1 0 0,0 0 0,0 0 0,-1 0 0,1 0 0,-1 0 0,-18 10 0,-24 28 0,24-21 0,11-11 0,2 0 0,-1 0 0,1 0 0,0 1 0,0 0 0,-5 8 0,-85 122 0,67-99 0,1 1 0,1 1 0,-30 65 0,-37 106 0,87-192 0,1 0 0,1 0 0,-3 22 0,4-20 0,-1-1 0,-10 29 0,13-45 0,0 1 0,-1-1 0,0 0 0,0 0 0,0 0 0,-6 7 0,6-9 0,1 0 0,0 0 0,0 1 0,0-1 0,0 1 0,0-1 0,0 1 0,1 0 0,-1 0 0,1 0 0,0 0 0,0 0 0,0 0 0,0 0 0,1 0 0,-1 0 0,1 5 0,0-6-257,0 0-1,-1 1 1,1-1 0,0 0 0,0 0-1,-1 0 1,0 0 0,1 0-1,-1 0 1,0 0 0,0 0 0,0 0-1,0 0 1,-2 1 0,2-1-207,0-1 0,0 1 0,1-1 0,-1 0 0,0 1 0,1 0 0,-1-1 0,0 1 1,1-1-1,0 1 0,-1 0 0,1-1 0,0 4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33.4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29 122 17112,'0'-16'10245,"-28"6"-5523,28-22-4626,0 22-2449,0-6-833,28-11-13365,-9 17 6546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9:33.5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9668,'19'42'11718,"9"-15"-2610,-28-17-6835,0 6-2273,19-5 0,-19-22-8836,0-5 1264,0 6 465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19.9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16,'0'0'64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22.7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 0 1249,'-19'27'25419,"19"-27"-25245,0 1 0,0-1-1,1 1 1,-1-1 0,0 1 0,0-1-1,0 1 1,0-1 0,0 1-1,0-1 1,0 1 0,0-1 0,0 1-1,0-1 1,0 1 0,0-1 0,0 1-1,0-1 1,-1 1 0,1-1-1,0 1 1,0-1 0,0 0 0,-1 1-1,1-1 1,0 1 0,-1-1 0,1 0-1,0 1 1,-1-1 0,1 0-1,-1 1 1,0 0 0,-12-1-31,16 0-34,-2 0-128,-1 0 0,1 0 0,0 0 0,-1 0 1,1 0-1,0-1 0,-1 1 0,1 0 0,0 0 1,-1-1-1,1 1 0,-1 0 0,1-1 1,-1 1-1,1-1 0,-1 1 0,1-1 0,-1 1 1,1-1-1,-1 1 0,0-1 0,1 1 0,-1-1 1,0 0-1,1 1 0,-1-1 0,0 1 0,0-1 1,1 0-1,-1-1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23.1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27 2561,'0'0'10613,"0"-11"-14775,0-4-976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23.7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385 1 672,'-22'-1'1330,"-1"1"0,0 2 0,0 0 0,1 1 0,-29 8 0,26 14 145,-22 13 1831,44-35-2984,1-1 1,-1 1 0,1 0 0,0 0 0,0 0 0,0 0-1,1 0 1,-1 0 0,1 1 0,-1-1 0,1 0 0,0 1-1,0-1 1,1 1 0,-1 5 0,1-8-296,0 0 0,0-1 0,0 1 0,0 0 1,0 0-1,-1 0 0,1-1 0,0 1 0,0 0 0,-1 0 0,1-1 0,0 1 1,-1 0-1,1-1 0,-1 1 0,1 0 0,0-1 0,-1 1 0,0 0 0,1-1 1,-1 1-1,1-1 0,-1 1 0,0-1 0,1 0 0,-1 1 0,0-1 1,0 0-1,1 1 0,-2-1 0,1 1-13,0-1-1,0 0 1,1 0 0,-1 1-1,0-1 1,1 0 0,-1 1-1,0-1 1,1 1 0,-1-1-1,0 1 1,1-1 0,-1 1-1,1 0 1,-1-1 0,1 1-1,-1 0 1,1-1-1,0 1 1,-1 0 0,1-1-1,0 1 1,-1 0 0,1 0-1,0-1 1,0 1 0,0 0-1,0 0 1,0 0 0,0 1-1,0-1 3,0 0-1,0 0 0,0 0 1,0 0-1,1 0 0,-1 0 1,0 0-1,1 0 1,-1 0-1,1 0 0,-1-1 1,1 1-1,0 0 0,-1 0 1,1 0-1,0 0 0,-1-1 1,1 1-1,0 0 0,0-1 1,0 1-1,-1-1 0,1 1 1,0-1-1,0 1 0,0-1 1,0 0-1,0 1 0,0-1 1,1 0-1,1 1 6,2 1 763,18-4 3080,-22 2-3776,1 0 0,-1 0 1,0 0-1,0 0 0,0-1 0,0 1 1,1 0-1,-1-1 0,0 1 0,0 0 1,0-1-1,0 1 0,0-1 0,0 0 1,0 1-1,0-1 0,0 0 1,0 0-1,0 1 0,1-3 0,-2 2-26,0 0-1,0 0 0,0 0 1,0 0-1,1 0 0,-1 0 0,0 0 1,1 0-1,-1 0 0,0 1 1,1-1-1,-1 0 0,1 0 1,0 0-1,-1 1 0,1-1 0,0 0 1,-1 0-1,1 1 0,0-1 1,0 1-1,1-2 0,-1 2 69,0-1 1,0 0-1,0 0 0,0 0 0,1 0 1,-1 0-1,-1 0 0,1-1 0,0 1 1,0 0-1,0 0 0,-1-1 0,1 1 0,0 0 1,-1-1-1,1 1 0,-1-1 0,0 1 1,1 0-1,-1-1 0,0 1 0,0-1 0,0-1 1,0-8 396,1 7-462,0 1 0,-1-1 0,0 0 0,0 0 0,0 0 0,0 0 0,0 0 0,-1 1-1,0-1 1,0 0 0,0 0 0,-2-4 0,-4 7-65,6 1 0,1 0 0,-1 0 0,1 0 0,-1 0 0,0 0 0,1 0 0,-1 0 0,1 0 0,-1-1 0,1 1 0,-1 0 0,0 0 0,1 0 0,-1-1 0,1 1 0,-1 0 0,1 0 0,-1-1 0,1 1 0,-1-1 0,1 1 0,-1 0 0,1-1 0,0 1 0,-1-1 0,1 1 0,0-1 0,-1 1 0,1-1 0,0 1 0,0-1 0,-1 1 0,1-1 0,0 0 0,0 1 0,0-1 0,0 0 0,-1-2 0,-1 0 0,1 1 0,0-1 0,-1 0 0,0 1 0,0 0 0,1-1 0,-1 1 0,-1 0 0,1 0 0,0 0 0,0 0 0,-1 0 0,1 1 0,-1-1 0,-3-1 0,3 1 0,0 0 0,0 0 0,-1 0 0,1 1 0,0-1 0,-1 1 0,1 0 0,-1 0 0,1 0 0,-1 1 0,0-1 0,1 1 0,-1 0 0,-7 0 0,5 2-511,0 0 1,0 1-1,0-1 0,1 1 0,-1 0 1,1 1-1,-7 4 0,10-6 174,0 0-1,0 0 0,0 1 1,0-1-1,1 1 0,-1-1 1,1 1-1,0-1 0,0 1 1,0-1-1,0 1 1,0 0-1,0 0 0,1 0 1,-1 0-1,1-1 0,0 1 1,0 3-1,3 8-4374,9-4 2207,-4-3 507,0 15-2185,8-9 437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23.9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141 82 3986,'0'2'4830,"-3"9"-2705,-15 2 1378,-24 23 678,36-28-3383,3-4-564,0-1-1,0 1 1,0-1-1,1 1 1,-1 0-1,1 0 1,0 0-1,-2 6 1,4-9-180,-1 1 1,1-1 0,0 1-1,-1-1 1,1 1 0,-1-1 0,0 1-1,1-1 1,-1 1 0,0-1-1,0 0 1,0 1 0,-1 0 0,1-1-45,0-1 1,0 1 0,1 0 0,-1 0 0,0-1 0,1 1 0,-1 0 0,1 0 0,-1 0 0,1 0-1,-1 0 1,1 0 0,0 0 0,-1 0 0,1 0 0,0 0 0,0 0 0,0 0 0,0 0 0,0 0-1,0 0 1,0 0 0,0 0 0,0 0 0,0 0 0,0 0 0,1 0 0,-1 0 0,0 0 0,1-1 0,-1 1-1,1 1 1,3 4 121,-1 0-1,1-1 0,0 1 1,1-1-1,-1 0 0,1 0 1,0-1-1,0 1 0,1-1 0,-1 0 1,1-1-1,0 1 0,0-1 1,0 0-1,1-1 0,-1 0 1,0 0-1,1 0 0,0 0 0,-1-1 1,1 0-1,9-1 0,3 1 310,-16-1-274,1 1 0,-1-1 0,1 1 0,-1-1 0,1 0 0,-1 0 1,1-1-1,-1 1 0,1-1 0,-1 0 0,1 0 0,-1 0 1,0 0-1,1 0 0,-1-1 0,0 1 0,0-1 0,0 0 0,0 0 1,0 0-1,-1-1 0,6-4 0,12-8 1192,-18 15-1311,-1 0 1,0-1-1,0 1 0,0-1 1,1 1-1,-1-1 1,0 0-1,0 1 1,0-1-1,0 0 1,0 0-1,0 0 0,0 0 1,0 0-1,-1 0 1,1 0-1,0 0 1,0 0-1,-1 0 1,1 0-1,-1-1 0,1 1 1,-1 0-1,1 0 1,-1-1-1,0 1 1,0 0-1,0 0 1,0-3-1,2-8-48,-2 9 0,1 0 0,-1-1 0,1 1 0,-1 0 0,0-1 0,0 1 0,-1 0 0,1 0 0,-1-1 0,1 1 0,-1 0 0,0 0 0,0-1 0,-2-2 0,-12-21 0,13 21 0,-1 0 0,0 0 0,0 0 0,-1 0 0,0 1 0,-6-8 0,-6-2-109,-1 0 1,-1 1-1,0 1 1,-1 0-1,0 2 0,-40-18 1,55 28-823,0 0 0,0 0 0,0 0 1,0 1-1,-1 0 0,1-1 0,0 1 1,-8 1-1,-14 1-11457,2-2 6973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43.0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185 213 2401,'-138'0'10498,"113"-7"-10126,3 1 681,28 3-719,-1 0 1,1 0-1,0 0 0,-1 1 1,1-1-1,0 2 0,1-1 1,-1 0-1,0 1 0,11 0 1,-6-1 176,0 1 1,0-2 0,21-6 0,-22 5-266,0 1 0,1 0 0,-1 0 0,1 2 0,-1-1 0,18 0 0,51-8 962,-40 3-316,60-3 0,-6 1 63,297-17 2713,-115 13-1351,17 6-1536,-43 3-498,-130-1-283,56-5 0,12-1 0,-44-4 0,-43 3 0,-89 11 2,1-1 0,1 2 1,21 1-1,-14 0-283,-15-1-1272,-20 0-3059,6 0 3264,-19 5-6959,2 0 5337,-91 13-6298,68-10 7088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43.4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329 117 2449,'-164'13'5364,"3"0"-4144,158-13-1196,3-1 2,1 0 0,-1 0 0,1 0 0,-1 0 0,1 0 0,0 0 0,0 1 0,-1-1 0,1 0 0,0 0 0,0 1 0,0-1 0,0 0 0,0 1 0,0-1 0,0 1 0,0-1-1,0 1 1,0 0 0,2-1 0,28-8 625,59-5 1174,-46 4-710,1 2 1,66-3 0,-1 0 472,21-7 921,172-2 0,191 4 1549,43 16 142,-271 16-2744,306-16-1005,-611-2-6104,-60-9 0,69 8 2737,1 1 1,-39 3-1,-16-2-1359,28-6 886,-14 6-1026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43.8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122 80 2673,'-21'4'1759,"-34"2"4008,52-6-5544,0 0 0,0 0 0,0 1-1,0-1 1,1 1 0,-1-1 0,0 1-1,0 0 1,1 0 0,-1 0 0,0 1 0,1-1-1,-5 3 1,4-1 137,6-16-229,24 9-124,-7 3-9,307-36 2086,-233 27-604,106-4 2528,154-2-150,289 16-2466,-322 16-968,-8-6 737,-298-9-1038,-1 0-1,1 0 1,16 4 0,-17-2 18,1-1-1,-1 0 1,18-1 0,109-1 486,-137 0 1632,-32 0-1653,27 0-606,-1 0 0,0 0 0,1 0 0,-1 0 0,1 0 0,-1-1 0,1 1 0,-1-1 0,1 1 0,-1-1 0,1 1 0,0-1 0,-1 0 0,1 0 0,-2-1 0,2 1 0,0 0 0,0 1 0,-1-1 0,1 0 0,0 1 0,-1-1 0,1 0 0,0 1 0,-1 0 0,1-1 0,-1 1 0,1 0 0,-1 0 0,1-1 0,-2 1 0,-86-10-6814,78 8 2616,4-4 2751,1 0-307,-5 4-2994,-6 0 536,-10-6 237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44.5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38 5330,'0'-17'28027,"-4"10"-28849,0 3 4453,-1 1-4999,-25-3-19818,26 7 17378,4 5 2856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58.6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68 5811,'-4'-2'5477,"3"2"-5183,0 0-1,0 0 1,0 0 0,0-1 0,0 1-1,0 0 1,0-1 0,1 1 0,-1 0-1,0-1 1,0 1 0,0-1-1,1 1 1,-1-1 0,0 0 0,1 1-1,-1-1 1,0 0 0,1 1 0,-1-1-1,1 0 1,-1 0 0,1 0 0,-1-1-1,1 1-185,1 0-1,0 0 0,0 0 0,0 0 1,0 1-1,0-1 0,0 0 0,0 0 1,0 1-1,0-1 0,0 0 0,0 1 1,0-1-1,0 1 0,1 0 0,1-1 1,22-21 978,-9 17 422,0 1 0,1 1 0,28-1 0,-37 3-1017,0 0 1,0 1-1,0 1 0,0-1 0,-1 1 0,1 1 0,0-1 0,-1 1 0,12 4 0,-17-4-481,1 0-1,0 0 0,-1 0 1,0 0-1,1 0 0,-1 1 1,0-1-1,0 1 0,0-1 1,0 1-1,-1 0 0,1 0 1,-1-1-1,1 1 0,-1 0 1,0 0-1,0 1 0,-1-1 1,1 0-1,-1 0 0,1 0 1,-1 0-1,0 1 0,0-1 1,0 0-1,-1 5 0,-2 8-2,-1-1-1,0 0 1,0 0-1,-8 16 0,4-10-7,6-17 1,-1 1 0,1-1 0,-1 0 0,0 0 0,0 0 0,0 0 0,0-1 0,-5 5 0,4-5 0,1 0 0,-1 1 0,1-1 0,0 1 0,0 0 0,1 0 0,-1 0 0,-2 6 0,1-1 0,-1 1 0,0-1 0,0-1 0,-1 1 0,-1-1 0,1 0 0,-1-1 0,0 1 0,-9 5 0,11-8 0,4-3 0,0 1 0,0-1 0,0 0 0,0 0 0,1 1 0,-1-1 0,1 1 0,0-1 0,0 0 0,0 1 0,0-1 0,0 1 0,0-1 0,0 0 0,1 1 0,0-1 0,-1 0 0,1 1 0,2 3 0,13 1 0,0-1 0,0-1 0,1 0 0,0-1 0,25 3 0,-24-5 0,1 1 0,-1 1 0,-1 0 0,1 2 0,27 11 0,-10-3 0,-32-13 0,0-1 0,-1 1 0,1-1 0,-1 1 0,1 0 0,0 0 0,-1 0 0,1 0 0,-1 1 0,0-1 0,1 0 0,-1 1 0,0 0 0,0 0 0,0-1 0,0 1 0,0 0 0,-1 1 0,1-1 0,0 0 0,-1 0 0,0 1 0,1-1 0,-1 1 0,0-1 0,0 1 0,-1-1 0,1 1 0,0 0 0,-1-1 0,0 1 0,1 0 0,-1 0 0,-1 2 0,2 8 0,-1-7 0,1 0 0,-1 0 0,0 0 0,-1 0 0,0 0 0,-2 9 0,1-9 0,-1-1 0,0 0 0,0 0 0,-1 0 0,0-1 0,1 1 0,-1-1 0,-1 0 0,1 0 0,-1 0 0,-6 4 0,-2 2 0,-1 1 0,10-6 0,-1 0 0,-1-1 0,1 0 0,0-1 0,-1 1 0,0-1 0,0 0 0,-9 3 0,-49 17-4692,58-19 3609,-1-1 0,0 0 1,0-1-1,0 1 0,0-1 1,-1-1-1,1 0 1,-12 1-1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58.9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146 45 2113,'25'-13'3398,"-24"13"-3240,0 0 1,0 0 0,0 0-1,0 0 1,0-1 0,0 1-1,0-1 1,0 1 0,0 0-1,0-1 1,0 1 0,0-1-1,0 0 1,-1 1 0,1-1 0,0 0-1,0 0 1,-1 1 0,1-1-1,0 0 1,-1 0 0,1 0-1,-1 0 1,1 0 0,0-1-1,-1-1 923,0 6-960,0-1 1,0 1-1,0 0 0,0-1 1,-1 1-1,1-1 1,-1 1-1,1 0 0,-3 4 1,-6 1 463,-1 0 0,1 1 1,1 1-1,0 0 0,0 0 1,1 0-1,1 1 0,-1 0 1,-7 19-1,-4 15 1628,9-26-1472,1 0 0,-6 26 1,12-39-671,1 1 0,0-1 1,0 1-1,1-1 1,-1 1-1,2 0 0,-1 0 1,1-1-1,0 1 0,0-1 1,3 10-1,-2-11-16,1 0-1,-1 0 1,1-1 0,0 1-1,0-1 1,1 1-1,4 4 1,3 4 93,-4-1-31,-7-11-110,0 0-1,1 0 1,-1 0 0,1-1 0,-1 1 0,1 0 0,-1 0 0,1-1 0,-1 1-1,1 0 1,0-1 0,-1 1 0,1-1 0,0 1 0,0 0 0,-1-1 0,1 0 0,0 1-1,0-1 1,0 0 0,0 1 0,0-1 0,0 0 0,-1 0 0,2 1 0,20 8 53,-17-7-31,0 0 0,0 0 0,0 0 1,0 0-1,0-1 0,1 0 0,8 1 0,3-1 18,1-2-1,-1 0 1,0-1 0,0-1-1,31-9 1,-43 10-39,0 0 1,1 0-1,-1-1 0,0 0 0,0 0 1,-1 0-1,1 0 0,-1-1 0,1 1 1,-1-1-1,0 0 0,0-1 1,-1 1-1,0-1 0,1 1 0,-1-1 1,-1 0-1,1 0 0,-1 0 0,4-11 1,33-85 762,-39 99-702,1-1 1,-1 1 0,1-1-1,-1 1 1,0-1-1,0 1 1,0-1 0,0 1-1,0-1 1,-1 1 0,1-1-1,-1 1 1,1 0-1,-1-1 1,0 1 0,0 0-1,0-1 1,0 1 0,-1 0-1,1 0 1,-3-3-1,-3-8 422,5 9-225,1 0 0,-1-1 0,1 1 0,1-1 0,-1 1-1,0-1 1,1 0 0,0-5 0,0 7-130,1 0-1,-1 1 0,0-1 1,-1 0-1,1 0 0,0 1 1,-1-1-1,0 0 0,0 1 1,1-1-1,-1 1 0,-1-1 1,1 1-1,0 0 0,-1-1 1,1 1-1,-1 0 1,-2-3-1,-6-5-103,0 0-1,0 1 1,-1 0 0,0 1-1,-1 0 1,0 1 0,0 1-1,-1-1 1,1 2 0,-1 0-1,-26-6 1,21 7-40,0 0-1,0 2 1,-1 1-1,1 0 1,-1 1-1,1 1 1,-1 1-1,-25 5 1,39-6-572,1 0 0,0 1-1,0-1 1,0 1 0,0-1 0,0 1 0,-6 5 0,9-6 400,0 0 0,0 0 0,0 0 0,0-1 0,0 1 0,1 0 0,-1 0 0,0 0 0,1 0 0,-1 0 0,1 1 0,-1-1 0,1 0 0,-1 0 0,1 0 0,0 0 0,0 0 0,0 1 0,-1-1 0,1 0 0,0 0 0,0 0 0,1 1 1,-1-1-1,0 0 0,0 0 0,1 0 0,-1 1 0,0-1 0,1 0 0,-1 0 0,1 0 0,-1 0 0,1 0 0,0 0 0,0 0 0,0 1 0,1 0-271,-1 1-367,1 0 0,1 0-1,-1-1 1,0 1 0,1 0 0,-1-1 0,1 1 0,0-1 0,0 0 0,0 0-1,0 0 1,0-1 0,0 1 0,6 2 0,35 11-2880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59.2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188 119 3121,'71'-64'14781,"-70"62"-14415,0 0 0,-1 0 1,1 1-1,0-1 0,-1 0 1,1 0-1,-1-1 0,0 1 1,1 0-1,-1 0 0,0 0 1,-1-3-1,1-16 5562,-1 17-1985,1 5-3926,-1 0 0,1 0 0,-1 0 0,0 1 0,1-1 0,-1 0 0,0 0 0,0 0 0,0 0 1,0 0-1,0 0 0,0-1 0,0 1 0,0 0 0,0 0 0,-3 0 0,1 1-23,1 0 0,-1-1 1,0 1-1,1 0 0,-1 1 0,1-1 0,0 0 1,0 1-1,-2 3 0,-4 44 6,-2-33 0,-27 61 0,-10 69 0,39-76 0,3-56 0,3-10 0,0 0 0,0 0 0,1 1 0,0-1 0,0 1 0,0 8 0,0-8-286,0 0 1,0 0-1,-1 0 0,0 0 0,0 0 1,0 0-1,-1-1 0,-5 10 0,-2 4-1747,8-15 613,0 0 0,-1 0 0,1 0 0,-1-1 0,0 1 0,0-1 0,-6 5 0,-11 14-6623,5-11 3862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59.3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94 190 8148,'0'-26'7795,"-28"10"-3121,28-10-2465,-19 10-1408,19 5-1025,0-15-689,-28 10-832,28 6-832,0-6-544,-19 16-433,19-11-63,0-4 303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3:59.4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3618,'19'27'3649,"9"-12"-1136,-28-4-1280,19 5-753,-19 0-2353,28-16-3489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02.5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123 190 6883,'-5'-6'1182,"-1"-2"1,2 1-1,-1-1 0,1 1 1,-4-12-1,-12-19 1569,11 26-2339,7 11-359,1 0 1,0 0 0,0-1 0,0 1-1,0 0 1,0-1 0,0 1 0,0 0-1,1-1 1,-1 1 0,0-1 0,1 0-1,-1 1 1,1-1 0,0 1-1,-1-1 1,1-3 0,0 4 7,0 0-1,0 0 1,0 0 0,0 0 0,0 0 0,-1 0-1,1 0 1,0 0 0,-1 0 0,1 0-1,0 0 1,-1 0 0,1 0 0,-1 0-1,0 0 1,1 1 0,-1-1 0,0 0 0,1 0-1,-1 1 1,0-1 0,0 0 0,0 1-1,1-1 1,-1 1 0,-2-2 0,2 2 23,0 0 0,1-1 1,-1 1-1,0-1 1,0 1-1,1 0 0,-1-1 1,0 0-1,1 1 1,-1-1-1,1 1 0,-1-1 1,1 0-1,-1 1 0,1-1 1,-1 0-1,1 0 1,-1 1-1,1-1 0,0 0 1,0 0-1,-1 0 1,1 1-1,0-1 0,0 0 1,0-1-1,0-1 1957,-3-6 1323,3 9-3316,-1 0 0,1 0 0,0 0 0,-1 0-1,1-1 1,0 1 0,0 0 0,-1 0 0,1 0 0,0 0 0,-1 0-1,1 0 1,0 0 0,-1 0 0,1 0 0,0 0 0,-1 0 0,1 0-1,0 0 1,-1 0 0,1 0 0,0 0 0,-1 0 0,1 0-1,0 1 1,0-1 0,-1 0 0,1 0 0,0 0 0,0 1 0,-1-1-1,1 0 1,0 0 0,0 0 0,-1 1 0,1-1 0,0 0 0,0 1-1,-5 18 1132,5 36 201,0-37-765,0 313-319,3-289-296,2 0 0,1-1 0,2 1 0,21 59 0,-10-32 0,-11 22-603,6-6-4252,-12-21-3154,-2-57 8277,-1 29-10277,-3-29 4383,-7-17 3747,8-6-63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03.4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79 445 416,'0'-7'299,"-1"1"-1,0-1 1,0 0-1,-1 0 0,1 0 1,-2 1-1,-2-8 1,2 8 66,1 0 1,0-1-1,0 1 1,0-1-1,1 1 1,0-1-1,0-7 1,0 0 42,0 1 0,-1-1 0,0 0 0,-1 1 0,-1 0-1,0-1 1,-1 2 0,-1-1 0,-8-16 0,12 22-206,0 0 1,0 0-1,1-1 0,0 1 1,1 0-1,0-1 0,0 1 1,2-15-1,-1 0 520,0 20-635,-1 0 1,0 0-1,1 0 1,0 0-1,0 0 1,-1 0-1,1 0 1,0 0-1,1 1 1,-1-1-1,0 0 1,0 1-1,1-1 1,-1 1-1,1 0 1,2-3-1,7-8 885,-8 9-808,-1 0 0,1 1 0,0 0-1,0-1 1,0 1 0,0 0 0,0 0 0,0 1-1,1-1 1,-1 1 0,1-1 0,-1 1-1,1 0 1,-1 1 0,1-1 0,-1 0-1,1 1 1,0 0 0,-1 0 0,1 0-1,0 0 1,-1 1 0,1-1 0,6 3-1,3 0 485,0 1 0,-1 0 0,1 1-1,-1 0 1,-1 1 0,14 8-1,-17-9-379,0 0-1,-1 1 1,0-1-1,0 1 0,-1 1 1,0-1-1,0 1 0,8 12 1,31 42 906,-36-52-988,-2 1 1,1 0 0,-1 0 0,-1 1-1,6 11 1,-3-3 172,-1 1 0,-1 0 0,-1 0 0,0 1-1,-2-1 1,0 1 0,-2 0 0,0 1 0,-2 23 0,1-27-229,-1-1 0,-1 1 0,0 0 0,-2-1 0,0 0 0,0 0 0,-13 33 0,3-21-130,8-13 0,-2-1 0,0 0 0,0 0 0,-1 0 0,-1-1 0,-1 0 0,0-1 0,-13 13 0,0-7 0,-2-2 0,-27 15 0,43-26 0,-1 0 0,0-1 0,0-1 0,-1 0 0,0 0 0,1-1 0,-1 0 0,-14 1 0,23-5 0,0 0 0,1-1 0,-1 0 0,1 1 0,-1-1 0,1 0 0,0 1 0,-1-1 0,1 0 0,0 0 0,0 0 0,1 0 0,-1 0 0,0 0 0,1 0 0,-1-1 0,1 1 0,-1-3 0,45-74 0,-13 31 0,-21 32 0,0 1 0,1-1 0,21-22 0,-1 6 0,-19 19 0,1 0 0,0 1 0,1 1 0,25-16 0,-15 13 0,0 1 0,2 1 0,34-11 0,-48 20 0,0 0 0,1 1 0,-1 0 0,1 1 0,-1 1 0,1 0 0,-1 0 0,1 1 0,19 5 0,-26-4 0,0 1 0,0 0 0,0 0 0,-1 1 0,1 0 0,-1 0 0,0 0 0,0 1 0,0-1 0,0 1 0,-1 0 0,0 1 0,6 8 0,10 12 0,-3-8 0,-11-12 0,0 0 0,0 0 0,0 1 0,-1 0 0,0 0 0,-1 0 0,0 1 0,0-1 0,4 11 0,3 17 0,-7-25 0,0 1 0,-1 0 0,0-1 0,-1 1 0,0 0 0,0 20 0,-2 79 0,0-111 0,0 1 0,0-1 0,0 1 0,0 0 0,1-1 0,-1 1 0,0 0 0,0-1 0,1 1 0,-1 0 0,0-1 0,0 1 0,1 0 0,-1-1 0,0 1 0,1 0 0,-1 0 0,0-1 0,1 1 0,-1 0 0,1 0 0,-1 0 0,0 0 0,1 0 0,-1-1 0,1 1 0,-1 0 0,0 0 0,1 0 0,-1 0 0,1 0 0,-1 0 0,0 0 0,1 0 0,-1 0 0,1 1 0,-1-1 0,1 0 0,-1 0 0,0 0 0,1 0 0,-1 1 0,0-1 0,1 0 0,-1 0 0,0 1 0,1-1 0,-1 0 0,0 0 0,1 1 0,-1-1 0,0 0 0,0 1 0,1-1 0,-1 0 0,0 1 0,0-1 0,0 1 0,1 0 0,-1-3 0,0 0 0,0 0 0,0 0 0,1 0 0,-1 0 0,1 0 0,0 0 0,0 0 0,-1 0 0,1 0 0,0 0 0,1 1 0,-1-1 0,0 0 0,2-1 0,-1 1 0,-1 0 0,0 1 0,1-1 0,-1 0 0,0 0 0,0 0 0,0 0 0,0 0 0,0 0 0,0-1 0,-1 1 0,1 0 0,-1 0 0,0 0 0,1-4 0,0-11-449,2 0-1,0 1 1,1-1 0,1 1 0,0 0-1,1 0 1,1 0 0,0 1 0,19-28-1,-21 34-465,-1-1 0,0 0 0,5-19 0,-7 20 406,1 0 0,0 1 0,0-1-1,1 1 1,6-10 0,6-4-576,-12 18 829,-1-1-1,1 1 0,-1-1 1,0 0-1,0 0 1,3-10-1,-5 11 137,1-1 1,0 0-1,0 1 0,1-1 1,-1 1-1,1 0 0,0 0 1,0 0-1,0 0 1,1 0-1,-1 1 0,7-6 1,-5 5 59,0 0 0,0-1 1,-1 0-1,0 0 1,7-9-1,-11 13 75,0 0 0,1 0 0,-1 0 0,0 1 0,1-1 0,-1 0 0,1 0 0,-1 0 1,1 1-1,-1-1 0,1 0 0,-1 1 0,1-1 0,0 1 0,-1-1 0,1 1 0,0-1 0,0 1 0,-1-1 0,1 1 0,0-1 0,0 1 0,0 0 0,-1 0 0,1-1 0,0 1 1,0 0-1,0 0 0,0 0 0,0 0 0,0 0 0,1 0 0,6 0 534,-13 16 1644,-2-11-1691,6-5-425,0 1-1,0-1 0,0 1 0,0-1 1,1 1-1,-1-1 0,0 1 1,0 0-1,0 0 0,0-1 0,1 1 1,-1 0-1,0 0 0,1 0 0,-1 0 1,1 0-1,-1 0 0,1 0 0,-1 0 1,1 0-1,0 0 0,0 0 0,-1 0 1,1 2-1,0 0 95,-1 0-1,1-1 1,-1 1 0,0 0 0,0 0-1,0-1 1,0 1 0,0-1-1,-1 1 1,1-1 0,-1 1 0,1-1-1,-1 0 1,0 0 0,0 0-1,-2 2 1,-15 21 1105,10-6-278,5-12-552,1 0-1,-1 0 1,2 0-1,-1 1 1,1-1-1,0 1 1,0-1-1,0 10 0,-8 36 359,8-47-776,0 0 0,0 0 0,1 0 1,0 1-1,0-1 0,0 0 0,1 1 0,0-1 0,0 0 0,1 1 0,-1-1 0,3 9 0,0-8-28,-3-3 0,1 0 0,0-1 0,0 1 0,1-1 0,-1 1 0,1-1 0,-1 0 0,1 1 0,0-1 0,0 0 0,1 0 0,-1 0 0,0 0 0,1-1 0,0 1 0,0-1 0,0 0 0,4 3 0,26 20 0,-30-22 0,0-1 0,0 1 0,0 0 0,0-1 0,1 0 0,-1 0 0,1 0 0,0 0 0,7 2 0,21 6 0,-28-8 0,1 0 0,0-1 0,1 1 0,-1-1 0,0 0 0,0-1 0,0 1 0,1-1 0,-1 0 0,0 0 0,1 0 0,-1-1 0,0 0 0,6-2 0,20-5 0,-25 6 0,1 1 0,-1-1 0,0 0 0,0-1 0,0 0 0,0 0 0,0 0 0,8-7 0,-11 8 0,14-10 0,-1-2 0,-1 0 0,18-20 0,-29 29 0,0-1 0,0 0 0,-1 0 0,1 0 0,-1 0 0,-1 0 0,1-1 0,-1 1 0,0-1 0,0 0 0,-1 1 0,0-1 0,0-14 0,0-7 0,0 16 0,0-1 0,-1 1 0,-1 0 0,0 0 0,0 0 0,-1 0 0,-1 1 0,0-1 0,0 0 0,-6-11 0,9 22 0,-12-19 0,0 1 0,-24-29 0,29 41 0,1 0 0,-1 1 0,-1 0 0,1 1 0,-1-1 0,0 1 0,0 1 0,-1 0 0,-15-6 0,-158-41 0,181 51 0,1-1 0,0 1 0,-1 0 0,1-1 0,-1 1 0,1 0 0,-1 0 0,1-1 0,0 1 0,-1 0 0,1 0 0,-1 0 0,1-1 0,-1 1 0,1 0 0,-1 0 0,1 0 0,-1 0 0,1 0 0,-1 0 0,1 0 0,-1 0 0,1 0 0,-1 1 0,1-1 0,-1 0 0,1 0 0,-1 0 0,1 0 0,-1 1 0,1-1 0,-1 0 0,1 0 0,0 1 0,-1-1 0,1 0 0,0 1 0,-1-1 0,1 1 0,0-1 0,-1 0 0,1 1 0,0-1 0,0 1 0,-1-1 0,1 1 0,0-1 0,0 1 0,0-1 0,0 1 0,0-1 0,0 1 0,-1-1 0,1 1 0,0-1 0,1 1 0,-1-1 0,0 1 0,0-1 0,0 1 0,1 1 0,-1 0 0,1 0 0,0 0 0,0 0 0,-1-1 0,1 1 0,1 0 0,-1 0 0,0-1 0,0 1 0,1-1 0,-1 1 0,1-1 0,-1 0 0,3 2 0,20 9-138,2 0 0,-1-2-1,2-1 1,27 6 0,111 17-1248,-150-29 1257,12 2-149,1-1 1,0-2-1,1 0 1,-1-2-1,0-1 1,38-7-1,-44 5 731,-17 2-169,1 1 1,0-1-1,0 0 0,-1-1 1,1 0-1,-1 1 0,1-1 0,-1-1 1,0 1-1,0-1 0,0 0 1,6-5-1,-1-1-284,-1-2 0,-28 2 0,19 8 0,-1 1 0,1 0 0,0-1 0,-1 1 0,1 0 0,-1-1 0,1 1 0,0-1 0,-1 1 0,1-1 0,0 1 0,0-1 0,-1 1 0,1-1 0,0 1 0,0-1 0,0 1 0,0-1 0,0 1 0,0-1 0,0 1 0,0-1 0,0 0 0,0 1 0,0-1 0,-2-8 0,0 8 0,0 0 0,-1 1 0,1-1 0,0 0 0,0 1 0,0 0 0,0 0 0,0-1 0,0 1 0,-1 1 0,1-1 0,0 0 0,0 0 0,0 1 0,0-1 0,0 1 0,0 0 0,0-1 0,0 1 0,0 0 0,0 0 0,0 1 0,0-1 0,1 0 0,-1 0 0,0 1 0,1-1 0,-3 4 0,-15 31 0,14-27 0,-1 0 0,1 1 0,1 0 0,0 0 0,0 0 0,1 0 0,0 0 0,1 1 0,0-1 0,0 14 0,-7 46 0,6-56 0,1-1 0,0 1 0,1-1 0,1 1 0,1 20 0,4-3 0,0-2 0,1 46 0,-5-49 0,2-1 0,0 0 0,12 38 0,-4-15 0,-3-14 0,-4-22 0,-1 1 0,0 1 0,-1-1 0,1 24 0,16 174 0,-19-156-2819,0 68-10751,0-108 9810,0-4-2871,0-2 676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03.6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291 250 7331,'-2'-17'3286,"0"0"-1,-1 0 0,0 1 1,-2-1-1,0 1 0,-9-19 1,4 7-1173,9 24-2096,0 0 0,0 0 0,1 0 0,-1 0 0,1 0 0,0 0 0,0 0 1,1 0-1,-1 0 0,1 0 0,0 0 0,0 0 0,0 0 0,0 0 0,1 0 1,0 0-1,0 1 0,3-5 0,-4 7-17,0 0 0,0 0 0,1 0 0,-1 1 0,1-1 0,-1 1 0,1-1 0,-1 1 0,1-1 0,-1 1 0,1 0 0,-1 0 0,1 0 0,-1 0 0,1 0 0,-1 0 0,1 0 0,-1 0 0,1 0 0,-1 1 0,1-1 0,-1 1 0,1-1 0,-1 1 0,1 0 0,-1-1 0,0 1 0,0 0 0,3 2 0,4 1 0,-1 1 0,0-1 0,0 1 0,0 1 0,10 10 0,-7-4 0,-1 1 0,0 1 0,-1 0 0,0 0 0,9 26 0,-6-15 0,-6-12 0,-1 0 0,0 0 0,-1 1 0,0 0 0,-1 0 0,-1-1 0,0 1 0,-1 0 0,0 0 0,-1 0 0,-4 20 0,0-11 0,-1 0 0,0-1 0,-2 1 0,-1-2 0,0 1 0,-15 23 0,14-30-51,-1-1 0,0 0 0,-1 0 0,-1-2 0,0 1 0,-1-1 0,-26 17 0,18-15-511,1-1 1,-2-1-1,1-1 0,-2-2 1,-26 9-1,3-6-7521,0 3-1138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20.3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91 217 5058,'-34'19'6101,"31"-17"-5771,0 0 1,0 0-1,0 0 0,0-1 1,-1 1-1,1-1 0,0 0 1,-1 1-1,1-2 0,-1 1 1,1 0-1,-1-1 0,1 1 1,-7-1-1,78-11 3627,-37 9-2642,-1-2 1,0-1-1,-1-2 1,34-11 0,64-14 2209,326-24-932,-295 37-2593,40-3 0,110-11 0,-196 20 56,-58 5-209,63 0-1,-52 1-2777,-28 1-2108,6 4-5044,-28 4 7548,-35 11-5199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20.67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186 231 5955,'-32'16'4420,"-1"-2"-1,-46 14 1,56-20-3849,4 1-1271,27-5 670,28-6 704,101-20 3530,-91 17-1237,80-21 0,177-44-437,-154 38-2160,50-1-370,-120 23 0,93-26 0,-152 32 0,0 0 0,31-2 0,-29 5 0,-1-2 0,32-8 0,37-6-322,-67 15-198,-1-2 1,38-11-1,-58 14-105,0 0 1,0 0-1,0 0 0,0 0 0,0 1 0,0-1 1,0 1-1,0 0 0,0-1 0,1 1 0,-1 0 1,0 0-1,0 0 0,0 1 0,0-1 1,2 1-1,-4 0 335,0-1 0,0 1 0,0-1 0,0 1 0,0 0 0,0-1 0,0 1 0,0-1 0,0 1 0,-1 0 0,1-1 0,0 1 0,-1-1 0,1 1 0,0-1 0,-1 1 0,1-1 0,0 1 0,-1-1 0,1 1 0,-1-1 0,1 0 0,-1 1 0,1-1 0,-1 0 0,1 1 0,-1-1 0,1 0 0,-1 1 0,0-1 1,1 0-1,-2 0 0,-5 3-3227,-9-3 356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20.95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117 43 9348,'-8'-9'8581,"-9"1"-4874,0-1-1369,10 0-825,7 8-1463,0 1 0,-1-1-1,1 1 1,0-1-1,-1 1 1,1 0 0,0-1-1,-1 1 1,1 0-1,0-1 1,-1 1-1,1 0 1,-1-1 0,1 1-1,-1 0 1,1 0-1,0 0 1,-1-1 0,1 1-1,-1 0 1,1 0-1,-1 0 1,1 0 0,-1 0-1,1 0 1,-1 0-1,1 0 1,-1 0-1,0 0 1,-2 0 377,-2 0-251,4 0-171,0 0-1,0 0 1,0 1 0,0-1 0,-1 0-1,1 1 1,0-1 0,0 0-1,0 1 1,0-1 0,0 1 0,1 0-1,-1-1 1,0 1 0,0 0 0,0-1-1,0 1 1,1 0 0,-1 0-1,0 0 1,1 0 0,-2 1 0,-11 31 347,9-22-130,2-2 198,0 0 0,1 0 1,0 1-1,0-1 0,1 0 0,0 0 1,2 11-1,0 13 425,2 79-678,26 144 0,-14-138-202,-6-69 35,3 0 0,2-1 0,29 66 0,-37-98 0,14 61 0,-19-64 0,1 0 0,0 0 0,1-1 0,1 1 0,5 11 0,14 18 4,-12-22-418,0 0 0,11 30 0,-18-26-1208,-4-21 1188,-1 1 0,1-1 0,0 1 0,0-1 0,0 0 0,0 1 0,1-1 0,0 0 0,-1 0 0,1 0 0,0 0 0,3 3-1,7 8-1795,-10-11 1492,-1 0-1,1 0 1,0-1-1,1 1 1,-1-1-1,0 0 1,1 1-1,-1-1 1,1 0-1,-1 0 1,1-1-1,0 1 1,0-1 0,0 1-1,0-1 1,0 0-1,0 0 1,0 0-1,5 0 1,-3-1-2637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21.2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21 10901,'0'-1'581,"0"0"0,1 0-1,-1 0 1,0 0 0,0 0 0,0 0-1,0 0 1,-1 1 0,1-1 0,0 0-1,0 0 1,-1 0 0,1 0 0,0 0-1,-1 0 1,1 0 0,0 1 0,-1-1 0,0 0-1,1 0 1,-2-1 0,-5 2 2697,-3 3-3785,9-2 541,0 0 0,1 0 0,-1-1 0,1 1 0,0 0 0,-1 0 0,1 0 0,0 0 0,-1 0 0,1 0 0,0 0 0,0 0 0,0 0 0,0 0 0,0 0 0,0-1 0,0 1 0,0 0 0,0 0 0,0 0 0,0 0 0,1 0 0,-1 0 0,0 0 0,1 0 0,-1 0 0,1 0 0,-1-1 0,2 2 0,4 10 59,-4-9-54,0 1 0,0 0 0,0 0 0,0 0 0,0 0 1,-1 0-1,0 0 0,0 1 0,0-1 0,-1 0 0,1 9 1,0 1 260,0-1 1,1 1-1,0 0 1,1-1 0,1 0-1,6 17 1,9 33 1284,-9-1-786,5 24-552,-2-47-247,-5-13 0,0 0 0,5 42 0,-11-56 0,0 14 0,2-1 0,0 0 0,16 48 0,-10-46 0,-2-8 0,-1 0 0,0 0 0,4 31 0,20 98 0,-15-81 0,-10-44 0,18 43 0,-7-23 0,-15-27 0,-2-14 0,-1-1 0,1 1 0,0-1 0,0 1 0,1-1 0,-1 1 0,0-1 0,0 1 0,1-1 0,-1 0 0,1 1 0,-1-1 0,1 1 0,0-1 0,1 2 0,6 3 0,-7-6 0,0 1 0,0-1 0,0 1 0,0-1 0,0 1 0,-1-1 0,1 1 0,0-1 0,0 1 0,-1 0 0,1-1 0,0 1 0,-1 0 0,1 0 0,-1 0 0,1-1 0,-1 1 0,1 0 0,-1 0 0,0 0 0,1 0 0,-1 0 0,0 0 0,0 0 0,0 0 0,0 2 0,1-4 0,-1 1 0,0 0 0,0-1 0,1 1 0,-1-1 0,0 1 0,1 0 0,-1-1 0,0 1 0,1 0 0,-1 0 0,0-1 0,1 1 0,-1 0 0,1 0 0,-1 0 0,0-1 0,1 1 0,-1 0 0,1 0 0,-1 0 0,1 0 0,-1 0 0,1 0 0,-1 0 0,0 0 0,1 0 0,-1 0 0,1 0 0,-1 0 0,1 0 0,-1 0 0,1 1 0,-1-1 0,0 0 0,1 0 0,-1 0 0,1 1 0,-1-1 0,0 0 0,1 0 0,-1 1 0,0-1 0,1 0 0,-1 1 0,0-1 0,1 1 0,-1-1 0,0 1 0,1-14 0,-1 8 0,1 0 0,-1 0 0,0 0 0,0 1 0,0-1 0,-1 0 0,1 0 0,-1 1 0,-2-6 0,-4 7-54,7 3 2,0 0 0,-1 0 0,1 0-1,-1 0 1,1 0 0,-1 0 0,1 0 0,0-1 0,-1 1 0,1 0-1,0 0 1,-1 0 0,1-1 0,-1 1 0,1 0 0,0 0 0,0-1 0,-1 1-1,1 0 1,0-1 0,-1 1 0,1-1 0,0 1 0,0 0 0,0-1-1,-1 1 1,1-1 0,0 1 0,0 0 0,0-1 0,0 1 0,0-1 0,0 1-1,0-1 1,0 1 0,0 0 0,0-1 0,0 1 0,0-1 0,0 1-1,0-1 1,0 0-233,0 0-1,0 0 1,0 1-1,0-1 0,0 0 1,-1 0-1,1 0 1,0 0-1,-1 1 1,1-1-1,0 0 0,-1 0 1,1 1-1,-1-1 1,1 0-1,-1 1 0,0-1 1,1 1-1,-1-1 1,0 1-1,1-1 1,-1 1-1,0-1 0,0 1 1,1-1-1,-3 1 1,3-1-43,-1 1 0,0 0 1,0-1-1,0 1 1,1-1-1,-1 1 0,0-1 1,1 1-1,-1-1 0,0 1 1,1-1-1,-1 1 0,1-1 1,-1 0-1,1 0 0,-1 1 1,1-1-1,-1 0 1,1 0-1,0 1 0,-1-1 1,1 0-1,0 0 0,0 0 1,0 0-1,-1-1 0,-17-11-13590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24.79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 74 720,'0'-38'12701,"0"23"-7946,0-5-2027,1 27 2238,-6 34 1931,1-26-6897,0 0 0,1-1 0,0 1 0,1 1 0,1-1 0,1 0 0,1 26 0,0-3 0,-1-34 0,-1 0 0,1 0 0,-1-1 0,0 1 0,0 0 0,0 0 0,0-1 0,-1 1 0,1 0 0,-4 5 0,3-6 0,0 0 0,0 1 0,0-1 0,1 1 0,0-1 0,0 1 0,0 0 0,0-1 0,0 1 0,1 6 0,0-8 0,-1-1 0,1 0 0,1 1 0,-1-1 0,0 0 0,0 1 0,0-1 0,1 0 0,-1 1 0,1-1 0,-1 0 0,1 0 0,-1 1 0,1-1 0,0 0 0,0 0 0,-1 0 0,1 0 0,0 0 0,0 0 0,0 0 0,0 0 0,2 1 0,-2-1 0,0-1 0,0 1 0,0 0 0,0 0 0,0-1 0,0 1 0,0 0 0,-1 0 0,1 0 0,0 0 0,-1 0 0,1 0 0,-1 0 0,1 0 0,-1 0 0,1 0 0,-1 1 0,0-1 0,0 0 0,1 0 0,-1 0 0,0 0 0,0 3 0,0-3 0,0 0 0,0 0 0,0 0 0,1-1 0,-1 1 0,0 0 0,1 0 0,-1 0 0,1 0 0,-1 0 0,1 0 0,-1-1 0,1 1 0,0 0 0,-1 0 0,1-1 0,0 1 0,0-1 0,-1 1 0,1 0 0,0-1 0,0 0 0,0 1 0,0-1 0,0 1 0,1-1 0,38 8 0,40-12 0,-46-1 0,1 2 0,-1 1 0,0 1 0,1 2 0,-1 2 0,49 9 0,-72-8 0,-1 1 0,0 0 0,0 0 0,-1 1 0,0 0 0,0 1 0,0 0 0,9 10 0,-16-15 0,17 14 0,-15-13 0,1 1 0,-1-1 0,0 1 0,0 0 0,0 0 0,0 1 0,-1-1 0,0 1 0,0 0 0,4 8 0,17 29 0,-21-39 0,0 1 0,-1 0 0,1 0 0,-1 0 0,0 0 0,0 0 0,0 1 0,0-1 0,-1 1 0,0-1 0,0 1 0,1 9 0,-2 123 0,0-134 0,0 1 0,-1-1 0,1 1 0,-1-1 0,0 0 0,0 0 0,0 1 0,-1-1 0,1 0 0,-1 0 0,1 0 0,-1 0 0,0 0 0,0-1 0,-1 1 0,-2 2 0,-12 19 0,12-15 0,0-1 0,0 0 0,-1 1 0,0-2 0,-1 1 0,-9 8 0,7-8 0,2-1 0,-1 1 0,0-1 0,-1-1 0,0 0 0,0 0 0,0-1 0,0 0 0,-12 5 0,-11 2 0,20-6 0,0-2 0,-1 1 0,1-1 0,-1-1 0,0 0 0,-18 1 0,-25-12-3894,28 0-1898,1-1 1,-46-21 0,42 6 503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25.01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0 174 5731,'2'-10'6706,"6"2"-2726,-1 1-272,-5-3 2123,3 5-4671,107-52-34,-100 50-1114,0 0-1,0 0 1,1 1-1,0 1 1,0 0-1,1 1 1,-1 1-1,1 0 1,20-2-1,6-5 27,-28 6-52,1 1-1,-1 0 1,1 1-1,14-1 0,102 3-2026,167 0-19750,-271 0 19654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25.40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202 191 1169,'0'0'8435,"1"-9"-6140,-7 5 2555,-13 14-3449,13 0 1360,5-6-2099,-15 17 2594,10-15-2655,0 2 0,0-1 0,1 1-1,0 0 1,0 0 0,1 1 0,0-1-1,1 1 1,-1 0 0,2 0-1,-1 0 1,0 10 0,2 11-469,0-19-133,0-1 1,1 1-1,0 0 1,1-1-1,0 1 1,4 14-1,13 22 1,-6-17 0,13 52 0,-20-68 0,0-1 0,1 1 0,0-1 0,1-1 0,1 1 0,0-1 0,12 14 0,4 7 0,-18-25 0,1 0 0,0 0 0,1-1 0,-1 0 0,1-1 0,1 1 0,16 9 0,-11-8 0,-3-1 0,0 0 0,0-1 0,1 0 0,0-1 0,0-1 0,1 0 0,0 0 0,-1-1 0,1-1 0,0 0 0,18 0 0,-22-2 0,1-1 0,0 0 0,-1-1 0,1 0 0,-1 0 0,0-1 0,0 0 0,0-1 0,0 0 0,0 0 0,-1-1 0,0 0 0,0 0 0,14-13 0,2-2 0,-19 17 0,0-1 0,0 0 0,-1 0 0,1-1 0,-1 1 0,0-1 0,0 0 0,0 0 0,4-9 0,-1-10 0,-1 1 0,-2-1 0,0-1 0,-1 1 0,-2-1 0,-2-43 0,1 31 0,-1 16-5,-1 1-1,0 0 1,-1 1-1,-1-1 1,-1 0-1,-14-35 1,-3 7-4,-41-66 0,55 102 13,-1 0 1,0 0-1,-1 1 1,-1 0-1,1 1 1,-2 0-1,1 1 1,-1 0-1,-1 1 1,1 1-1,-23-11 1,3 1-3,28 15-2,1 0 0,-1 0 0,1 0 0,-1 1 0,0 0 0,0-1 0,0 1 0,0 1 0,0-1 0,0 1 0,0-1 0,-6 1 0,-12-1 0,0-5 0,19 4 0,0 1 0,0 0 0,0 0 0,0 1 0,0-1 0,0 1 0,0-1 0,0 1 0,0 0 0,0 0 0,-1 0 0,1 1 0,0-1 0,-4 2 0,-10 2 0,4-2 0,1 1 0,0 0 0,0 1 0,1 0 0,-1 1 0,1 0 0,0 1 0,-16 10 0,1 4 0,19-16 0,1 0 0,0 0 0,0 1 0,0-1 0,1 1 0,-1 1 0,1-1 0,1 1 0,-1 0 0,1 0 0,0 0 0,0 1 0,1-1 0,-4 10 0,-13 29 0,16-40 0,1 1 0,0 0 0,0-1 0,1 1 0,0 0 0,0 1 0,1-1 0,-1 0 0,1 0 0,0 9 0,-1 29-1290,1-32 185,0 1 0,0 0 1,1-1-1,1 1 0,1-1 1,5 25-1,19 34-6877,-24-66 7284,0 1 0,1-1 0,-1 0 0,1 0 0,0 0 0,0 0 0,1 0 0,-1 0 0,9 7 0,-7-6-166,16 20-2684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25.6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80 122 5891,'15'-20'5304,"-8"10"-2353,0 1 1,-1-1-1,9-18 0,-3 6-395,-6 7-1330,-6 14-1208,0 1 0,0 0 0,0 0 0,0 0 0,0-1 0,0 1 1,0 0-1,0 0 0,0-1 0,0 1 0,0 0 0,0 0 0,0 0 0,0-1 0,0 1 0,0 0 0,0 0 0,0 0 0,-1-1 0,1 1 0,0 0 0,0 0 0,0 0 0,0-1 0,0 1 0,-1 0 0,1 0 0,0 0 0,0 0 0,0 0 0,0-1 0,-1 1 0,1 0 0,0 0 0,0 0 0,0 0 0,-1 0 0,1 0 0,0 0 0,0 0 0,-1 0 0,1 0 0,0 0 0,-2 0 122,0 1 0,0 0-1,0 0 1,0 0-1,1 0 1,-1 0 0,0 0-1,1 1 1,-1-1 0,1 0-1,-1 1 1,1-1 0,0 1-1,-1 0 1,-1 2-1,-11 13 810,12-16-861,0 1 0,1-1 0,-1 0 0,1 1 0,-1-1 0,1 1 0,0-1 0,0 1 0,0 0 0,0-1 0,0 1 0,0 0 0,0 0 0,0 0 0,1 0 0,-1-1 0,1 1 0,-1 4 0,-3 12 142,-23 52-123,6-25-107,3-8 0,14-16 0,2 0 0,0 1 0,1-1 0,3 39 0,0-8 0,-2 132-75,1-177-137,-1 0 0,1 0 0,0 0-1,1-1 1,-1 1 0,1 0 0,4 8 0,-3-9-406,-1 1 1,1-1-1,-2 0 1,1 1-1,-1 0 1,0-1-1,0 10 1,1 15-2288,-1-22 1758,0 0 0,-1 0-1,0 0 1,-1 0 0,0 0-1,0 1 1,-4 14 0,-14 4-3063,14-2 179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25.82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122 132 19577,'0'-26'12342,"-28"-1"-11494,9 17-848,-9-6 0,28 5 0,-28-4 0,28 4-912,-19 11-4867,19-16-592,19 16-5522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25.96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11 8932,'47'0'7107,"-19"16"3970,-9-5-6322,9-11-4419,-28-11-9444,0-5-1585,0 6 5426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26.56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67 38 9412,'-3'2'8113,"-15"13"-2243,-10 10 516,26-21-6260,-1-1-1,1 1 1,0 0 0,1 0 0,-1 0 0,1 0 0,0 1-1,0-1 1,0 0 0,0 0 0,1 1 0,0-1 0,0 9-1,0 14-40,5 111 514,-3-124-543,0 0 0,1 0 0,1 0 0,0 0 0,1-1 0,0 0 0,11 19 0,-12-23-47,9 15 3,1-1 0,1 0 0,1-1 0,1-1 0,1 0 0,25 23 0,-39-41-12,0 0 0,0 0 0,0-1 0,1 1 0,-1-1 0,0 0 0,1 0 0,7 2 0,-9-3 0,0 0 0,0 0 0,1 0 0,-1 1 0,0-1 0,0 1 0,0 0 0,-1-1 0,5 5 0,-4-5 0,0 0 0,1 0 0,-1 0 0,0-1 0,1 1 0,-1-1 0,0 0 0,1 0 0,-1 0 0,0 0 0,5-2 0,12 1 0,-19 2 0,0-1 0,0 0 0,0 0 0,0 0 0,0 0 0,0 0 0,0 0 0,0-1 0,0 1 0,0 0 0,0 0 0,0-1 0,0 1 0,-1-1 0,1 1 0,0-1 0,0 1 0,0-1 0,0 1 0,-1-1 0,1 0 0,0 1 0,-1-1 0,1 0 0,0 0 0,0-1 0,2-30 0,-4 16 0,1 9 0,0 1 0,0-1 0,-1 1 0,0-1 0,-1 1 0,1-1 0,-1 1 0,-1 0 0,1 0 0,-1 0 0,0 0 0,-5-7 0,3 3 0,0 0 0,1 0 0,-6-21 0,8 21 0,-2-1 0,1 1 0,-11-19 0,-61-90 0,70 111 0,0 0 0,1 0 0,0 0 0,0 0 0,-3-13 0,-8-15 0,12 31 0,0-1 0,0 0 0,0 0 0,0-1 0,1 1 0,0 0 0,1-1 0,-2-11 0,3 17 0,0 0 0,0 1 0,0-1 0,0 1 0,1-1 0,-1 1 0,0-1 0,0 0 0,0 1 0,1-1 0,-1 1 0,0-1 0,1 1 0,-1 0 0,1-1 0,-1 1 0,0-1 0,1 1 0,-1-1 0,1 1 0,-1 0 0,1 0 0,-1-1 0,1 1 0,-1 0 0,1 0 0,0-1 0,-1 1 0,1 0 0,-1 0 0,1 0 0,-1 0 0,1 0 0,0 0 0,-1 0 0,1 0 0,-1 0 0,1 0 0,0 0 0,-1 0 0,1 0 0,-1 1 0,1-1 0,-1 0 0,1 0 0,-1 1 0,1-1 0,-1 0 0,1 1 0,0 0 0,37 18 0,-32-15 0,6 4 0,0 1 0,-1 0 0,0 1 0,-1 0 0,0 1 0,11 14 0,-10-10 0,2-1 0,23 21 0,-31-31 0,0 1 0,-1 0 0,1 0 0,-1 0 0,0 1 0,5 8 0,-1-1 0,-3 23 0,-5-28 0,-1-27 0,2 15 0,-1-1 0,0 1 0,1 0 0,0-1 0,0 1 0,0 0 0,4-7 0,-3 7 0,-1 0 0,1 0 0,-1 0 0,0 0 0,0 0 0,-1 0 0,1-7 0,3-29-1924,10-10-5093,-1 4 1549,-10 36 4248,1 1 0,0 0 0,0 0 0,1 0 0,0 0 1,0 1-1,1 0 0,8-10 0,0-1-1506,13-16-1911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27.02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1745,'19'14'1748,"-1"2"0,0 0 1,-1 0-1,-1 2 0,-1 0 0,0 1 1,-1 0-1,-1 1 0,12 26 0,7 21 708,55 103 2935,-81-157-4594,0 0 0,0 1-1,4 19 1,6 12 1138,-15-39-1870,1 0 0,-1 0 0,0 0 0,0 0 0,0 0 0,-1 0 1,0 0-1,-2 12 0,1 2-80,1-19 15,-1 0 0,0 0 0,0 0 0,0 0 0,0 0 0,0-1 0,0 1 0,0 0 0,0 0 0,0-1 0,0 1 0,-1-1 0,1 1 0,0-1 0,0 1 0,-1-1 0,1 0 0,0 1 0,0-1 0,-1 0 0,1 0 0,0 0 0,-1 0 0,1 0 0,0 0 0,-1-1 0,1 1 0,0 0 0,0-1 0,-1 1 0,1-1 0,0 1 0,0-1 0,0 1 0,-2-2 0,-27-38 0,15 24 0,2-1 0,-1 0 0,2-1 0,1-1 0,-18-36 0,25 47 0,1 0 0,0-1 0,1 1 0,-1 0 0,-1-14 0,-2-8 0,-41-145 0,46 170 0,1 0 0,-1-1 0,1 1 0,0-1 0,0 1 0,1 0 0,-1-1 0,1 1 0,1-1 0,-1 1 0,1 0 0,4-9 0,-4 7 0,1 0 0,-1 1 0,-1-1 0,1 0 0,-1 0 0,1-8 0,-1 11 0,0 1 0,0-1 0,1 1 0,-1-1 0,1 1 0,0 0 0,0 0 0,0 0 0,0 0 0,1 0 0,-1 0 0,1 1 0,0-1 0,0 1 0,0-1 0,0 1 0,0 0 0,0 0 0,1 1 0,-1-1 0,0 1 0,1-1 0,0 1 0,-1 0 0,1 1 0,0-1 0,-1 0 0,1 1 0,0 0 0,-1 0 0,7 1 0,3 2 0,1 1 0,-1 1 0,0 0 0,0 1 0,-1 1 0,0-1 0,0 2 0,-1 0 0,13 11 0,7 10 0,47 55 0,-19-18 0,-48-53 0,-1 1 0,0 0 0,-1 0 0,9 20 0,0-1 0,-11-20 0,-1 1 0,0 0 0,6 24 0,1 2 0,-5-21 0,-5-15 0,-1 1 0,0 0 0,0 0 0,0 0 0,-1 0 0,0 0 0,1 9 0,-2-13 0,0-1 0,0 1 0,0 0 0,0 0 0,0-1 0,1 1 0,-1 0 0,0 0 0,0-1 0,0 1 0,1 0 0,-1-1 0,0 1 0,1 0 0,-1-1 0,1 1 0,-1 0 0,0-1 0,1 1 0,-1-1 0,1 1 0,0-1 0,-1 1 0,1-1 0,-1 1 0,1-1 0,0 0 0,-1 1 0,1-1 0,0 0 0,-1 0 0,3 1 0,-3-1 0,0 0 0,0 0 0,0 0 0,1 1 0,-1-1 0,0 0 0,0 0 0,0 0 0,1 0 0,-1 0 0,0 0 0,0 0 0,1 0 0,-1 0 0,0 0 0,0 0 0,1 0 0,-1 0 0,0 0 0,0 0 0,0 0 0,1 0 0,-1 0 0,0 0 0,0 0 0,1 0 0,-1 0 0,0 0 0,0 0 0,0-1 0,1 1 0,-1 0 0,0 0 0,0 0 0,0 0 0,1 0 0,-1-1 0,0 1 0,0 0 0,0 0 0,0 0 0,0-1 0,0 1 0,1 0 0,-1 0 0,0-1 0,0 1 0,0 0 0,0 0 0,0 0 0,0-1 0,0 1 0,0 0 0,0 0 0,0-1 0,-2-1 0,-1 0 0,1-1 0,0 1 0,0-1 0,0 1 0,1-1 0,-1 0 0,0 1 0,1-1 0,0 0 0,0 0 0,0 0 0,0 0 0,0 0 0,1 0 0,-1 0 0,1-1 0,0 1 0,0 0 0,0 0 0,0 0 0,1-5 0,-9-39 0,5 38 0,1 0 0,0 0 0,1 0 0,-1-14 0,2-269 0,-1 290 0,1 0 0,0 0 0,0 0 0,0 0 0,0 0 0,0 0 0,1 1 0,-1-1 0,0 0 0,1 0 0,-1 0 0,1 1 0,0-1 0,0 0 0,0 0 0,0 1 0,0-1 0,0 1 0,0-1 0,0 1 0,0-1 0,1 1 0,-1 0 0,1 0 0,-1 0 0,1-1 0,-1 1 0,1 1 0,0-1 0,-1 0 0,1 0 0,0 1 0,0-1 0,-1 1 0,1-1 0,0 1 0,0 0 0,0 0 0,3 0 0,-4 0 0,0 0 0,0 0 0,0 0 0,0 1 0,0-1 0,0 1 0,0-1 0,-1 1 0,1-1 0,0 1 0,0-1 0,0 1 0,-1 0 0,1-1 0,0 1 0,-1 0 0,1-1 0,0 1 0,-1 0 0,1 0 0,-1 0 0,1 0 0,-1 0 0,0 0 0,1 0 0,-1 0 0,0-1 0,0 2 0,6 12 0,14 5 0,-17-18 0,0 1 0,-1 0 0,0 0 0,1 0 0,-1 0 0,0 0 0,0 1 0,0-1 0,0 1 0,2 4 0,2 15 0,-6-18 0,1-1 0,0 1 0,0-1 0,0 1 0,0-1 0,1 0 0,-1 0 0,1 1 0,0-1 0,0 0 0,3 3 0,1 1 0,-2-3 0,0 0 0,0 1 0,-1-1 0,1 1 0,-1 0 0,0 0 0,0 0 0,-1 0 0,4 11 0,-2-3 0,0 0 0,1-1 0,0 1 0,1-1 0,1 0 0,14 20 0,26 63 0,-19-35-3902,-25-52 2765,0 1-1,1 0 0,0-1 1,1 0-1,-1 0 0,1 0 0,7 7 1,-11-14 772,-1 0-1,1-1 1,-1 1 0,1 0 0,-1-1 0,1 1-1,-1 0 1,1 0 0,-1-1 0,0 1 0,0 0-1,1 0 1,-1-1 0,0 1 0,0 0 0,0 0-1,0 0 1,0 0 0,0 1 0,2 9-3051,14 4-810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27.6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96 234 3890,'2'-19'3481,"-1"14"-2345,-1 1 0,1-1 0,-1 0 0,0 0 0,0 0 0,0 0 0,-1 1 1,0-1-1,0 0 0,-3-8 0,-1 7 81,4 5-995,0 0 0,1 1 0,-1-1 0,0 0 0,0 0 0,0 0 0,1 0 0,-1 0 0,1 0 0,-1 0 0,1 0 0,-1 0 0,1 0 0,-1 0 0,1 0 0,0-2 0,-24 1 3569,6 4-2301,14 6 141,-2 10-635,3-14-996,0 0 0,1 0 0,-1 1 0,1-1 0,0 1 0,0-1 0,1 1 0,-1 0 0,1-1 0,0 1 0,0 0 0,1 0 0,-1 0 0,1 0 0,1 6 0,-2 16 0,0-15 0,0-1 0,1 1 0,1-1 0,0 1 0,4 21 0,-4-32 0,10 34 0,3 0 0,0-1 0,37 60 0,-31-65 0,-12-15 0,0-1 0,1-1 0,1 1 0,0-2 0,19 18 0,-18-20 0,-8-6 0,-1 0 0,1-1 0,0 1 0,1-1 0,-1 1 0,0-1 0,1 0 0,-1 0 0,1-1 0,0 1 0,-1-1 0,1 0 0,0 0 0,0 0 0,0 0 0,0-1 0,0 1 0,0-1 0,0 0 0,0 0 0,0-1 0,6 0 0,-9 0 0,0 1 0,1-1 0,-1 0 0,0 1 0,0-1 0,0 0 0,0 0 0,1 1 0,-1-1 0,0 0 0,0 0 0,-1 0 0,1-1 0,0 1 0,0 0 0,0 0 0,-1 0 0,1-1 0,-1 1 0,1 0 0,-1 0 0,1-1 0,-1 1 0,0 0 0,0-1 0,0 1 0,1-2 0,-2-49 0,0 28 0,1-302 0,0 324 0,0 1 0,0-1 0,0 0 0,1 0 0,-1 0 0,0 0 0,1 1 0,-1-1 0,1 0 0,0 0 0,-1 1 0,1-1 0,0 0 0,0 1 0,0-1 0,1 1 0,-1 0 0,0-1 0,3-1 0,3-6 0,-6 8 0,-1 1 0,0-1 0,1 0 0,-1 0 0,1 0 0,-1 0 0,1 1 0,-1-1 0,1 0 0,0 0 0,-1 1 0,1-1 0,0 0 0,0 1 0,-1-1 0,1 1 0,0-1 0,0 1 0,0-1 0,0 1 0,0 0 0,-1-1 0,1 1 0,0 0 0,0 0 0,0 0 0,0 0 0,0 0 0,0 0 0,0 0 0,0 0 0,0 0 0,0 0 0,0 0 0,0 0 0,0 1 0,-1-1 0,1 0 0,2 2 0,1 1 0,-1 1 0,1-1 0,-1 1 0,0 0 0,0 0 0,4 7 0,5 8 0,2-4 0,-11-12 0,1 0 0,-1 0 0,-1 1 0,1-1 0,0 1 0,-1-1 0,0 1 0,1 0 0,1 5 0,2 7 0,0 0 0,2-1 0,13 21 0,11 25 0,-24-6 0,-5-47 0,0 1 0,-1-1 0,1 1 0,-2 0 0,1-1 0,-1 1 0,-1 10 0,-1-62 0,1 29 0,0 1 0,1-1 0,4-22 0,4 14 0,-7 17 0,1-1 0,-1 1 0,0-1 0,-1 1 0,1-1 0,-1 1 0,0-1 0,0-8 0,-1-200-7617,-1 212 7486,1 1 1,0-1-1,1 1 0,-1-1 0,0 1 0,0-1 1,1 1-1,-1-1 0,1 1 0,-1 0 1,1-1-1,-1 1 0,1-1 0,0 1 0,0 0 1,0 0-1,0-1 0,0 1 0,0 0 0,0 0 1,0 0-1,2-1 0,-2 1-7,0 0 0,0 1 0,0-1 0,0 0 0,-1 1 0,1-1-1,0 0 1,0 0 0,-1 0 0,1 0 0,-1 0 0,1 0 0,-1 0 0,1 0 0,-1 0 0,1 0 0,-1 0-1,0 0 1,0 0 0,0 0 0,1 0 0,-1-1 0,0 1 65,0 0 1,0 1-1,0-1 1,0 1-1,0-1 1,0 1-1,1-1 1,-1 1-1,0-1 1,0 1-1,1-1 1,-1 1-1,0-1 1,1 1-1,-1-1 1,1 1-1,-1 0 1,0-1-1,1 1 1,-1 0-1,1-1 1,-1 1-1,1 0 1,-1 0-1,1-1 1,-1 1-1,1 0 1,-1 0-1,1 0 1,-1 0-1,1 0 1,0-1-1,-1 1 1,1 0-1,-1 0 1,1 0-1,-1 1 1,1-1-1,-1 0 0,1 0 1,0 0-1,-1 0 1,1 0-1,0 1 1,21 7-664,-21-8 784,-1 0-50,1 0 0,-1 1 0,1-1 0,-1 1 0,1-1 1,-1 0-1,1 1 0,-1-1 0,0 1 0,1-1 0,-1 1 0,0-1 0,1 1 0,-1-1 0,0 1 1,0-1-1,0 1 0,1-1 0,-1 1 0,0 0 0,0-1 0,0 1 0,0-1 0,0 2 0,1 2 42,38 32 931,-34-30-563,0 0 1,1 0-1,0 0 1,0-1-1,0 0 0,1 0 1,0 0-1,0-1 0,0 0 1,0 0-1,11 3 1,9 3 2954,52 12 0,-64-20-2726,0-1 1,-1 0-1,1 0 1,21-3-1,-31 2-513,-1 0-1,1-1 0,0 1 1,-1-1-1,1 0 1,-1 0-1,1 0 1,-1-1-1,1 0 0,-1 0 1,0 0-1,0 0 1,0-1-1,0 1 1,6-6-1,17-25-123,-24 30 0,0 1 0,0-1 0,0 0 0,-1 0 0,1-1 0,-1 1 0,1-1 0,-1 1 0,0-1 0,-1 1 0,1-1 0,-1 0 0,0 0 0,1 0 0,-2 0 0,1 0 0,0 0 0,-1-6 0,0 4 0,-1-1 0,1 1 0,-1-1 0,-1 1 0,0 0 0,0-1 0,0 1 0,0 0 0,-1 0 0,0 0 0,0 0 0,-1 1 0,0-1 0,0 1 0,0 0 0,0 0 0,-1 1 0,0-1 0,0 1 0,0 0 0,0 0 0,-1 1 0,0-1 0,-8-3 0,10 5 0,0-1 0,0 1 0,-1 0 0,1 1 0,-1-1 0,1 1 0,-1 0 0,0 0 0,0 0 0,1 0 0,-1 1 0,0 0 0,0 0 0,1 0 0,-1 1 0,0-1 0,-7 3 0,-9 1 0,16-3 0,0 1 0,0 0 0,0 0 0,0 1 0,0-1 0,1 1 0,-1 0 0,1 1 0,0-1 0,-1 1 0,-3 5 0,1-3 0,1 1 0,1 0 0,-1 0 0,1 0 0,-7 15 0,8-14 0,0 1 0,1 0 0,0 1 0,1-1 0,0 1 0,0-1 0,1 1 0,0-1 0,1 1 0,1 15 0,1-17 0,0 6 0,1 1 0,0-1 0,1 0 0,1 0 0,1 0 0,13 26 0,11 6 0,-23-35 0,0 1 0,1-1 0,0 0 0,1 0 0,0-1 0,0-1 0,1 1 0,15 9 0,8 8 0,-27-21 0,0-1 0,0 0 0,0 0 0,0 0 0,1-1 0,0 0 0,0-1 0,0 1 0,0-1 0,12 3 0,12 1-107,-16-2-453,-1-1 0,1-1 0,1-1-1,-1 0 1,0-1 0,28-1-1,-18-4-3440,0-1-1,-1-1 0,0-1 0,23-10 0,24-10-4695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28.40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93 28 4610,'-3'0'948,"0"0"0,-1 0 0,1 0 0,-1 0 1,1 1-1,0 0 0,-1-1 0,1 1 0,0 0 0,-1 0 0,1 1 0,0-1 0,0 1 0,0-1 0,-5 5 0,6-3-463,-1 0-1,1 0 1,0 0 0,0 0-1,0 0 1,0 0-1,1 0 1,-1 1-1,-1 5 1,0 0 62,1-3-99,0 0 0,0 0 1,0 0-1,1 0 1,0 1-1,0-1 1,0 1-1,1-1 0,0 0 1,1 1-1,1 10 1,3 3 398,-2-12-631,-1 0 1,0 1 0,-1 0 0,0-1 0,0 12-1,1-4-204,0 1 0,1-1 0,1 1-1,1-1 1,0 0 0,14 30 0,-9-23-17,0 2-1,9 39 1,-14-47 5,1-1 0,0-1 0,1 1 0,1-1 0,1 0 0,0-1 0,1 0 0,19 21 0,14 32 0,-36-61 0,13 10 0,-19-16 0,0 0 0,0 0 0,0 0 0,-1 0 0,1 0 0,0 0 0,0 0 0,0 0 0,-1-1 0,1 1 0,0 0 0,0-1 0,-1 1 0,1 0 0,0-1 0,0 1 0,-1-1 0,1 1 0,-1-1 0,1 1 0,0-1 0,-1 1 0,1-1 0,-1 0 0,0 1 0,1-1 0,-1 0 0,1-1 0,1-5 0,0-1 0,0 1 0,-1-1 0,0 0 0,0 1 0,-1-1 0,0 0 0,0 0 0,-3-10 0,2-10 0,1-415 0,0 438 0,1-1 0,0 1 0,0 0 0,1 0 0,-1 0 0,1 0 0,0 0 0,0 0 0,1 0 0,-1 0 0,1 1 0,6-8 0,6-10 0,-15 21 0,0 0 0,1 0 0,-1 0 0,1 0 0,-1 1 0,1-1 0,-1 0 0,1 0 0,-1 0 0,1 1 0,0-1 0,-1 0 0,1 1 0,0-1 0,0 1 0,0-1 0,-1 1 0,1-1 0,0 1 0,0-1 0,0 1 0,0 0 0,1-1 0,12 13 0,6 7 0,-17-18 0,0 1 0,0-1 0,0 1 0,-1 0 0,1 0 0,-1 0 0,1 0 0,-1 1 0,0-1 0,0 1 0,0-1 0,0 1 0,-1 0 0,1 0 0,0-1 0,-1 1 0,0 0 0,0 0 0,0 1 0,1 4 0,5 15 0,-2-13 0,0 0 0,1-1 0,-1 1 0,11 10 0,16 29 0,-14-12 0,2-2 0,37 52 0,-52-80 0,0 0 0,0 0 0,-1 1 0,0-1 0,-1 1 0,5 12 0,2 7 0,-9-25 0,0 0 0,0-1 0,0 1 0,1 0 0,-1 0 0,0-1 0,1 1 0,-1 0 0,1-1 0,0 0 0,1 2 0,-2-2 0,0-1 0,0 1 0,0-1 0,0 1 0,0 0 0,-1-1 0,1 1 0,0 0 0,-1 0 0,1 0 0,0-1 0,-1 1 0,1 0 0,-1 0 0,0 0 0,1 0 0,-1 0 0,0 0 0,1 0 0,-1 0 0,0 0 0,0 0 0,0 2 0,0-271 0,0 255 0,-2 1 0,1-1 0,-2 1 0,-5-18 0,4 18 0,1 0 0,1 1 0,0-1 0,-1-18 0,3 20 0,0 0 0,0 0 0,1 0 0,0 0 0,1 0 0,0 0 0,0 1 0,1-1 0,0 1 0,7-12 0,-5-5 0,-2 7 0,-3 19 0,1 0 0,-1 0 0,0 0 0,0-1 0,0 1 0,1 0 0,-1 0 0,0 0 0,0 0 0,1-1 0,-1 1 0,0 0 0,0 0 0,1 0 0,-1 0 0,0 0 0,1 0 0,-1 0 0,0 0 0,0 0 0,1 0 0,-1 0 0,0 0 0,1 0 0,-1 0 0,0 0 0,0 0 0,1 0 0,-1 0 0,0 0 0,1 0 0,-1 0 0,0 0 0,0 1 0,1-1 0,-1 0 0,0 0 0,0 0 0,0 0 0,1 1 0,-1-1 0,0 0 0,0 0 0,0 1 0,1-1 0,-1 1 0,4 2 0,-1 1 0,0 0 0,1 0 0,-1 1 0,-1-1 0,1 1 0,0-1 0,-1 1 0,2 6 0,16 29 0,89 129 0,45 64 0,-145-219-1,-1 0-1,0 0 1,7 18 0,-13-27-2,16 20-2682,-17-24 2142,0 0-1,1 0 1,-1 1 0,0-1-1,0 0 1,0 0-1,-1 1 1,1-1-1,0 1 1,0-1-1,-1 0 1,1 1-1,-1 0 1,1-1 0,-1 1-1,0-1 1,0 1-1,1-1 1,-1 1-1,-1 2 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28.5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33 4594,'0'-8'4781,"0"-17"14817,0 33-15804,1-5-3794,-1 0 0,1 1 0,0-1 0,0 0 0,0 0 0,0 0 0,1 0 0,-1 0 0,1 0 0,3 5 0,10 20 0,24 28 0,-32-33 0,-6-18 0,0 0 0,1 0 0,-1-1 0,1 1 0,0 0 0,0-1 0,5 8 0,47 94 0,-11-14 0,-40-83-864,-1 0 0,0 0 0,-1 0 0,0 1 1,0-1-1,-1 0 0,0 1 0,-3 15 0,1 9-2497,2-13-2320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28.97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1 363 1713,'0'-8'1292,"0"1"-1,0-1 1,1 1 0,0-1 0,0 1 0,1-1-1,0 1 1,0 0 0,4-8 0,2-25 6047,-5 33-6924,1 0 1,-1 1-1,1-1 0,0 1 0,1-1 1,0 1-1,0 0 0,0 1 0,0-1 1,1 1-1,0 0 0,0 1 1,1-1-1,-1 1 0,1 1 0,0-1 1,0 1-1,0 0 0,0 0 0,1 1 1,-1 0-1,1 1 0,-1-1 0,1 2 1,11-1-1,-12 1-415,-1 0 0,1 0 0,0 1 0,-1 0 0,1 0 0,0 1 0,-1 0 0,0 0 0,1 1 0,-1-1 0,0 1 0,0 1 0,0-1 0,-1 1 0,7 5 0,-5-2 0,-1-1 0,-1 1 0,1 0 0,-1 1 0,0-1 0,-1 1 0,0 0 0,0 0 0,-1 0 0,4 11 0,0 16 0,0 0 0,-3 0 0,0 0 0,-3 58 0,-1-92 0,1 29 0,0-21 0,-1 0 0,1 0 0,-1 0 0,-1-1 0,1 1 0,-1 0 0,-1 0 0,0-1 0,0 1 0,-1-1 0,-5 12 0,-1 1 0,9-20 0,0-1 0,0 1 0,0 0 0,0-1 0,-1 1 0,1-1 0,0 1 0,0-1 0,0 1 0,-1 0 0,1-1 0,0 1 0,-1-1 0,1 1 0,-1-1 0,1 1 0,0-1 0,-1 0 0,1 1 0,-1-1 0,1 1 0,-1-1 0,1 0 0,-1 1 0,1-1 0,-1 0 0,0 0 0,1 0 0,-1 1 0,1-1 0,-1 0 0,0 0 0,1 0 0,-1 0 0,0 0 0,1 0 0,-1 0 0,0 0 0,0-1 0,0 1 0,0 0 0,0-1 0,0 1 0,0-1 0,0 1 0,0-1 0,0 0 0,0 1 0,0-1 0,1 0 0,-1 0 0,0 1 0,0-1 0,1 0 0,-1 0 0,1 0 0,-1 0 0,1 0 0,-1 0 0,1 0 0,0 0 0,-1 0 0,1-2 0,-6-26 0,7-17 0,2 0 0,9-46 0,-9 40 0,2-6 0,13 11 0,3-12 0,-19 46 0,0 1 0,1-1 0,1 1 0,0 0 0,1 0 0,0 0 0,0 1 0,2 0 0,-1 0 0,1 0 0,1 1 0,0 0 0,0 1 0,1 0 0,12-11 0,-11 12 0,-5 4 0,-1 1 0,0-1 0,1 1 0,0 0 0,0 0 0,0 0 0,7-2 0,-11 4 0,1 1 0,0 0 0,-1 0 0,1 0 0,-1 0 0,1 0 0,0 0 0,-1 0 0,1 1 0,-1-1 0,1 0 0,-1 1 0,1-1 0,-1 1 0,1 0 0,-1 0 0,1-1 0,-1 1 0,0 0 0,1 0 0,-1 0 0,0 0 0,0 0 0,0 1 0,0-1 0,0 0 0,0 1 0,0-1 0,0 0 0,-1 1 0,1-1 0,0 1 0,0 1 0,13 26 0,-2 0 0,0 0 0,9 44 0,26 88 0,-45-150 0,-1-3 0,1 0 0,0 1 0,0-1 0,1 0 0,0 0 0,0 0 0,9 14 0,-7-13 0,0-1 0,-1 1 0,0 0 0,0 0 0,-1 0 0,3 13 0,16 38 0,-13-49 0,-8-10 0,0 1 0,1-1 0,-1 0 0,0 1 0,0-1 0,0 1 0,0-1 0,0 1 0,0 0 0,-1-1 0,1 1 0,-1 0 0,1-1 0,-1 1 0,1 0 0,-1 0 0,0 0 0,0 2 0,0-1-289,2 25-7981,-2-27 7977,0 0 0,0 0 0,0 0 0,1 0-1,-1-1 1,0 1 0,0 0 0,1 0 0,-1 0 0,0-1 0,1 1 0,-1 0 0,1 0-1,-1-1 1,1 1 0,-1 0 0,1-1 0,0 1 0,-1-1 0,1 1 0,0-1 0,-1 1-1,1-1 1,0 1 0,0-1 0,-1 0 0,1 1 0,0-1 0,0 0 0,1 1 0,3-16-8546,18 3 5677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29.5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43 6803,'0'0'196,"2"0"444,-1-1-1,1 1 0,0-1 0,-1 0 0,1 1 0,-1-1 0,1 0 1,-1 0-1,1 0 0,-1 0 0,1 0 0,-1 0 0,0 0 0,2-3 1,1-19 12008,-4 19-11522,-1 7-269,1 20 198,4 38-561,35 44-494,-38-100 0,1 0 0,-1 0 0,-1 1 0,1-1 0,-1 0 0,0 8 0,3 24 0,2-15 0,-2-14 0,-1 1 0,0 0 0,0 0 0,-1 13 0,0-15 1,-1 0 1,1-1-1,1 1 1,-1 0-1,1-1 1,0 0-1,3 8 0,-2-8-8,0 1 0,-1 0 0,0-1 0,-1 1 0,1 0 0,-2 0 0,2 8 0,-3-11-382,1-1 0,0 0 0,1 0 0,-1 1 0,1-1 0,-1 0 0,1 0 0,0 0 0,0 0 0,0 0 0,0 0 0,1 0 0,-1 0-1,1 0 1,2 2 0,10 6-7178,-6-19 4492,1-36 3652,-4 18-1055,4 13 456,-7 11 28,-1-1 0,1 1 0,-1 0-1,0 0 1,1-1 0,-1 1 0,0-1 0,0 1 0,-1-1 0,1 1 0,0-1-1,-1 0 1,0 1 0,1-1 0,-1-3 0,0-15 99,3-80 1988,9 37 2565,-9 31-1360,0-5 1109,-3 38-4362,0-1-1,0 1 1,0-1-1,1 1 1,-1-1-1,0 1 1,0-1-1,1 1 1,-1-1-1,0 1 1,0 0-1,1-1 1,-1 1-1,1-1 1,-1 1-1,0 0 1,1-1-1,-1 1 0,1 0 1,-1-1-1,1 1 1,-1 0-1,1 0 1,-1 0-1,1-1 1,-1 1-1,1 0 1,-1 0-1,1 0 1,-1 0-1,1 0 1,-1 0-1,1 0 1,-1 0-1,1 0 1,-1 0-1,1 0 1,-1 0-1,1 1 1,-1-1-1,1 0 1,-1 0-1,1 0 1,-1 1-1,1-1 1,-1 0-1,1 1 1,0 0-1,-1-1-44,1 1 0,0 0 0,-1 0 0,1-1 0,-1 1 0,1 0 0,-1 0 0,0 0 0,1 0 0,-1 0 0,0 0 0,0 0 0,1 0 0,-1 0 0,0 0 0,0 0 0,0-1 0,0 1 0,0 0 0,-1 2 0,4 18 0,0-13 0,-1-4 0,0-1 0,0 1 0,-1 0 0,0-1 0,0 1 0,0 0 0,0 0 0,0 0 0,-1 5 0,0-7 0,0 1 0,1 0 0,-1-1 0,1 1 0,-1-1 0,1 1 0,0-1 0,0 1 0,0-1 0,0 0 0,0 0 0,1 1 0,1 2 0,8 13 0,17 77 0,11-3 0,-5-30 0,-33-61 0,-1 1 0,1-1 0,0 1 0,0-1 0,-1 1 0,1-1 0,0 0 0,0 0 0,0 0 0,1 1 0,-1-1 0,0 0 0,0 0 0,1 0 0,-1-1 0,0 1 0,1 0 0,-1 0 0,1-1 0,-1 1 0,1-1 0,-1 1 0,1-1 0,-1 0 0,4 1 0,-1-2 0,0 1 0,0-1 0,0 0 0,0 0 0,0 0 0,0 0 0,0-1 0,0 0 0,-1 1 0,5-4 0,6-4 0,0-1 0,-1 0 0,-1-1 0,18-20 0,64-79 0,-90 105 0,1 1 0,0 0 0,0 0 0,0 0 0,0 1 0,1-1 0,-1 1 0,7-2 0,30-21 0,-35 20 0,0 1 0,1 0 0,0 0 0,0 1 0,1 0 0,-1 0 0,17-4 0,-14 4 0,-1 0 0,0 0 0,0-1 0,13-7 0,-13 6 0,1 1 0,0 1 0,0 0 0,0 0 0,14-2 0,14-5 0,-31 9 0,-1-1 0,1 1 0,-1 0 0,1 1 0,-1 0 0,1 0 0,8 0 0,1 0 0,-22 1 0,3 0 0,0 0 0,0 1 0,1-1 0,-1 0 0,0 1 0,0-1 0,1 1 0,-1 0 0,0-1 0,1 1 0,-1 0 0,1 0 0,-1 0 0,1 0 0,-3 3 0,-16 17 0,17-19 0,0 1 0,0-1 0,1 1 0,0-1 0,-1 1 0,1 0 0,0 0 0,0 0 0,1 0 0,-3 5 0,-13 40 0,10-32 0,1-1 0,1 1 0,1 0 0,0 0 0,1 0 0,-1 25 0,6 6 0,3 1 0,2-1 0,19 74 0,-4-22 0,-5-41 0,-14-49 0,0 0 0,-1 0 0,0 0 0,0 0 0,-1 0 0,1 14 0,-2-2 0,1-12 0,-1-1 0,0 0 0,-1 0 0,0 1 0,-3 12 0,3-18 0,-1 1 0,1-1 0,-1 0 0,0 0 0,0 1 0,0-1 0,0 0 0,-1-1 0,1 1 0,-1 0 0,0-1 0,0 1 0,0-1 0,0 0 0,0 0 0,-4 2 0,1-2 0,-1 0 0,0-1 0,1 0 0,-1 0 0,0 0 0,0-1 0,0 0 0,0 0 0,0-1 0,1 0 0,-1 0 0,0 0 0,0-1 0,1 0 0,-8-4 0,6 3-17,1-2 1,0 1-1,0-1 0,0 0 1,-6-6-1,-6-4-1863,-15-13-5702,-10-7-1601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29.90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166 285 9588,'-99'0'19511,"56"0"-15843,19-4-3668,24 3 0,0 1 0,0 0 0,0-1 0,0 1 0,0-1 0,0 1 0,0 0 0,0-1 0,1 1 0,-1 0 0,0-1 0,0 1 0,0 0 0,0-1 0,1 1 0,-1 0 0,0-1 0,0 1 0,0 0 0,1-1 0,-1 1 0,0 0 0,1 0 0,-1-1 0,0 1 0,1 0 0,-1 0 0,0 0 0,1-1 0,-1 1 0,0 0 0,1 0 0,50-24 0,-37 18 0,41-16 0,105-25 0,-136 40 0,131-22 0,-24 6 0,-35 4 0,138-8 0,-48 1 0,-119 17-128,-66 9-165,1 0 0,-1 0 0,0 0 0,1 0 0,-1 0 0,1 0-1,-1-1 1,0 1 0,1 0 0,-1-1 0,0 1 0,0-1 0,1 1 0,-1-1 0,0 0 0,0 1 0,0-1 0,0 0 0,1 0 0,-1 0 0,0-1 0,2 0-1549,2-17-13560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31.07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94 37 9748,'-9'0'3634,"-22"1"5831,4 5-4264,25-5-5133,1 0 1,-1 0-1,0 0 1,1 0-1,-1 0 1,0 1-1,1-1 1,0 1-1,-1-1 1,1 1-1,0-1 1,0 1-1,-1 0 1,1 0-1,1-1 1,-1 1-1,0 0 1,0 0-1,1 0 1,-1 0-1,1 0 1,0 0-1,-1 0 1,1 0-1,0 0 1,0 0-1,1 3 1,0 21 331,2 1 0,1-1 0,1 0 0,2-1 0,0 1 1,14 29-1,-21-53-400,21 83 0,-8-23 0,47 96 0,29 68 0,-31-89 0,-35-81 0,-15-41 0,-2-1 0,1 2 0,-2-1 0,0 1 0,-1 0 0,-1 0 0,0 0 0,0 18 0,1 5 0,1-28 0,-4-10 0,0 0 0,-1 1 0,1-1 0,0 0 0,-1 1 0,1-1 0,-1 0 0,0 1 0,1-1 0,-1 1 0,0-1 0,0 0 0,0 1 0,0-1 0,0 1 0,0-1 0,0 1 0,-1-1 0,1 0 0,0 1 0,-1-1 0,1 0 0,-1 1 0,0-1 0,1 0 0,-1 1 0,0-1 0,0 0 0,-1 2 0,0-1 0,-7 22 0,-2-1 0,10-23 0,0 1 0,-1-1 0,1 0 0,0 0 0,0 1 0,-1-1 0,1 0 0,0 0 0,0 0 0,-1 0 0,1-1 0,0 1 0,0 0 0,-1 0 0,1-1 0,0 1 0,0-1 0,0 1 0,0-1 0,0 0 0,0 1 0,0-1 0,-2-1 0,-8-6 0,-1-1 0,1 0 0,0 0 0,1-2 0,0 1 0,1-1 0,0 0 0,0-1 0,1 0 0,-10-22 0,-6-17 0,-24-71 0,29 67-53,2-1-1,2-1 1,-11-97 0,20 107 9,3 25 29,0 0 1,2-1 0,2-39-1,5 0 94,3-1 0,2 1-1,27-82 1,-32 126-79,-4 10 0,1-1 0,0 0 0,0 1 0,1 0 0,0 0 0,0 0 0,1 0 0,0 1 0,7-8 0,-10 13 0,48-45 0,-47 44 0,1 0 0,0 0 0,1 0 0,-1 0 0,0 1 0,1 0 0,-1 0 0,1 0 0,0 0 0,0 1 0,-1 0 0,8-1 0,6 4 0,1 1 0,-1 0 0,0 2 0,-1 0 0,1 1 0,-1 1 0,22 12 0,-30-14 0,-1 1 0,1 1 0,-1 0 0,-1 0 0,1 0 0,-1 1 0,11 16 0,11 12 0,-9-15 0,-7-8 0,-1 0 0,0 0 0,-1 1 0,0 1 0,-1 0 0,14 29 0,-2 10 0,3 7 0,25 89 0,-43-110 0,-2 0 0,-1 0 0,-2 0 0,-2 0 0,-1 0 0,-12 65 0,12-92 0,-1 0 0,-1 0 0,0 0 0,0-1 0,-2 0 0,1 1 0,-2-2 0,1 1 0,-10 13 0,-17 32 0,27-46 0,0 0 0,-1 0 0,-1 0 0,0-1 0,-1 0 0,0-1 0,0 1 0,-1-1 0,0-1 0,-15 11 0,15-12 0,6-4 0,-1 1 0,0-1 0,0 0 0,0-1 0,-1 1 0,1-1 0,0 1 0,-1-1 0,0-1 0,1 1 0,-1-1 0,0 0 0,0 0 0,0 0 0,0 0 0,-8-1 0,8-1 0,1 0 0,0 0 0,0-1 0,0 1 0,0-1 0,0 0 0,0 0 0,1 0 0,-1 0 0,1-1 0,-1 0 0,1 1 0,0-1 0,0-1 0,0 1 0,0 0 0,1-1 0,-1 1 0,1-1 0,-3-6 0,1 0 0,1-1 0,0 1 0,1-1 0,0 1 0,0-1 0,1 0 0,1-18 0,0 4 0,-1 14 0,0 0 0,1 0 0,1 0 0,0 0 0,0 0 0,1 0 0,1 1 0,0-1 0,0 0 0,8-16 0,11-15 0,-10 17 0,0 1 0,2 0 0,1 1 0,32-39 0,-17 32 0,2 2 0,0 1 0,2 1 0,51-29 0,-72 48 0,1-1 0,-1 2 0,1 0 0,1 1 0,-1 0 0,1 1 0,0 0 0,0 2 0,0-1 0,0 2 0,0 0 0,0 1 0,0 1 0,1 0 0,26 6 0,-26-1 0,1 0 0,-1 2 0,0 0 0,0 1 0,-1 0 0,-1 2 0,1-1 0,-2 2 0,0 0 0,0 0 0,-1 2 0,0-1 0,-1 1 0,-1 1 0,17 30 0,-11-16 0,-11-21 0,-1 0 0,0 1 0,0-1 0,5 16 0,21 66 0,-13-48 0,-16-38 0,0-1 0,0 0 0,0 0 0,1 1 0,0-1 0,-1 0 0,1 0 0,0-1 0,1 1 0,-1 0 0,0-1 0,4 4 0,-5-6 0,0 1 0,-1 0 0,1 0 0,0 0 0,-1 0 0,1 0 0,-1 0 0,1 0 0,-1 0 0,0 0 0,1 0 0,-1 0 0,0 0 0,0 0 0,1 0 0,-1 0 0,0 2 0,-3-22 0,22-129 0,-19 141 0,1-1 0,1 1 0,-1 0 0,1-1 0,1 1 0,-1 0 0,1 0 0,0 1 0,8-12 0,12-35 0,-15 12 0,-7 32 0,1 0 0,0 0 0,0 0 0,1 0 0,4-10 0,37-50 0,-34 56 0,-1 0 0,-1-1 0,10-21 0,-17 33 0,-1 0 0,0 0 0,1 1 0,0-1 0,-1 0 0,1 0 0,0 1 0,0-1 0,0 0 0,0 1 0,0-1 0,0 1 0,1-1 0,-1 1 0,0 0 0,1 0 0,-1-1 0,1 1 0,-1 0 0,1 0 0,0 1 0,3-3 0,13-7 0,-14 5 0,-3 5 0,-3 21 0,-6 13 0,6-29 0,0-1 0,1 1 0,-1 0 0,1-1 0,0 1 0,0 0 0,1 7 0,-1-4 0,0 0 0,-1-1 0,1 1 0,-1-1 0,-1 1 0,-4 10 0,-8 25 0,10-14 0,0 0 0,2 1 0,1 39 0,1-61 0,1 0 0,1 0 0,0 0 0,0 1 0,0-1 0,1 0 0,0 0 0,1-1 0,0 1 0,0 0 0,1-1 0,0 0 0,5 9 0,-4-11 0,0 0 0,0 0 0,0 0 0,1-1 0,-1 0 0,1 0 0,0 0 0,0-1 0,1 0 0,-1 0 0,1 0 0,-1-1 0,1 0 0,0-1 0,0 1 0,7 0 0,-6-2 0,0 1 0,0-1 0,0 0 0,0-1 0,0 0 0,-1 0 0,1-1 0,0 0 0,-1 0 0,1-1 0,-1 0 0,0 0 0,11-7 0,-12 5 0,0 0 0,-1-1 0,1 0 0,-1 0 0,-1 0 0,1-1 0,-1 0 0,0 0 0,0 0 0,-1 0 0,0 0 0,0-1 0,-1 0 0,0 1 0,0-1 0,-1 0 0,1 0 0,-2 0 0,0 0 0,0-12 0,0 1 0,1 14 0,-1-1 0,0 0 0,0 1 0,0-1 0,0 0 0,-1 1 0,0-1 0,-1 1 0,1-1 0,-1 1 0,0-1 0,0 1 0,0 0 0,-7-9 0,6 10 0,-15-21 0,-33-34 0,45 53 0,0 0 0,0 1 0,-1-1 0,0 2 0,0-1 0,0 1 0,0 0 0,0 0 0,-1 1 0,-16-5 0,18 7 0,-1 0 0,1 0 0,-1-1 0,1 0 0,0 0 0,0-1 0,0 0 0,0 0 0,-11-7 0,17 9 0,0 1 0,0-1 0,0 1 0,0-1 0,0 0 0,1 1 0,-1-1 0,0 1 0,0-1 0,1 1 0,-1-1 0,0 1 0,0-1 0,1 1 0,-1-1 0,1 1 0,-1-1 0,0 1 0,1 0 0,-1-1 0,1 1 0,-1 0 0,1-1 0,-1 1 0,1 0 0,-1 0 0,1-1 0,-1 1 0,1 0 0,0 0 0,-1 0 0,1 0 0,-1 0 0,2 0 0,27-11 0,-28 10 0,11-2 0,1 0 0,0 0 0,20-1 0,-19 3 0,-1 0 0,1-2 0,25-7 0,-3 0 0,0 1 0,62-7 0,-32 6 0,-17 5 0,65 2 0,-113 3 0,0 1 0,1-1 0,-1 1 0,0-1 0,0 1 0,1 0 0,-1 0 0,0 0 0,0 0 0,0 0 0,0 0 0,0 0 0,0 0 0,0 0 0,-1 0 0,1 1 0,0-1 0,-1 0 0,1 0 0,-1 1 0,1-1 0,-1 1 0,1-1 0,-1 0 0,0 1 0,0-1 0,0 1 0,0-1 0,0 0 0,0 4 0,-1 59 0,0-47 0,1 213 0,1-217 0,0 0 0,0 0 0,2 1 0,5 18 0,-4-18 0,-1-1 0,0 1 0,-1 0 0,0 22 0,3 23 0,2-1 0,3 0 0,2 0 0,24 67 0,-34-117 0,0 0 0,-1 1 0,0-1 0,0 0 0,-1 1 0,-1 15 0,0-17 0,0 1 0,1-1 0,0 0 0,1 0 0,0 0 0,1 9 0,2-2-45,8 40-1167,-12-52 1049,0 1 0,0-1 0,0 0-1,0 0 1,0 0 0,0 0 0,-1 0-1,1 0 1,-1 0 0,0 0 0,1 0-1,-1 0 1,0 0 0,0 0 0,0-1-1,0 1 1,-1 0 0,1 0 0,0-1-1,-3 2 1,1 4-2829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31.2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160 64 16472,'8'-6'3345,"8"-10"2100,-12 1 1140,-4 14-6553,0 0 1,0 0 0,0 0 0,0-1 0,0 1 0,0 0 0,0 0 0,0 0-1,0 1 1,1-1 0,-1 0 0,0 0 0,1 0 0,-1 0 0,1 0 0,-1 0-1,1 0 1,-1 0 0,1 1 0,0-1 0,-1 0 0,1 0 0,0 1 0,0-1-1,-1 0 1,1 1 0,1-1 0,0 0-17,0 1 1,0 0-1,-1 0 1,1 0-1,0 0 1,0 0-1,0 0 0,0 0 1,-1 0-1,1 1 1,0-1-1,0 1 1,2 1-1,4 1-54,0 1-1,-1 0 1,1 0 0,-1 1-1,7 6 1,-5-3 38,0 1 0,-1 0 0,0 1 0,0-1 0,-1 2 0,0-1 0,-1 1 0,0-1 0,-1 2 0,0-1 0,-1 1 0,0-1 0,-1 1 0,0 0 0,-1 0 0,-1 1 0,1-1 0,-2 0 0,0 1 0,0-1 0,-1 0 0,-1 0 0,0 1 0,-1-1 0,0 0 0,0-1 0,-11 23 0,4-17 0,-1 1 0,-1-2 0,0 0 0,-1 0 0,-1-1 0,0-1 0,-1 0 0,-31 21 0,27-20 0,10-9-97,-1 0 0,0-1 0,0-1 0,0 0 0,-1 0 0,0-1 0,-16 3 0,-18 7-1731,43-13 1015,0 0 1,0-1-1,0 1 1,0 0-1,0 0 0,0-1 1,0 1-1,0-1 0,1 0 1,-1 1-1,0-1 0,0 0 1,1 0-1,-1 0 0,1 0 1,-2-2-1,-4 0-4012,25-6-727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31.48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17960,'3'-1'576,"0"1"0,0 0 0,-1 0 0,1 1 0,0-1 0,0 0 0,0 1 0,-1 0-1,1 0 1,0 0 0,-1 0 0,1 0 0,2 2 0,-3-2-85,0 1-1,-1 0 1,1 0-1,-1 0 1,0 0 0,0 1-1,1-1 1,-1 0 0,0 1-1,0 3 1,13 26 856,-7-19-1347,-1-1 0,0 1 0,-1 0 0,-1 1 0,0-1 0,-1 1 0,0 0 0,1 28 0,-3-32 0,0-1 0,1 1 0,0-1 0,0 1 0,1-1 0,4 11 0,7 23 0,-9-15 0,0 1 0,-2-1 0,-1 33 0,-2-59 0,0 0 0,0 0 0,1 0 0,-1 0 0,0 0 0,1 0 0,-1-1 0,1 1 0,-1 0 0,1 0 0,0 0 0,0-1 0,0 1 0,0 0 0,0-1 0,0 1 0,1-1 0,1 3 0,-1-3 0,-1 0 0,0 0 0,0 0 0,0 1 0,0-1 0,0 0 0,0 0 0,-1 1 0,1-1 0,0 1 0,-1-1 0,1 1 0,-1-1 0,1 1 0,-1-1 0,0 1 0,0-1 0,0 3 0,-3 26-7905,2-29 7165,0 0-1,0 0 1,0 0-1,0 0 1,0 0-1,-1 0 1,1 0 0,0 0-1,0-1 1,-1 1-1,1 0 1,0-1-1,-1 1 1,-1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31.6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49 16183,'0'-3'680,"0"0"0,0 1 0,1-1 0,-1 0-1,1 1 1,-1-1 0,1 0 0,0 1 0,0-1 0,0 1-1,0-1 1,0 1 0,0 0 0,1-1 0,3-3-1,-5 6-527,1-1-1,-1 1 0,1 0 1,-1-1-1,1 1 0,-1 0 0,1 0 1,-1-1-1,1 1 0,0 0 1,-1 0-1,1 0 0,-1 0 0,1 0 1,0 0-1,-1 0 0,1 0 1,-1 0-1,1 0 0,0 0 0,-1 0 1,1 0-1,-1 0 0,1 0 1,-1 1-1,2-1 0,0 1-16,-1 1 1,1-1-1,0 1 0,-1-1 0,0 1 0,1-1 0,-1 1 0,0 0 1,1-1-1,-1 1 0,1 4 0,41 104-135,-22-51 0,-13-36 0,-1 0 0,6 44 0,6 21 0,-5-45 0,-2-8 0,-1 1 0,10 70 0,-16-79 0,12 43 0,8 34 0,-15-48 0,19 57 0,-28-109-8,1 1 0,-1 0 1,0 0-1,-1 0 0,1 0 0,-1 0 0,0 0 1,-1 0-1,1 0 0,-1 0 0,0 0 0,0-1 1,0 1-1,-1 0 0,1 0 0,-1-1 0,0 1 1,-1-1-1,-3 6 0,2-3-81,1 13-1097,-2 1-4175,-19 4-5523,23-25 10597,0 1-1,0 0 0,0-1 0,0 1 1,0-1-1,0 1 0,0-1 0,-1 1 1,1-1-1,0 0 0,0 0 0,0 1 1,0-1-1,-1 0 0,1 0 0,0 0 1,0 0-1,0 0 0,-1-1 0,1 1 1,0 0-1,0-1 0,0 1 0,0 0 1,0-1-1,0 1 0,0-1 0,0 0 1,-2 0-1,0-13-2954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31.8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1 143 6547,'0'-3'619,"0"1"1,1 0-1,-1-1 0,1 1 1,0 0-1,-1-1 0,1 1 1,0 0-1,0 0 0,1-1 1,-1 1-1,0 0 0,1 0 1,-1 1-1,1-1 0,-1 0 1,1 0-1,0 1 0,2-2 1,16-20 4972,-18 20-5343,0-1 0,1 1 0,0 0 0,0 1 0,0-1 0,0 0 0,0 1 0,0-1-1,0 1 1,1 0 0,-1 0 0,1 1 0,0-1 0,0 1 0,-1 0 0,1 0 0,4-1 0,77-10 3168,-60 10-3074,115-13-343,-93 10 23,0 3 0,75 4-1,-27 1-698,-89-3 1348,5 0-5072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31.99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292 164 14311,'-75'-26'14966,"28"0"-11476,0-1-3490,0 1 0,28 10 0,-9 6 0,0-6 0,28 0 0,28 32-528,0 0-5443,-9-16-880,9 26-368,-9-15 1184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32.45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76 64 512,'-28'-10'400,"28"-6"-95,-19 5-193,-9 11-144,28-15-160,0 4-113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32.6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33 70 1681,'0'-4'1874,"1"-23"4009,-7 15 2340,3 10-7129,-13-7 1859,12-7 5305,2 57-6899,0-10-998,1 0-1,2 0 1,7 56-1,9-37-360,-11-33 0,-1-1 0,6 31 0,4 25-57,3 0-1,3-1 1,3-1 0,3-2-1,39 72 1,-37-63-6867,-14-34 516,-15-41 5925,1 0-1,0 0 1,0-1-1,-1 1 0,1 0 1,-1 0-1,1 0 0,-1 0 1,0 0-1,0 0 1,0 0-1,0 0 0,0 0 1,0 0-1,-1 0 1,1 0-1,0 0 0,-1-1 1,0 1-1,1 0 0,-2 2 1,-22 8-3759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33.11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1 480 4226,'0'-1'529,"0"0"-1,0-1 1,0 1 0,0 0-1,1 0 1,-1-1 0,0 1-1,1 0 1,-1 0 0,1 0-1,-1 0 1,1 0 0,0 0-1,-1 0 1,1 0 0,0 0-1,1-2 1,34-15 2995,-8 6-2475,-24 10-990,-1 0 0,1 1 0,0-1 0,0 1 0,-1 0 0,1 0-1,0 0 1,0 0 0,0 1 0,0-1 0,7 1 0,11-1 120,308-40-88,-305 37-304,1-1 1,-1-1 0,-1-1-1,1-1 1,-1-1 0,38-21-1,-58 27 215,1-1-1,-1 1 0,0-1 1,-1 0-1,1-1 0,-1 1 1,0 0-1,0-1 0,0 0 1,0 0-1,-1 0 0,0 0 1,0 0-1,0 0 0,-1-1 1,1 1-1,-1-8 0,-1-66 1211,0 75-908,0 0 0,0 0 1,-1 0-1,0 0 0,0 0 0,0 0 1,0 0-1,-1 0 0,0 1 1,1-1-1,-5-6 0,-9-19 4048,13 25-4025,1 0 0,-1 0 0,-1 1 0,1-1 0,-1 1 0,1-1 0,-1 1 0,0 0 0,0 0 0,0 0 0,-6-3 0,8 5-281,0 0 0,0 0 1,0 0-1,-1 1 0,1-1 0,0 0 0,-1 1 0,1-1 0,0 1 0,-1 0 1,1-1-1,0 1 0,-1 0 0,1 0 0,-1 0 0,1 0 0,-1 0 0,1 0 1,0 0-1,-1 1 0,1-1 0,-1 0 0,1 1 0,0-1 0,-1 1 0,1-1 1,0 1-1,0 0 0,-1 0 0,1-1 0,0 1 0,0 0 0,0 0 0,0 0 1,0 0-1,0 0 0,0 1 0,-1 1 0,-2 4-46,1-1 0,-1 2 0,1-1 0,1 0 0,-1 1 0,1-1 0,1 1 0,-1-1 0,0 13 0,3 77 0,1-41 0,1-29 0,1-1 0,1 0 0,1 0 0,2 0 0,0-1 0,14 28 0,-11-25 0,-5-15 0,0-1 0,0 0 0,1-1 0,1 1 0,15 16 0,21 35 0,-36-48 0,4 7 0,30 42 0,-38-59 0,0 0 0,0 0 0,1-1 0,-1 0 0,1 1 0,0-2 0,0 1 0,0 0 0,1-1 0,-1 0 0,1-1 0,0 1 0,9 2 0,-14-4 0,0-1 0,0 1 0,1-1 0,-1 1 0,0-1 0,1 0 0,-1 0 0,0 1 0,1-1 0,-1 0 0,1 0 0,-1 0 0,0-1 0,1 1 0,-1 0 0,0 0 0,1-1 0,-1 1 0,0-1 0,1 1 0,-1-1 0,0 1 0,0-1 0,1 0 0,-1 0 0,0 0 0,0 1 0,0-1 0,0 0 0,0 0 0,0 0 0,-1-1 0,1 1 0,0 0 0,0 0 0,-1 0 0,1-1 0,-1 1 0,1 0 0,-1-1 0,0 1 0,1 0 0,-1-1 0,0 1 0,0 0 0,0-1 0,0-1 0,5-17 0,-1 5 0,-1 0 0,0 0 0,-1-1 0,-1 1 0,0-1 0,-3-23 0,1 21 0,1-1 0,1 1 0,0 0 0,6-31 0,2 21 0,-6 18 0,0 0 0,0 0 0,-1-1 0,0 1 0,0-15 0,-2-139 0,0 163 0,0 1 0,1-1 0,-1 0 0,0 1 0,0-1 0,1 0 0,-1 1 0,0-1 0,1 1 0,-1-1 0,1 1 0,-1-1 0,1 1 0,-1-1 0,1 1 0,-1 0 0,1-1 0,-1 1 0,1 0 0,0-1 0,-1 1 0,1 0 0,0 0 0,-1-1 0,1 1 0,0 0 0,-1 0 0,1 0 0,0 0 0,-1 0 0,1 0 0,0 0 0,-1 0 0,1 0 0,0 0 0,-1 0 0,1 1 0,-1-1 0,1 0 0,0 0 0,0 1 0,1 0 0,-1-1 0,0 0 0,0 1 0,0-1 0,1 1 0,-1-1 0,0 1 0,0 0 0,0 0 0,0-1 0,0 1 0,0 0 0,0 0 0,0 0 0,0 0 0,-1 0 0,1 0 0,0 0 0,-1 0 0,1 0 0,0 1 0,-1-1 0,0 0 0,1 0 0,-1 0 0,0 1 0,1 1 0,0 4 0,0 0 0,1 0 0,0-1 0,0 1 0,1 0 0,0-1 0,0 1 0,1-1 0,-1 0 0,1 0 0,1 0 0,7 8 0,-6-7 0,0 1 0,-1-1 0,0 1 0,0 0 0,-1 0 0,0 0 0,0 0 0,2 12 0,-2-5 0,-1 0 0,2 0 0,0 0 0,1 0 0,0-1 0,17 28 0,12 15-2451,-19-33-559,0 0 0,1-1-1,40 39 1,-7-26-6664,-46-21 5779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33.61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359 730 4930,'6'-13'1099,"6"-15"3305,11-43 0,-21 62-2996,0 0 0,0-1 0,-1 1 0,-1 0 0,1-1 0,-1 1 0,-1-1 0,-3-18 0,2 19-835,-1-1 0,0 1 0,0 0 0,-1 0 0,0 1 0,-10-17 0,12 23-531,1 0 0,-1 0-1,0-1 1,0 1-1,0 1 1,0-1-1,0 0 1,-1 0-1,1 1 1,0-1 0,-1 1-1,1 0 1,-1 0-1,0 0 1,1 0-1,-1 0 1,0 0-1,1 1 1,-1-1-1,0 1 1,0 0 0,0 0-1,1 0 1,-1 0-1,0 0 1,0 1-1,0-1 1,1 1-1,-5 1 1,-7 3-42,0 0 0,0 1 0,1 0 0,-1 1 0,1 0 0,1 1 0,0 1 0,0 0 0,1 1 0,0 0 0,0 0 0,1 1 0,1 1 0,-1 0 0,2 0 0,0 0 0,-12 26 0,19-35 0,-6 9 0,1 0 0,0 1 0,1 0 0,0-1 0,1 2 0,1-1 0,0 0 0,-2 27 0,4-30 0,0 0 0,-1 1 0,0-2 0,0 1 0,-6 13 0,5-17 0,1 0 0,0 0 0,0 0 0,0 0 0,1 0 0,0 1 0,0-1 0,0 0 0,1 1 0,0-1 0,0 0 0,1 1 0,0-1 0,0 0 0,4 12 0,5-1 0,-9-15 0,1 0 0,-1 0 0,0 0 0,1 1 0,-1-1 0,0 1 0,0-1 0,0 0 0,-1 1 0,1 0 0,-1-1 0,1 1 0,-1 3 0,0-4 0,-1 0 0,1 0 0,0-1 0,0 1 0,0 0 0,0 0 0,1 0 0,-1-1 0,0 1 0,1 0 0,-1 0 0,1-1 0,-1 1 0,1 0 0,0-1 0,0 1 0,0-1 0,0 1 0,0-1 0,0 1 0,0-1 0,0 0 0,1 0 0,-1 1 0,1-1 0,-1 0 0,0 0 0,1 0 0,0 0 0,-1-1 0,1 1 0,0 0 0,-1-1 0,1 1 0,0-1 0,2 1 0,-1-1 0,-1-1 0,1 1 0,0 0 0,-1-1 0,1 0 0,-1 0 0,1 1 0,-1-1 0,1-1 0,-1 1 0,0 0 0,1-1 0,-1 1 0,0-1 0,0 0 0,0 1 0,0-1 0,0 0 0,-1 0 0,1-1 0,0 1 0,1-4 0,22-49 0,-21 48 0,0 0 0,-1 0 0,0 0 0,0-1 0,-1 1 0,0-1 0,1-8 0,-1 7 0,0 0 0,1 0 0,-1 0 0,2 0 0,6-13 0,0 2 0,0 0 0,7-26 0,-4 13 0,-7-6 0,-2 9 0,-3 29 0,-1 1 0,0 0 0,0-1 0,1 1 0,-1 0 0,0-1 0,1 1 0,-1 0 0,0 0 0,1-1 0,-1 1 0,0 0 0,1 0 0,-1 0 0,0-1 0,1 1 0,-1 0 0,1 0 0,-1 0 0,1 0 0,-1 0 0,0 0 0,1 0 0,-1 0 0,1 0 0,-1 0 0,1 0 0,-1 0 0,0 0 0,1 0 0,-1 0 0,1 1 0,-1-1 0,0 0 0,1 0 0,-1 0 0,0 1 0,1-1 0,-1 0 0,0 0 0,1 1 0,-1-1 0,0 0 0,1 1 0,-1-1 0,0 0 0,0 1 0,0-1 0,1 1 0,-1-1 0,0 1 0,12 12 0,-1 1 0,15 26 0,-6-10 0,-11-18 0,-1 0 0,1 0 0,-2 0 0,0 1 0,0 0 0,-1 0 0,5 16 0,-7-15 0,2 1 0,-1-1 0,2 0 0,0 0 0,0 0 0,2-1 0,9 12 0,-12-16 0,1 0 0,1-1 0,-1 0 0,1 0 0,0-1 0,1 0 0,0 0 0,0-1 0,1 0 0,15 7 0,-10-8 0,-12-3 0,0-1 0,0 1 0,0-1 0,0 0 0,0 0 0,1 0 0,-1 0 0,0 0 0,0-1 0,1 1 0,-1-1 0,0 0 0,1 0 0,-1-1 0,0 1 0,1-1 0,-1 1 0,0-1 0,0 0 0,0 0 0,1 0 0,-1-1 0,0 1 0,3-3 0,3-3-252,-1-1 0,0 0 1,0 0-1,0-1 0,-1 0 0,-1 0 0,0-1 1,0 0-1,-1 0 0,0 0 0,0 0 0,3-15 1,3-18-108,-5 25 289,-2 0-1,0-1 0,-1 1 0,0-28 0,-3-260 2032,-2 269-1374,-1 0 0,-11-41 0,2 7-323,9 47-264,-1 1 0,-1-1 0,-2 2 0,-13-35 0,12 4 0,-5 29 0,14 41 0,19 55 0,9 42 0,12 38 0,22 53 0,-52-168 0,10 69 0,-17-77 0,1 0 0,12 34 0,-12-47-875,-1 1 0,-1-1 0,2 21 0,-2 99-10209,-3-92 8103,0-30-3721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33.77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76 97 9780,'-3'-1'2520,"-49"-34"11057,50 34-13374,1 0-1,0 1 1,-1-1 0,1 0-1,0 0 1,0 0-1,0-1 1,0 1 0,0 0-1,0 0 1,0 0 0,0-1-1,0 1 1,0-1 0,1 1-1,-1 0 1,1-1 0,-1 1-1,1-1 1,0 1 0,-1-1-1,1 0 1,0 1 0,0-1-1,0 1 1,0-1-1,0 1 1,0-1 0,1 1-1,-1-1 1,1 1 0,-1-1-1,1-1 1,1 1-203,0 1 0,0 0 0,0-1 0,0 1 0,0 0 0,0 0 0,1 0 0,-1 0 0,0 0 0,0 1 0,1-1 0,-1 1 0,0-1 0,1 1 0,-1 0 0,4 0 0,50 1 0,-34 0 0,343 26-3413,1-1-4419,-319-26-1012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34.39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 11 2289,'0'2'917,"0"1"1,0-1-1,0 0 1,0 1-1,-1-1 1,1 0-1,-1 1 1,1-1-1,-1 0 0,0 1 1,0-1-1,0 0 1,0 0-1,-1 0 1,1 0-1,-5 9 6515,17-3-4254,-9-7-2970,0-1-1,0 1 1,0-1-1,-1 1 1,1-1-1,0 0 1,0 0 0,0 0-1,0 0 1,0 0-1,0 0 1,-1-1 0,1 1-1,0-1 1,0 1-1,0-1 1,-1 0-1,1 1 1,0-1 0,0 0-1,-1 0 1,3-2-1,2 0 208,46-3-415,223-31-4706,-197 26-8233,-31 9 6157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35.2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480 28 8884,'-11'-5'1509,"-1"1"-1,1-1 0,-1 2 1,0 0-1,-1 0 1,1 1-1,0 0 1,-1 2-1,1-1 0,0 1 1,-1 1-1,-16 3 1,20-3-797,1 1 0,-1 0 0,1 1 1,-1 0-1,-13 7 0,-3 3-712,16-9 0,0 1 0,-1 0 0,2 0 0,-1 1 0,1 0 0,0 0 0,0 1 0,0 0 0,1 0 0,0 1 0,1 0 0,0 0 0,0 0 0,-7 14 0,-4 11 0,6-13 0,0 0 0,1 1 0,2 0 0,0 1 0,1 0 0,1 0 0,1 0 0,-4 40 0,8-36 0,1-14 0,-1 0 0,1 1 0,1-1 0,0 0 0,1 0 0,0-1 0,1 1 0,0 0 0,7 17 0,2-5 0,-5-9 0,0 1 0,1-1 0,1-1 0,0 0 0,16 18 0,-14-19 0,2-2 0,-1 0 0,2 0 0,-1-1 0,26 14 0,-31-20 0,0 0 0,1-1 0,-1 0 0,1 0 0,0-1 0,0 0 0,0 0 0,0-1 0,0 0 0,0-1 0,0 0 0,12-2 0,-16 2 0,0-1 0,0 0 0,1-1 0,-1 1 0,0-1 0,-1 0 0,1 0 0,0-1 0,0 1 0,-1-1 0,7-6 0,27-15 0,-26 17 0,-9 6 0,-1 0 0,1 0 0,-1 0 0,1-1 0,-1 1 0,0-1 0,0 1 0,0-1 0,1 0 0,-2 0 0,1 0 0,0 0 0,0-1 0,-1 1 0,1 0 0,-1-1 0,0 1 0,1-1 0,-1 1 0,-1-1 0,2-3 0,3-5 0,0-1 0,0 2 0,1-1 0,14-18 0,-14 22 0,0-1 0,-1 1 0,0-1 0,-1 0 0,0 0 0,0-1 0,0 1 0,-1-1 0,-1 0 0,1 0 0,1-14 0,6-29 0,-2 18 0,-7 25 0,-5 11 0,2 3 0,-1-1 0,1 1 0,0 0 0,0-1 0,1 1 0,-1 0 0,1 0 0,0 0 0,1 0 0,-1 0 0,1 1 0,0-1 0,0 0 0,0 0 0,3 9 0,2 11 0,1 0 0,11 26 0,4 14 0,-18-53 0,1-1 0,0 0 0,1 0 0,0 0 0,1-1 0,11 16 0,50 56 0,-59-73 0,-3-2 0,0-1 0,0 0 0,1 0 0,0-1 0,0 0 0,0 0 0,1 0 0,0-1 0,7 4 0,-10-6 0,0-1 0,0 0 0,0 0 0,0 0 0,1-1 0,-1 1 0,0-1 0,0 0 0,1 0 0,-1-1 0,0 1 0,7-2 0,-9 1 0,0 0 0,-1 0 0,1 0 0,0 0 0,0-1 0,0 1 0,-1 0 0,1-1 0,0 1 0,-1-1 0,0 0 0,1 1 0,-1-1 0,0 0 0,0 0 0,0 0 0,0 0 0,0 0 0,0 0 0,-1 0 0,1 0 0,-1 0 0,1 0 0,-1 0 0,0-1 0,0 1 0,0 0 0,0-4 0,-2-24-105,0 1-1,-2-1 1,-2 1 0,0-1-1,-2 2 1,-1-1 0,-20-41 0,-108-182-1751,101 193 1345,-33-36-3811,38 56 935,-1-1-1354,31 38 4439,0 1-1,0-1 0,1 0 0,-1 0 0,0 0 0,1 0 0,0 0 0,-1 0 0,1 0 1,0 0-1,0 0 0,0 0 0,0 0 0,0 0 0,0 0 0,1 0 0,-1 1 0,1-1 0,-1 0 1,1 0-1,1-2 0,1 1-107,1 1 0,-1-1 1,1 1-1,-1 0 0,1 0 1,0 0-1,0 1 0,-1 0 1,1-1-1,0 1 0,6 0 1,4-3-665,-1 0 765,0 2-1,1 0 0,-1 0 0,26 1 0,-30 2 814,0-1-1,1-1 1,-1 1-1,1-1 1,-1-1 0,0 0-1,0 0 1,16-7-1,-23 8-96,0 0 0,0 0 0,0 1 1,0-1-1,0 1 0,1-1 0,-1 1 0,0 0 0,0 0 0,0-1 1,1 2-1,-1-1 0,0 0 0,0 0 0,1 1 0,-1-1 0,0 1 1,0 0-1,0-1 0,0 1 0,0 0 0,0 0 0,0 1 0,0-1 1,0 0-1,-1 1 0,4 2 0,1 0 3589,2 22 5174,-1-14-9043,-1 0 0,0 1 0,0-1 1,-1 1-1,4 18 0,5 16-127,-10-36 0,-1-1 0,0 0 0,-1 1 0,0 0 0,0 0 0,-1 13 0,1 6 0,1 0 0,2 0 0,9 31 0,-7-32 0,-1 1 0,-2-1 0,2 34 0,-5-38-781,1 0 0,2 0 0,0-1 0,1 1 0,2-1 0,12 31 0,-17-48-762,-1 1-1,1 0 1,-2 0-1,1 0 0,-1 0 1,-1 9-1,1-1-1558,0 13-3280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4:35.3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 85 11157,'0'-16'12358,"0"6"-3170,0-22-9124,0 22-64,-28 10 0,28-16-1056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5:19.70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216 79 576,'-19'-26'1441,"-9"15"-209,9-20-591,-9 20-449,9 11-192,-9 0-208,-19 0-1313,19 0-784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5:23.4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971 638 3858,'-8'-5'1185,"4"3"-593,0 0 0,-1 0 1,1 1-1,0-1 1,-1 1-1,1 0 0,-1 0 1,0 0-1,1 1 0,-1 0 1,-4 0-1,3 0-296,1-1 0,0 1-1,0-1 1,0 0 0,0 0-1,0 0 1,0-1-1,-5-2 1,9 3-260,0 0 0,0-1 0,1 1 0,-1-1 0,1 1 0,-1-1 0,1 1 0,0-1 0,-1 1 0,1-1 0,0 1 0,0-1 0,0 1 0,0-1 0,0 0 0,1 1-1,-1-1 1,0 1 0,1-1 0,-1 1 0,1-1 0,-1 1 0,1-1 0,1 0 0,7-5 83,1 1 0,0 0 0,0 1 0,0 0 0,1 1 0,0 0 0,-1 1 0,21-4 0,0-2 299,-30 9-415,114-34 2527,152-27 1,494-42 2706,-286 49-3984,-307 40-1041,584-65 548,-703 70-430,-1-3 0,0-1 0,50-22 0,-97 35-313,0 0 0,1-1-1,-1 0 1,0 1 0,1-1 0,-1 0-1,0 0 1,0 1 0,1-1 0,-1 0-1,0 0 1,0 0 0,0 0-1,0-1 1,0 1 0,-1 0 0,1 0-1,0 0 1,-1-1 0,1 1 0,0-1-1,-1 1 1,0 0 0,1-1-1,-1 1 1,0-1 0,1 1 0,-1-1-1,0 1 1,0 0 0,0-1 0,-1 1-1,1-1 1,0 1 0,0-1-1,-1 1 1,1-1 0,-1 1 0,1 0-1,-1-1 1,0 1 0,0 0 0,1 0-1,-1-1 1,0 1 0,0 0 0,0 0-1,0 0 1,0 0 0,0 0-1,-1 0 1,1 1 0,0-1 0,0 0-1,-1 0 1,1 1 0,0-1 0,-2 0-1,-14-4-35,-1 0 0,1 1 0,-1 0 0,0 2-1,-29-1 1,-9-2 22,-61-3-37,-214 14-1,182 1 70,-353 33 40,265-16-116,-374 42 36,438-44 20,-487 77-27,358-23-367,289-72 360,12-4 17,-31 12-160,31-11 153,0 0 1,0 0 0,0-1-1,0 1 1,0 0-1,0 0 1,0 0 0,1 0-1,-1 0 1,0 0-1,0 0 1,1 0 0,-1 0-1,1 1 1,-1-1-1,1 0 1,0 0 0,-1 0-1,1 1 1,0-1-1,0 0 1,0 3 0,0-3 8,0 0 0,1 1 0,-1-1 0,0 0 1,1 0-1,-1 1 0,1-1 0,0 0 1,-1 0-1,1 0 0,0 1 0,0-1 0,0 0 1,-1 0-1,1 0 0,0-1 0,0 1 0,1 0 1,-1 0-1,0 0 0,0-1 0,0 1 1,0-1-1,1 1 0,0 0 0,39 10 30,-29-8-41,17 4-21,0-2 1,0 0 0,0-2 0,35-1-1,-5 0 13,331-14 1,-208 2 22,1572-30-36,-921 78-51,-664-21 118,-120-6-19,-48-11-16,-1 0 0,1 0 0,-1 0 0,1 0 0,-1 0 0,1 0 0,0 0 0,-1 0 0,1 1 0,-1-1 0,1 0-1,-1 0 1,1 1 0,-1-1 0,0 0 0,1 1 0,-1-1 0,1 0 0,-1 1 0,0-1 0,1 1 0,-1-1 0,0 1 0,1-1-1,-1 1 1,0-1 0,0 1 0,0-1 0,1 1 0,-1-1 0,0 1 0,0-1 0,0 1 0,0-1 0,0 1 0,0-1-1,0 1 1,0 0 0,0-1 0,0 1 0,0-1 0,0 1 0,-1-1 0,1 1 0,0-1 0,0 1 0,0-1 0,-1 1-1,1-1 1,0 1 0,-1-1 0,1 0 0,0 1 0,-1-1 0,1 1 0,-1-1 0,1 0 0,0 1 0,-1-1 0,1 0 0,-1 0-1,1 1 1,-1-1 0,1 0 0,-1 0 0,1 0 0,-1 1 0,0-1 0,0 0 0,-35 17 14,-1-1 0,-1-1 1,0-2-1,-76 14 0,-31 10-34,-570 190 97,-260 77 35,-185 72 1169,735-193-1105,397-168-213,1 1 0,0 1 1,-31 28-1,55-44 33,1 0 0,0 1 0,0-1 0,1 1 0,-1 0 0,0 0 0,0-1 0,1 1 0,-1 0 0,1 1 0,0-1 0,-1 0 0,1 0 0,0 0 0,0 1-1,1-1 1,-1 1 0,0-1 0,1 1 0,-1-1 0,1 1 0,0-1 0,0 1 0,0-1 0,0 1 0,0-1 0,1 1 0,-1-1 0,1 0 0,0 1 0,-1-1 0,3 4 0,0-2 8,0 1-1,0-2 1,1 1-1,-1 0 1,1-1-1,0 0 1,0 1-1,0-2 1,0 1-1,1 0 1,-1-1-1,1 0 1,0 0-1,8 3 1,32 6 18,1-2 0,79 7 1,106-9-18,288-7 79,1671 24-542,-2024-18 483,257 15 9,-274-19 310,-134-2-277,-46 0-96,17 0 2,-50 0 42,-364 12-118,205 5 136,-317 33 43,268-17-14,-384 56 111,349-39-173,-237 46 0,485-83 0,-22 3 0,1 4 0,0 3 0,-117 51 0,174-59 0,23-14 0,0-1 0,0 0 0,-1 0 0,1 1 0,0-1 0,0 0 0,0 0 0,0 1 0,-1-1 0,1 0 0,0 0 0,0 1 0,0-1 0,0 0 0,0 1 0,0-1 0,0 0 0,0 1 0,0-1 0,0 0 0,0 1 0,0-1 0,0 0 0,0 0 0,0 1 0,0-1 0,0 0 0,1 1 0,-1-1 0,0 0 0,0 1 0,0-1 0,0 0 0,1 0 0,-1 1 0,0-1 0,5 2 0,-1 1 0,0-1 0,0-1 0,1 1 0,-1-1 0,1 1 0,7 0 0,20 5 0,-3 0 0,55 7 0,620 0 0,-195-12 0,-138 11 0,456 15 0,-145 6 0,-233-8 0,-142 0 0,-290-24 0,-34 0 0,-69 15 0,-91 4 0,5-1 0,-584 96 0,292-31 0,192-33 0,-778 155 0,205-17 0,582-120 0,249-66 0,-1 0 0,0 1 0,1 0 0,0 2 0,0-1 0,1 2 0,0 0 0,0 0 0,1 1 0,-19 18 0,30-26 0,0 0 0,0 0 0,1 0 0,-1 0 0,0 0 0,1 0 0,-1 0 0,1 0 0,-1 0 0,1 0 0,0 0 0,-1 0 0,1 1 0,0-1 0,0 0 0,0 0 0,0 1 0,0-1 0,0 0 0,0 0 0,0 0 0,0 1 0,1-1 0,-1 0 0,0 0 0,1 0 0,-1 0 0,1 0 0,-1 0 0,1 0 0,0 0 0,-1 0 0,1 0 0,0 0 0,0 0 0,0 0 0,0 0 0,0 0 0,0-1 0,0 1 0,0 0 0,0-1 0,2 1 0,6 4 0,0 0 0,1-1 0,0 0 0,10 2 0,-16-5 0,87 20 0,1-3 0,135 7 0,-212-24 0,1175 13 0,-525-18 0,-385 6 0,-14 4 0,279 45 0,-489-47 0,-36-3 0,-1 0 0,30 7 0,-48-8 0,0 0 0,0 0 0,0 0 0,0 1 0,0-1 0,-1 0 0,1 1 0,0-1 0,0 0 0,0 1 0,-1-1 0,1 1 0,0-1 0,0 1 0,-1 0 0,1-1 0,0 1 0,-1 0 0,1-1 0,-1 1 0,1 1 0,-1-1 0,0 0 0,-1-1 0,1 1 0,-1 0 0,1-1 0,-1 1 0,1 0 0,-1-1 0,0 1 0,1-1 0,-1 1 0,0-1 0,1 1 0,-1-1 0,0 0 0,0 1 0,1-1 0,-1 0 0,0 1 0,0-1 0,0 0 0,1 0 0,-1 0 0,0 0 0,0 0 0,0 0 0,0 0 0,1 0 0,-3 0 0,-398 31 0,121 2 0,57-3 0,-765 105 0,4 54 0,323-42 0,546-121 0,-143 54 0,251-78 0,0 1 0,1 0 0,-1 0 0,1 0 0,0 0 0,0 1 0,0 0 0,0 1 0,1-1 0,0 1 0,-7 7 0,12-11 0,0-1 0,-1 0 0,1 1 0,0-1 0,0 1 0,-1-1 0,1 1 0,0-1 0,0 1 0,0 0 0,0-1 0,-1 1 0,1-1 0,0 1 0,0-1 0,0 1 0,0-1 0,0 1 0,0-1 0,0 1 0,1 0 0,-1-1 0,0 1 0,0-1 0,0 1 0,1-1 0,-1 1 0,0-1 0,0 1 0,1-1 0,-1 0 0,0 1 0,1-1 0,-1 1 0,0-1 0,1 0 0,-1 1 0,2 0 0,7 4 0,0 0 0,0-1 0,1 0 0,0 0 0,-1-1 0,2 0 0,-1-1 0,0 0 0,0 0 0,14 0 0,375 23 0,243-9 0,660-29 0,-572 21 0,-670-6 0,382 16 0,-270-11 0,95 12 0,-129-5 0,-112-1 0,-26-12 0,-1 0 0,0 0 0,0 0 0,1 0 0,-1 0 0,0 0 0,0-1 0,0 1 0,0 0 0,-1 0 0,1-1 0,0 1 0,0 0 0,0-1 0,-1 1 0,1-1 0,0 0 0,0 1 0,-1-1 0,1 0 0,0 0 0,-3 0 0,-44 12 0,-224 24 0,95-17 0,-1041 209 0,1119-204 0,-578 148 0,514-126 0,-408 124 0,19 42 0,410-139 0,126-63 0,0 1 0,1 0 0,1 1 0,0 1 0,0 1 0,-11 15 0,22-26 0,0 0 0,0 1 0,1-1 0,-1 1 0,1-1 0,0 1 0,0 0 0,0 0 0,1 0 0,-1 0 0,1 0 0,0 0 0,0 0 0,1 0 0,-1 1 0,1-1 0,0 0 0,0 0 0,0 1 0,0-1 0,1 0 0,2 7 0,-1-6 0,1 1 0,1-1 0,-1 0 0,1 0 0,0 0 0,0 0 0,0-1 0,1 1 0,0-1 0,0 0 0,0-1 0,0 1 0,10 4 0,17 7 0,0-2 0,1-1 0,1-2 0,40 8 0,-71-17 0,108 18 0,1-6 0,166 0 0,-134-8 0,467-31 0,-603 26 0,1318-166 0,-803 92 0,-262 30 0,-258 43 0,1 1 0,-1-1 0,0 1 0,1-1 0,-1 0 0,0-1 0,1 1 0,-1-1 0,0 1 0,0-1 0,0 0 0,0 0 0,0 0 0,3-3 0,-6 4 0,0 1 0,1 0 0,-1 0 0,0 0 0,0-1 0,0 1 0,0 0 0,1 0 0,-1 0 0,0 0 0,0 0 0,0-1 0,0 1 0,1 0 0,-1 0 0,0 0 0,0-1 0,0 1 0,0 0 0,0 0 0,0 0 0,0-1 0,0 1 0,0 0 0,0 0 0,0 0 0,0-1 0,0 1 0,0 0 0,0 0 0,0-1 0,0 1 0,0 0 0,0 0 0,0 0 0,0-1 0,0 1 0,0 0 0,0 0 0,0 0 0,0-1 0,-1 1 0,1 0 0,0 0 0,0 0 0,0 0 0,0-1 0,-1 1 0,1 0 0,0 0 0,0 0 0,0 0 0,0 0 0,-1 0 0,1-1 0,0 1 0,0 0 0,-1 0 0,1 0 0,0 0 0,0 0 0,0 0 0,-1 0 0,1 0 0,0 0 0,0 0 0,0 0 0,-1 0 0,-35-6 0,0 1 0,0 2 0,-51 1 0,-110 16 0,-263 49 0,289-32 0,-272 63 0,337-64 0,-716 221 0,493-142 0,-504 194 0,804-290 0,2 1 0,-30 19 0,47-26 0,1 0 0,-1 1 0,2 0 0,-1 1 0,1 0 0,0 0 0,1 0 0,-8 14 0,13-21 0,1 0 0,0 0 0,-1 1 0,1-1 0,0 0 0,0 1 0,0-1 0,0 1 0,1-1 0,-1 1 0,1 0 0,0-1 0,-1 1 0,1-1 0,0 1 0,1 0 0,-1-1 0,0 1 0,1 0 0,-1-1 0,1 1 0,2 4 0,0-3 0,0 1 0,1-1 0,0 0 0,0 0 0,0-1 0,0 1 0,1-1 0,-1 0 0,1 0 0,0 0 0,0-1 0,5 3 0,19 5 0,0 0 0,1-3 0,0 0 0,0-1 0,51 1 0,-32-2 0,166 12 0,0-9 0,361-34 0,-181-15 0,415-28 0,-793 68 0,488 2 0,-458-1 0,-37-1 0,0 1 0,1 0 0,-1 1 0,19 3 0,-29-4 0,1 0 0,-1 0 0,0 0 0,1 0 0,-1 0 0,0 0 0,0 0 0,1 1 0,-1-1 0,0 0 0,1 0 0,-1 0 0,0 0 0,0 0 0,1 0 0,-1 1 0,0-1 0,0 0 0,0 0 0,1 0 0,-1 1 0,0-1 0,0 0 0,0 0 0,1 1 0,-1-1 0,0 0 0,0 0 0,0 1 0,0-1 0,0 0 0,0 1 0,0-1 0,0 0 0,0 0 0,0 1 0,0-1 0,0 0 0,0 1 0,0-1 0,0 0 0,0 0 0,0 1 0,0-1 0,0 0 0,0 1 0,0-1 0,0 0 0,0 0 0,-1 1 0,1-1 0,0 0 0,0 0 0,0 1 0,-1-1 0,1 0 0,0 0 0,0 0 0,-1 1 0,-23 11 0,-32 4 0,-248 62 0,-299 73 0,546-135 0,-579 166 0,490-140 0,-377 119 0,416-124 0,-210 68 0,5 5 0,255-84 0,2 2 0,1 2 0,-60 44 0,112-72 0,-1 0 0,1 0 0,-1 0 0,1 0 0,0 0 0,0 0 0,0 1 0,0-1 0,0 1 0,0 0 0,1-1 0,-2 5 0,3-6 0,-1 0 0,1 1 0,0-1 0,0 0 0,0 0 0,-1 1 0,2-1 0,-1 0 0,0 1 0,0-1 0,0 0 0,1 1 0,-1-1 0,0 0 0,1 0 0,-1 1 0,1-1 0,0 0 0,-1 0 0,2 2 0,2 0 0,0 1 0,0-1 0,0 1 0,0-1 0,1-1 0,0 1 0,-1-1 0,1 1 0,0-1 0,0-1 0,0 1 0,8 1 0,28 4 0,1-3 0,-1-1 0,1-1 0,51-6 0,-47 2 0,279-21 0,-152 10 0,391-56 0,-59 4 0,282 12 0,-459 50 0,-209 4 0,-63 4 0,-44 1 0,-33 0 0,-305 56 0,-696 224 0,929-253 0,-480 186 0,320-111 0,-108 50 0,298-127 0,-280 151 0,333-176 0,0 1 0,1 0 0,0 0 0,0 1 0,1 0 0,0 1 0,0 0 0,1 0 0,0 1 0,-10 19 0,15-27 0,1 1 0,-1 0 0,1 0 0,0 0 0,0 0 0,0 0 0,0 0 0,1 0 0,-1 0 0,1 0 0,-1 1 0,1-1 0,0 0 0,0 0 0,1 0 0,-1 0 0,1 1 0,0-1 0,-1 0 0,1 0 0,2 3 0,0-2 0,-1 0 0,1 0 0,0-1 0,1 1 0,-1-1 0,0 0 0,1 0 0,0 0 0,0 0 0,0-1 0,0 1 0,8 2 0,10 3 0,0-1 0,1-1 0,0 0 0,32 2 0,-54-8 0,82 9 0,136-4 0,84-23 0,-167 8 0,484-60 0,0-30 0,-607 98 0,546-66 0,-404 53 0,-32 7 0,-65 6 0,89-16 0,-125 9 0,-34 1 0,-45 1 0,-144 15 0,-279 47 0,-162 79 0,570-117 0,-448 114 0,15 46 0,502-176 0,-32 18 0,34-18 0,0 1 0,-1-1 0,1 0 0,0 1 0,0-1 0,0 0 0,0 1 0,0 0 0,1-1 0,-1 1 0,0-1 0,1 1 0,-1 0 0,1-1 0,0 1 0,-1 0 0,1 0 0,0-1 0,0 3 0,0-2 0,1 0 0,-1-1 0,1 1 0,-1 0 0,1 0 0,0-1 0,0 1 0,-1-1 0,1 1 0,0-1 0,1 1 0,-1-1 0,0 1 0,0-1 0,0 0 0,1 1 0,-1-1 0,1 0 0,-1 0 0,1 0 0,-1 0 0,1-1 0,0 1 0,-1 0 0,1-1 0,0 1 0,2 0 0,62 12 0,-42-9 0,141 19 0,305 2 0,-230-18 0,-140-3 0,96 4 0,294 48 0,-454-49 0,-1 3 0,63 24 0,-95-33 0,1 0 0,-1 1 0,0-1 0,0 1 0,1 0 0,-1 0 0,-1 0 0,1 0 0,0 0 0,0 1 0,-1-1 0,1 1 0,-1 0 0,2 3 0,-3-4 0,-1-1 0,0 1 0,0 0 0,0 0 0,0-1 0,0 1 0,0 0 0,-1-1 0,1 1 0,-1 0 0,1-1 0,-1 1 0,1 0 0,-1-1 0,0 1 0,0-1 0,0 1 0,0-1 0,0 1 0,0-1 0,0 0 0,0 0 0,-1 0 0,1 1 0,0-1 0,-1 0 0,1 0 0,-1-1 0,1 1 0,-3 1 0,-24 14 0,-1 0 0,0-2 0,-1-1 0,-50 14 0,60-21 0,-120 30 0,46-14 0,-580 123 0,547-120 0,68-16 55,-41 9-13,92-16-100,0 1 1,0 0-1,0 0 0,1 0 0,-1 1 1,1 0-1,-1 1 0,1 0 1,-6 5-1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5:32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4664 142 5426,'5'0'2826,"-4"1"-2728,0-1 1,-1 0-1,1 0 0,0 0 1,0-1-1,0 1 1,0 0-1,0 0 1,0 0-1,0-1 0,0 1 1,0 0-1,0-1 1,-1 1-1,1-1 0,0 1 1,0-1-1,0 0 1,-1 1-1,1-1 0,0 0 1,-1 1-1,1-1 1,-1 0-1,1 0 1,-1 1-1,1-1 0,-1 0 1,1 0-1,-1 0 1,0 0-1,1 0 0,-1 0 1,0 0-1,0 1 1,0-1-1,0 0 1,0 0-1,0 0 0,0 0 1,0 0-1,0 0 1,0 0-1,-1-2 0,1 1 511,1-1 180,-1 1 0,0-1 1,0 0-1,0 0 0,0 1 1,0-1-1,0 0 0,-1 1 1,1-1-1,-1 1 0,0-1 1,1 0-1,-3-2 0,-70-32 252,46 34-878,10 2-49,-120-21 508,112 19-517,1 0 0,-1 2 0,-47 3 0,19 0-34,-18-2 52,0-1 90,0 2 0,-74 13 1,-11-3 426,-13 4-368,70-8-136,22-3 40,0-2 33,-26 1 137,62 3-171,-1-2 0,-51-1 1,-142 7 557,67 6-466,-118-5 189,237-11-361,-90 13 0,103-9-68,1-2 1,-68-4-1,65 0 59,-76 5-1,32 5 9,-85-3-1,-45 4 11,71 6-27,20-4-79,87-9-1,0 1 0,-35 8 1,-18 2-15,1 2 47,44-5-47,-59 6 1,60-10-6,-57 14 0,29-4 39,-33 11 14,61-16-63,27-7 8,1-1 1,-1 2 0,-22 10-1,22-6 31,-9 3-39,-40 29 0,57-35 67,-1 0-1,1 0 1,0 0 0,1 1 0,0 0 0,0 0 0,0 0-1,1 1 1,-4 8 0,-7 6 149,14-20-162,-1 0 0,0 1 0,1-1 0,-1 0 0,1 0 0,0 1 0,0-1 0,0 1 1,0-1-1,0 1 0,0-1 0,1 1 0,-1-1 0,0 5 0,1 0-20,-1 0-1,0-1 1,0 1 0,-1 0-1,-2 8 1,-5 28-4,7 17 2,0-36 0,2 1 0,0-1 0,7 37 0,-3-41 0,0-3 0,-1 0 0,1 33 0,-3-34 0,1-1 0,0 1 0,8 26 0,-6-28 0,-1 0 0,0 1 0,1 24 0,-4-14 0,9 47 0,0 19 0,-8-72 0,1 0 0,0 0 0,7 21 0,-5-20 0,0 0 0,-1 0 0,0 26 0,13 169 0,-10-136 0,-6 119 0,-3-76 0,3 1380 0,1-1482 0,1 0 0,1 0 0,5 22 0,-3-23 0,-2 0 0,0 0 0,0 22 0,-1 19 0,12 81 0,-6 4 0,18-8 0,-5-56 0,-3-16 0,-7-16 0,-4-23 0,-2 0 0,0 0 0,0 38 0,-3-35 0,1-1 0,1 1 0,11 38 0,-8-39 0,-1 0 0,-2 0 0,2 39 0,-5-45 0,1-1 0,4 23 0,-2-23 0,-1 0 0,0 25 0,-5 14 0,0-35 0,1-1 0,2 1 0,0-1 0,6 33 0,2-27 0,-5-20 0,-1 0 0,-1 0 0,0 0 0,0 1 0,0 14 0,-2 6 0,2 0 0,12 57 0,-11-57 0,0 1 0,-2-1 0,-4 33 0,2 3 0,1-63 0,0 1 0,1 0 0,0 0 0,0 0 0,0-1 0,0 1 0,1-1 0,0 1 0,2 4 0,-1-4 0,-1 0 0,0 0 0,0-1 0,-1 1 0,0 0 0,1 1 0,-2-1 0,1 0 0,0 7 0,-1 522 0,-1-527 0,1 0 0,-1 1 0,-1-1 0,1 0 0,-1 0 0,0 0 0,-4 7 0,3-9 0,1 2 0,0-1 0,0 0 0,1 0 0,0 1 0,-1 12 0,2 15 0,1-10 0,-1 0 0,-1 1 0,-2-1 0,0 0 0,-7 25 0,9-41 0,-1 1 0,2-1 0,-1 0 0,1 0 0,2 10 0,-2-11 0,1 0 0,-1 0 0,0 1 0,0-1 0,-1 0 0,0 0 0,-4 13 0,-4-2 0,7-15 0,0 1 0,0 0 0,1 0 0,-1 0 0,1 0 0,0 0 0,0 0 0,0 0 0,0 1 0,1 6 0,-10 42 0,8-45 0,0 0 0,0 1 0,1-1 0,-1 13 0,2-15 0,-1-1 0,0 0 0,0 0 0,0 0 0,0 0 0,-1 0 0,0 0 0,-3 6 0,3-6 0,0-1 0,0 2 0,0-1 0,0 0 0,1 0 0,0 0 0,0 1 0,0 7 0,0 5 0,0 1 0,-2-1 0,-8 34 0,9-41 0,0 0 0,1 0 0,0 0 0,0 1 0,1-1 0,2 15 0,0 18 0,7-2 0,-7-35 0,0 0 0,0 0 0,-1-1 0,0 2 0,1 10 0,-2-13 0,1 1 0,0-1 0,0 0 0,0 0 0,1 0 0,0 0 0,4 9 0,-4-9 0,0 0 0,0 0 0,0 0 0,0 0 0,-1 0 0,0 1 0,1 9 0,-2-9 0,1 1 0,-1-1 0,1 0 0,1 0 0,-1 0 0,4 9 0,1 1 0,-5-11 0,1 0 0,0-1 0,0 1 0,0 0 0,1-1 0,-1 0 0,1 1 0,5 5 0,14 25 0,-18-25 0,1 1 0,1-1 0,0 0 0,0-1 0,1 1 0,1-1 0,-1 0 0,1-1 0,11 9 0,28 45 0,28-9 0,-68-48 0,1 1 0,-1-1 0,1 0 0,1 0 0,-1-1 0,12 5 0,29 14 0,-23-12 0,1-1 0,1-1 0,0-1 0,0-2 0,56 5 0,-60-7 0,59 3 0,95-5 0,-114-2 0,-25-2 0,55-10 0,-56 6 0,53-1 0,-42 4 0,-1-2 0,84-20 0,-101 19 0,-8 2 0,0 1 0,26 0 0,28-3 0,-22-4 0,105-4 0,-47-2 0,55 6 0,-27-6 0,483 16 0,-409 16 0,446-16 0,-441 10 0,-32-20 0,-115-2 0,-54 7 0,0 1 0,35-2 0,-48 5 0,-2 0 0,1-1 0,0 1 0,0-1 0,0-1 0,-1 1 0,1-1 0,-1 1 0,0-1 0,0 0 0,0-1 0,0 1 0,5-7 0,-8 9 0,1-2 0,-1-1 0,0 1 0,0-1 0,0 0 0,0 1 0,0-1 0,-1 0 0,0 1 0,0-1 0,0 0 0,0 0 0,-1 1 0,0-6 0,0-6 0,1 13 0,0 1 0,0-1 0,-1 0 0,1 1 0,0-1 0,-1 0 0,1 1 0,-1-1 0,0 1 0,1-1 0,-1 1 0,0-1 0,0 1 0,0 0 0,0-1 0,0 1 0,-3-2 0,3 1 0,0 1 0,-1 0 0,1-1 0,0 1 0,0 0 0,0-1 0,0 0 0,0 1 0,1-1 0,-1 1 0,0-1 0,1 0 0,-1 0 0,1 1 0,-1-1 0,1 0 0,0 0 0,0-2 0,1-29 0,0 21 0,-1-1 0,0 0 0,0 1 0,-5-24 0,1 23 0,0-1 0,1 1 0,1-1 0,0 0 0,1-26 0,1 33 0,-1 0 0,0 1 0,0-1 0,-1 1 0,1-1 0,-1 1 0,-4-7 0,4 7 0,-1-1 0,1 0 0,0 1 0,0-1 0,1 0 0,0 0 0,0-9 0,1-496 0,1 501 0,0 1 0,0-1 0,1 1 0,7-19 0,-6 18 0,0 1 0,0-1 0,-1 0 0,1-21 0,-3-20 0,3 0 0,10-55 0,-10 55 0,1-6 0,36-116 0,6-53 0,1 3 0,-11 60 0,-24 121 0,-2 0 0,-2 0 0,4-81 0,-11 112 0,0 0 0,1 0 0,0 0 0,6-22 0,-4 23 0,-1-1 0,0 0 0,-1 0 0,1-22 0,15-191 0,-17 213 0,0-1 0,1 0 0,0 1 0,6-19 0,-4 19 0,-1-1 0,0 1 0,-1-1 0,0-19 0,-1-26 0,14-98 0,-13 139 0,-1-1 0,-2-27 0,0 28 0,0 0 0,2 0 0,0 0 0,5-24 0,1 13 0,-3 12 0,0-1 0,-1 0 0,0 1 0,-1-21 0,-1-13 0,14-91 0,-13 117 0,-1 0 0,-2-34 0,-1 38 0,1-1 0,2 0 0,0 1 0,6-31 0,2 21 0,-6 20 0,0 0 0,-1 0 0,1-1 0,-2 1 0,1-16 0,-1 1 0,-1 13 0,1 0 0,-2-1 0,0 1 0,-4-19 0,-3 4 0,5 17 0,0-1 0,0 1 0,1 0 0,0 0 0,0-18 0,2-884 0,-19 766 0,19-54 0,0 190 0,-1-1 0,0 1 0,-1 0 0,0-1 0,-6-14 0,5 16 0,0-1 0,1 1 0,0-1 0,0 0 0,0-14 0,3-35 0,-3 1 0,-12-77 0,12 125 0,1-1 0,0 0 0,1 1 0,2-13 0,-2 16 0,1-1 0,-1 0 0,0 1 0,-1-1 0,1 0 0,-2 1 0,-2-13 0,-1 7 0,0-1 0,1 0 0,1-1 0,0 1 0,1 0 0,1-1 0,0-19 0,1 23 0,-1-1 0,-1 1 0,-4-19 0,3 18 0,1 0 0,0 0 0,0-20 0,1 25 0,1 1 0,-1-1 0,0 1 0,-1 0 0,1 0 0,-1-1 0,-4-6 0,3 6 0,1 1 0,0-1 0,0 0 0,0 0 0,1 0 0,0 0 0,-1-10 0,0-7 0,-1-1 0,-1 2 0,-1-1 0,-2 0 0,0 1 0,-1 1 0,-13-26 0,8 18 0,8-9 0,2 1 0,-2 18 0,2 12 0,1-1 0,0 0 0,1 1 0,-1-17 0,1 16 0,0 0 0,-1 0 0,1 1 0,-2-1 0,1 1 0,-1-1 0,-6-12 0,4 12 0,1 0 0,1 0 0,0-1 0,0 0 0,1 1 0,0-1 0,-1-18 0,2 22 0,1 0 0,-1 0 0,-1 0 0,1 0 0,-1 1 0,0-1 0,-3-6 0,2 6 0,1 1 0,0-1 0,0 1 0,0-1 0,1 0 0,0 0 0,0-7 0,0 6 0,1 0 0,-1 0 0,0 0 0,-1 0 0,-3-11 0,-4-23 0,9 36 0,0 1 0,-1 0 0,0 0 0,1 0 0,-1 1 0,-1-1 0,1 0 0,0 0 0,-1 0 0,0 1 0,-4-7 0,-8-19 0,8 15 0,4 10 0,1 1 0,-1-1 0,1 1 0,0-1 0,0 0 0,0 0 0,1 0 0,-1-5 0,1 7 0,0-1 0,0 1 0,-1-1 0,1 1 0,-1-1 0,1 1 0,-1-1 0,0 1 0,0 0 0,0-1 0,0 1 0,0 0 0,-1 0 0,-1-3 0,1 3 0,0-1 0,1 1 0,-1 0 0,1-1 0,0 0 0,0 1 0,0-1 0,0 0 0,0 1 0,0-1 0,1 0 0,-1 0 0,1 0 0,0-4 0,-9-17 0,8 23 0,0-1 0,-1 0 0,1 0 0,0 0 0,1 0 0,-1 0 0,0 0 0,1 0 0,-1 0 0,1 0 0,-1-4 0,1 5 0,0 0 0,0 0 0,0 0 0,0 0 0,0 0 0,-1 0 0,1 0 0,0 0 0,-1 0 0,1 0 0,-1 0 0,1 0 0,-1 0 0,1 0 0,-1 1 0,0-1 0,1 0 0,-1 0 0,0 0 0,0 1 0,0-1 0,0 1 0,0-2 0,-1 2 0,1-1 0,0 0 0,0 0 0,0 0 0,0 0 0,0 0 0,0 0 0,0 0 0,0 0 0,1-1 0,-1 1 0,0 0 0,1 0 0,-1-1 0,1 1 0,-1 0 0,1-1 0,0 1 0,-1-1 0,1 1 0,0 0 0,0-1 0,0-1 0,0 2 0,0 0 0,0 1 0,0-1 0,0 1 0,0-1 0,0 0 0,0 1 0,0-1 0,-1 1 0,1-1 0,0 0 0,0 1 0,0-1 0,-1 1 0,1-1 0,0 1 0,-1-1 0,1 1 0,-1-1 0,1 1 0,0-1 0,-1 1 0,1 0 0,-1-1 0,1 1 0,-1 0 0,0-1 0,1 1 0,-1 0 0,0-1 0,1 1 0,-1 0 0,0 0 0,1-1 0,-1 1 0,1 0 0,-1-1 0,1 1 0,0-1 0,-1 1 0,1 0 0,-1-1 0,1 1 0,0-1 0,-1 1 0,1-1 0,0 1 0,-1-1 0,1 0 0,0 1 0,0-1 0,0 1 0,-1-1 0,1 1 0,0-1 0,0 0 0,0 1 0,0-1 0,0 0 0,0 0-73,0 1 0,0-1 1,0 1-1,0 0 0,0-1 0,0 1 1,0-1-1,0 1 0,0-1 0,0 1 1,-1 0-1,1-1 0,0 1 0,0-1 1,0 1-1,-1 0 0,1-1 0,0 1 0,-1 0 1,1-1-1,0 1 0,-1 0 0,1 0 1,0-1-1,-1 1 0,1 0 0,0 0 1,-1-1-1,1 1 0,-1 0 0,1 0 1,-1 0-1,1 0 0,0 0 0,-1 0 0,1 0 1,-1 0-1,1 0 0,-1 0 0,1 0 1,-1 0-1,-24 6-6413,8-2 1344,-4-4-1960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5:34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4791 940 4594,'0'-38'9657,"0"-21"-7252,0 58-2391,0 0 0,0 0 0,-1 1 0,1-1 0,0 0 0,-1 1 0,1-1 0,0 0 0,-1 1 0,1-1 0,-1 1 0,1-1 0,-1 0 0,1 1 0,-1-1 0,0 1 0,1 0 0,-1-1 0,1 1 0,-1-1 0,0 1 0,0 0 0,1-1 0,-1 1 0,0 0 0,1 0 0,-1 0 0,0 0-1,0 0 1,1 0 0,-1 0 0,0 0 0,0 0 0,0 0 0,1 0 0,-1 0 0,-1 0 0,2 0-4,-7-6 379,6 4-311,-16 1 130,15 2-195,1-1 0,-1 0 0,0 0 0,1 1 0,-1-1 0,0 0 0,0-1 0,1 1 0,-1 0 0,0 0 0,1-1 0,-1 1 0,1-1 0,-1 1 1,0-1-1,-1-1 0,0 0-13,0 0 0,0 0 0,-1 1 0,1-1 0,0 1 0,-1 0 0,1 0 1,-1 0-1,0 0 0,1 0 0,-1 1 0,1 0 0,-1-1 0,-6 2 0,-60 9 59,17-2-37,-142 2 272,26 6-54,-73-5-149,-79 12 237,126-6 48,-49-2 53,-65-3-66,-422 45 29,575-37-161,-27 1-69,-166 21 889,130-15-387,27-1-549,24 0-94,36-3-68,53-8 38,57-10 13,0 1 0,-22 9 0,21-6 0,-1-1 0,-34 6 0,39-9-11,-1 0-1,-23 11 0,-40 11 58,11-1-47,71-25-4,0-1 0,0 0 0,0 0 0,0 1 1,0-1-1,1 0 0,-1 1 0,0-1 1,0 1-1,0-1 0,1 1 0,-1 0 1,0-1-1,1 1 0,-1 0 0,0-1 0,1 1 1,-1 0-1,1 0 0,-1 1 0,-8 7-68,-7-2 54,14-7 12,1 0 0,0 0 0,0 0 1,-1 1-1,1-1 0,0 1 0,0-1 1,0 1-1,0-1 0,0 1 0,0 0 1,0-1-1,0 1 0,0 0 0,0 0 1,0 0-1,0 0 0,0 0 0,0 0 1,1 0-1,-1 0 0,0 0 0,1 0 1,-1 0-1,1 0 0,0 1 0,-1-1 1,1 0-1,0 0 0,-1 1 0,1-1 0,0 0 1,0 0-1,0 1 0,0-1 0,1 2 1,-1-2 3,0 0 0,-1 1-1,1-1 1,0 0 0,0 1 0,-1-1 0,1 0 0,-1 1 0,1-1 0,-1 0-1,1 0 1,-1 0 0,0 0 0,0 0 0,0 0 0,1 0 0,-1 0 0,0 0 0,-2 1-1,2 0-1,-1-1 0,1 0 0,0 0-1,0 1 1,0-1 0,0 1-1,0-1 1,0 1 0,0-1 0,0 1-1,0-1 1,1 1 0,-1 0-1,1-1 1,-1 1 0,1 0 0,0 0-1,0-1 1,0 5 0,-9 34-40,7-33 43,0-1 1,0 1-1,1-1 0,-1 1 1,1 10-1,0-11-2,1 0-1,-1-1 1,0 1 0,-1 0-1,0-1 1,1 1-1,-5 6 1,4-7 5,-1 1 1,1 0-1,0 0 1,1 0-1,-1 0 0,1 0 1,0 8-1,0-3 64,0-1 0,0 1 1,-6 19-1,5-20 30,-1 1 1,2-1-1,-2 21 1,3-7 24,1-12-30,-1 0 0,0 1 1,-1-1-1,-4 19 0,-3-4 60,5-17-48,0 0 0,0 0 1,1 1-1,0-1 1,0 20-1,1-11 111,-1 0 0,-1 0-1,-5 19 1,4-18 98,0 0 0,1 1 0,0 22 0,3 452 3388,1-457-3332,11 61 1,-5-60-18,1 68 0,10 89 200,-5-87-417,-8-73-137,11 42 0,2 11 0,10 232 0,-1-104 0,20 115 0,-21-99 0,10 201 0,-34-381 0,10 61 0,-5-60 0,0 62 0,-8-23 0,5 149 0,14 561 0,-20-535 0,4-216 0,10 58 0,-5-59 0,0 56 0,-7 1060 0,1-1145 0,1-1 0,9 40 0,-6-39 0,-1 0 0,1 42 0,-5-11 0,3 0 0,1 0 0,13 53 0,22 71 0,8-15 0,-25-64 0,-14-70 0,-2 0 0,-1 0 0,4 53 0,-9-70 0,1 0 0,0 0 0,1 0 0,0-1 0,8 21 0,5 25 0,-10-33 0,-2-11 0,0 1 0,-1 0 0,1 18 0,-3-21 0,1 0 0,1 0 0,0-1 0,0 1 0,1 0 0,0-1 0,8 15 0,8 30 0,-9-25 0,22 48 0,1 4 0,-32-77 0,1 0 0,-1 1 0,1-1 0,0 0 0,0-1 0,0 1 0,0 0 0,0 0 0,1-1 0,0 0 0,5 6 0,16 21 0,-1-3 0,9-1 0,-18-13 0,0-1 0,1-1 0,1 0 0,-1-1 0,2 0 0,-1-1 0,1-2 0,1 1 0,28 7 0,-28-13 0,-1 0 0,1-1 0,-1-1 0,1-1 0,-1 0 0,0-2 0,25-5 0,49-6 0,315-56 0,-167 30 0,-48 11 0,-2 1 0,463-67 0,-570 85 0,795-66 0,-40 58 0,218 69 0,-257-5 0,-410-27 0,131 2 0,-460-20 0,32-1 0,141-16 0,-47-7 0,-13 2 0,231-57 0,-355 66 0,-8 2 0,62-23 0,122-59 0,-191 75 0,-1 0 0,0-2 0,-1-2 0,-1 0 0,-1-2 0,-1-2 0,40-44 0,-46 48 0,-17 17 0,0 0 0,0 0 0,-1 0 0,0-1 0,1 0 0,-1 0 0,-1 0 0,5-8 0,1-17 0,-8 24 0,0-1 0,1 1 0,0 0 0,0 0 0,6-11 0,-2 8 0,0 0 0,-1 0 0,0-1 0,-1 0 0,0 0 0,0 0 0,-1 0 0,0 0 0,-1-1 0,-1 0 0,2-15 0,-3 19 0,1 0 0,-1 0 0,2 0 0,-1 0 0,1 0 0,0 1 0,4-9 0,-3 9 0,-1 0 0,0 0 0,0-1 0,-1 1 0,1-1 0,-1 1 0,0-8 0,0-32 0,1 31 0,-1 0 0,-1 0 0,-1 1 0,0-1 0,-6-26 0,4 31 0,-2-6 0,1 1 0,0-1 0,1 0 0,1 0 0,0-29 0,-1 8 0,-1-1 0,-2 1 0,-15-56 0,-8-38 0,19 73 0,-31-100 0,-200-682 0,187 595 0,-34-138 0,48 250 0,19 69 0,-14-75 0,-26-106 0,26 115 0,12 48 0,-23-103 0,19 50 0,-17 0 0,-59-279 0,67 274 0,-37-119 0,-49-115 0,-4-42 0,68 211 0,41 136 0,4-1 0,-6-89 0,-10-63 0,-50-273 0,68 401 0,-25-94 0,-10-82 0,-14-234 0,46 400 0,7 54 0,-3-75 0,10 81 0,-2-1 0,-3 0 0,-1 1 0,-2-1 0,-18-55 0,15 62 0,-7-45 0,14 55 0,-2 0 0,-2 0 0,0 0 0,-15-32 0,-17-19 0,-56-81 0,79 135 0,-2 1 0,0 0 0,-2 2 0,0 0 0,-2 2 0,0 0 0,-28-17 0,2 2 0,28 19 0,-1 1 0,-1 0 0,0 2 0,0 1 0,-31-12 0,-79-5 0,108 22 0,-1 2 0,1 1 0,-1 1 0,-34 0 0,0 0 0,-133 0 0,-215 24 0,273-11 0,-67 17 0,46-3 0,-78 10 0,112-14 0,-234 48 0,-310 36 0,452-60 0,136-25 0,-103 11 0,104-20-3285,53-4 726,0 0-1,1 1 0,0 1 0,1 1 1,-26 14-1,22-12-3320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5:35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11 5218,'-2'1'13470,"-12"-3"-10847,12 1-1898,1 0-451,-1 0 1,1 0-1,0 0 0,-1 0 1,1 1-1,-1-1 0,1 1 0,-1-1 1,0 1-1,1-1 0,-1 1 1,1 0-1,-1 0 0,-6 0 4256,-5 2-2169,31 35-2361,20 36 0,-8-12 0,139 244 0,-163-294 0,0-1 0,1 0 0,0-1 0,0 1 0,12 9 0,23 34 0,-13 0 72,-19-33-192,1 0 0,1-1 0,21 27 0,-29-41-724,1 1 1,-2 0-1,1 0 0,-1 0 1,0 1-1,3 9 1,15 24-5626,21 18-7225,-39-43 10524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5:36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146 934 4530,'-4'-5'585,"-3"-4"762,-1 0 0,2 0 0,-1-1 1,2 0-1,-1 0 0,1-1 0,-6-19 1,9 26-1005,0 0 0,0-1 1,0 1-1,-1 0 0,1 0 1,-1 0-1,0 0 1,0 1-1,-1-1 0,-3-3 1,-20-26 2650,26 30-2463,0-1 0,-1 0 1,0 1-1,0-1 1,0 1-1,0 0 0,-1 0 1,1-1-1,-8-5 1625,18 16-636,11 25 125,-16-27-1645,0 0 0,0 0 0,0 0 0,0 0 0,1 0 0,0-1 0,8 8 0,18 23 0,-19-17 0,2 0 0,0-2 0,1 1 0,1-2 0,23 20 0,-28-28 0,-1-1 0,1 1 0,-1 0 0,0 1 0,8 10 0,-4-6 0,1 0 0,0-1 0,0-1 0,1 0 0,29 14 0,-17-9 0,-21-12 0,1 0 0,-1 0 0,1-1 0,0 1 0,0-2 0,-1 1 0,10 0 0,-14-1 0,1-1 0,-1 0 0,1 0 0,-1 0 0,1 0 0,-1 0 0,1 0 0,-1-1 0,1 1 0,-1-1 0,1 0 0,-1 0 0,0 0 0,1 0 0,-1 0 0,0 0 0,0-1 0,0 1 0,0-1 0,0 1 0,0-1 0,2-2 0,-2-1 0,-1 1 0,0-1 0,0 1 0,0-1 0,-1 0 0,0 0 0,1 1 0,-2-1 0,1 0 0,-2-6 0,1-12 0,1 2 0,-2 1 0,0 0 0,-1-1 0,-1 1 0,-1 0 0,-1 1 0,0-1 0,-2 1 0,0 0 0,-1 1 0,-1 0 0,-21-28 0,24 36 0,0 0 0,1 0 0,0 0 0,0-1 0,-5-16 0,10 24 0,0-1 0,0 0 0,0 1 0,0-1 0,0 1 0,-1-1 0,0 1 0,0 0 0,0-1 0,0 1 0,0 0 0,0 0 0,-1 0 0,-4-3 0,-37-50 0,29 42 0,23 19 0,26 31 0,-31-33 0,1 0 0,0 0 0,0 0 0,0 0 0,0 0 0,0-1 0,1 0 0,-1 0 0,1 0 0,-1-1 0,1 1 0,5 0 0,17 7 0,67 55 0,-59-44 0,71 30 0,-66-32 0,-35-15 0,0 0 0,1-1 0,-1 0 0,0 0 0,1 0 0,0 0 0,-1-1 0,1 0 0,9 1 0,-3-2 0,-10 0 0,0 0 0,0 0 0,0 1 0,0-1 0,0-1 0,0 1 0,0 0 0,0 0 0,0-1 0,0 1 0,-1-1 0,1 0 0,3-1 0,-4 0 0,0 0 0,0 0 0,0 0 0,0 0 0,0 0 0,-1 0 0,1 0 0,-1 0 0,0-1 0,1 1 0,-1 0 0,0 0 0,0 0 0,-1-4 0,2-10 0,-1 10 0,1-1 0,-1 1 0,0 0 0,0 0 0,-1 0 0,0 0 0,0 0 0,-3-8 0,-14-34 0,7 16 0,-30-58 0,-9-2 0,-20-31 0,44 75 0,24 43 0,1 1 0,-1 0 0,0 0 0,0-1 0,0 2 0,0-1 0,-1 0 0,1 0 0,-1 1 0,0-1 0,0 1 0,-1 0 0,-4-4 0,14 9 0,-1 0 0,1 0 0,-1 0 0,0 0 0,0 1 0,0 0 0,0 0 0,-1 0 0,1 1 0,5 5 0,23 14 0,80 35 0,-104-52 0,-1 0 0,0 0 0,15 14 0,-16-14 0,-1 1 0,2-1 0,-1-1 0,1 0 0,11 7 0,117 54 0,-61-27 0,-73-38 0,0 0 0,1 0 0,-1 0 0,0 0 0,1-1 0,-1 1 0,0-1 0,1 0 0,-1 1 0,1-1 0,-1 0 0,1-1 0,2 1 0,-2-2 0,0 0 0,-1 0 0,1-1 0,0 1 0,-1-1 0,0 1 0,1-1 0,-1 0 0,3-6 0,-4 6 0,0-1 0,0 1 0,0-1 0,0 0 0,-1 0 0,1 0 0,-1 0 0,0 1 0,0-1 0,0 0 0,-2-5 0,1-8 0,1 9 0,-1 0 0,0 1 0,0-1 0,-5-15 0,3 16 0,1 0 0,1-1 0,-1 1 0,0-16 0,2 18 0,0 0 0,0 0 0,-1 0 0,0 0 0,0 0 0,0 0 0,-1 0 0,1 0 0,-1 1 0,-1-1 0,1 0 0,0 1 0,-1 0 0,-4-6 0,3 4 0,0 0 0,1 0 0,0 0 0,0 0 0,1-1 0,-1 1 0,0-9 0,1 10 0,1-1 0,-1 1 0,0 0 0,0 0 0,0 0 0,-1 0 0,0 0 0,-4-6 0,-1 2 0,4 5 0,1 0 0,-1 0 0,0-1 0,1 1 0,0-1 0,0 0 0,1 1 0,-1-1 0,1-1 0,0 1 0,0 0 0,-2-11 0,4 16 0,0-1 0,0 1 0,0-1 0,0 1 0,0-1 0,0 1 0,0-1 0,-1 1 0,1-1 0,0 1 0,0-1 0,0 1 0,-1 0 0,1-1 0,0 1 0,-1-1 0,1 1 0,0 0 0,-1-1 0,1 1 0,-1 0 0,1-1 0,0 1 0,-1 0 0,1 0 0,-1-1 0,1 1 0,-1 0 0,1 0 0,-1 0 0,1 0 0,-1 0 0,1 0 0,-1 0 0,1 0 0,-1 0 0,1 0 0,-1 0 0,1 0 0,-1 0 0,1 0 0,-1 0 0,1 0 0,-1 0 0,1 1 0,-1-1 0,0 0 0,1 1 0,4 2 0,-3-3 0,0 1 0,0-1 0,-1 1 0,1 0 0,0-1 0,0 1 0,0-1 0,-1 1 0,1 0 0,0 0 0,0 0 0,-1-1 0,1 1 0,-1 0 0,1 0 0,-1 0 0,1 0 0,-1 0 0,0 0 0,1 0 0,-1 0 0,0 0 0,0 1 0,1 2 0,0-1 0,-1 0 0,1 0 0,1 0 0,-1 0 0,0 0 0,1 0 0,-1 0 0,1 0 0,0-1 0,0 1 0,0 0 0,0-1 0,1 0 0,-1 1 0,4 1 0,10 13 0,3 9 0,-2 0 0,23 48 0,-26-45 0,37 53 0,159 209 0,-130-177 0,-27-26 0,-37-59 0,28 40 0,-15-32 0,44 74 0,-43-65-3837,-26-42 2948,0 1-1,-1 0 1,1 0-1,-1 0 1,0 0 0,-1 0-1,1 0 1,-1 1-1,0-1 1,0 1-1,-1 0 1,0-1-1,0 1 1,1 10-1,-2-7-2543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5:36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196 281 6451,'-12'-17'3074,"7"10"-1700,1 0 1,-1 0-1,-1 1 0,1 0 1,-9-7-1,10 10-919,-10-7 282,0-1 1,1 0 0,1-1 0,0-1 0,1 0 0,0 0 0,-13-21-1,8 13 572,15 21-1262,0-1-1,0 1 1,0-1-1,1 1 1,-1-1-1,0 1 1,0-1-1,1 0 1,-1 0-1,0 1 1,1-1-1,-1 0 1,1 0-1,-1 0 1,1 0-1,0 0 1,-1 1-1,1-1 1,0 0-1,-1 0 1,1 0-1,0 0 1,0 0-1,0 0 1,0 0-1,0 0 1,0 0-1,0 0 1,0 0-1,0 0 1,1 0-1,-1 0 1,0 0-1,1 0 1,0-1-1,8-6 493,-8 8-450,0-1 0,0 1 1,0-1-1,-1 0 0,1 1 1,0-1-1,0 0 0,0 1 1,-1-1-1,1 0 0,0 0 1,-1 1-1,1-1 0,-1 0 1,1 0-1,-1 0 0,1 0 1,-1 0-1,0 0 0,1 0 1,-1 0-1,0 0 0,0 0 1,0-1-1,0 1-58,0 0 0,0 1 0,0-1 0,1 0 0,-1 1 0,0-1 0,0 0 0,0 1 0,1-1 0,-1 1 0,0-1 0,0 0 0,1 1 0,-1-1 0,1 1 0,-1-1 0,0 1 0,1-1 0,-1 1 0,1-1 0,-1 1 0,1 0 0,-1-1 0,1 1 0,0 0 0,-1-1 0,1 1 0,-1 0 0,2-1 0,25 0 907,33 18 78,-43-11-1016,-11-4 0,-1 0 0,1 0 0,-1 0 0,1 0 0,-1 1 0,0 0 0,0 0 0,-1 1 0,1-1 0,-1 1 0,0 0 0,1 0 0,3 7 0,-2-4 0,38 59 0,-40-60 0,-1 0 0,0 0 0,0 0 0,-1 0 0,0 0 0,0 1 0,0-1 0,-1 1 0,1 9 0,-2 2 0,1-8 0,0 0 0,-1 0 0,-1 0 0,1 0 0,-2 0 0,1 0 0,-1 0 0,-1-1 0,0 1 0,0-1 0,0 0 0,-8 12 0,-9 10 26,12-17-73,-1-1 1,0 0-1,-1-1 1,-1 0-1,-15 15 1,-2-3-4576,-9 5-5803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5:37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1496 2801,'0'-120'16773,"0"119"-16530,0 0-1,0-1 0,-1 1 0,1 0 0,0 0 1,0 0-1,-1 0 0,1 0 0,-1 0 1,1 0-1,-1 0 0,1 0 0,-1 0 1,0 0-1,0 0 0,1 0 0,-1 0 0,0 0 1,0 1-1,-8-7 7167,9 9-6609,1 3-792,0 0 1,0 0-1,0 0 0,1 0 0,0 0 0,0 0 0,0-1 1,1 1-1,-1-1 0,1 1 0,0-1 0,0 0 0,0 0 1,1-1-1,0 1 0,4 3 0,-5-4-8,-1-1 0,1 1 0,-1-1 0,0 1 0,0 0 0,-1 0 0,1-1 0,0 1 0,-1 1 0,2 3 0,-2-3 0,1 0 0,-1-1 0,1 1 0,0-1 0,0 1 0,1-1 0,-1 0 0,1 1 0,-1-1 0,7 5 0,8 5 0,0 0 0,1-1 0,1 0 0,0-2 0,28 12 0,-4-9 0,-27-7 0,0-1 0,0-1 0,0 0 0,0-2 0,33 2 0,-34-4 0,-11 1 0,-1 0 0,1-1 0,-1 0 0,1 0 0,-1 0 0,1 0 0,-1 0 0,1-1 0,-1 1 0,1-1 0,-1 0 0,0 0 0,0-1 0,1 1 0,-1-1 0,0 1 0,0-1 0,0 0 0,0 0 0,-1 0 0,1-1 0,-1 1 0,5-5 0,-3 1 0,23-39 0,-26 41 0,1 1 0,-1 0 0,0-1 0,0 1 0,0-1 0,0 1 0,0-1 0,-1 0 0,0 1 0,0-1 0,0 0 0,0 1 0,-1-6 0,-3-4 0,-3-14 0,-1 1 0,-17-38 0,-5-8 0,21 49 0,0 0 0,-21-35 0,-2 5 0,12 16 0,-3 2 0,-43-54 0,22 45 0,27 28 0,0-2 0,-19-23 0,18 21 0,18 21 0,0-1 0,0 0 0,0 0 0,0 0 0,0 0 0,0 0 0,0 0 0,0 1 0,0-1 0,0 0 0,0 0 0,0 0 0,0 0 0,0 0 0,-1 0 0,1 0 0,0 0 0,0 1 0,0-1 0,0 0 0,0 0 0,0 0 0,-1 0 0,1 0 0,0 0 0,0 0 0,6 9 0,1 1 0,0 0 0,0-1 0,1 1 0,1-2 0,-1 1 0,15 10 0,114 99 0,-102-91 0,-19-14 0,2 0 0,27 16 0,107 48 0,-151-76 0,1 0 0,-1-1 0,1 1 0,-1 0 0,1-1 0,-1 0 0,1 1 0,-1-1 0,1 0 0,-1 0 0,1 0 0,0 0 0,-1 0 0,1 0 0,-1 0 0,1 0 0,-1-1 0,1 1 0,-1 0 0,1-1 0,-1 0 0,1 1 0,-1-1 0,1 0 0,-1 0 0,0 0 0,0 1 0,1-1 0,-1-1 0,0 1 0,0 0 0,0 0 0,0 0 0,0-1 0,1-1 0,0 0 0,-1 0 0,1 0 0,-1 0 0,0 0 0,0 0 0,0 0 0,0 0 0,0-1 0,-1 1 0,0 0 0,1 0 0,-1-1 0,0 1 0,0 0 0,-1 0 0,1-1 0,-3-5 0,-5-17 0,-26-57 0,21 33 0,12 42 0,-1 0 0,1 0 0,-1 0 0,-1 1 0,-3-9 0,-30-28 0,12-7 0,20 39 0,-1 1 0,0 0 0,-13-21 0,4 13 0,-2-2 0,-24-46 0,35 58 0,-1-1 0,0 1 0,0 0 0,0 0 0,-15-13 0,-23-32 0,37 45 0,3 1 0,-2 0 0,1 0 0,-1 1 0,0-1 0,-1 1 0,0 1 0,0 0 0,-10-8 0,15 13 0,1 0 0,-1 0 0,1 0 0,-1 0 0,1-1 0,0 1 0,0-1 0,-1 1 0,1-1 0,0 1 0,0-1 0,1 1 0,-1-1 0,0 0 0,0 0 0,1 1 0,-1-4 0,1 6 0,0 1 0,0 1 0,1 0 0,-1 0 0,1 0 0,0 0 0,0 0 0,0-1 0,0 1 0,1 0 0,-1 0 0,1-1 0,0 1 0,-1-1 0,1 0 0,0 1 0,5 3 0,10 15 0,55 87 0,-57-84 0,2 0 0,1 0 0,1-2 0,28 27 0,4 5 0,-17-14 0,-1-2 0,1-1 0,57 47 0,-85-79 0,11 7 0,0 2 0,-2 0 0,1 1 0,15 20 0,-24-27 0,1 0 0,0 0 0,0 0 0,16 9 0,-13-9 0,0 1 0,0 0 0,12 13 0,14 16-3520,-12-12-1367,-37-37 1171,11 11 3496,0-1-1,1 0 0,-1 1 1,1-1-1,-1 0 1,1 0-1,0 1 1,-1-1-1,1 0 0,0 0 1,-1 0-1,1 1 1,0-1-1,0 0 1,0 0-1,0 0 0,0 0 1,0 1-1,0-2 1,-2-11-1708,-40-40-1815,-57-77 2086,62 79 1932,-51-50-1,50 59 1020,-58-83 1,-29-53 4787,65 95-2453,42 54-1426,-27-58 1,32 59-1772,8 17-344,1 0-1,1 0 0,0-1 0,1 1 1,0-1-1,0 1 0,1-1 0,1 0 0,1-18 1,-1 4-43,1 23-51,-1-1-1,0 1 0,1-1 1,-1 1-1,1 0 0,0-1 1,0 1-1,0 0 0,1 0 0,-1-1 1,1 1-1,0 0 0,-1 1 1,1-1-1,1 0 0,3-4 1,12-17-329,-13 9-140,-4 14 397,-1-1 0,0 1 1,1 0-1,-1-1 0,0 1 0,1 0 0,0 0 1,-1-1-1,1 1 0,0 0 0,0 0 0,-1 0 1,1 0-1,0 0 0,0 0 0,0 0 1,0 0-1,1 0 0,-1 1 0,0-1 0,0 0 1,0 1-1,1-1 0,1 0 0,2-1-426,1 0-1,0 1 1,0-1 0,0 1-1,0 1 1,0-1-1,0 1 1,0 0 0,0 0-1,0 1 1,0-1-1,-1 2 1,1-1 0,0 0-1,0 1 1,-1 0-1,1 1 1,-1-1 0,1 1-1,-1 0 1,0 0-1,0 1 1,0-1-1,-1 1 1,1 0 0,-1 0-1,0 1 1,0-1-1,4 9 1,5 4-207,-2 1 0,0 1 1,-2 0-1,0 0 0,-1 1 0,8 28 0,-9-27 1171,2 1-1,0-2 0,1 1 0,25 37 0,-16-26 602,6 6 415,-17-28-850,-1 0 0,-1 1 1,0 0-1,6 15 0,-9-19-103,1-1 1,-1 0-1,2 0 1,-1 0-1,0 0 0,1 0 1,0-1-1,0 0 1,1 0-1,0 0 0,-1-1 1,1 0-1,1 0 0,9 4 1,-12-5-264,0-1 0,0 0 0,0-1 0,0 1 1,0-1-1,0 0 0,1 0 0,-1 0 0,0 0 0,1-1 1,-1 0-1,1 0 0,-1 0 0,1 0 0,-1-1 0,0 0 0,1 0 1,-1 0-1,0 0 0,0-1 0,0 1 0,0-1 0,0 0 0,0 0 1,6-5-1,4-5 343,-11 10-449,0-1-1,0 1 1,0-1-1,0 0 1,0 1-1,-1-1 1,1-1-1,-1 1 0,0 0 1,0-1-1,0 1 1,-1-1-1,1 1 1,1-7-1,1-3 122,0 1 0,-2-1-1,1 0 1,-1-1 0,-1 1 0,-1 0 0,0 0-1,0-1 1,-3-14 0,1 19-275,-1 0 0,1 0 0,-2 0 0,1 0 0,-1 0 0,0 1 0,-1-1 0,-11-14 0,1 2 0,15 20 0,-1-1 0,1 1 0,-1-1 0,0 1 0,0 0 0,0-1 0,0 1 0,0 0 0,0 0 0,0 0 0,0 0 0,0 0 0,0 0 0,-1 0 0,1 0 0,0 0 0,-1 0 0,1 1 0,-1-1 0,1 1 0,-1-1 0,1 1 0,-1-1 0,1 1 0,-1 0 0,1 0 0,-1 0 0,0 0 0,1 0 0,-1 0 0,1 0 0,-1 0 0,1 1 0,-1-1 0,1 1 0,-1-1 0,1 1 0,-1 0 0,-1 1 0,-5 1 0,1 1 0,-1 1 0,1-1 0,0 1 0,1 0 0,-1 1 0,1 0 0,0 0 0,0 0 0,1 1 0,0 0 0,0 0 0,-4 8 0,7-12 0,-7 12 0,1 0 0,1 1 0,0 0 0,-8 30 0,11-32 0,3-11 0,0 0 0,1 0 0,-1 0 0,1 0 0,0 1 0,0-1 0,0 0 0,1 0 0,-1 1 0,1-1 0,-1 0 0,1 0 0,0 0 0,0 0 0,0 0 0,1 0 0,-1 0 0,3 3 0,5 13 0,-3 5 0,-5-20 0,0 1 0,1-1 0,-1 1 0,1-1 0,0 1 0,0-1 0,0 0 0,1 0 0,0 0 0,-1 0 0,7 5 0,10 13 0,2-1 0,0-1 0,2-2 0,30 22 0,-36-31 0,0-1 0,1-1 0,0 0 0,0-1 0,1-1 0,-1-1 0,1 0 0,0-2 0,21 1 0,-26-2 0,0-2 0,1 0 0,-1 0 0,0-1 0,0-1 0,0-1 0,0 0 0,-1 0 0,1-2 0,-1 1 0,0-2 0,18-11 0,8-7-683,-32 22 227,-1-1 1,0 1 0,0-1-1,-1 0 1,1 0 0,-1-1-1,0 0 1,0 0-1,0 0 1,-1 0 0,0-1-1,0 0 1,0 0 0,-1 0-1,3-6 1,11-59-10059,-13 51 7915,-1-24-3099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5:41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5503 349 4002,'17'-5'3487,"-15"-14"-190,-2 14-2910,-1 3-345,-1 1 1,1-1-1,-1 0 0,1 0 1,-1 1-1,0-1 0,0 1 1,0-1-1,0 1 0,0 0 0,0 0 1,0 0-1,0 0 0,-1 0 1,1 0-1,0 0 0,0 1 1,-1 0-1,1-1 0,-4 1 1,-93-11 3203,-2 10 883,23-2-3215,0 4 1,0 3 0,-112 21 0,-64 13 944,110-1-805,-50 9 347,87-27-814,-181 24 1032,-21-12 179,-368-7-445,446-35-1353,-224 11 0,271 11 0,179-11 0,1 0 0,0 1 0,-1-1 0,1 1 0,0 0 0,0 0 0,-6 3 0,6-3 0,-1 1 0,1-1 0,-1 0 0,1 0 0,-1 0 0,0-1 0,-6 1 0,-29-1 0,0 3 0,-40 7 0,72-8 0,0-1 0,-1 0 0,0 0 0,1-1 0,-1 0 0,-10-1 0,-40 1 0,-74 22 0,73-14 0,18-4 0,-24 1 0,-28 5 0,81-8 0,0 0 0,0 0 0,0-1 0,0-1 0,0 0 0,-15-3 0,12 1 0,0 2 0,0-1 0,-26 4 0,19 1 0,0-2 0,0 0 0,0-2 0,-1 0 0,1-2 0,-24-4 0,22 3 0,0 0 0,-1 2 0,-46 4 0,5-1 0,42-2 0,1 0 0,0 2 0,0 0 0,0 2 0,-43 12 0,40-11 0,23-5 0,0 0 0,1 0 0,-1 1 0,0-1 0,1 1 0,-1 0 0,1 0 0,-1 1 0,1-1 0,-4 3 0,4-2 0,2 0 0,-1-1 0,1 0 0,-1 0 0,1 0 0,-1 0 0,0 0 0,1 0 0,-1 0 0,0-1 0,0 1 0,1-1 0,-1 1 0,-4 0 0,5-1 0,0 0 0,0 0 0,0 1 0,1-1 0,-1 0 0,0 1 0,0-1 0,0 1 0,0-1 0,1 1 0,-1-1 0,0 1 0,0 0 0,1-1 0,-1 1 0,1 0 0,-1 0 0,0-1 0,1 1 0,-1 1 0,-8 8 0,-3-7 0,10-3 0,0 0 0,1 0 0,-1 0 0,0 1 0,1-1 0,-1 1 0,0-1 0,1 1 0,-1 0 0,1-1 0,-1 1 0,1 0 0,0 0 0,-1 0 0,-1 2 0,-2 3 0,-1 0 0,0 0 0,0 0 0,0-1 0,-9 6 0,10-8 0,0 1 0,0 0 0,0 0 0,1 0 0,0 0 0,0 1 0,0-1 0,0 1 0,-6 10 0,9-12 0,-1 0 0,1-1 0,-1 1 0,0-1 0,0 1 0,0-1 0,0 0 0,0 1 0,-1-1 0,-3 2 0,4-2 0,-1-1 0,1 1 0,0 0 0,1 0 0,-1-1 0,0 1 0,0 0 0,1 1 0,-1-1 0,-1 3 0,-15 21 0,17-25 0,0 0 0,0 0 0,0 0 0,0 1 0,0-1 0,0 0 0,0 1 0,0-1 0,1 1 0,-1-1 0,0 0 0,1 1 0,-1 0 0,1-1 0,0 1 0,-1-1 0,1 1 0,0-1 0,0 3 0,0-2 0,0 0 0,0 0 0,0 0 0,-1 0 0,1-1 0,0 1 0,-1 0 0,0 0 0,1 0 0,-1-1 0,0 1 0,0 0 0,0-1 0,0 1 0,0 0 0,-1-1 0,-2 3 0,-12 20 0,12-16 0,2-5 0,1 1 0,-1 0 0,1-1 0,-1 1 0,1 0 0,0 0 0,1 0 0,-1 0 0,0 7 0,1-10 0,0 0 0,0 1 0,0-1 0,0 0 0,0 1 0,-1-1 0,1 0 0,-1 0 0,1 0 0,-1 1 0,1-1 0,-1 0 0,0 0 0,1 0 0,-1 0 0,0 0 0,0 0 0,0 0 0,0 0 0,0 0 0,-2 1 0,2-2 0,0 1 0,0 0 0,0 0 0,0 0 0,0 0 0,0 0 0,1 0 0,-1 0 0,0 0 0,0 0 0,1 0 0,-1 1 0,1-1 0,-1 0 0,1 0 0,-1 0 0,1 1 0,0-1 0,-1 0 0,1 1 0,0 2 0,0-1 0,0 1 0,0 0 0,-1 0 0,1 0 0,-1 0 0,0-1 0,0 1 0,-1 0 0,1-1 0,-1 1 0,-2 4 0,2-4 0,-1 7 0,1-1 0,1 1 0,0 0 0,0-1 0,1 1 0,0 0 0,3 14 0,-2 11 0,-1-31 0,-1 0 0,1 1 0,-1-1 0,-1 0 0,1 1 0,-1-1 0,0 0 0,-3 5 0,3-5 0,0-1 0,0 1 0,0 0 0,0 0 0,1 0 0,0 0 0,-1 10 0,2 241 0,1-249 0,-1 0 0,1 0 0,1 0 0,-1 0 0,1 0 0,5 12 0,-4-13 0,0 1 0,-1 0 0,0 0 0,-1 0 0,1-1 0,-1 15 0,-1-2 0,1 1 0,0 0 0,2-1 0,0 1 0,1-1 0,8 23 0,-1-6 0,-5-16 0,1-1 0,13 29 0,-1 1 0,-14-37 0,-1 0 0,1 0 0,1-1 0,8 14 0,-10-18 0,0 1 0,0-1 0,-1 1 0,4 12 0,-4-11 0,0 0 0,0-1 0,1 1 0,8 11 0,7 11 0,3-1 0,0-1 0,1-1 0,2-1 0,51 42 0,-65-61 0,1 0 0,-1 0 0,1-1 0,1-1 0,-1 0 0,1-1 0,0 0 0,0-1 0,1 0 0,-1-1 0,24 2 0,21-1 0,-38-1 0,1-2 0,37-1 0,20-6 0,-31 3 0,0-2 0,70-17 0,-87 16 0,50-6 0,-54 10 0,-1-2 0,49-13 0,177-47 0,-235 60 0,218-36 0,-125 20 0,-70 11 0,52-3 0,98-16 0,27 2 0,-92 7 0,40-3 0,45-5 0,-134 22 0,236-26 0,-46 4 0,-82 10 0,174-6 0,-180 7 0,-97 7 0,72-10 0,-10-8 0,-4 1 0,-13 0 0,-105 23 0,0 0 0,0-2 0,29-9 0,78-26 0,-77 30 0,-42 10 0,-1-1 0,1-1 0,0 1 0,0-1 0,-1-1 0,1 1 0,6-5 0,18-3 0,-30 9 0,0 1 0,0 0 0,0-1 0,0 1 0,0-1 0,0 0 0,0 1 0,0-1 0,0 0 0,0 0 0,-1 0 0,1-1 0,0 1 0,-1 0 0,3-3 0,-1 1 0,0 0 0,-1 1 0,1-1 0,0 1 0,1-1 0,-1 1 0,0 0 0,1 0 0,6-2 0,-7 3 0,-1 0 0,1 0 0,0 0 0,-1-1 0,1 1 0,-1-1 0,1 0 0,-1 0 0,0 0 0,0 0 0,0 0 0,0 0 0,0 0 0,2-5 0,43-68 0,-46 72 0,0 0 0,0 1 0,-1-1 0,1 0 0,-1 0 0,1 0 0,-1 1 0,0-1 0,0 0 0,-2-5 0,2 6 0,0 0 0,-1 0 0,1 1 0,0-1 0,0 0 0,0 0 0,0 1 0,0-1 0,1 0 0,-1 0 0,1 1 0,-1-1 0,1 0 0,-1 1 0,1-1 0,1-2 0,5-4 0,-5 6 0,-1 1 0,1-1 0,-1 0 0,1 0 0,-1 1 0,0-1 0,0 0 0,0 0 0,0 0 0,0 0 0,0-1 0,0 1 0,-1 0 0,1 0 0,-1 0 0,1-1 0,-1 1 0,0 0 0,0 0 0,0-1 0,0 1 0,-1 0 0,1 0 0,-1 0 0,1-1 0,-1 1 0,0 0 0,-1-4 0,-7-10 0,7 13 0,0-1 0,1 1 0,-1 0 0,0-1 0,1 1 0,0 0 0,0-1 0,0 0 0,1 1 0,-1-1 0,0-7 0,0-28 0,-2 0 0,-8-41 0,8 40 0,-2-2 0,-1 25 0,-27-96 0,-30-107 0,42 152 0,-4-11 0,22 67 0,-1-11 0,-1 1 0,0 0 0,-2 0 0,-12-25 0,-1-13 0,17 49 0,0-1 0,-1 1 0,-1-1 0,-7-13 0,4 8 0,0-1 0,1 0 0,-5-21 0,4 11 0,-20-76 0,19 86 0,7 14 0,0 0 0,0 1 0,0-1 0,1 0 0,-1 0 0,1 0 0,0-1 0,0 1 0,1 0 0,-1-6 0,1 6 0,0-1 0,-1 0 0,0 1 0,0-1 0,0 1 0,0-1 0,-4-6 0,4 7 0,-1 0 0,1 0 0,0 0 0,0 0 0,0 0 0,0 0 0,0-6 0,1 6 0,0 0 0,0 1 0,-1-1 0,0 0 0,0 1 0,0-1 0,0 1 0,0 0 0,-1-1 0,-3-5 0,3 6 0,0-1 0,0 0 0,0 1 0,1-1 0,0 0 0,-1 0 0,1 0 0,1 0 0,-1 0 0,1 0 0,-1-4 0,1 6 0,-3-29 45,3 30-54,-1 0 1,1 1 0,-1-1 0,1 0-1,-1 1 1,1-1 0,-1 1-1,0-1 1,1 1 0,-1-1 0,0 1-1,1-1 1,-1 1 0,0 0 0,0-1-1,1 1 1,-1 0 0,0 0-1,0-1 1,0 1 0,0 0 0,1 0-1,-1 0 1,0 0 0,0 0 0,-1 0-1,-3 0-1685,-11 15-9585,-15-3-2109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5:41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11 240,'0'-9'606,"5"7"3380,-4 2-3461,0 0 0,1 0 1,-1 1-1,1-1 0,-1 0 1,0 1-1,1-1 1,-1 0-1,0 1 0,0 0 1,1-1-1,-1 1 0,0 0 1,0 0-1,0-1 1,1 3-1,22 35 4513,0 2-2309,-13-26-1915,-1 0 0,0 1 0,-1 0 1,-1 1-1,7 16 0,20 39 1651,130 173 1422,69 62-3887,-183-233 0,20 26 0,6 13-439,-17-23-677,-42-67-106,-12-16 460,0 0 0,0 1 0,-1 0 0,0 0 0,0 0 1,-1 0-1,0 1 0,0 0 0,0 0 0,-1 0 0,-1 0 0,1 1 0,0 9 1,-2-15 40,-1 1 1,0-1 0,1 0-1,0 1 1,0-1 0,0 0-1,0 1 1,3 4 0,5 23-7161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5:42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1084 1553,'-10'-27'2506,"-2"0"1,0 1 0,-2 1-1,-27-40 1,-6 4-388,27 34-540,-31-53 1,44 69-1098,-37-86 5465,42 88-5362,0 0-1,0-1 1,1 1-1,0-1 1,1 1-1,0-1 1,1 1-1,0-1 1,0 1-1,4-14 1,1 16-562,-1 1 0,1-1 0,1 1-1,-1 0 1,1 1 0,0-1 0,0 1 0,1 1 0,0-1 0,0 1 0,0 1 0,0-1 0,0 2 0,1-1 0,-1 1-1,1 0 1,-1 1 0,1 0 0,0 0 0,0 1 0,12 0 0,-5 1-20,-1 1 1,1 0-1,0 1 0,0 0 1,-1 1-1,0 1 0,0 1 1,0 0-1,-1 0 0,0 2 1,18 11-1,9 11-3,-10-9 0,-2 0 0,0 3 0,-1 0 0,-2 2 0,24 29 0,-23-21 0,-4-7 0,-2 1 0,0 1 0,-2 1 0,-1 1 0,23 57 0,-32-65 0,-2-5 0,0 1 0,-1 0 0,-1 0 0,-1 1 0,-1-1 0,2 33 0,-5-22 0,-1 0 0,-2 1 0,-8 42 0,8-61 0,-1-1 0,0 1 0,0-1 0,-1 1 0,0-1 0,-1-1 0,0 1 0,-1-1 0,0 0 0,-1-1 0,-15 16 0,13-15 0,-6 4 0,0 0 0,-20 13 0,30-23 0,0-1 0,0 1 0,0-1 0,-1-1 0,1 1 0,-1-1 0,0 0 0,0-1 0,1 1 0,-1-1 0,-8 0 0,9-2 0,0 0 0,0 0 0,0 0 0,0-1 0,0 1 0,1-1 0,-1-1 0,1 1 0,-1-1 0,1 0 0,0 0 0,0-1 0,0 1 0,0-1 0,1 0 0,0-1 0,0 1 0,-6-8 0,3 3 0,1 0 0,-1-1 0,2 0 0,-1-1 0,1 1 0,1-1 0,0 0 0,1 0 0,-3-12 0,-7-32 0,9 45 0,1 0 0,1-1 0,-1 1 0,2-1 0,0 1 0,0-1 0,0 0 0,2 1 0,0-13 0,26-98 0,-24 107 0,0 0 0,1 1 0,0-1 0,1 1 0,1 0 0,0 0 0,0 1 0,14-20 0,-2 10 0,0 0 0,1 1 0,22-19 0,-34 35 0,0-1 0,0 1 0,1 0 0,0 1 0,0 0 0,0 0 0,0 1 0,1 0 0,-1 0 0,11-1 0,1 0 0,1 1 0,36 1 0,-39 3 0,0 0 0,0 1 0,-1 1 0,0 1 0,1 1 0,-1 0 0,-1 1 0,26 13 0,5 7 0,64 46 0,-70-44 0,-28-18 0,0 1 0,-1 0 0,0 1 0,12 16 0,22 22 0,-2 5 0,-39-38 0,-5-13 0,0-11 0,1-12 0,-1 13 0,1 0 0,-1 0 0,0 0 0,0 0 0,-1 0 0,0 0 0,0 1 0,-3-10 0,-4 0 0,6 11 0,0 0 0,0 1 0,0-1 0,1 0 0,-1 0 0,1 0 0,0 0 0,0 0 0,1 0 0,-1 0 0,1-8 0,-2-4 0,1 0 0,-2 1 0,0-1 0,-11-27 0,9 26 0,0 1 0,0-1 0,2 0 0,0 0 0,0-18 0,3-135 0,0 167 0,0-1 0,1 1 0,-1 0 0,1-1 0,0 1 0,0 0 0,0 0 0,0 0 0,0 0 0,1 0 0,-1 0 0,3-4 0,-2 5 0,0-1 0,-1 1 0,1-1 0,-1 0 0,0 0 0,0 0 0,0 0 0,0 0 0,0 0 0,-1 0 0,1 0 0,-1-3 0,0 4 0,0 0 0,0 0 0,1 0 0,-1 0 0,1 0 0,-1 0 0,1 0 0,0 0 0,-1 0 0,1 0 0,0 0 0,0 0 0,2-1 0,-2 1 0,0 1 0,0-1 0,0 1 0,0-1 0,-1 1 0,1-1 0,0 1 0,-1-1 0,1 1 0,-1-1 0,0 0 0,0 1 0,1-3 0,-1 4 0,0-1 0,0 0 0,0 1 0,1-1 0,-1 1 0,0-1 0,0 0 0,1 1 0,-1-1 0,0 1 0,1-1 0,-1 1 0,0-1 0,1 1 0,-1 0 0,1-1 0,-1 1 0,1-1 0,-1 1 0,1 0 0,-1 0 0,1-1 0,0 1 0,-1 0 0,1 0 0,-1-1 0,1 1 0,-1 0 0,1 0 0,0 0 0,-1 0 0,1 0 0,0 0 0,-1 0 0,1 0 0,-1 0 0,1 0 0,0 0 0,-1 1 0,1-1 0,-1 0 0,1 0 0,-1 1 0,1-1 0,0 0 0,-1 1 0,1-1 0,-1 0 0,1 1 0,-1-1 0,0 1 0,1-1 0,-1 1 0,1-1 0,-1 1 0,0-1 0,0 1 0,1-1 0,-1 1 0,0-1 0,0 1 0,1 0 0,-1 0 0,0 0 0,0 0 0,0 0 0,0 1 0,0-1 0,1 0 0,-1 0 0,0 0 0,1 0 0,-1 0 0,1 0 0,-1 0 0,1 0 0,-1 0 0,1 0 0,-1-1 0,1 1 0,0 0 0,0 0 0,0 0 0,-1-1 0,1 1 0,1 0 0,0 0 0,-1 0 0,0 0 0,0 0 0,0 0 0,0 0 0,0 0 0,0 1 0,0-1 0,0 0 0,0 1 0,-1-1 0,1 0 0,0 1 0,-1-1 0,1 1 0,-1-1 0,0 1 0,1-1 0,-1 1 0,0-1 0,0 1 0,0 2 0,0 21 0,1 1 0,2-1 0,0 0 0,2 0 0,1 0 0,0 0 0,12 25 0,-9-28 0,-6-14 0,-1-1 0,2 1 0,-1-1 0,1 0 0,1 0 0,-1 0 0,1-1 0,6 8 0,-8-11 0,0 1 0,-1-1 0,1 1 0,-1 0 0,0 0 0,0 0 0,1 4 0,-2-5 0,-1-1 0,1 0 0,0 1 0,0-1 0,1 0 0,-1 0 0,0 0 0,1 0 0,-1 0 0,1 0 0,-1 0 0,1-1 0,0 1 0,0-1 0,0 1 0,3 1 0,17 10 0,-19-9 0,1-2 0,0 1 0,0 0 0,0-1 0,0 0 0,0 0 0,0 0 0,0 0 0,1-1 0,-1 1 0,1-1 0,-1 0 0,1-1 0,0 1 0,-1-1 0,1 0 0,0 0 0,-1 0 0,9-2 0,6-4 0,37-15 0,-53 19 0,1 1 0,-1-1 0,0 0 0,0-1 0,0 1 0,0-1 0,0 1 0,0-1 0,-1 0 0,1 0 0,-1 0 0,0 0 0,3-6 0,9-19 0,-10 21 0,1-1 0,-1 0 0,-1 0 0,1 0 0,-1 0 0,-1 0 0,1-1 0,-1 1 0,-1-1 0,0 0 0,0 1 0,-1-1 0,0-13 0,-5 0 0,0 1 0,0 0 0,-1 0 0,-15-32 0,-7-12 0,-10-24 0,33 81 0,1 1 0,-1-1 0,-1 1 0,1 0 0,-1 0 0,0 0 0,-1 1 0,-10-8 0,17 14 0,-10-8 0,-1 0 0,1 1 0,-1 1 0,-1 0 0,1 0 0,-1 1 0,-17-5 0,0 3 0,26 5 0,-1 1 0,-1-1 0,1 1 0,0 0 0,0 1 0,0-1 0,0 1 0,-1 0 0,1 0 0,0 0 0,0 0 0,-1 1 0,1 0 0,-8 2 0,-32 9 0,33-10 0,0 0 0,0 2 0,0-1 0,1 1 0,-14 8 0,8-1 0,39-19 0,22-8 0,-32 14 0,-3 0 0,1 0 0,-2 0 0,1-1 0,0 0 0,0-1 0,-1 0 0,0 0 0,14-9 0,23-17 0,-39 26 0,0 0 0,-1-1 0,1 1 0,-1-1 0,0-1 0,6-5 0,-6 5 0,1-1 0,0 1 0,1 1 0,-1 0 0,13-7 0,-14 9 0,0 0 0,0-1 0,0 0 0,0 0 0,-1-1 0,0 1 0,0-1 0,0 0 0,0 0 0,-1-1 0,0 0 0,4-7 0,13-13 0,-19 25 0,0-1 0,0 0 0,0 0 0,-1 0 0,1 0 0,0 0 0,-1-1 0,0 1 0,1 0 0,-1-1 0,0 1 0,0-1 0,0 1 0,-1-1 0,1 0 0,0 1 0,-1-1 0,0 0 0,0-4 0,1 3 0,0 1 0,0-1 0,1 1 0,-1-1 0,1 1 0,-1-1 0,1 1 0,0 0 0,4-4 0,-1 15 0,10 9 0,-1 1 0,0 1 0,-1 0 0,-1 1 0,-1 0 0,16 42 0,-9-21 0,25 40 0,-1-9 0,35 55 0,-56-93 0,28 57 0,-10-16 0,34 48 0,-43-60 0,-3-23 0,16 27 0,-13-16 0,-20-36 0,-1 0 0,11 28 0,-8-1-2628,-8-23-456,-1 1 0,0 0 0,-1 24 0,-5-38-2236,-7-1 3986,4-2-3204,1-15 1993,-18 1 528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5:42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167 277 7732,'-11'-19'3840,"-1"1"0,-1 0 1,-1 0-1,-17-16 1,-10-6 1586,9-3-4920,30 41-512,1 0-1,-1 0 0,1 0 1,0 0-1,0-1 1,0 1-1,0-1 0,1 1 1,-1 0-1,0-1 0,1 1 1,0-1-1,0 1 1,0-1-1,0 0 0,0 1 1,0-3-1,2 2 6,0 0 0,0 0 0,-1 1 0,1-1 0,1 0 0,-1 1 0,0 0 0,1 0 0,-1-1 0,1 1 0,0 1 0,-1-1 0,1 0 0,0 1 0,0-1 0,0 1 0,0 0 0,0 0 0,1 0 0,-1 1 0,0-1 0,0 1 0,1-1 0,5 1 0,3 1 0,0 0 0,0 0 0,0 1 0,0 0 0,-1 1 0,14 5 0,-9 1 0,-1 1 0,0 0 0,-1 1 0,0 1 0,-1 0 0,0 1 0,17 22 0,-25-24 0,-1 0 0,0 0 0,-1 0 0,0 0 0,0 1 0,-1-1 0,-1 1 0,0 20 0,0-22 0,-1-2 0,1 0 0,-1 0 0,-1 1 0,1-1 0,-1 0 0,-1 0 0,0 0 0,0 0 0,0-1 0,-1 1 0,-6 12 0,-12 13 32,15-22-249,0-1 1,-1 0-1,-1 0 1,0 0-1,-12 12 1,-17 10-3536,-15 22-6017,27-28 4524,-18 1-334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5:43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1017 10693,'-27'35'13373,"8"-12"-7455,3 1-3415,16-23-2493,-1 0-1,1 0 1,0-1 0,-1 1 0,1 0 0,-1-1-1,1 1 1,-1 0 0,1-1 0,-1 1 0,1 0-1,-1-1 1,1 1 0,-1-1 0,0 1 0,0-1-1,1 0 1,-1 1 0,0-1 0,0 0-1,1 1 1,-1-1 0,0 0 0,0 0 0,0 0-1,1 0 1,-1 1 0,0-1 0,0 0 0,-1-1-1,1 1-32,8-3 23,9-16 0,0-1 0,104-87 0,-91 80 0,32-23 0,21-19 0,-48 41 0,44-30 0,21-17 0,211-174 0,-45 33 0,-229 190 0,-22 16 0,0 0 0,0-1 0,-1-1 0,0 0 0,21-27 0,-30 33 0,1 1 0,0-1 0,0 1 0,1 0 0,0 1 0,-1-1 0,2 1 0,10-6 0,13-10 0,-33 21-2282,-19 15-6605,-7 9-620,15-9 6124,-11 21 195,-18 4 565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5:43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264 653 1633,'-16'22'2319,"-2"-1"1,-37 35-1,37-40-195,2 1 0,0 0 0,0 1 0,-18 30 0,30-41-1642,-1-1 0,0-1-1,0 1 1,0-1 0,-1 0-1,-11 8 1,-5 5 495,16-9-135,14-10 236,12-7 150,118-84 2772,-40 24-1941,-51 35-2059,62-56 0,22-17 0,123-65 0,-217 145 0,61-52 0,-30 21 0,-15 23 0,-42 28 0,-1 0 0,0 0 0,0-1 0,0-1 0,-1 0 0,14-14 0,4-6-543,-24 26 292,0 0 1,0-1-1,0 0 0,0 0 0,0 0 0,-1 0 0,1 0 0,-1 0 1,0 0-1,0-1 0,0 0 0,0 1 0,-1-1 0,1 0 0,-1 0 0,0 1 1,1-6-1,-3 7-249,1 1 1,-1 0 0,1 0 0,-1-1-1,0 1 1,0 0 0,1 0-1,-1 0 1,0 0 0,0 0 0,0 0-1,0 0 1,0 0 0,0 1 0,-1-1-1,1 0 1,0 1 0,0-1-1,0 1 1,-1-1 0,1 1 0,0-1-1,-1 1 1,1 0 0,0 0 0,-1 0-1,-2 0 1,-6-3-2193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5:44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1151 3442,'0'4'737,"-2"17"4405,2-21-5031,0 1 0,-1-1 1,1 1-1,0-1 0,-1 0 1,1 1-1,0-1 0,-1 1 1,1-1-1,-1 0 0,1 1 1,-1-1-1,1 0 0,-1 1 1,1-1-1,-1 0 1,1 0-1,-1 0 0,1 1 1,-1-1-1,1 0 0,-1 0 1,1 0-1,-1 0 0,1 0 1,-1 0-1,1 0 0,-5 0 2783,21-3-973,-2-9 174,27-18 2229,-3 5-549,60-51 1,-24 17-2389,103-86-1193,-44 34-231,126-99 37,-257 209 0,59-46 0,-1-2 0,102-110 0,-147 143 0,0 1 0,28-21 0,-29 25 0,0 0 0,0-1 0,16-20 0,20-37 0,-41 59-186,16-20-2683,-25 29 2797,0 1 1,0 0-1,1 0 1,-1-1 0,0 1-1,0 0 1,0 0 0,0-1-1,1 1 1,-1 0-1,0-1 1,0 1 0,0 0-1,0-1 1,0 1-1,0 0 1,0-1 0,0 1-1,0 0 1,0-1-1,0 1 1,0 0 0,0-1-1,0 1 1,0 0 0,-1-1-1,1 1 1,0 0-1,0-1 1,0 1 0,0 0-1,-1 0 1,1-1-1,0 1 1,0 0 0,0 0-1,-1-1 1,1 1 0,0 0-1,-1 0 1,1 0-1,0 0 1,0-1 0,-1 1-1,1 0 1,0 0-1,-1 0 1,1 0 0,0 0-1,-1 0 1,1 0 0,0 0-1,-1 0 1,1 0-1,0 0 1,-1 0 0,1 0-1,0 0 1,-1 0-1,1 0 1,0 0 0,-1 1-1,-9 1-6714,0 6 4669,5-4 439,-69 37-6419,28-2 5083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5:44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205 306 1697,'-12'15'917,"-13"13"1556,2 1 1,-27 47-1,-20 40 3975,66-109-6025,1 0 0,0 0 0,0 0 0,1 0 1,-2 9-1,0-2 189,3-14-542,1 1 0,0-1-1,0 1 1,0-1 0,0 1 0,0-1 0,0 1-1,0-1 1,0 1 0,0-1 0,0 1 0,0-1 0,0 1-1,0-1 1,0 1 0,0-1 0,0 1 0,0-1-1,1 1 1,-1-1 0,0 1 0,0-1 0,1 1-1,-1-1 1,0 0 0,1 1 0,-1-1 0,0 1 0,1-1-1,-1 0 1,1 0 0,-1 1 0,1-1 0,-1 0-1,1 1 1,0-1 0,26 5 1967,29-11 688,-27-4-1504,-1-2 1,0 0-1,33-21 1,-19 10-570,65-41-568,-2-4-1,112-95 1,-117 91-559,-56 42-973,45-41-1,-45 39-4074,-39 30 4557,-1-1 1,1 0-1,-1 0 1,0-1-1,1 1 1,-1-1-1,-1 0 1,1 0-1,-1 0 1,6-9-1,-6 0-4954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53.9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71 3201,'-1'0'194,"-1"-1"-1,0 1 0,1-1 0,-1 0 0,1 0 0,0 0 0,-1 1 0,1-1 0,-1 0 0,1-1 1,0 1-1,0 0 0,0 0 0,0 0 0,0-1 0,0 1 0,0 0 0,-1-3 0,-1-31 3557,3 21-2549,0 14-1144,0 1-1,0-1 0,0 0 1,0 1-1,0-1 0,0 1 1,0-1-1,0 0 1,-1 1-1,1-1 0,0 1 1,0-1-1,0 0 0,-1 1 1,1-1-1,0 0 0,0 1 1,-1-1-1,1 0 0,0 0 1,-1 1-1,1-1 0,0 0 1,-1 0-1,1 1 0,0-1 1,-1 0-1,1 0 0,0 0 1,-1 0-1,1 1 0,-1-1 1,1 0-1,0 0 0,-1 0 1,1 0-1,-1 0 0,1 0 1,-1 0-1,1 0 1,0 0-1,-1-1 0,1 1 1,-1 0-1,1 0 0,0 0 1,-1 0-1,1 0 0,0-1 1,-1 1-1,1 0 0,0 0 1,-1-1-1,1 1 0,0 0 1,-1-1-1,1 1 0,0 0 1,0-1-1,-1 1 0,1 0 1,0-1-1,0 1 0,0 0 1,0-1-1,-1 0 0,2 21 1611,1 0 0,1 0 0,7 29 0,-2 43 1769,-4-74-2921,31 140 3124,-1 44-2273,-31-186-1348,1 0 0,11 27 0,2 14 29,2 33-774,-5 1 1,5 156-1,-19-60-9902,0-182 9987,-1 1-1,1 0 0,-1-1 0,0 1 0,-1-1 1,1 0-1,-3 6 0,2-6-25,0-1-1,1 1 1,0-1 0,0 1 0,0 0-1,0 8 1,-4 7-2293,-18 4 351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54.4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141 348 6131,'-53'-83'8378,"41"60"-7492,-2 1 1,-27-34-1,38 52-716,1 0 1,0 0-1,-1-1 1,1 1-1,1 0 0,-1-1 1,1 0-1,0 1 1,0-1-1,0 0 1,0 1-1,1-1 0,0 0 1,0 0-1,0 0 1,1 1-1,-1-1 1,1 0-1,1 1 0,-1-1 1,0 0-1,1 1 1,0 0-1,3-7 0,-3 9 35,0 0-1,-1 0 1,1 0-1,0 0 1,0 0-1,0 0 1,0 1-1,1-1 1,-1 1-1,0-1 0,1 1 1,-1 0-1,1 0 1,-1 0-1,1 0 1,5-1-1,53-9 2549,-40 8-1797,1 1-405,0 1-1,0 1 0,0 1 1,0 1-1,0 1 1,36 9-1,-12-2-249,16 3-301,-2 4 0,0 2 0,-1 3 0,-1 2 0,-1 3 0,79 50 0,150 136 0,-278-207 0,10 8 0,-1 1 0,-1 1 0,0 0 0,-2 1 0,1 0 0,-2 1 0,-1 1 0,13 23 0,-5-7 0,-13-26 0,-1 0 0,-1 1 0,0 0 0,0 0 0,-1 0 0,0 0 0,0 1 0,-1-1 0,-1 1 0,0 0 0,1 14 0,-3 13 0,2-21 0,-2 0 0,0 1 0,-1-1 0,-1 0 0,0 0 0,-1 0 0,-1 0 0,-1-1 0,-7 18 0,-3-6 0,-2-1 0,0 0 0,-2-2 0,-1 0 0,-1-1 0,-2-1 0,0-1 0,-1-1 0,0-1 0,-2-1 0,-54 29 0,27-17 0,0-3 0,-2-1 0,-115 36 0,110-46 0,31-7 0,0-2 0,-1-1 0,0-2 0,-58 4 0,73-9 0,-5 0 0,-1 0 0,1-1 0,0-1 0,-1-1 0,-26-7 0,29 4 0,0 0 0,0-1 0,1-1 0,-29-18 0,44 24 3,0 1-1,0-1 1,0 0-1,0 0 1,1-1-1,-1 1 1,1 0-1,-1-1 1,1 1-1,0 0 1,0-1-1,0 1 1,0-1-1,0 0 1,1 1-1,-1-1 1,1-3-1,-5-15-389,-6 1-598,10 18 756,0 1 1,-1-1-1,1 0 1,0 0 0,0 0-1,0 0 1,1-1-1,-1 1 1,0 0 0,1 0-1,-1 0 1,1-1-1,0 1 1,0 0 0,0 0-1,0-1 1,0 1-1,0 0 1,1 0 0,-1-1-1,2-2 1,5-11-1972,1-1 0,1 2 1,12-19-1,3-2-1802,1-3-136,17 10 88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55.4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1 870 6835,'31'19'5522,"-19"-11"-4679,0 0-1,0-1 0,1-1 0,0 0 0,19 6 1,110 14 2606,-124-24-2536,1-2 1,-1 0-1,0-1 0,1 0 0,-1-2 0,34-9 0,-43 11-713,0-1-1,0 0 0,0 0 1,0-1-1,-1 0 0,0 0 1,1-1-1,-1 0 0,0-1 1,-1 0-1,1 0 0,-1-1 1,12-11-1,1 0 308,-18 17-444,0-1 1,0-1-1,0 1 1,0 0-1,0 0 1,-1-1-1,1 1 1,0-1 0,-1 1-1,1-1 1,-1 0-1,0 0 1,0 1-1,0-1 1,2-3-1,1-8 82,-1 0 0,0 0 0,0-1 0,-1 1 0,-1 0 0,0-1 0,-2-20 0,0 15-104,1 11-41,-2-1 0,1 1 0,-1 0 0,0 0 0,-1 0 0,0 0 0,0 0 0,-1 1 0,0 0 0,0-1 0,-1 1 0,-8-10 0,1 3 0,1 1 0,-2 0 0,0 1 0,0 1 0,-19-13 0,18 17 0,0 1 0,0 0 0,-1 1 0,0 1 0,1 0 0,-1 1 0,-1 1 0,1 0 0,0 1 0,-1 0 0,1 2 0,-18 1 0,-1 12 0,13-4 0,10-5 0,-1 1 0,1 0 0,0 0 0,1 1 0,0 1 0,0-1 0,0 2 0,1-1 0,0 1 0,1 1 0,0 0 0,-12 19 0,14-21 0,1 1 0,-1 0 0,2 0 0,-1 1 0,1-1 0,1 1 0,0 0 0,0 0 0,1 1 0,0-1 0,1 0 0,0 20 0,-1 22 0,1 42 0,2-85 0,0-1 0,0 1 0,0-1 0,1 0 0,1 0 0,-1 0 0,1 0 0,6 11 0,85 123 0,-80-125 0,1-1 0,1-1 0,0 0 0,1-1 0,0-1 0,1-1 0,1 0 0,21 9 0,-25-13-883,0-2 0,0 0 1,1-1-1,0-1 0,0 0 0,0-1 0,21 1 0,-2-1-1864,-1-3-1,55-5 0,28-19-2097,-70 12 3608,-25 6 734,-1 0 0,0-2 0,0-1 1,-1 0-1,-1-1 0,33-24 1,12-4 227,-43 27 590,0-1 0,-1-1 0,-1 0 0,0-2 1,0 0-1,-2-1 0,20-22 0,-9 6 774,-13 18 258,-2-2 0,22-31 0,-20 26-148,-11 16-801,-1 1 0,1-1 0,-1 1 0,0-1 1,-1 0-1,1 0 0,2-8 0,7-23 2112,-8 29-1951,-1 0 1,0 0-1,-1-1 1,1 1 0,-1-1-1,-1 0 1,0 1 0,0-1-1,0 0 1,-1 0-1,0 0 1,0 0 0,-1 1-1,0-1 1,-4-11 0,2 11-461,-2 0 0,1 0 0,-1 0 0,0 1 0,0 0 0,-1 0 0,0 0 0,-1 1 0,1 0 0,-1 0 0,0 0 0,-1 1 0,1 0 0,-1 1 0,0 0 0,-10-4 0,15 7-99,0 1 0,0-1 0,0 1 0,0 0 0,0 0 0,0 0 0,0 0 0,0 0 0,0 1 0,0-1 0,0 1 0,0 0 0,0 0 0,1 0 0,-1 0 0,-4 3 0,-3 0 0,-23 8 0,-48 23 0,72-30 0,1 0 0,-1 0 0,1 1 0,0 0 0,0 1 0,0 0 0,1 0 0,1 1 0,-8 9 0,-33 39 0,41-51 0,-1 2 0,1-1 0,1 1 0,-1 0 0,1 0 0,1 0 0,-1 1 0,1 0 0,1 0 0,-1 0 0,1 0 0,-3 13 0,-12 56 0,7-31 0,-11 81 0,21-111 0,0 1 0,1-1 0,1 1 0,1-1 0,0 0 0,1 1 0,1-1 0,11 30 0,24 45 0,-38-88 0,1 0 0,0-1 0,0 1 0,0 0 0,0-1 0,0 1 0,0-1 0,1 0 0,-1 0 0,1 0 0,0 0 0,-1 0 0,1-1 0,0 1 0,0-1 0,0 1 0,0-1 0,0 0 0,1 0 0,-1-1 0,0 1 0,0-1 0,1 1 0,-1-1 0,0 0 0,4-1 0,1-2 0,-1 0 0,0-1 0,-1 0 0,1-1 0,-1 1 0,0-1 0,0 0 0,0-1 0,-1 1 0,1-1 0,-1 0 0,-1 0 0,1-1 0,-1 0 0,4-7 0,12-17 0,-3 4 0,0-1 0,-2 0 0,-1-1 0,-2-1 0,-1 0 0,-1 0 0,11-61 0,-8 31 0,-7 39 0,-2 0 0,0 0 0,0-41 0,-4 56 0,-1 4 0,1 0 0,0 0 0,-1 0 0,1 0 0,0 0 0,0 0 0,0 0 0,1 0 0,-1 0 0,0 0 0,1 0 0,-1 0 0,1 0 0,0 0 0,1-2 0,15-3 0,-18 17 0,0-8 0,1 1 0,-1-1 0,1 0 0,-1 0 0,1 1 0,0-1 0,0 0 0,0 0 0,0 1 0,0-1 0,0 0 0,0 1 0,1-1 0,0 0 0,-1 0 0,1 0 0,0 1 0,2 2 0,6 7 0,-7-9 0,0 0 0,0 0 0,0 0 0,0 0 0,-1 0 0,1 0 0,-1 0 0,2 7 0,4 3 0,0 0 0,0 0 0,1-1 0,1 0 0,0 0 0,0-1 0,12 11 0,20 25 0,-29-32 0,0 1 0,2-2 0,-1 0 0,2 0 0,0-2 0,1 1 0,0-2 0,33 18 0,-38-26 0,0 1 0,1-2 0,-1 1 0,1-2 0,-1 1 0,1-2 0,0 0 0,-1 0 0,1-1 0,20-4 0,-27 4 0,-1 0 0,1-1 0,-1 0 0,0 0 0,0 0 0,1 0 0,-1-1 0,-1 1 0,7-6 0,6-3 0,-10 7 0,0 0 0,-1 0 0,1 0 0,-1 0 0,0-1 0,-1 0 0,1 0 0,-1 0 0,0-1 0,6-9 0,7-9 0,-3 1 0,0 0 0,-2-1 0,18-47 0,-7 14 0,-15 40 0,0 1 0,-1-1 0,-1 0 0,-1 0 0,-1 0 0,0-1 0,-1 0 0,1-34 0,-4-228 0,-1 267 0,0-1 0,-1 1 0,-1 0 0,0 0 0,0 0 0,-9-17 0,-7-33 0,16 51 0,-1-1 0,0 2 0,0-1 0,-8-12 0,-8-25 0,20 45 0,-1 1 0,0 0 0,0 0 0,0 1 0,0-1 0,-1 0 0,1 0 0,-1 1 0,1-1 0,-1 0 0,0 1 0,0 0 0,0-1 0,-5-2 0,-14-18 0,21 22 0,0 0 0,-1 0 0,1 0 0,-1 0 0,0 1 0,1-1 0,-1 0 0,1 0 0,-1 1 0,0-1 0,0 0 0,1 1 0,-1-1 0,0 1 0,0-1 0,0 1 0,1-1 0,-1 1 0,0 0 0,0 0 0,0-1 0,0 1 0,0 0 0,0 0 0,0 0 0,0 0 0,0 0 0,0 0 0,0 0 0,0 0 0,0 0 0,0 0 0,0 1 0,1-1 0,-1 0 0,0 1 0,0-1 0,0 0 0,0 1 0,0-1 0,1 1 0,-1 0 0,-1 0 0,-3 5 0,0-1 0,1 1 0,-1 0 0,1 0 0,-3 7 0,-3 4 0,7-13 0,0 0 0,1 0 0,0 1 0,0-1 0,0 1 0,1 0 0,-1 0 0,1-1 0,-1 10 0,-3 12 0,-3-3 0,5-12 0,0-1 0,0 0 0,1 1 0,0 0 0,-1 21 0,-6 75 0,5-82 0,1-1 0,1 1 0,2 0 0,3 38 0,0-43 0,1 17 0,2 0 0,1-1 0,2 0 0,26 66 0,-28-85 0,-1 0 0,-1 0 0,-1 0 0,3 20 0,-5-29 0,1-1 0,0 1 0,0-1 0,0 0 0,0 0 0,1-1 0,1 1 0,-1-1 0,1 1 0,0-1 0,7 6 0,25 36 0,-32-40 0,-1-1 0,1-1 0,1 1 0,-1-1 0,1 0 0,0 0 0,0-1 0,0 1 0,1-1 0,0-1 0,0 1 0,11 4 0,-13-7 0,52 22 0,-13-8 0,-29-13-436,-1 0 0,0-1 0,1-1 0,0 0 1,-1-1-1,1-1 0,0 0 0,-1-1 0,1-1 0,-1 0 0,0 0 0,20-9 0,44-28-7164,-63 34 6101,0-1 0,0 0 0,-1-1 1,0-1-1,0 0 0,-1-1 0,0-1 1,13-14-1,-5-1-1006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56.0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373 307 1793,'-51'10'3650,"40"-8"-2628,0 0-1,0 0 1,0 1 0,-11 5-1,1-3-510,1 0-1,-1-1 0,-33 1 0,9 0-13,16-5 26,-5 2 1064,34-2-1545,-1 0 1,0 0-1,1 0 0,-1 0 1,0 0-1,1 0 1,-1 0-1,1 0 0,-1 1 1,0-1-1,1 0 0,-1 1 1,1-1-1,-1 0 0,0 1 1,1-1-1,-1 0 0,1 1 1,-1-1-1,1 1 0,0-1 1,-1 1-1,1-1 0,-1 1 1,1 0-1,0-1 0,0 1 1,-1-1-1,1 1 1,0 0-1,-1 1 0,-14 0 657,84 4 5351,-5-1-4035,179-14 405,-27-6-11,140-1 211,-134-5-2620,103-6 0,15 1 0,-88 5 0,-24-2 0,43-2 0,104-1 0,11-1 0,-247 19 0,58-1 0,201-2 0,-101-5 0,-85 7 0,-175 9 0,31-1 0,-66 2 0,-1-1 0,1 0 0,-1 0 0,1 0 0,-1 0 0,0 0 0,1 0 0,-1-1 0,1 1 0,-1 0 0,1-1 0,-1 1 0,0-1 0,1 0 0,-1 1 0,0-1 0,0 0 0,1 0 0,-1 1 0,0-1 0,0 0 0,0 0 0,0-1 0,0 1 0,0 0 0,1-2 0,-3-25-3867,1 26 2856,-1-1 0,1 1 1,-1-1-1,0 1 0,0 0 1,0-1-1,0 1 0,0 0 0,0-1 1,0 1-1,-1 0 0,1 0 0,-1 0 1,0 0-1,1 1 0,-4-4 0,0-6-4127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56.6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328 284 7411,'0'-4'499,"0"1"-1,-1-1 0,0 1 1,0-1-1,0 1 0,0-1 1,0 1-1,0 0 0,-1-1 1,0 1-1,0 0 0,0 0 1,0 0-1,0 1 0,-3-4 1,3 4-243,0-1 0,-1 1 0,1-1 0,0 0 0,1 0 0,-1 0 0,1 0 0,-1 0 0,1 0 0,0 0 0,0 0 0,0-1 0,0 1 0,0-7 0,0-10 1747,0 13-1334,1 1-1,-1 0 1,1-1 0,0 1-1,1 0 1,0-1-1,0 1 1,0 0 0,3-9-1,6 6 359,-8 8-824,-1-1 0,1 1 0,-1 0-1,0-1 1,1 1 0,-1-1 0,0 1-1,0-1 1,0 1 0,0-1 0,0 0-1,1-2 1,3-1-111,0 0-1,1 0 1,0 1-1,0 0 1,0 0-1,0 0 1,1 0-1,-1 1 1,1 0-1,0 1 1,0 0-1,8-2 1,-4 2-92,1 1 0,0-1 0,-1 2 0,1 0 0,0 1 0,0 0 0,12 2 0,-20-2 0,1 0 0,0 0 0,-1 0 0,0 0 0,1 1 0,-1-1 0,0 1 0,1 0 0,-1 0 0,0 1 0,-1 0 0,1-1 0,0 1 0,-1 0 0,0 1 0,1-1 0,-1 0 0,5 8 0,8 17 0,-15-26 0,1 0 0,0 1 0,-1-1 0,0 1 0,1-1 0,-1 1 0,0-1 0,0 1 0,0 0 0,-1 0 0,1-1 0,-1 1 0,1 0 0,-1 5 0,0-4 0,1 7 0,-1 0 0,0 1 0,-1-1 0,0 0 0,-1 0 0,0 0 0,0 0 0,-1 0 0,-1 0 0,-9 19 0,2-1 0,-6 9 0,-8-12 0,-16 17 0,31-26 0,7-11 0,0-1 0,-1 0 0,1 0 0,-1-1 0,1 1 0,-2-1 0,1 0 0,-8 7 0,-23 17 0,1 2 0,1 2 0,-29 36 0,20-22-2762,-58 56-9936,92-96 11460,7-5 958,-1 0-1,1 0 1,-1 1 0,1-1 0,-1 0 0,1 1 0,0-1 0,0 1 0,0-1-1,0 1 1,0 0 0,0-1 0,0 1 0,0 0 0,1 0 0,-1-1 0,1 1-1,-1 0 1,1 0 0,0 0 0,0 2 0,-9 29-3578,7-28 3447,0-1 1,1 1-1,0-1 1,-1 1-1,2-1 1,-1 1-1,0 8 1,1 229 14606,0-239-13937,0 0-1,1 0 1,-1 0 0,1 0 0,0-1 0,-1 1 0,1 0-1,1-1 1,2 6 0,-3-6 8,0 0 0,0 1 0,0-1 0,0 1 0,0-1 0,0 1 0,-1-1 0,1 1 0,0 4 0,-2-6-172,1 0-1,0 0 1,0 0-1,1 0 1,-1 0 0,0 0-1,0 0 1,0 0-1,1 0 1,-1 0 0,0 0-1,1-1 1,-1 1-1,1 0 1,-1 0-1,1 0 1,0 0 0,-1-1-1,1 1 1,0 0-1,-1-1 1,1 1-1,0 0 1,0-1 0,0 1-1,0-1 1,-1 1-1,3 0 1,5 4 580,-2-1-371,0 0 0,0 0 0,0-1 0,1 0 0,0 0 0,-1-1 0,1 0 0,0 0 0,0 0 0,0-1 0,0 0 0,8 0 0,-10 0-153,-1-1 0,1 1 1,-1-1-1,1-1 1,0 1-1,-1 0 0,1-1 1,0 0-1,-1 0 1,0-1-1,1 1 0,-1-1 1,0 0-1,1 0 1,-1 0-1,0-1 0,-1 1 1,1-1-1,0 0 1,4-5-1,6-9-151,-13 15 0,1 0 0,0 0 0,-1 0 0,1 0 0,-1 0 0,0 0 0,0 0 0,0 0 0,0 0 0,0-1 0,0 1 0,0 0 0,-1-1 0,1 1 0,-1-1 0,0 1 0,0-1 0,0-2 0,0-2 0,0 0 0,-1 1 0,0 0 0,0-1 0,0 1 0,-1-1 0,0 1 0,0 0 0,-1 0 0,0 0 0,0 0 0,0 1 0,-1-1 0,0 1 0,-7-8 0,4 6 0,-1 0 0,0 0 0,-1 1 0,1 0 0,-1 0 0,0 1 0,0 1 0,-20-8 0,-1-1 0,26 11 0,0 0 0,0 0 0,0 0 0,0 1 0,-1 0 0,1 0 0,0 0 0,0 0 0,-7 0 0,-1 1-1128,0 1-1,0 0 1,-22 6 0,29-6 527,1 0 1,0 0-1,0 1 1,0-1-1,0 1 1,1 0-1,-1 0 1,0 0-1,1 1 0,0 0 1,-1-1-1,1 1 1,-3 4-1,-10 5-7288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19:57.4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0 190 6355,'2'-45'8556,"8"9"-5152,-8 31-3115,1 1-1,-1-1 1,1 1 0,0 0 0,1 0 0,-1 0 0,1 0 0,0 1 0,0 0 0,0-1 0,0 2 0,0-1 0,8-3 0,-1-1 664,0 1 1,1 1 0,-1 0 0,2 0-1,18-3 1,12-1 423,-38 7-1182,1 1 0,0-1-1,-1 1 1,1 0-1,0 0 1,0 1-1,0 0 1,0 0 0,0 0-1,0 1 1,0-1-1,0 2 1,-1-1-1,1 1 1,0-1-1,9 6 1,1 2-195,-6-4 0,-1 0 0,0 0 0,-1 1 0,13 11 0,-18-15 0,-1 1 0,0 0 0,0 0 0,0 0 0,0 0 0,-1 0 0,1 0 0,-1 0 0,0 0 0,0 1 0,0-1 0,0 0 0,0 1 0,-1-1 0,0 1 0,0 5 0,1 11 0,0-1 0,-2 0 0,-1 0 0,0 0 0,-1 0 0,-1 0 0,-12 33 0,-78 163 0,88-201 0,-1-1 0,-1 0 0,0-1 0,-14 16 0,-24 40 0,33-46 0,8-15 0,1 0 0,-1 0 0,1 1 0,1-1 0,-5 15 0,8-22 0,-2 9 0,0-1 0,0 1 0,-1-1 0,0 0 0,0 0 0,-1 0 0,-7 11 0,-32 64-245,42-81-80,-1 0 0,1 0 0,1 0 1,-1 0-1,0 1 0,0-1 1,1 0-1,0 0 0,-1 1 1,1-1-1,0 0 0,0 1 1,0-1-1,0 0 0,1 1 0,0 3 1,0 6-2862,2-6 1897,1 0 0,0-1 0,0 1 0,0-1-1,1 0 1,-1 0 0,1-1 0,6 5 0,-8-6 1017,0-1 1,1 0-1,0 0 1,-1 0 0,1-1-1,0 1 1,0-1-1,0 0 1,0 0 0,0 0-1,0 0 1,0-1-1,0 0 1,0 0 0,6 0-1,-4 0-20,46 10-489,-42-10 755,-7-1 26,-1 1-1,1 0 1,0 0 0,0 0-1,0 0 1,-1 0 0,1 1-1,0-1 1,0 1 0,3 1-1,-1 2 47,-5-3-28,1 0 0,0 0 0,0-1 0,0 1 0,0 0 0,-1-1 0,1 1 0,0-1 1,0 1-1,0-1 0,0 1 0,0-1 0,0 0 0,0 1 0,0-1 0,0 0 0,0 0 0,1 0 0,-1 0 0,1 0 0,-1 1 70,-1 0-1,1-1 1,0 1 0,-1 0 0,1 0 0,-1 0 0,1 0 0,-1 0 0,0 0 0,1-1 0,-1 1 0,0 0 0,0 0 0,0 0 0,0 0 0,0 0 0,0 0-1,0 0 1,0 0 0,0 0 0,0 0 0,0 0 0,-1 2 0,1 4 1128,0-4-1055,0 0 0,-1 0 0,1 0 0,-1 0 0,1 0 0,-1 0 0,0 0 0,0 0 0,0 0 0,-1 0 0,1 0-1,-1 0 1,1-1 0,-1 1 0,0-1 0,0 1 0,0-1 0,-5 4 0,3-2 42,0 0 1,0 1-1,1 0 1,-1 0-1,1 0 1,0 0-1,1 0 1,-1 0-1,-2 9 1,-13 24 808,15-34-842,0-1 1,1 1 0,-1 1 0,1-1-1,0 0 1,0 0 0,1 1 0,-1-1-1,1 1 1,0 0 0,0-1 0,0 1-1,1 0 1,0 0 0,0-1 0,1 9-1,-2-7 129,1-2 20,-1 1 0,1 0 0,-1 0 0,1 0 1,1-1-1,-1 1 0,1 0 0,0 0 1,0-1-1,2 7 0,44 4 1735,-44-14-1849,-1 0 0,0 0-1,1 0 1,-1 0-1,1-1 1,-1 1 0,1-1-1,-1 0 1,1 0-1,-1 0 1,1 0 0,-1 0-1,1-1 1,-1 1 0,1-1-1,-1 1 1,1-1-1,-1 0 1,1 0 0,-1 0-1,0 0 1,3-2-1,8-3 1096,-3 3-1045,-5 2-193,-1 0 0,1-1 0,0 1 0,0-1 0,-1 0 0,1 0 0,-1-1 0,0 1 0,1-1 0,-1 0 0,0 0 0,-1 0 0,1-1 0,-1 1 0,1-1 0,-1 0 0,5-8 0,19-29-62,-27 39 0,1 0 0,-1 1 0,1-1 0,-1 0 0,0 1 0,0-1 0,0 0 0,0 1 0,0-1 0,0 0 0,0 1 0,0-1 0,-1 0 0,1 1 0,-1-1 0,1 1 0,-1-1 0,0 0 0,1 1 0,-1 0 0,0-1 0,0 1 0,0-1 0,-2-1 0,1 0 0,0 1 0,0-1 0,1 0 0,-1 0 0,1 0 0,0 0 0,0 0 0,0 0 0,0 0 0,0-4 0,1 3 0,0 1 0,0-1 0,-1 0 0,1 1 0,-1-1 0,0 0 0,0 1 0,-1-1 0,1 1 0,-1-1 0,1 1 0,-1 0 0,0 0 0,0 0 0,-1 0 0,1 0 0,-1 0 0,1 1 0,-1-1 0,0 1 0,0-1 0,0 1 0,-4-2 0,-39-10 204,39 11-357,0 1 0,0-1 0,0 1 0,-1 1 0,1-1 0,-1 1 0,1 1 0,-1-1-1,1 1 1,-1 1 0,-7 0 0,9 0-1711,-8 2-493,9 0-2163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06.0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9426 84 1777,'-9'-23'6164,"8"21"-5922,0 0-1,0 0 0,0 0 0,0 0 0,0-1 0,0 1 0,0 0 0,1 0 0,-1 0 0,1-1 0,-1-2 0,1 5-223,1 0 0,-1-1 0,0 1 0,-1-1-1,1 1 1,0-1 0,0 1 0,0-1 0,0 1 0,0-1-1,0 1 1,0 0 0,-1-1 0,1 1 0,0-1-1,0 1 1,-1 0 0,1-1 0,0 1 0,-1 0 0,1-1-1,0 1 1,-1 0 0,1-1 0,0 1 0,-1 0 0,1 0-1,-1-1 1,1 1 0,0 0 0,-1 0 0,1 0 0,-1 0-1,1 0 1,-1-1 0,1 1 0,-1 0 0,1 0-1,-1 0 1,1 0 0,-1 1 0,0-1 4,0 0 0,1 0 0,-1 0-1,1 0 1,-1 0 0,0 0 0,1-1 0,-1 1 0,1 0 0,-1 0-1,1 0 1,-1-1 0,0 1 0,1 0 0,-1 0 0,1-1 0,-1 1-1,1-1 1,-1 1 0,1 0 0,0-1 0,-1 1 0,1-1 0,-1 1 0,1-1-1,0 1 1,0-1 0,-1 1 0,1-1 0,0 1 0,0-1 0,-1 0-1,1 1 1,0-1 0,0 1 0,0-1 0,0 0 0,0 1 0,0-1-1,0 1 1,0-1 0,0-1 0,0 0 2231,-1 15-1139,7 22 537,-2-28-1522,-1-4-52,-1 0-1,0 0 1,0 0 0,-1 0 0,1 0 0,-1 1-1,1-1 1,-1 0 0,0 1 0,0-1 0,-1 1-1,1 0 1,-1-1 0,0 6 0,1 2 66,1 1-1,0-1 1,0 0-1,1 0 1,1 0-1,0 0 1,6 13 0,12 36 797,17 48-198,-10-32-484,-28-72-258,0 0 0,0 0 0,0 0 1,0 0-1,0 0 0,-1 0 0,0 0 0,0 7 0,1 14 18,3-14-12,-1 0 5,0-1 0,-1 1 1,0 0-1,-1 0 1,0 0-1,-1 12 0,1 11 11,-1-15 612,0 0-1,-5 36 1,4-48-354,-1-1 1,0 1-1,0 0 1,0-1-1,-1 0 1,0 1-1,-1-1 0,1-1 1,-1 1-1,0 0 1,-9 8-1,0-2-18,-1-1-1,0 0 0,-1-1 1,0 0-1,-1-1 0,1-1 1,-2-1-1,1 0 1,-24 6-1,-24 10 217,52-19-428,-1 0 0,1-1 0,-1-1-1,-16 1 1,-40 8 128,-100 15-145,158-24-26,-259 24 103,-83-10 730,-77 8 123,224-14-963,82-3 0,-237 20 0,-18-1 0,68 5 0,125-10 0,-241 19 0,276-28 0,-274 32 0,136-16 0,34-5 0,-364 37 0,238-26 0,-22-8 0,-287 24 0,402-33 0,-26-6 0,230-7 0,-121 7 0,-42-6 0,1 3 0,-21 8 0,-34-29 0,108 2 0,129 6 0,37 4 0,-46-8 0,-56-7 0,111 11 0,13 3 0,0 0 0,-1 1 0,1 0 0,0 0 0,0 0 0,-10 1 0,-27-13 0,-11-3 0,51 16 0,1-1 0,-1 1 0,0 0 0,1 0 0,-1 0 0,0 0 0,0 0 0,1 0 0,-1 0 0,0 1 0,0-1 0,1 1 0,-1-1 0,0 1 0,1 0 0,-1-1 0,1 1 0,-1 0 0,1 0 0,-1 0 0,1 0 0,0 0 0,0 1 0,-2 1 0,2-1 0,0 1 0,0-1 0,0 1 0,0-1 0,1 1 0,-1-1 0,1 1 0,0 0 0,-1-1 0,1 1 0,1 0 0,-1-1 0,1 6 0,0-5 0,-1 1 0,1-1 0,-1 0 0,0 0 0,0 0 0,-1 1 0,1-1 0,0 0 0,-1 0 0,0 0 0,-1 4 0,-2 1 0,0-1 0,1 1 0,0-1 0,1 1 0,0 0 0,0 0 0,0 0 0,1 1 0,0-1 0,1 0 0,0 12 0,-1 32 0,-1-31 0,1 1 0,1-1 0,1 1 0,7 37 0,1-32 0,-6-19 0,0 0 0,-1 0 0,0 0 0,0 1 0,-1-1 0,1 13 0,-2 14 0,3-1 0,9 53 0,-8-53 1,-1 0 1,-1 0-1,-5 48 1,0-8-69,3-70-172,1-1 0,-1 1 0,0-1 1,1 1-1,0-1 0,0 0 0,0 1 1,0-1-1,1 0 0,-1 1 0,1-1 1,1 3-1,7 13-4677,-6 8-5214,-4-12 3290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08.1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95 715 4434,'-3'0'374,"1"0"0,-1-1 0,0 1 0,1-1 0,-1 0 0,1 0 0,-1 0 0,1 0 0,-1 0 0,1 0 0,-4-4 0,3 4-216,1-1 0,0 1-1,-1-1 1,1 1 0,-1 0 0,1 0 0,-1 0-1,0 0 1,0 0 0,1 1 0,-6-1 0,7 1-156,0 0 0,0 1 0,1-1 0,-1 0 0,0 0 0,0 0 1,0 0-1,0 0 0,1 0 0,-1 0 0,0-1 0,0 1 0,0 0 1,1 0-1,-1-1 0,0 1 0,0 0 0,1-1 0,-1 1 0,0-1 0,1 1 1,-1-1-1,0 1 0,1-1 0,-1 1 0,1-1 0,-1 0 0,1 1 1,-1-1-1,1 0 0,-1 1 0,1-1 0,0 0 0,-1 0 0,1 1 0,0-1 1,0 0-1,-1 0 0,1 0 0,0 1 0,0-1 0,0 0 0,0 0 1,0 0-1,0 1 0,0-1 0,1 0 0,-1 0 0,0-1 0,27 1 25,42-15 24,-57 15 38,1 0 1,-1-1 0,25-7 0,-24 5 15,-1 1 0,1 1 1,0 0-1,13-1 0,304-31 1669,-291 29-1499,86-22 184,330-36 276,-71 7 3,-59 10-509,11-3-221,115 9 35,-119 13-75,-11 0 92,5 0-80,267-26 23,-326 32-25,-156 14 28,78-3 22,197-19 34,-96 9-111,-130 10 34,-80 4 42,264-11-67,-75 3 45,-10 1 3,193 0 46,45 8 382,-276 7-120,-130-2-213,531 14 37,-127 1-89,-238 0-98,486 37 827,-357-25 834,-19 10-569,544 61-470,-602-72-567,-89-9 56,37 5 101,-4-3 561,-69-10-113,248 15 1639,-128-8-611,-116-1-1180,71-4-290,-84 5-72,147-6 168,-300-9-230,-1 0-1,26 5 1,-27-2 90,1-2 0,25 0 0,279 9 2599,-203 5-2163,-70-15-487,-28 0-19,0 0 0,0-2-1,0 0 1,0-2 0,40-9-1,36 1 139,-78 7 8,-20 4-179,0 0 1,0 0-1,0 0 0,0-1 0,0 1 0,-1-1 0,1 1 1,0-1-1,0 0 0,-1 0 0,1 0 0,-1 0 0,1 0 0,2-2 1,7-2 24,12-6-5,-22 11-43,-1 0-1,0 0 0,0 0 1,1 0-1,-1 0 0,0 0 0,0 0 1,1 0-1,-1 0 0,0 0 1,0 0-1,1 0 0,-1-1 0,0 1 1,0 0-1,1 0 0,-1 0 1,0 0-1,0-1 0,0 1 0,1 0 1,-1 0-1,0 0 0,0-1 0,0 1 1,0 0-1,0 0 0,1-1 1,-1 1-1,0 0 0,0 0 0,0-1 1,0 1-1,0 0 0,0 0 1,0-1-1,0 1 0,0 0 0,0 0 1,0-1-1,0 1 0,0 0 1,0 0-1,0-1 0,0 1 0,0 0 1,-1 0-1,1-1 0,0 1 1,0 0-1,0 0 0,0-1 0,0 1 1,-1 0-1,1-1 0,-1 1 0,1-1 0,0 1 0,-1 0 0,1-1 0,-1 1 0,1 0 0,-1-1 0,1 1 0,-1 0 0,1 0 0,-1 0 0,1-1 0,-1 1 0,1 0 0,-1 0 0,1 0 0,-1 0 0,0 0 0,1 0 0,-1 0 0,1 0 0,-1 0 0,1 0 0,-1 0 0,1 1 0,-1-1 0,1 0 0,-1 0 0,1 0 0,-1 1 0,1-1 0,-1 0 0,1 1 0,-1-1 0,-2 21 0,3-19 0,0 1 0,0-1 0,0 1 0,0-1 0,0 1 0,-1-1 0,1 1 0,-1-1 0,1 0 0,-1 1 0,-1 2 0,0-3 0,0 1 0,0-1 0,1 1 0,-1-1 0,1 1 0,0 0 0,0 0 0,0 0 0,0 0 0,0 0 0,0 0 0,1 0 0,0 0 0,0 0 0,-1 0 0,2 4 0,-1-5 0,0 0 0,-1 0 0,1 0 0,0 0 0,-1 0 0,0 0 0,1 0 0,-1 0 0,0 0 0,0 0 0,0 0 0,0-1 0,0 1 0,0 0 0,-3 1 0,3-1 0,-1 0 0,1-1 0,0 1 0,0 0 0,-1 0 0,1 0 0,0 0 0,0 0 0,1 0 0,-1 1 0,0-1 0,1 0 0,-1 0 0,1 0 0,0 4 0,-1 10 0,0 1 0,-1-1 0,0 0 0,-8 23 0,9-33 0,0 0 0,0 0 0,0 0 0,1 0 0,0 1 0,0-1 0,2 10 0,-1-11 0,-1 1 0,1-1 0,-1 1 0,0-1 0,0 1 0,-1-1 0,0 1 0,0-1 0,0 0 0,-3 7 0,-4 4 0,6-13 0,0 1 0,0 0 0,1 0 0,-1 0 0,1 0 0,-1 0 0,1 0 0,1 0 0,-1 0 0,0 0 0,1 6 0,2 44 0,-1-29 0,0 1 0,-1 0 0,-7 41 0,1-37 0,2 0 0,0 0 0,2 39 0,2-49 0,0 0 0,2 0 0,0 0 0,10 38 0,-10-31 0,-2-23 0,0 0 0,0 0 0,0-1 0,1 1 0,-1 0 0,1 0 0,0-1 0,2 6 0,2 2 0,-2-6 0,0 0 0,-1 0 0,0 0 0,0 0 0,-1 0 0,1 1 0,-1-1 0,0 0 0,-1 1 0,1-1 0,-1 7 0,0-10 0,0 1 0,1-1 0,-1 0 0,0 1 0,1-1 0,0 1 0,0-1 0,-1 0 0,1 1 0,1-1 0,0 2 0,0-1 0,-1-1 0,0 0 0,0 1 0,0-1 0,0 1 0,0-1 0,-1 1 0,1 0 0,-1-1 0,1 1 0,-1 3 0,1 14 0,-2 4 0,0-23 0,1-1 0,-1 0 0,1 1 0,-1-1 0,1 0 0,-1 1 0,1-1 0,-1 0 0,0 0 0,1 0 0,-1 0 0,1 0 0,-1 1 0,0-1 0,1 0 0,-1 0 0,1 0 0,-1-1 0,0 1 0,1 0 0,-1 0 0,1 0 0,-1 0 0,0 0 0,1-1 0,-1 1 0,1 0 0,-1-1 0,1 1 0,-1 0 0,1-1 0,-1 1 0,1-1 0,-1 1 0,1-1 0,-47-41 0,11 18 0,2 0 0,-60-58 0,64 55 0,6-3 0,1 2 0,5 13 0,-33-21 0,31 23 0,17 10 0,0 1 0,0-1 0,0 1 0,-1 0 0,1 0 0,-1 0 0,1 0 0,-1 0 0,0 1 0,0 0 0,0-1 0,-4 1 0,4 4 0,2-2 0,0 1 0,-1 0 0,1-1 0,0 1 0,0 0 0,1 0 0,-1 0 0,0 0 0,1 1 0,-1-1 0,1 0 0,0 1 0,-1-1 0,0 5 0,2-6 0,0 0 0,0 0 0,0 0 0,0-1 0,0 1 0,0 0 0,0 0 0,1 0 0,-1-1 0,0 1 0,0 0 0,1-1 0,-1 1 0,1 0 0,-1 0 0,1-1 0,-1 1 0,1-1 0,-1 1 0,1 0 0,-1-1 0,1 1 0,0-1 0,-1 0 0,1 1 0,0-1 0,-1 1 0,1-1 0,0 0 0,1 1 0,-1-1 0,-1 0 0,1 0 0,0 1 0,0-1 0,-1 0 0,1 1 0,0-1 0,-1 1 0,1-1 0,0 1 0,-1-1 0,1 1 0,-1-1 0,1 1 0,-1 0 0,1-1 0,-1 1 0,1 0 0,-1-1 0,0 1 0,1 0 0,-1 0 0,0-1 0,0 1 0,1 0 0,-1 0 0,0-1 0,0 1 0,0 0 0,0 1 0,0 1 0,0 0 0,1 0 0,-1 0 0,1 0 0,0 0 0,0 0 0,0-1 0,0 1 0,1 0 0,-1-1 0,1 1 0,-1 0 0,1-1 0,0 0 0,3 4 0,41 31 0,-15-12 0,-28-23 0,1 0 0,-1-1 0,0 0 0,0 1 0,1-1 0,-1 0 0,1-1 0,-1 1 0,1 0 0,-1-1 0,7 0 0,9 2 0,4 4 0,-17-4 0,0 0 0,0-1 0,0 0 0,0 0 0,0-1 0,10 0 0,25 0 0,79-13 0,-90 7 0,-7 1 0,1 0 0,-1-2 0,25-10 0,-11 3 0,-16 7 0,-1-1 0,1-1 0,-2 0 0,1-2 0,33-24 0,-28 16 0,1-5 0,-5 2 0,5-9 0,-22 24 78,-2 5-174,-1 0 1,0 0-1,1 0 1,-1 0-1,0 0 1,0-1-1,-1 1 1,1-1 0,0 1-1,-1 0 1,0-1-1,1-3 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17.8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145 27 7539,'-31'-4'6404,"-1"-6"-3386,25 8-2721,-1-1-1,0 1 0,0 0 1,-15-1-1,22 3-278,0 0 1,0 0-1,0 0 0,0 0 0,0 0 1,0 1-1,0-1 0,0 0 0,1 0 1,-1 1-1,0-1 0,0 1 1,0-1-1,0 0 0,1 1 0,-1 0 1,0-1-1,0 1 0,1-1 0,-1 1 1,0 0-1,1 0 0,-1-1 0,1 1 1,-1 0-1,1 0 0,-1 0 1,1 0-1,0-1 0,-1 1 0,1 2 1,-1 32 1081,1-22-472,-1 55 2332,-1-27-1150,2-1 0,7 54 1,-2-62-1224,10 68 883,35 125 0,-42-195-1449,7 49 1,-11-53-233,1-1 0,10 30 0,-10-37-463,-1 0 1,4 37-1,0-3-976,2-11-84,-7-28 898,0 1 0,0-1 0,-1 0-1,0 16 1,-2 190-16606,0-193 14931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18.3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290 155 6115,'0'-3'1039,"0"-1"0,1 0-1,-1 1 1,1-1 0,0 0 0,-1 1 0,2-1 0,0-3 0,15-19 3544,1-2-1639,-13 13-1993,-5 13-895,0 1 0,1 0-1,-1-1 1,0 1 0,1 0 0,-1 0 0,1-1 0,-1 1 0,1 0 0,0 0 0,-1 0-1,1 0 1,0 0 0,0 0 0,0 0 0,0 0 0,0 0 0,0 0 0,0 0-1,0 1 1,0-1 0,0 0 0,0 1 0,1-1 0,-1 1 0,2-1 0,8-4 141,-5 2-103,0 0-1,0 1 1,0 0 0,0 0-1,0 0 1,0 1 0,1 0-1,-1 0 1,7 1 0,6 0 86,1 1 0,0 1 1,0 1-1,-1 1 1,1 0-1,-1 2 0,20 8 1,3 8-40,-1 2 0,70 54 0,-93-64-110,-1 2 0,0 0 1,-1 1-1,-1 1 0,-1 0 0,-1 1 0,19 34 0,35 92 257,-58-127-263,-2 1 1,0-1-1,-1 1 0,0 0 0,-2 1 0,3 24 0,-2 114 50,-6-110-32,2-39-22,0 1 0,-1-1 0,-1 0 0,1 1 0,-2-1 0,1 0 0,-1 0 0,0 0 0,-1 0 0,0-1 0,-1 1 0,1 0 0,-2-1 0,1 0 0,-1 0 0,-12 14 0,3-4 219,-2-1-1,0 0 1,-1-1 0,-1 0-1,0-2 1,-1 0 0,-1-1-1,0-1 1,0-1-1,-38 15 1,27-16-95,-10 3-76,1-1 0,-1-2 1,-1-2-1,-72 5 0,-311-13-69,422 0 0,1 0 0,-1 0 0,0-1 0,0 1 0,1-1 0,-1 1 0,1-1 0,-1 0 0,0 0 0,1 0 0,0 0 0,-1 0 0,1-1 0,0 1 0,-4-3 0,6 3 0,0 1 0,-1 0 0,1 0 0,0-1 0,0 1 0,-1 0 0,1-1 0,0 1 0,0 0 0,0-1 0,-1 1 0,1 0 0,0-1 0,0 1 0,0 0 0,0-1 0,0 1 0,0 0 0,0-1 0,0 1 0,0-1 0,0 1 0,0 0 0,0-1 0,0 1 0,0 0 0,0-1 0,0 1 0,0-1 0,0 1 0,1 0 0,-1-1 0,0 1 0,0 0 0,0-1 0,1 1 0,-1 0 0,0 0 0,0-1 0,1 1 0,11-12-875,-1 1 1,2 1-1,-1 0 1,2 0-1,-1 1 1,1 1-1,0 1 1,1 0-1,29-10 1,5-4-1485,69-35-3458,149-62-3602,-91 34 5526,-92 41 2925,-11 7 425,112-49 550,-47 26 2907,16-4 3043,-148 61-5736,12-4 729,-1 0 1,0-2-1,19-11 1,-20 11 637,1 1 1,0 0-1,0 1 1,29-6-1,-45 14-1266,-1 0 1,1 0-1,0-1 0,0 1 1,-1 0-1,1 0 0,-1 0 1,0-1-1,1 1 0,-1 0 1,0 0-1,0 0 0,0 0 1,0 0-1,-1 0 0,1 2 1,-1 2 1286,3 37-276,-1-24-837,0 0 0,-2 0-1,0 1 1,-5 30 0,-3-23-496,6-20 0,0 2 0,1-1 0,0 0 0,0 0 0,1 1 0,-1 10 0,2 169 0,0-181 0,1 0 0,0 0 0,0 0 0,1 0 0,-1 0 0,2 0 0,3 10 0,-3-11 0,-1 0 0,0 0 0,0 0 0,-1 0 0,0 0 0,0 1 0,0 8 0,-1 8-1585,0 13-5024,0 15-4753,0-17 6795,0-19 309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18.7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2 180 8404,'-1'-25'8487,"1"-31"-2411,0 54-6050,0-1 0,0 1-1,1 0 1,-1 0 0,1 0-1,-1 0 1,1-1 0,0 1-1,0 0 1,0 0-1,0 0 1,0 1 0,1-1-1,-1 0 1,0 0 0,1 1-1,-1-1 1,1 1-1,3-3 1,11-3-769,0 0-1,32-8 1,-11 3-559,-22 8 573,0 0-1,1 1 1,-1 1 0,1 0 0,0 1 0,-1 0 0,26 3-1,103 22-1791,-128-20 2549,11 1-144,-20-5 121,-1 1 0,0 0 0,1 1 1,-1-1-1,0 1 0,0 1 0,0-1 1,0 1-1,5 3 0,-10-4 112,-1-1 0,1 1-1,0 0 1,-1-1-1,1 1 1,-1 0 0,0 0-1,0-1 1,1 1 0,-1 0-1,0 0 1,-1 0-1,1-1 1,0 1 0,0 0-1,-1 0 1,1-1 0,-1 1-1,1 0 1,-2 1-1,-4 10 1285,-1 1-1,-1-1 0,0-1 0,0 0 0,-19 21 1,22-27-949,0 0 0,1 1 0,0 0 0,0 0 1,1 0-1,0 1 0,0-1 0,0 1 1,1-1-1,1 1 0,-2 10 0,0 13 1285,1 50 1,2-62-1160,0-9-510,1 0 0,1 0 1,0 0-1,0 0 1,1-1-1,1 1 1,-1-1-1,1 0 0,6 9 1,7 11 29,27 35 0,-27-43-98,1-1 0,36 30 0,-6-5 0,-12-15 0,-33-28 0,0 0 0,0-1 0,0 1 0,-1 0 0,1 1 0,0-1 0,-1 0 0,0 1 0,1-1 0,-1 1 0,0 0 0,-1 0 0,1 0 0,0 0 0,-1 0 0,1 0 0,-1 0 0,0 0 0,0 1 0,-1-1 0,1 0 0,0 6 0,-2-8 0,0 1 0,-1-1 0,1 1 0,0-1 0,-1 0 0,1 0 0,-1 1 0,0-1 0,1 0 0,-1 0 0,0-1 0,1 1 0,-1 0 0,0-1 0,0 1 0,-3 0 0,-45 8 0,31-9 0,-47 1 0,-1-3 0,1-3 0,-69-13 0,120 16-453,-1 0 1,1 2-1,-24 1 1,9 0-1246,73-26-13504,-40 25 14771,0-1 0,0 0 0,0 0-1,-1 0 1,1 0 0,0-1 0,-1 1 0,1-1 0,-1 1 0,1-1-1,-1 0 1,0 0 0,3-3 0,3-3-651,19-6-2095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19.4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70 96 2145,'4'-2'407,"-1"1"0,0-1 0,0 0 0,0 0 0,0 0 0,0-1 0,-1 1 0,1-1 1,-1 1-1,1-1 0,-1 0 0,0 0 0,0 0 0,0 0 0,-1 0 0,1 0 0,-1-1 0,2-4 0,-2 6-205,0 0-1,0 0 0,0 0 1,1 0-1,-1 0 0,1 0 1,-1 0-1,1 0 1,-1 1-1,1-1 0,0 1 1,0-1-1,0 1 0,0 0 1,0-1-1,0 1 1,0 0-1,0 0 0,1 1 1,3-2-1,6-3 975,-8 2 799,12 3 6276,-18 1-7946,0 0 0,1 0 0,-1 0 0,1 0 0,-1 0 0,0 1 0,1-1 0,0 0-1,-1 1 1,1-1 0,0 1 0,0 0 0,0-1 0,0 1 0,-2 3 0,-17 23 2073,17-25-2378,0 1 0,0 0 0,0 0 0,0 0 0,1 0 0,-1 1 0,1-1 0,0 1 0,1-1 0,-1 1 0,1 0 0,-1 5 0,-16 39 0,4-27 0,-39 77 0,48-89 0,1 1 0,0 1 0,1-1 0,0 0 0,1 1 0,0 0 0,0 17 0,0 23 0,0-28 0,2 0 0,0 0 0,7 38 0,-7-61 0,2 13 0,1-1 0,0 0 0,1 0 0,0 0 0,1 0 0,1-1 0,9 17 0,-6-15 0,1-1 0,1 0 0,0 0 0,18 17 0,-23-26 0,-1 0 0,0-1 0,1 1 0,0-1 0,-1 0 0,1 0 0,1-1 0,-1 0 0,0 0 0,0 0 0,1-1 0,-1 0 0,1 0 0,8-1 0,-8 1 0,0-1 0,0 0 0,0 0 0,0 0 0,1-1 0,-1 0 0,0-1 0,-1 0 0,1 0 0,0 0 0,0-1 0,-1 0 0,1 0 0,-1-1 0,0 0 0,0 0 0,0 0 0,-1 0 0,9-10 0,33-32 0,-38 39 0,0-1 0,0 0 0,-1-1 0,0 0 0,-1 0 0,0-1 0,11-20 0,5-19 0,-1-2 0,-4 0 0,-1-1 0,14-79 0,-17 71 0,-9 42 0,-1-1 0,-1 1 0,0-1 0,-1-21 0,-2-27 0,-1 79 0,1 1 0,0 0 0,0-1 0,4 23 0,0-23 0,0 1 0,-1 0 0,-1 0 0,1 22 0,-2-22 0,0 1 0,1-1 0,0 0 0,1 0 0,5 14 0,6 29 0,28 109 0,-24-104 0,-17-55 0,1 0 0,0 0 0,0-1 0,0 1 0,1 0 0,0-1 0,0 0 0,5 7 0,-7-11 0,0 1 0,0 0 0,0 0 0,0-1 0,0 1 0,0 0 0,-1 0 0,1 0 0,-1 0 0,0 0 0,1 0 0,-1 4 0,3 5 0,13-13 0,-14 0 0,-1-1 0,0 0 0,0 0 0,-1 1 0,1-1 0,-1 0 0,1 0 0,-1 0 0,0 0 0,0 0 0,0 0 0,0 0 0,-2-4 0,2 0 0,1-6 0,0 0 0,2 0 0,-1-1 0,1 2 0,1-1 0,8-18 0,12-48 0,23-53 0,-41 109 0,2 1 0,0 0 0,17-31 0,-23 51 0,0-1 0,0 1 0,0 0 0,0 0 0,0 0 0,1 0 0,-1 1 0,1-1 0,-1 1 0,1-1 0,-1 1 0,1 0 0,0 0 0,0 0 0,0 0 0,0 0 0,0 1 0,0 0 0,0-1 0,0 1 0,0 0 0,-1 0 0,1 1 0,0-1 0,0 1 0,0-1 0,0 1 0,0 0 0,0 0 0,0 0 0,-1 0 0,1 1 0,3 1 0,-3-1 0,0 0 0,0-1 0,1 0 0,-1 1 0,1-1 0,-1-1 0,1 1 0,0 0 0,-1-1 0,5 0 0,20 5 0,-8 5 0,11 2 0,39 1 0,-51-8 0,-1 0 0,1-2 0,0-1 0,0 0 0,0-1 0,0-1 0,37-5 0,-53 5 0,-1 0 0,0-1 0,1 1 0,-1-1 0,0 0 0,0 0 0,1 0 0,-1 0 0,0 0 0,0 0 0,0-1 0,0 1 0,0-1 0,-1 1 0,1-1 0,0 0 0,-1 1 0,1-1 0,1-3 0,-1 0 0,-1 0 0,0 0 0,0 0 0,0 0 0,0 0 0,-1 0 0,0 0 0,0-5 0,0 9 0,-1-1 0,1 1 0,0 0 0,0 0 0,-1 0 0,1-1 0,-1 1 0,1 0 0,-1 0 0,1 0 0,-1 0 0,0 0 0,0 0 0,1 0 0,-1 0 0,0 0 0,0 0 0,0 0 0,0 1 0,0-1 0,-2-1 0,-13-13 0,15 14 0,-1-1 0,0 1 0,1-1 0,-1 1 0,0-1 0,0 1 0,0 0 0,0 0 0,0 0 0,0 1 0,-1-1 0,1 0 0,0 1 0,0-1 0,-1 1 0,1 0 0,-3-1 0,-48 2 0,28 0 0,16 0 0,0 0 0,-1 1 0,1 0 0,0 0 0,0 1 0,1 0 0,-1 1 0,1 0 0,-1 0 0,1 1 0,0 0 0,1 0 0,-1 1 0,-11 11 0,12-11 0,1 1 0,0-1 0,1 1 0,-1 0 0,1 0 0,0 1 0,1-1 0,0 1 0,0 0 0,1 0 0,0 0 0,0 1 0,1-1 0,0 1 0,0 0 0,0 8 0,2 3 0,0 17 0,6 46 0,-5-73 0,1 1 0,0-1 0,0-1 0,1 1 0,1 0 0,0-1 0,0 1 0,1-1 0,8 12 0,-7-11 0,1 0 0,1 0 0,-1-1 0,1 0 0,1 0 0,0-1 0,0 0 0,1-1 0,0 0 0,0 0 0,1-1 0,-1 0 0,1-1 0,0 0 0,14 3 0,-5-2 58,-5-1-243,0-1 0,1-1 0,-1 0 0,26 1 0,44-8-9161,-67 1 5133,0 0-1,32-12 1,-6 4-627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19.9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143 737 5218,'-23'1'9896,"11"4"-2634,12-5-7202,0 0 1,0 0 0,0 0-1,0 0 1,0 0-1,0 0 1,0 1-1,0-1 1,0 0-1,-1 2 1515,1-2-1514,0 0-1,0 0 1,20 1 4036,-11-2-3732,1 0 0,-1-1 1,0 0-1,0-1 0,0 0 1,0 0-1,9-6 0,36-11 645,-52 19-1010,1 0 0,-1 0 0,0 0 0,0-1 0,1 1 0,-1-1 0,0 1 0,-1-1 0,1 0 0,0 0 0,0 0 0,-1 0 0,1 0 0,1-4 0,14-14 0,-15 19 0,0 1 0,-1-1 0,1 0 0,-1 0 0,1 0 0,-1 0 0,0 0 0,1-1 0,-1 1 0,0 0 0,0-1 0,0 1 0,0 0 0,0-1 0,0 1 0,0-1 0,-1 0 0,1 1 0,0-1 0,-1 0 0,0 1 0,1-1 0,-1 0 0,0-3 0,7-24 0,-6 26 0,0 0 0,0 0 0,0-1 0,-1 1 0,1 0 0,-1-1 0,0 1 0,0-1 0,0 1 0,0 0 0,0-1 0,-1 1 0,-1-6 0,-3-34 0,4 40 0,1 0 0,0 1 0,-1-1 0,0 0 0,1 0 0,-1 1 0,0-1 0,0 0 0,-1 1 0,1-1 0,-1 1 0,1-1 0,-1 1 0,0 0 0,1 0 0,-1 0 0,0 0 0,-4-3 0,-49-28 0,35 22 0,14 9 0,0 0 0,0 1 0,0-1 0,0 1 0,0 1 0,-1-1 0,1 1 0,0 0 0,-1 0 0,1 1 0,0 0 0,0 0 0,0 0 0,-7 3 0,1-1 0,8-2 0,-1 1 0,1 0 0,-1-1 0,1 2 0,0-1 0,0 0 0,0 1 0,0 0 0,1 0 0,-1 0 0,1 0 0,-1 1 0,1-1 0,0 1 0,-3 5 0,-2 5 0,-1 0 0,2 0 0,-6 17 0,6-16 0,4-10 0,1 1 0,-1-1 0,1 0 0,0 1 0,1 0 0,0-1 0,0 1 0,0 0 0,0 8 0,0 6 0,1-10 0,-1 0 0,2-1 0,-1 1 0,1 0 0,4 15 0,21 68 0,-20-76 0,1-1 0,1 0 0,0 0 0,1 0 0,16 21 0,-24-36 0,3 4-35,0 0 1,0 0-1,0-1 1,0 0-1,1 0 0,0 0 1,0 0-1,0-1 1,0 0-1,0 0 0,1 0 1,-1 0-1,1-1 1,12 3-1,-1-1-421,-1-2 0,2 0 0,29-1 1,-41-1-2,-1 0 1,1 0-1,-1-1 1,1 0 0,-1 0-1,1 0 1,-1-1-1,0 0 1,1 0 0,-1 0-1,0 0 1,8-6-1,19-9-2293,-15 3 1596,1 1 0,-2-2 1,0 0-1,0-1 0,-2-1 1,21-30-1,-24 28 904,0 0 0,-2-1 1,-1 0-1,0-1 0,-1 0 0,-2 0 0,6-37 1,-6 32 225,42-189 2214,-45 200-1264,0 1 1,-1-1-1,-1 1 0,0-1 1,-1 0-1,-1 1 1,0-1-1,-1 1 0,-9-26 1,9 26 483,-1-30 2888,4 39-3797,0-1 0,0 0-1,0 1 1,-1-1 0,0 0 0,-3-9 0,-35-55-45,39 69-456,0 1 0,-1-1 0,1 1 0,0-1 0,0 1 0,-1-1 0,1 1 0,-1-1 0,1 1 0,0 0 0,-1-1 0,1 1 0,-1-1 0,1 1 0,-1 0 0,1-1 0,-1 1 0,1 0 0,-1 0 0,1-1 0,-1 1 0,1 0 0,-1 0 0,0 0 0,1 0 0,-1 0 0,1 0 0,-1 0 0,1 0 0,-1 0 0,0 0 0,-9 16 0,4 36 0,4 11 0,0-34 0,2 0 0,1 1 0,7 43 0,18 60 0,-22-115 0,0-1 0,10 26 0,3 15 0,-10-22 0,17 61 0,20 75 0,-37-127-3337,-8 28-7770,0-36 5966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20.0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1 106 6659,'0'-11'9813,"0"-15"2800,0 10-10500,19 5-1024,9 11-609,0-15-480,-9 15 0,9 0-800,19 0-1217,0-11-1537,-1 11-1008,1 0-688,0-16-177,0 16 497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20.2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638 45 10789,'44'-33'13594,"-22"23"-7667,-22 10-5876,0-1 0,1 1 0,-1 0 1,0 0-1,0 0 0,1 0 0,-1 0 0,0 0 1,1 0-1,-1 0 0,0 0 0,0 0 0,1 0 1,-1 0-1,0 0 0,0 0 0,1 0 0,-1 0 0,0 0 1,0 0-1,1 0 0,-1 1 0,0-1 0,0 0 1,1 0-1,-1 0 0,0 0 0,0 0 0,0 1 1,1-1-1,-1 0 0,0 0 0,0 0 0,0 1 1,0-1-1,1 0 0,-1 0 0,0 1 0,0-1 0,0 0 1,0 0-1,0 1 0,0-1 0,0 0 0,0 0 1,0 1-1,0 0 0,0 12-51,-1 1 0,-1-1 0,0 1 0,-1-1 0,-1 0 0,0 0 0,-1 0 0,0 0 0,-10 17 0,9-18 0,-12 35 0,-20 71 0,-4 13 0,-75 146 0,62-145 0,38-86 0,-32 59 0,-5-4-2005,18-32-3195,-2-2-1,-3-2 0,-72 88 0,66-101-4646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21.1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501 343 5410,'-27'1'8518,"1"5"-4282,-20 4 1205,31-6-5027,0-1-1,0 2 0,1 0 0,-1 1 1,1 0-1,1 1 0,-1 1 1,1 0-1,-21 18 0,-11 16 2081,36-35-2037,0 1-1,1 0 0,0 0 0,-9 13 1,-20 23-165,31-39-295,1 1 0,0 0 0,0-1-1,0 2 1,1-1 0,0 0-1,0 1 1,0 0 0,1 0 0,0 0-1,-2 11 1,-19 63 3,18-67 0,2 1 0,-1-1 0,2 1 0,0 0 0,0 0 0,1 18 0,1 10 0,-1-29 0,2 0 0,-1 0 0,2-1 0,0 1 0,0 0 0,2 0 0,0-1 0,0 1 0,9 21 0,14 20 0,42 77 0,-59-120 0,1-1 0,0 1 0,1-2 0,0 0 0,1 0 0,0-1 0,1-1 0,-1 0 0,17 7 0,14 11 0,-35-22 0,0 0 0,0 0 0,1-1 0,0 0 0,-1 0 0,1-1 0,0 0 0,16 0 0,78 0 0,-65-3 0,-3 0-2610,48-8-1,-60 6 1029,4-3-616,0-2-1,0 0 1,-1-2-1,0-1 1,36-21 0,5-1-734,-35 17 1252,-2-1 0,0-1 0,47-38-1,-50 32 908,-2 0 0,0-2-1,31-43 1,3-3 769,-17 22 1043,54-83 0,-88 119 141,0-1-1,-1 0 0,9-26 0,-4 8 1209,-4 16 158,-2-1 1,8-30-1,-13 42-1733,0 0-1,0-1 1,0 1-1,-1-1 1,0 1-1,-1-1 1,1 1-1,-1 0 1,0-1-1,-1 1 1,-3-10-1,1 7-127,0 0-1,-1 0 1,0 0 0,0 0-1,-14-14 1,16 19-570,0 1-1,0 0 1,0 0-1,-1 0 1,1 1 0,-1-1-1,0 1 1,0 0 0,0 0-1,0 0 1,0 1-1,0-1 1,0 1 0,-1 0-1,1 0 1,-1 0-1,-5 0 1,1 1-115,1 0 0,-1 1 0,0 0 0,1 0 0,-1 1 0,1 0 0,-1 0 0,1 1 0,0 0 0,0 0 0,0 1 0,1 0 0,-1 0 0,1 1 0,0 0 0,-8 8 0,-6 1 0,16-11 0,-1 1 0,0 0 0,1 0 0,0 0 0,0 1 0,0-1 0,-6 10 0,2-1 0,1 0 0,1 1 0,0 0 0,1 1 0,1-1 0,0 1 0,1 1 0,-3 16 0,2 10 0,1 80 0,4-114 0,0 0 0,1-1 0,0 1 0,1 0 0,-1 0 0,2-1 0,-1 1 0,1-1 0,7 14 0,-8-18 0,0 0 0,0 0 0,1 0 0,-1 0 0,1-1 0,0 0 0,-1 1 0,1-1 0,0 0 0,0 0 0,1 0 0,-1-1 0,0 1 0,1-1 0,-1 0 0,0 0 0,1 0 0,0 0 0,-1-1 0,1 1 0,-1-1 0,1 0 0,0 0 0,-1 0 0,1-1 0,-1 1 0,1-1 0,0 0 0,-1 0 0,0 0 0,1 0 0,-1 0 0,0-1 0,1 0 0,-1 0 0,0 0 0,0 0 0,0 0 0,-1 0 0,1-1 0,-1 0 0,1 1 0,-1-1 0,3-4 0,14-16 0,-10 15 0,-1-1 0,-1-1 0,1 0 0,6-13 0,14-78 0,-18 81 0,0 1 0,15-19 0,-23 35 0,5-15 0,-8 17 0,1 1 0,0 0 0,0-1 0,0 1 0,0 0 0,0-1 0,0 1 0,0 0 0,0-1 0,0 1 0,0-1 0,0 1 0,0 0 0,0-1 0,1 1 0,-1 0 0,0-1 0,0 1 0,0 0 0,0-1 0,1 1 0,-1 0 0,0 0 0,0-1 0,1 1 0,-1 0 0,0 0 0,0-1 0,1 1 0,-1 0 0,0 0 0,1 0 0,-1-1 0,0 1 0,1 0 0,-1 0 0,0 0 0,1 0 0,-1 0 0,0 0 0,1 0 0,-1 0 0,0 0 0,1 0 0,-1 0 0,0 0 0,1 0 0,-1 0 0,1 0 0,-1 0 0,0 0 0,1 0 0,-1 0 0,0 1 0,1-1 0,-1 0 0,0 0 0,0 0 0,1 1 0,-1-1 0,1 0 0,6 27 0,20 21 0,15 25 0,74 82 0,-109-147 0,0 0 0,0 0 0,1-1 0,0 0 0,17 11 0,-15-11 0,-1-1 0,0 2 0,0-1 0,14 17 0,-19-20-118,1 1-1,0-1 1,0 0 0,1 0-1,-1-1 1,1 0 0,0 0-1,0 0 1,0-1 0,0 0-1,9 3 1,-11-4 15,0 0 0,1 0-1,-1 0 1,0-1 0,0 0-1,1 1 1,-1-1 0,0-1 0,1 1-1,-1-1 1,0 1 0,0-1 0,0 0-1,1-1 1,-1 1 0,0-1 0,-1 0-1,1 0 1,0 0 0,3-3 0,10-11-937,-2 0 1,0-1-1,25-38 1,-32 42 915,0 0 1,-1-1 0,0 1 0,-1-2-1,-1 1 1,6-28 0,-1-12 210,6-34 2385,8-180 0,-24 264-2404,1-53 1102,-3-1 0,-12-80 0,11 98-1170,3 36 0,0-1 0,0 1 0,0-1 0,-1 1 0,0-1 0,0 1 0,-1-5 0,-5-5 0,0 0 0,-18-24 0,22 29 0,-2 20 0,2-6 0,0 0 0,0 0 0,0 1 0,1-1 0,0 1 0,0-1 0,0 1 0,1 0 0,0-1 0,0 1 0,1 0 0,-1 0 0,2 11 0,-1 348 0,2-324 0,14 77 0,-3-40 0,16 83 0,-18-108 0,-2 0 0,4 93 0,-13-142 18,1 0 0,-1 0 0,1 0 0,0 0 0,0 0 0,0 0 0,0 0 0,1 0 0,0 0 0,3 5 1,-3-6-110,0 1 1,-1-1 0,1 1-1,-1-1 1,0 1 0,1-1-1,-2 1 1,1 0 0,0 0-1,-1 5 1,19-59-27656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21.5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50 14855,'-2'-1'611,"0"1"0,1-1 1,-1 0-1,1 0 0,-1 0 1,1 0-1,-1 0 0,1 0 1,-1 0-1,1 0 0,0-1 1,0 1-1,0 0 0,0-1 1,0 1-1,0-1 0,0 1 1,0-1-1,0 1 0,1-1 1,-1 0-1,1 1 0,-1-1 1,1 0-1,0 0 0,0 1 1,-1-4-1,1 3-206,29 2-3537,-19 0 1447,1 0-1,-1 1 1,0 1-1,20 5 0,-13-1-362,0 1 0,0 1-1,22 14 1,-11-6-638,-14-6 1598,1 1 0,-1 0 0,15 17 0,19 15-616,-44-40 1678,1 0 0,-1 1 0,0 0-1,0-1 1,0 2 0,-1-1 0,0 0 0,6 9 0,3 5 658,-7-12 0,1 0 1,0 0-1,0-1 0,0 0 0,1-1 0,0 1 0,0-1 0,0 0 0,0-1 0,1 0 1,-1 0-1,1-1 0,0 0 0,9 2 0,13-10 5924,-10 1-4313,-16 5-1793,0 0 1,0-1 0,0 0 0,-1 1 0,1-2-1,0 1 1,0 0 0,-1-1 0,1 1-1,-1-1 1,0 0 0,1 0 0,-1-1 0,0 1-1,0-1 1,5-5 0,22-14 2093,-27 19-2544,0 1 0,0 0 0,0-1 0,0 0 0,-1 0 0,1 0 0,-1 0 0,0 0 0,0 0 0,0-1 0,0 1 0,-1-1 0,1 1 0,-1-1 0,0 0 0,0 1 0,1-7 0,4-11 0,-4 15 0,-1 0 0,0 0 0,0 0 0,-1-1 0,0 1 0,0 0 0,0 0 0,-1 0 0,0-1 0,-2-7 0,0 7 0,0 1 0,0 0 0,-1 0 0,0 0 0,0 0 0,0 1 0,-1 0 0,0 0 0,-10-9 0,11 12 0,0 0 0,0 0 0,0 1 0,0 0 0,0 0 0,-1 0 0,1 0 0,0 0 0,0 1 0,-1 0 0,1 0 0,0 0 0,-1 1 0,1-1 0,0 1 0,0 0 0,0 0 0,0 0 0,-6 3 0,1 1 0,0 0 0,0 0 0,1 1 0,0 0 0,-11 11 0,-8 5 0,24-19 0,-1 0 0,1 0 0,0 0 0,0 0 0,0 1 0,1-1 0,-1 1 0,1 0 0,0 0 0,0 0 0,0 0 0,1 0 0,-3 8 0,-11 24 0,8-21 0,0 1 0,0 0 0,2 0 0,0 0 0,0 0 0,2 1 0,0 0 0,1 0 0,1 0 0,0 0 0,1 0 0,1 0 0,1 0 0,0 0 0,2-1 0,-1 1 0,2-1 0,0 1 0,1-2 0,1 1 0,0 0 0,19 27 0,4 21 0,-26-60 0,-1-1 0,1 1 0,0-1 0,0 1 0,1-1 0,-1 0 0,1-1 0,-1 1 0,1-1 0,0 0 0,10 3 0,-10-3 0,33 8-2268,68-5-8745,-89-6 8946,0 0 0,0-1-1,-1-1 1,24-7 0,-2 0-859,25-5-193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22.6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418 335 2433,'30'-25'3549,"-23"20"-2559,0 0 0,-1 0 1,1-1-1,-1 1 1,0-1-1,0-1 0,-1 1 1,0-1-1,0 0 0,0 0 1,-1 0-1,6-16 1,5-19 3853,-12 36-4075,-1 0 0,1 0 0,-1 0 0,0-1 0,-1 1 0,0 0 0,0-1 0,0-10 0,-1 12-650,-1-1 0,0 1 1,0-1-1,-1 1 0,1 0 0,-1 0 0,0-1 0,-1 1 1,1 1-1,-1-1 0,0 0 0,0 1 0,-1-1 0,1 1 1,-1 0-1,0 0 0,-5-4 0,3 6-119,1-1 0,-1 1 0,1 1 0,-1-1 0,0 1 0,0 0 0,0 0 0,0 1 0,0 0 0,-9 1 0,-59 11 0,54-6 0,0 1 0,1 1 0,0 1 0,1 0 0,0 2 0,0 0 0,1 1 0,1 0 0,0 1 0,-25 28 0,24-23 0,1 1 0,1 0 0,1 2 0,1 0 0,0 0 0,2 1 0,0 1 0,-10 33 0,18-41 0,0 0 0,1 1 0,1-1 0,1 0 0,2 28 0,0-2 0,-2-37 0,1 1 0,-1-1 0,1 1 0,0-1 0,1 1 0,-1-1 0,1 1 0,-1-1 0,2 0 0,-1 0 0,3 5 0,7 13 0,-10-20 0,-1 0 0,1 0 0,0 0 0,0-1 0,-1 1 0,1-1 0,0 0 0,0 1 0,0-1 0,1 0 0,-1 0 0,0 0 0,0-1 0,0 1 0,1 0 0,-1-1 0,0 0 0,1 1 0,-1-1 0,1 0 0,-1 0 0,0 0 0,1-1 0,3 0 0,-1 1 0,0-1 0,0 1 0,0-1 0,0-1 0,0 1 0,0-1 0,0 1 0,-1-1 0,1-1 0,7-4 0,27-27 0,-23 22 0,0-2 0,-1 0 0,0-1 0,-1 0 0,-1-1 0,21-33 0,-22 29 0,0 1 0,2 1 0,0 0 0,22-21 0,-18 21 0,-2-2 0,0 1 0,15-25 0,11-21 0,-39 61 0,-1 0 0,1 1 0,0-1 0,0 1 0,1 0 0,-1 0 0,1 0 0,-1 1 0,1-1 0,7-2 0,13-2 0,-23 7 0,-1 1 0,1-1 0,-1 0 0,1 0 0,-1 0 0,1 0 0,-1 1 0,1-1 0,-1 0 0,1 0 0,-1 1 0,1-1 0,-1 0 0,0 1 0,1-1 0,-1 0 0,0 1 0,1-1 0,-1 0 0,0 1 0,1-1 0,-1 1 0,0-1 0,0 1 0,1-1 0,-1 1 0,0-1 0,0 1 0,0-1 0,0 1 0,0-1 0,0 1 0,0-1 0,0 1 0,0-1 0,0 1 0,1 3 0,-1 0 0,1 0 0,0 0 0,0 0 0,1 0 0,-1-1 0,1 1 0,0-1 0,0 1 0,0-1 0,0 1 0,6 4 0,9 20 0,6 63 0,-20-68 0,2-1 0,16 43 0,-12-40 0,-1 1 0,-2 1 0,0-1 0,2 32 0,6 33 0,-6-54 0,-1 1 0,-3-1 0,1 57 0,-4-40 0,1-29 0,-2 0 0,-1 0 0,-6 42 0,-32 96 0,36-149 0,2-7 0,0 1 0,-1-1 0,0 1 0,0-1 0,0 0 0,-1 0 0,-1 0 0,1 0 0,-5 6 0,-4 3 0,7-9 0,0-1 0,0 2 0,0-1 0,1 0 0,-4 11 0,7-15 0,-1 1 0,1-1 0,-1 0 0,0 1 0,0-1 0,0 0 0,0 0 0,0 0 0,-1 0 0,1-1 0,-1 1 0,0-1 0,0 0 0,0 1 0,0-1 0,0 0 0,-7 2 0,2-1 0,0 0 0,-1-1 0,1 0 0,-1 0 0,0-1 0,1 0 0,-14 0 0,0-2 0,-1-1 0,1-1 0,-1-1 0,1-1 0,-23-8 0,-51-26 0,92 37 0,0 0 0,1 0 0,-1 0 0,0-1 0,1 1 0,-1-1 0,-3-4 0,-14-10 0,-13 3 0,27 12 0,0-1 0,0 1 0,0-1 0,1 0 0,-1-1 0,1 0 0,0 0 0,0 0 0,-8-8 0,6 1 0,5 9 0,1 0 0,0 0 0,0 0 0,0 0 0,1 0 0,-1-1 0,0 1 0,1-1 0,0 1 0,-1-1 0,1 1 0,0-1 0,0 0 0,1 1 0,-1-1 0,0 0 0,1 0 0,0 1 0,0-1 0,0 0 0,0 0 0,0 0 0,0 0 0,1 1 0,-1-1 0,1 0 0,0 0 0,0 1 0,2-5 0,2 1 0,1 0 0,0 1 0,1 0 0,11-7 0,9-7 0,6-9 0,2 3 0,42-26 0,13-8 0,-12 12 0,-62 39 0,0-1 0,-1-1 0,0-1 0,14-12 0,5-4 0,72-46 0,-69 51 0,67-56 0,-83 61 0,0 1 0,26-15 0,33-26 0,-29 14 0,-2-2 0,65-79 0,-85 96 0,-24 24 0,-1 1 0,0-1 0,0 0 0,0 0 0,0 0 0,-1-1 0,4-5 0,11-13 0,-17 22 0,0 0 0,0 0 0,1 0 0,-1 0 0,-1 0 0,1-1 0,0 1 0,0 0 0,0 0 0,-1-1 0,1 1 0,0 0 0,-1-1 0,1 1 0,-1 0 0,0-1 0,1 1 0,-1-1 0,0 1 0,0-1 0,0 1 0,0 0 0,0-3 0,-12 12 0,-16 26 0,-28 46 0,34-43 0,10-21 0,2 1 0,0 0 0,1 1 0,1 0 0,-10 30 0,-16 86 0,29-112 0,1-7 0,1 0 0,0 1 0,1-1 0,1 1 0,0 0 0,1-1 0,1 1 0,4 27 0,0-27 0,-2-11 0,-1 1 0,-1 1 0,1-1 0,-1 0 0,0 0 0,0 8 0,-1-10 0,1 0 0,0 1 0,0-1 0,0 0 0,0 1 0,1-1 0,-1 0 0,1 0 0,0 0 0,0 0 0,1-1 0,-1 1 0,1 0 0,0-1 0,0 0 0,0 0 0,0 1 0,6 2 0,0 1 0,0 0 0,1-2 0,-1 1 0,1-1 0,20 7 0,-23-10 0,-1-1 0,0 0 0,1-1 0,-1 0 0,0 0 0,1 0 0,-1 0 0,1-1 0,-1 0 0,0-1 0,0 1 0,1-1 0,-1-1 0,0 1 0,9-6 0,-9 5 0,0 0 0,0-1 0,0 0 0,-1 0 0,1 0 0,-1-1 0,0 1 0,-1-1 0,1 0 0,-1-1 0,0 1 0,0-1 0,0 0 0,2-6 0,17-33 0,-19 39 0,0 0 0,0 0 0,-1 0 0,0-1 0,3-11 0,9-31 0,-12 39 0,0 0 0,0 0 0,-1 0 0,0 0 0,0 0 0,-1-16 0,0 3 0,-1 12 0,1-1 0,-2 0 0,1 1 0,-5-22 0,-22-61 0,23 79 0,-2 1 0,1 0 0,-2 0 0,0 1 0,0 0 0,-18-22 0,-3-8 0,22 33 0,2 1 0,-2 1 0,1-1 0,-1 1 0,-1 0 0,-7-8 0,9 12 0,0 0 0,1 0 0,0-1 0,0 1 0,0-1 0,1 0 0,-1 0 0,1 0 0,0-1 0,1 1 0,-4-11 0,6 16 0,0 0 0,-1-1 0,1 1 0,0-1 0,0 1 0,1-1 0,-1 1 0,0 0 0,0-1 0,0 1 0,0-1 0,0 1 0,0-1 0,0 1 0,1 0 0,-1-1 0,0 1 0,0 0 0,1-1 0,-1 1 0,0 0 0,0-1 0,1 1 0,-1 0 0,0 0 0,1-1 0,-1 1 0,0 0 0,1 0 0,-1-1 0,1 1 0,-1 0 0,0 0 0,1 0 0,-1 0 0,1 0 0,-1 0 0,0 0 0,1 0 0,0 0 0,23 8 0,15 19 0,-21-9 0,-1 1 0,-1 1 0,0 1 0,-2 0 0,21 39 0,-10-16 0,-22-38 0,0 1 0,-1-1 0,1 1 0,-1-1 0,0 1 0,-1 0 0,1 7 0,5 18 0,3-6 0,-8-20 0,0-1 0,0 0 0,0 0 0,-1 1 0,1-1 0,-1 1 0,-1 0 0,1 6 0,18 107 0,-19-118 0,3 34 0,-3-35 0,0 1 0,0-1 0,0 1 0,1-1 0,-1 1 0,0-1 0,0 0 0,1 1 0,-1-1 0,0 1 0,1-1 0,-1 1 0,0-1 0,1 0 0,-1 1 0,1-1 0,-1 0 0,1 0 0,-1 1 0,1-1 0,-1 0 0,0 0 0,1 0 0,-1 1 0,1-1 0,-1 0 0,1 0 0,0 0 0,-1 0 0,1 0 0,-1 0 0,1 0 0,-1 0 0,1 0 0,-1 0 0,1 0 0,-1-1 0,1 1 0,-1 0 0,1 0 0,-1 0 0,1-1 0,-1 1 0,0 0 0,1-1 0,-1 1 0,1-1 0,4-9 0,0-5 0,38-52 0,-39 63 0,-2 0 0,1 0 0,0 0 0,-1 0 0,0-1 0,0 1 0,0 0 0,2-10 0,-2 8 0,0 0 0,0 0 0,1 0 0,-1 0 0,1 0 0,6-8 0,67-109 0,-56 86 0,50-69 0,-26 67 0,-15 20 0,-14 14 0,-14 6 0,-1-1 0,0 0 0,1 0 0,-1 0 0,0 0 0,1 0 0,-1 0 0,0 0 0,1 1 0,-1-1 0,0 0 0,1 0 0,-1 0 0,0 1 0,0-1 0,1 0 0,-1 0 0,0 1 0,0-1 0,0 0 0,1 1 0,-1-1 0,0 0 0,0 1 0,0-1 0,0 0 0,0 1 0,0-1 0,0 0 0,0 1 0,0-1 0,0 0 0,0 1 0,0-1 0,0 0 0,0 1 0,1 2 0,-1 1 0,1-1 0,0 0 0,0 0 0,0 1 0,0-1 0,1 0 0,-1 0 0,1 0 0,3 5 0,11 20 0,-11-15 0,-3-9 0,-1-1 0,1 1 0,-1 0 0,0-1 0,0 1 0,0 0 0,-1 0 0,1 0 0,-1 4 0,1 8 0,2 1 0,-1-1 0,2 0 0,9 28 0,-7-28 0,-1 0 0,-1 0 0,-1 1 0,3 31 0,-6-41 0,1 0 0,0 0 0,0 0 0,0 0 0,1-1 0,0 1 0,4 8 0,-3-9 0,-1 1 0,0-1 0,0 1 0,0-1 0,-1 1 0,0-1 0,0 10 0,-1-4 0,1 0 0,0-1 0,1 1 0,0-1 0,0 1 0,6 12 0,-7-17-888,1 0-1,-1 0 1,-1-1 0,1 1-1,-1 0 1,-1 11-1,0 1-2731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22.8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1 228 17256,'0'-27'11765,"0"1"-8019,0-1-3746,0 1 0,0 16 0,0-6 0,0 0 0,28 5 0,-28-4 0,19 4 0,-19-5-5250,28 6-1361,-10-6-6948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23.5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170 511 13766,'-27'33'12671,"14"-15"-7490,-1-3-4339,9-11-816,0 0 0,0 1 0,1 0 0,0 0 0,0 0 0,1 0 0,-1 0 0,1 1 0,0 0 0,0 0 0,1 0 0,0 0 0,-3 11 0,-12 30-83,8-27 57,2 0 0,0 1 0,1-1 0,1 1 0,1 1 0,-3 32 0,5 137 0,4-104 0,-2-79 0,1-1 0,1 0 0,-1 0 0,1 0 0,1-1 0,-1 1 0,1 0 0,0-1 0,1 1 0,-1-1 0,9 10 0,-5-7 0,0 0 0,1 0 0,0-1 0,0-1 0,1 1 0,0-1 0,13 7 0,-7-8 0,1 0 0,0-2 0,1 0 0,-1 0 0,1-2 0,0 0 0,0-1 0,-1 0 0,22-3 0,-12 1 0,1 0 0,0-3 0,0 0 0,0-1 0,0-2 0,0-1 0,-1-1 0,-1-1 0,0-1 0,0-2 0,-1 0 0,-1-1 0,26-21 0,-29 21 0,-1-1 0,-1-1 0,0-1 0,-1 0 0,-1-1 0,21-31 0,30-70 0,-31 47 0,-20 35 0,-8 22 0,-5 12 0,-1-1 0,0 1 0,0-1 0,0 1 0,0-1 0,-1 0 0,1 0 0,-1 0 0,0 0 0,0 0 0,-1 0 0,1 0 0,-1 0 0,1 0 0,-1 0 0,-1 0 0,1 0 0,-1 0 0,1 0 0,-1 0 0,0 0 0,-2-5 0,-4-5 0,6 11 0,0 0 0,0 0 0,0 0 0,-1 0 0,1 1 0,-1-1 0,1 0 0,-1 1 0,0-1 0,0 1 0,0 0 0,0 0 0,0-1 0,-1 1 0,1 1 0,-1-1 0,1 0 0,-1 1 0,0-1 0,0 1 0,1 0 0,-1 0 0,0 0 0,0 0 0,0 0 0,0 1 0,-6-1 0,-6 1 0,-62 3 0,71-2 0,0 0 0,0 0 0,1 1 0,-1 0 0,0 0 0,1 0 0,0 0 0,-1 1 0,1 0 0,0 0 0,-6 5 0,-53 43 0,61-49 0,1 1 0,-1-1 0,1 0 0,-1 1 0,1-1 0,0 1 0,0 0 0,0 0 0,0 0 0,0 0 0,1 0 0,-1 0 0,1 0 0,0 1 0,-1 4 0,-17 35 0,14-36 0,1 0 0,1 1 0,-1 0 0,1 0 0,1 0 0,-1 0 0,2 1 0,-1-1 0,0 15 0,2 87 0,2-47 0,-2-62 0,0 0 0,0 0 0,0 0 0,0 0 0,1 0 0,-1 0 0,0 0 0,0 0 0,1 0 0,-1 0 0,0-1 0,1 1 0,-1 0 0,1 0 0,-1 0 0,1 0 0,0-1 0,-1 1 0,1 0 0,0 0 0,0-1 0,-1 1 0,1-1 0,0 1 0,0-1 0,0 1 0,0-1 0,1 1 0,1 0 0,0 0 0,0-1 0,0 1 0,1-1 0,-1 0 0,0 0 0,0 0 0,1 0 0,3-1 0,0-1 0,0 1 0,0-1 0,-1 0 0,1-1 0,0 1 0,-1-1 0,0 0 0,9-7 0,60-80 0,-52 63 0,6-5 0,-28 31 0,1 0 0,-1 0 0,1 0 0,-1 0 0,1 0 0,-1 1 0,1-1 0,-1 1 0,1-1 0,0 1 0,-1 0 0,1 0 0,0-1 0,-1 1 0,1 0 0,0 0 0,0 1 0,-1-1 0,1 0 0,0 1 0,-1-1 0,3 1 0,-3 0 0,-1-1 0,1 1 0,-1-1 0,0 1 0,1-1 0,-1 1 0,1-1 0,-1 1 0,0-1 0,1 1 0,-1-1 0,0 1 0,0-1 0,0 1 0,1 0 0,-1-1 0,0 1 0,0 0 0,0-1 0,0 1 0,0-1 0,0 1 0,0 1 0,2 10 0,6 3 0,1 0 0,1 0 0,0-1 0,1-1 0,1 0 0,0 0 0,0-1 0,18 13 0,-8-6 0,-19-16 0,0 0 0,1-1 0,-1 1 0,1-1 0,0 0 0,0 0 0,0 0 0,-1-1 0,2 1 0,-1-1 0,8 1 0,5 2 0,2 4 0,-18-7 0,1 0 0,0 0 0,0 0 0,0-1 0,0 1 0,0 0 0,0-1 0,0 0 0,0 1 0,1-1 0,-1 0 0,0 0 0,0 0 0,0-1 0,0 1 0,3-1 0,6-1 0,9-2 0,0 0 0,0-1 0,0-1 0,-1-1 0,0-1 0,0-1 0,21-12 0,-27 13 0,0-1 0,0 0 0,-1-1 0,0-1 0,-1 1 0,0-2 0,-1 0 0,0 0 0,-1-1 0,-1 0 0,9-16 0,1-12 0,54-129 0,-60 138 0,-2-1 0,-1 0 0,6-41 0,0-15 0,-9 68 0,-2-1 0,-1 1 0,0-1 0,-2 0 0,-1 0 0,0 0 0,-6-34 0,-20-65 0,22 108 0,0 1 0,-1 0 0,0 0 0,-1 1 0,0-1 0,-1 1 0,0 1 0,-1-1 0,-10-10 0,2 1 0,15 18 0,-1 1 0,1-1 0,0 1 0,-1 0 0,1 0 0,-1-1 0,0 1 0,1 0 0,-1 0 0,0 1 0,0-1 0,0 0 0,1 1 0,-1-1 0,0 1 0,0-1 0,0 1 0,0 0 0,0 0 0,0 0 0,0 0 0,0 0 0,0 0 0,0 1 0,0-1 0,1 0 0,-1 1 0,0 0 0,0-1 0,0 1 0,0 0 0,1 0 0,-1 0 0,1 0 0,-1 0 0,-1 2 0,-4 2 0,1 0 0,-1 1 0,1 0 0,1-1 0,-1 2 0,1-1 0,-6 10 0,-6 12 0,9-17 0,0 1 0,2 0 0,-1 1 0,1 0 0,1 0 0,0 0 0,-3 16 0,-7 45 0,10-53 0,1 0 0,1 1 0,-1 34 0,2 0 0,0-28 0,2-1 0,1 0 0,6 45 0,32 62 0,-37-125 0,0 0 0,1 1 0,0-1 0,0 0 0,1 0 0,0-1 0,0 1 0,1-1 0,11 14 0,18 35 0,-3-5-2224,-27-47 1551,-1 0 0,1-1 0,0 0 0,0 0 0,0 0 0,1 0 0,0-1 0,8 6 0,26 5-7035,-16 1 326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29.1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311 121 4018,'1'-16'5584,"0"12"-5188,0-1-1,-1 1 1,1-1 0,-1 1-1,0-1 1,-1 1 0,1-1-1,-1 1 1,0 0-1,0-1 1,0 1 0,-2-5-1,-3 5-572,5 3 522,0-1-1,-1 1 1,1 0-1,0 0 0,-1-1 1,1 1-1,0 0 1,0-1-1,0 1 1,0-1-1,0 1 1,1-1-1,-1 0 1,0 1-1,1-1 0,-1 0 1,1 0-1,0 1 1,-1-1-1,1 0 1,0-5 2827,0 41 115,-1 15-1891,-1-29-774,1 1 0,2-1 0,0 1 0,6 30 0,-1-29-622,-2-8 0,0 1 0,-1 0 0,0 1 0,0 21 0,0 9 0,1 0 0,18 76 0,-1-3 0,8 36 0,-18-107 0,-2 0 0,5 90 0,-14-127 0,1-1 0,0 0 0,1 0 0,0 0 0,6 16 0,-5-17 0,0 1 0,-1 0 0,0 0 0,0 0 0,0 17 0,-1-7 0,0-12 0,0-1 0,0 1 0,-1-1 0,0 1 0,-1-1 0,0 0 0,0 1 0,0-1 0,-4 9 0,-3-2 0,6-11 0,0 0 0,1 1 0,-1-1 0,0 1 0,1-1 0,0 1 0,0-1 0,0 1 0,0 0 0,0 0 0,1 0 0,0-1 0,0 6 0,0-8 0,0 0 0,0 0 0,0-1 0,0 1 0,0 0 0,0 0 0,-1 0 0,1 0 0,0 0 0,0 0 0,-1 0 0,1-1 0,-1 1 0,1 0 0,0 0 0,-1 0 0,0-1 0,1 1 0,-1 0 0,1-1 0,-1 1 0,0 0 0,1-1 0,-1 1 0,0-1 0,0 1 0,0-1 0,1 1 0,-1-1 0,0 0 0,0 1 0,0-1 0,0 0 0,0 0 0,0 0 0,0 0 0,1 0 0,-1 1 0,0-2 0,0 1 0,-2 0 0,1 0 0,0-1 0,-1 1 0,1-1 0,0 0 0,0 1 0,0-1 0,0 0 0,0 0 0,0-1 0,0 1 0,0 0 0,1-1 0,-1 1 0,0-1 0,1 1 0,-1-1 0,-2-3 0,-5-7 0,0 1 0,-1-1 0,0 2 0,-23-18 0,6 4 0,15 14 0,1-1 0,1 0 0,-15-19 0,23 28 0,1 0 0,-1 1 0,0-1 0,0 1 0,0-1 0,0 1 0,0 0 0,0 0 0,0 0 0,0 0 0,-1 0 0,1 1 0,0-1 0,0 1 0,-1-1 0,1 1 0,-1 0 0,1 0 0,0 0 0,-1 0 0,-4 1 0,-56 13 0,42-9 0,17-3 0,0-1 0,0 0 0,1 1 0,-1 0 0,0 0 0,1 0 0,-1 0 0,1 1 0,0 0 0,0-1 0,0 1 0,0 0 0,0 0 0,-4 6 0,6-6 0,-1-1 0,0 1 0,1-1 0,0 1 0,0 0 0,-1 0 0,2-1 0,-1 1 0,0 0 0,0 0 0,1 0 0,0 0 0,0 0 0,0 0 0,0 0 0,0 0 0,0 0 0,1 0 0,-1 0 0,1 0 0,1 3 0,0-1 0,1 1 0,-1-1 0,1 1 0,1-1 0,-1 0 0,1 0 0,-1-1 0,1 1 0,1-1 0,-1 0 0,1 0 0,-1 0 0,11 6 0,-4-6 0,0 0 0,0 0 0,0-1 0,0 0 0,1-1 0,16 1 0,9 0 0,0-2 0,-1-1 0,1-2 0,0-1 0,-1-2 0,49-13 0,210-84 0,-286 98 0,-1-1 0,1 0 0,-1 0 0,8-8 0,31-18 0,-30 24 45,-14 6-66,-1 0-1,1 0 0,-1 0 0,0 0 0,0 0 0,0-1 0,1 1 0,-1-1 0,0 1 0,-1-1 0,1 0 0,0 0 0,2-2 1,35-21-5462,-37 11-1716,-22 13-7343,-6 14 9372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29.6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62 164 10165,'-37'8'11862,"13"-5"-2466,58-3-10080,47-5 1205,-1-3 0,118-27 0,-30 4-56,-46 12-465,23-6 0,255-11 0,-393 36-107,-1 0-1,1 0 1,0-1 0,-1 0-1,1-1 1,-1 1 0,0-1 0,8-4-1,-10 4-3165,-27 19-15552,19-17 18145,0 0 1,-7-1 0,-25 2-2170,-138 32-1270,-5 12 7266,133-33-520,26-8-1077,1 1 0,-1 1-1,2 1 1,-26 12 0,40-15-951,0 0-1,0 1 1,0-1 0,0 1-1,1 0 1,0 0 0,0 0-1,0 0 1,-3 9-1,0-2 627,2-4-632,1 1-1,0 0 0,0 0 1,1 0-1,0 0 1,0 0-1,1 0 0,1 0 1,-1 1-1,1-1 1,1 0-1,0 1 0,0-1 1,4 15-1,4 50 1858,-9-61-2450,1 0 0,1 1 0,0-1 0,1 0 0,5 14 0,7 29 0,44 211 0,-43-212-742,-12-46 302,-2-1 0,1 1 0,-1 0 1,0 0-1,-1 0 0,0 0 0,-1 11 0,19 138-16479,-19-129 13050,0-3 457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29.8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5298,'0'0'271,"1"0"-1,0 0 0,-1 0 1,1 1-1,0-1 1,-1 0-1,1 0 0,-1 1 1,1-1-1,0 0 0,-1 0 1,1 1-1,-1-1 0,1 1 1,-1-1-1,1 1 0,-1-1 1,1 1-1,-1-1 0,1 1 1,-1-1-1,1 1 1,-1-1-1,1 2 0,5 22 2832,-7 40-1364,0-39 83,1-12-1301,-1-8-356,1 0 0,0-1-1,0 1 1,0 0 0,0 0 0,1-1 0,0 1 0,0-1-1,2 5 1,3 4 62,-3-6-158,-1-1 0,1 1 0,-1-1 0,0 1 0,0 0 0,-1-1 0,0 1 0,0 8 0,9 41 96,-1-8-573,-9-44 267,0-1 1,0 1-1,1 0 1,-1-1 0,1 1-1,0-1 1,0 1 0,0-1-1,0 1 1,1-1 0,0 0-1,3 6 1,-4-6-173,1 0 1,0 0 0,-1 0-1,1 0 1,-1 0-1,0 0 1,0 0 0,0 1-1,-1-1 1,1 0-1,-1 0 1,0 7-1,0-9-5,0 1 0,0 0 0,0 0 0,1-1 0,-1 1 0,0 0 0,1 0 0,-1-1 0,1 1-1,0 0 1,-1-1 0,1 1 0,0-1 0,2 3 0,4 8-2269,-4 12-1112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30.5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1 188 5763,'0'4'8719,"0"19"-4750,0 96-1456,-1-116-2418,1 1-1,1-1 0,-1 1 1,1-1-1,-1 0 1,1 1-1,0-1 0,0 0 1,0 1-1,1-1 0,-1 0 1,4 6-1,-3-6 72,0 0 0,0 0 0,-1 0 0,1 0-1,-1 1 1,0-1 0,0 1 0,0-1 0,0 0 0,-1 1-1,1 0 1,-1 6 0,0 148 5965,0-158-6123,0 1-1,1-1 1,-1 0-1,0 1 1,1-1 0,-1 0-1,0 0 1,1 0 0,-1 1-1,1-1 1,-1 0-1,0 0 1,1 0 0,-1 0-1,1 0 1,-1 0 0,1 0-1,-1 0 1,1 0 0,-1 0-1,0 0 1,1 0-1,-1 0 1,1 0 0,-1 0-1,0 0 1,1-1 0,-1 1-1,1 0 1,-1 0-1,0 0 1,1-1 0,0 1-1,0-1 17,0-1-49,0-1 1,0 1-1,-1-1 1,1 1 0,-1-1-1,0 1 1,1-1-1,-1 0 1,0 1-1,-1-6 1,0 2 18,2 2-21,-1-1 0,1 1 0,-1 0 0,1 0 0,0 0 0,1 0 0,-1 0 0,1 1 0,-1-1 0,3-3 0,-1 3-3,-2 0-1,1 1 1,0-1-1,-1 0 1,1 0-1,-1 0 1,0 0-1,-1 0 1,1 0-1,0-4 1,-1-13-37,1 0 0,2 0 1,8-38-1,-9 51 77,-1-1 1,0 0 0,-1 1-1,0-1 1,-1-12-1,0 14 25,1 0 1,-1 0-1,1-1 0,1 1 0,0 0 0,0 0 0,3-11 0,5-4 145,-7 16-100,1 1 0,-1 0-1,0-1 1,-1 1-1,0-1 1,1 0-1,-2 1 1,1-9-1,0 7 101,-1 0-1,1 1 0,0-1 1,0 1-1,1-1 0,0 1 1,0 0-1,4-8 1,-1-12 83,-1 10-197,-3 16-67,0-1 1,0 1 0,0 0 0,0-1 0,0 1-1,0 0 1,0 0 0,0 0 0,0 0 0,0 0 0,0 0-1,1 0 1,-1 0 0,0 0 0,0 0 0,0 1 0,0-1-1,0 0 1,1 1 0,2 1 0,-1-1 0,1 1 0,-1-1 0,0 1 0,0 0 0,0 0 0,0 0 0,0 1 0,0-1 0,-1 1 0,1-1 0,-1 1 0,1 0 0,-1 0 0,0 0 0,0 1 0,-1-1 0,2 4 0,19 25 0,-20-29 0,0-1 0,0 1 0,0 0 0,0 0 0,-1 0 0,1 0 0,-1 0 0,0 1 0,0-1 0,0 0 0,0 5 0,6 15 0,10 16 0,1-1 0,28 41 0,-12-19 0,-11-2 0,-21-49 0,1 0 0,0 0 0,0-1 0,1 1 0,5 7 0,-6-13 0,-1 0 0,0 0 0,0 0 0,0 1 0,-1-1 0,1 0 0,-1 1 0,0-1 0,0 1 0,0 0 0,0-1 0,0 1 0,0 6 0,-2-9 0,1 0 0,0 0 0,0 0 0,1 0 0,-1 0 0,0 0 0,0 0 0,0 0 0,1 0 0,-1 0 0,0 0 0,1-1 0,-1 1 0,1 0 0,-1 0 0,1 0 0,0 0 0,-1-1 0,1 1 0,0 0 0,-1-1 0,1 1 0,0 0 0,0-1 0,0 1 0,0-1 0,-1 1 0,3 0 0,5 4 0,-7-4 0,0 0 0,0 1 0,1-1 0,-1 0 0,0 0 0,1 0 0,-1 0 0,0 0 0,1-1 0,-1 1 0,1 0 0,-1-1 0,1 1 0,2 0 0,-3-2 0,0 1 0,0-1 0,-1 0 0,1 0 0,0 1 0,0-1 0,-1 0 0,1 0 0,-1 0 0,1 0 0,0 0 0,-1 0 0,0 0 0,1 0 0,-1 0 0,0 0 0,1 0 0,-1 0 0,0 0 0,0 0 0,0 0 0,0 0 0,0 0 0,0 0 0,0 0 0,0-1 0,0 1 0,-1-1 0,2-9 0,1 0 0,0 1 0,0-1 0,1 1 0,1-1 0,6-13 0,8-23 0,-10 6 0,-6 32 0,-1 0 0,1 0 0,1 0 0,6-16 0,-2 8 0,-1 0 0,-1 0 0,0 0 0,2-20 0,-5 24 0,0 0 0,1 1 0,0-1 0,1 1 0,0 0 0,1 0 0,1 1 0,7-13 0,12-32 0,-6 39 0,-16 12 0,15-14 0,-18 18 0,1 1 0,0 0 0,0-1 0,0 1 0,-1 0 0,1 0 0,0-1 0,0 1 0,0 0 0,0 0 0,0 0 0,-1 0 0,1 0 0,0 0 0,0 0 0,0 0 0,0 1 0,-1-1 0,1 0 0,0 0 0,0 1 0,0-1 0,-1 0 0,1 1 0,0-1 0,0 1 0,-1-1 0,1 1 0,0 0 0,-1-1 0,1 2 0,2 1 0,-1 1 0,1-1 0,-1 1 0,0 0 0,0 0 0,-1 0 0,1 0 0,0 4 0,8 17 0,-3-10 0,36 63 0,-40-71 0,1-1 0,-1 1 0,0 0 0,0 0 0,2 11 0,-3-11 0,0 0 0,1 0 0,-1 0 0,1 0 0,1 0 0,5 9 0,-6-12 0,-1-1 0,0 1 0,0 0 0,0 1 0,-1-1 0,0 0 0,1 0 0,-1 1 0,-1-1 0,1 0 0,-1 1 0,0 8 0,0-7 0,1 0 0,-1 0 0,1 0 0,0 0 0,0 0 0,3 8 0,6 8-896,-5-10-1047,1 0 1,-2 1 0,1 0 0,-2-1 0,0 1-1,0 1 1,1 25 0,-5-38 1692,1 1 1,0 0-1,0-1 0,1 1 1,-1 0-1,0-1 0,0 1 1,1 0-1,-1-1 0,1 1 1,-1-1-1,1 1 0,0-1 1,0 1-1,0-1 0,0 0 1,0 1-1,0-1 0,0 0 1,0 1-1,0-1 1,0 0-1,2 1 0,4 4-745,1 3-1565,-8-8 2464,0-1 0,1 1 1,-1-1-1,1 1 0,-1-1 0,1 1 0,-1-1 0,1 0 0,-1 1 1,1-1-1,-1 0 0,1 1 0,-1-1 0,1 0 0,-1 0 1,1 0-1,0 1 0,-1-1 0,1 0 0,-1 0 0,1 0 1,0 0-1,-1 0 0,1 0 0,0 0 0,-1 0 0,1 0 1,-1-1-1,1 1 0,0 0 0,22 0-54,0-2 0,42-7 0,-55 7 579,0-1 0,-1 1 0,1-2-1,-1 1 1,0-2 0,0 1 0,0-1 0,-1 0 0,14-11 0,40-33 3059,-46 39-2118,-2-1 1,1-1-1,-2 0 0,0-1 0,19-23 1,-26 27-503,1 1 0,0 0 1,0 0-1,16-13 0,-17 16-399,1-1 0,-1 1-1,-1-1 1,1 0-1,-1-1 1,7-11 0,-7 8 438,0 0 1,-1 0 0,6-21-1,-8 20-398,2 1 0,-1 0 0,11-20 0,-10 22-499,0 0-1,0-1 1,-1 1 0,0-1-1,0 0 1,-1 0-1,-1 0 1,1 0-1,-1 0 1,-1-1-1,0-11 1,-1 19-10,1 0 0,0 0 0,-1 1 0,1-1 0,-1 0 0,0 1 0,1-1 0,-1 1 0,0-1 0,0 1 0,0-1 0,0 1 0,0-1 0,-1 1 0,1 0 0,0 0 0,-1 0 0,1 0 0,-1 0 0,1 0 0,-1 0 0,1 0 0,-1 0 0,1 1 0,-1-1 0,0 0 0,1 1 0,-1 0 0,-2-1 0,-3 0 0,-1-1 0,1 1 0,-1 1 0,1-1 0,-1 1 0,-10 2 0,12-1 0,1 0 0,0 1 0,0-1 0,0 1 0,0 0 0,0 0 0,0 1 0,1 0 0,-1-1 0,1 2 0,0-1 0,0 0 0,0 1 0,0 0 0,0 0 0,1 0 0,0 0 0,0 1 0,0-1 0,0 1 0,1-1 0,-1 1 0,1 0 0,1 0 0,-2 6 0,-2 5 0,1 0 0,1 0 0,0 1 0,1-1 0,1 1 0,0-1 0,4 31 0,-3-38 0,1-1 0,1 1 0,-1-1 0,2 1 0,-1-1 0,1 1 0,0-1 0,1 0 0,-1 0 0,2-1 0,-1 1 0,1-1 0,0 0 0,1 0 0,0 0 0,0-1 0,7 6 0,57 39 0,-61-46 0,0 0 0,0 0 0,1-1 0,-1 0 0,1-1 0,0 0 0,0 0 0,0-1 0,14 1 0,2 1 0,-17-3 0,-1-1 0,1 1 0,0-2 0,-1 1 0,1-2 0,-1 1 0,1-1 0,-1 0 0,0-1 0,0 1 0,0-2 0,10-4 0,19-7 0,-26 11-561,-1-1-1,0 0 1,16-11-1,-15 9-498,-1-1-1,0 0 0,0-1 1,-1 0-1,0-1 0,-1 0 1,0 0-1,-1-1 0,0 0 1,8-17-1,29-49-9795,-17 35 6844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31.0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1 174 2929,'-1'-30'6519,"2"-32"1234,-1 60-7514,1-1 0,-1 1 0,1-1 1,-1 1-1,1-1 0,0 1 0,0 0 1,0-1-1,0 1 0,1 0 1,-1 0-1,1 0 0,-1 0 0,1 0 1,0 0-1,-1 0 0,1 1 1,0-1-1,3-1 0,16-13 3351,-19 15-3284,-1-1-1,1 1 0,-1 0 1,1 0-1,-1 0 0,1 0 1,0 0-1,0 0 0,-1 0 1,1 1-1,0-1 0,0 1 1,2-1-1,4-1-67,-1 0 0,1 0-1,0 1 1,0 0 0,0 1 0,0 0 0,0 0-1,8 2 1,-13-1-204,0 0 0,-1 0-1,1 0 1,0 0 0,-1 1 0,1-1-1,-1 1 1,1 0 0,-1 0 0,0 0-1,0 0 1,0 0 0,0 0-1,0 1 1,0-1 0,-1 1 0,1-1-1,-1 1 1,0-1 0,1 1 0,-1 0-1,0 4 1,2 0-34,0 0 0,0 1 0,-1-1 0,-1 1 0,1-1 0,-1 1 0,0-1 0,-1 1 0,0 0 0,0 0 0,-3 14 0,-3 0 0,4-13 0,0-1 0,0 1 0,0-1 0,0 18 0,2-19 0,0-1 0,0 1 0,-1-1 0,0 1 0,-1 0 0,0-1 0,1 0 0,-2 1 0,1-1 0,-1 0 0,0 0 0,-7 9 0,5-6 0,1 0 0,-1 0 0,2 0 0,-1 0 0,-1 10 0,-17 39 0,3-13 0,16-35 0,0-1 0,-1 1 0,0-1 0,-10 16 0,8-16-1371,1 1 0,0 0 0,1 1 0,-4 12 0,-14 32-5943,18-49 6483,1 1 0,0-1 1,0 1-1,1-1 0,0 1 0,0 0 1,0 0-1,1 0 0,0 0 0,0 0 1,1 0-1,0 9 0,0 83 381,0 52 6954,1-149-6339,-1 0 1,0 0-1,0 1 1,1-1-1,-1 0 1,1 0-1,0 0 1,0 1-1,0-1 1,0 0-1,0 0 1,0 0-1,0 0 1,0-1-1,3 4 1,-2-4 65,-1 1 1,0-1-1,0 1 1,0 0-1,1-1 1,-2 1-1,1 0 1,0 0-1,0 0 1,0 0-1,-1 0 1,1 0-1,-1 0 1,0 0-1,1 2 1,-1-3-37,1 0 0,0 0 1,-1 0-1,1 0 0,0 0 0,0 0 1,-1 0-1,1-1 0,0 1 0,0 0 1,0-1-1,0 1 0,0 0 0,0-1 1,1 1-1,-1-1 0,0 0 0,0 1 0,0-1 1,0 0-1,0 0 0,1 0 0,-1 0 1,0 1-1,0-2 0,0 1 0,0 0 1,3 0-1,27-2 2171,-1-22-656,-26 21-1497,0 0-1,0 0 1,0 0 0,0 0 0,-1-1 0,1 1 0,-1-1-1,0 0 1,0 0 0,-1 0 0,4-5 0,3-6 58,0 2-271,-7 11 0,0 0 0,-1-1 0,1 1 0,-1 0 0,0 0 0,0-1 0,0 1 0,0-1 0,0 1 0,-1-1 0,1 1 0,-1-1 0,1 1 0,-1-1 0,0 0 0,0 1 0,0-1 0,-1-2 0,1-1 0,-1-1 0,-1 1 0,1 0 0,-1 0 0,0 0 0,0 0 0,-1 0 0,0 1 0,0-1 0,0 1 0,-1-1 0,1 1 0,-1 0 0,0 1 0,-1-1 0,-7-6 0,-32-18 0,20 4-1769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31.4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122 225 7507,'0'-3'1050,"0"-1"0,-1 1-1,1 0 1,-1-1 0,0 1-1,0 0 1,0-1-1,0 1 1,0 0 0,-1 0-1,0 0 1,1 0 0,-1 1-1,0-1 1,-4-4-1,-16-29 5264,19 28-5882,0 0-1,-1 1 1,0-1-1,-8-11 1,12 18-431,-1 0 0,1 0 0,0 0 0,-1 0 0,1 0 0,0 0 0,0 0 0,0 0 0,0 0 0,0 0 0,0 0 0,0 0 0,0 0 0,1-1 0,-1 1 0,0 0 0,1 0 0,-1 0 0,0 0 0,1 0 0,0 0 0,-1 1 0,1-1 0,-1 0 0,1 0 0,0 0 0,0 0 0,-1 1 0,1-1 0,0 0 0,0 1 0,0-1 0,0 0 0,2 0 0,9-11 0,-6 7 0,0 0 0,1 0 0,-1 1 0,1 0 0,0 0 0,0 1 0,0 0 0,11-3 0,-17 6 0,1-1 0,-1 1 0,1 0 0,-1 0 0,1 0 0,-1 0 0,1 0 0,-1 1 0,1-1 0,-1 0 0,1 1 0,-1-1 0,0 1 0,1-1 0,-1 1 0,0 0 0,1 0 0,1 1 0,14 6 0,-13-6 0,-1 0 0,1 0 0,-1 1 0,0-1 0,0 1 0,0 0 0,0 0 0,-1 0 0,1 0 0,-1 0 0,0 1 0,0-1 0,0 1 0,0-1 0,-1 1 0,1 0 0,-1 0 0,0 0 0,0 0 0,0-1 0,-1 1 0,1 6 0,0 30 0,1-23 0,-1 0 0,-1-1 0,-1 1 0,-1-1 0,-4 23 0,-33 93 0,38-127 0,-3 21 0,-2-1 0,0 1 0,-2-1 0,-18 41 0,12-38-2262,2 0-1,-12 46 1,19-27-2946,2-9 1396,-10 40-1982,10 0 3403,3-1 2623,0 46 5646,0-42 8851,20-81-11731,-17-1-2988,0 1 1,-1-1-1,1 0 0,-1 0 0,1 0 0,-1 0 1,0-1-1,1 1 0,-1-1 0,0 1 0,0-1 0,0 0 1,0 1-1,0-1 0,-1 0 0,1 0 0,0-1 1,1-1-1,-1-1-14,0 0 0,0-1 0,0 1 0,-1 0 0,0 0 0,0-1 1,0 1-1,-1-1 0,0-8 0,0 11 4,-1 0 0,0-1 0,0 1 0,0 0 0,-1 0 0,1-1 0,-1 1 0,1 0 0,-1 1 0,0-1 0,0 0 0,0 0 0,-1 1 0,1-1 0,-1 1 0,1 0 0,-1 0 0,0 0 0,0 0 0,0 0 0,0 1 0,0-1 0,-6-1 0,7 2 19,0 1-1,0-1 1,0 0-1,0 1 1,0-1-1,0 0 1,1-1 0,-1 1-1,0 0 1,0 0-1,-1-3 1,-19-8-1136,5 3-4980,9 3-425,-16 3-1831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33.8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6393 245 1281,'5'0'2358,"-4"0"-2130,1 1 0,-1-1 1,1 0-1,-1 0 0,1 0 0,-1 0 0,1 0 0,-1 0 1,1-1-1,-1 1 0,1 0 0,-1-1 0,1 1 1,-1-1-1,0 0 0,1 1 0,-1-1 0,0 0 0,1 0 1,-1 0-1,0 0 0,0 0 0,0 0 0,0 0 1,0 0-1,0 0 0,0 0 0,0-1 0,0 1 0,-1 0 1,1-1-1,0 1 0,0-3 0,4 0 623,13-7 54,-17 11-793,-1 0 0,1 0 0,-1-1 1,1 1-1,-1-1 0,1 1 0,-1 0 1,1-1-1,-1 1 0,1-1 0,-1 1 1,0-1-1,1 0 0,-1 1 0,0-1 1,1 1-1,-1-1 0,0 1 1,0-1-1,0 0 0,0 1 0,0-1 1,1 0-1,-1 1 0,0-1 0,0 1 1,0-1-1,-1 0 0,1 1 0,0-1 1,0 0-1,0 1 0,0-1 0,-1 1 1,1-1-1,0 0 0,0 1 0,-1-1 1,1 1-1,0-1 0,-1 1 0,1-1 1,-1 1-1,1-1 0,-1 1 0,0-1 1,-19-16 2342,16 16-2914,0-1 519,0 0 1,0 1-1,0 0 1,1 0 0,-1 0-1,-1 1 1,-3-1-1,-2 0-34,-69-13 53,-81-4 0,-33-6-29,95 10-56,-107-1 0,57 6-14,-166-7-1,-205-10 237,94 14 251,-380 8 12,444 6-230,-25-2 175,295 0-295,-1030 24 551,769-8-635,34-5 78,237-7-74,-121 7-128,-31 1 133,33-9 126,117-4 317,80 1-403,-2 0-134,-8 1 42,17 5 151,-3-4-79,0-1 1,1 1-1,-1 0 1,0-1-1,0 1 1,0 0-1,0 0 1,0 0-1,0 0 1,0 0-1,-1 0 1,1 0-1,-1 0 1,1 0-1,-1 4 1,1 0 110,0 1 1,1 0 0,0-1-1,0 0 1,1 1-1,-1-1 1,1 0 0,1 0-1,3 5 1,8 18 311,-10-17-327,-2 0-1,0 0 1,0 1-1,2 20 1,4 27 324,-2-34-309,-2-12-26,-2-1 1,0 1-1,-1 1 0,2 27 1,15 200 1827,-20-199-1890,0-5-96,7 67 0,33 187-1,-1-8 0,-13-113 0,-21-149 0,1-1 0,10 29 0,0 2 0,-8-13 0,-4-24 0,0 1 0,1-1 0,1 1 0,0-1 0,1 0 0,11 20 0,-3-7 0,-8-14 0,0 0 0,2-1 0,0 1 0,0-1 0,1-1 0,1 0 0,0 0 0,0-1 0,21 17 0,-14-17-106,1-1-1,0-1 1,0-1 0,1 0 0,0-2-1,0 0 1,1-1 0,-1-1 0,26 2-1,31 0-674,86-5 0,-88-1 573,183-11-187,-83-1 495,-34-1-61,39 4-21,285-10 252,-19 3-121,205 30-157,-454-10 24,83 6 51,218 16 29,-25 0-21,581 1 144,-820-28-81,60-12 548,-215 6-453,30-2 332,108-24 0,-207 31-565,1 0 0,-1-1 0,0 0 0,14-7 0,-21 9 0,0 0 0,0-1 0,0 1 0,0 0 0,0-1 0,0 0 0,0 1 0,-1-1 0,1 0 0,-1 0 0,1 0 0,-1 0 0,0 0 0,1 0 0,-1 0 0,0 0 0,0 0 0,-1-1 0,1 1 0,0 0 0,-1-1 0,1 1 0,-1-4 0,2-48 0,0 32 0,-2 1 0,0-1 0,-1 1 0,-5-25 0,1 27 0,2 9 0,1-1 0,0 1 0,0-1 0,0-11 0,2 12 0,-1-1 0,0 1 0,-1 0 0,0 0 0,-6-15 0,5 15 0,0 1 0,1 0 0,0-1 0,0 1 0,0-16 0,-8-136 0,5 112 0,2 1 0,6-95 0,12-113 0,-16 215 0,0 13 0,2-1 0,5-44 0,1 33 0,-1 13 0,-2 0 0,2-39 0,-6-133 0,0 191 0,0-1 0,-1 1 0,-1 0 0,1-1 0,-1 1 0,0 0 0,-5-9 0,5 10 0,-1 1 0,1 0 0,1-1 0,-1 1 0,1-1 0,0 0 0,0-7 0,1-107 0,0 121 0,0-1 0,0 1 0,0-1 0,1 1 0,-2-1 0,1 0 0,0 1 0,0-1 0,0 1 0,0-1 0,0 1 0,0-1 0,0 1 0,-1-1 0,1 1 0,0-1 0,0 1 0,-1-1 0,1 1 0,0 0 0,-1-1 0,1 1 0,0-1 0,-1 1 0,1 0 0,-1-1 0,1 1 0,-1 0 0,1 0 0,-1-1 0,1 1 0,-1 0 0,1 0 0,-1-1 0,0 1 0,1 0 0,-1 0 0,1 0 0,-1 0 0,1 0 0,-1-1 0,1 1 0,-1 0 0,1 0 0,0-1 0,-1 1 0,1 0 0,0-1 0,-1 1 0,1 0 0,0-1 0,-1 1 0,1-1 0,0 1 0,0 0 0,-1-1 0,1 1 0,0-1 0,0 1 0,0-1 0,0 1 0,-1-1 0,1 1 0,0-1 0,0 1 0,0-1 0,0 1 0,0-1 0,0 0 0,0 1-102,0-1-1,-1 1 1,1 0 0,0 0 0,-1 0-1,1-1 1,0 1 0,-1 0-1,1 0 1,-1 0 0,1 0 0,-1-1-1,1 1 1,0 0 0,-1 0-1,1 0 1,-1 0 0,1 0 0,-1 0-1,1 0 1,0 0 0,-1 1-1,1-1 1,-1 0 0,1 0 0,-1 0-1,1 0 1,0 1 0,-1-1-1,1 0 1,0 0 0,-1 1 0,1-1-1,0 0 1,-1 0 0,1 1-1,0-1 1,-1 0 0,1 1 0,0 0-1,-33 20-8423,8-5 2331,5-4-534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09.8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99 104 2737,'0'-3'436,"-1"-1"-1,1 1 0,-1 0 1,0 0-1,0 0 0,-1 0 1,1 0-1,-1 1 0,1-1 1,-1 0-1,0 1 0,0-1 1,0 1-1,0-1 0,0 1 1,-4-3-1,4 4-341,1 0 0,-1-1-1,1 1 1,-1-1 0,1 1-1,0-1 1,-1 1 0,1-1 0,0 0-1,0 0 1,0 0 0,1 0 0,-1 0-1,0-2 1,0 3-52,1 0 0,0 1-1,0-1 1,-1 0 0,1 0 0,0 0-1,-1 0 1,1 1 0,-1-1 0,1 0-1,-1 0 1,1 1 0,-1-1 0,0 0 0,1 1-1,-1-1 1,0 0 0,0 0 0,-5-4 1443,3-2 3546,3 725 8882,-1-706-13913,0 1 0,0-1 0,-2 0 0,-5 22 0,4-23 0,1 1 0,1-1 0,0 1 0,-1 21 0,3 288 0,-1-344 0,-2-13 0,2-1 0,1 1 0,9-59 0,-3 73 0,-1 8 0,-1-1 0,-1 0 0,-1 0 0,2-25 0,-4-548 0,0 581 0,1 0 0,0 0 0,0 1 0,0-1 0,1 1 0,0-1 0,5-11 0,-6 16 0,0 0 0,-1 0 0,1-1 0,-1 1 0,1 0 0,-1-1 0,0 1 0,0 0 0,0-1 0,-1 1 0,1 0 0,-1-3 0,1 2 0,5 11 0,-4-7 0,6 11 0,0 0 0,-1 0 0,-1 1 0,0 0 0,4 17 0,0-3 0,1 0 0,0-1 0,27 45 0,2 6 0,-27-50 0,-6-12 0,0 0 0,2 0 0,12 18 0,86 130 0,-87-128 0,-15-27 0,0 0 0,1 0 0,0 0 0,0 0 0,9 8 0,-2-3 0,4 3 0,26 36 0,-36-44 0,1-1 0,0 1 0,0-2 0,0 1 0,0-1 0,16 10 0,7 5 0,-24-16 0,1 0 0,-1-1 0,1 0 0,0-1 0,0 1 0,0-1 0,0-1 0,12 4 0,-17-6 0,0 1 0,1-1 0,-1 1 0,0-1 0,1 0 0,-1 0 0,0 0 0,0-1 0,1 1 0,-1 0 0,0-1 0,0 1 0,1-1 0,-1 0 0,0 0 0,0 0 0,0 0 0,0 0 0,0 0 0,0-1 0,0 1 0,-1-1 0,1 1 0,0-1 0,-1 0 0,1 1 0,-1-1 0,0 0 0,1 0 0,-1 0 0,1-3 0,6-41 0,-4 36 0,0-1 0,0 0 0,-1 0 0,0 0 0,-1 0 0,0 0 0,-1-1 0,-1-21 0,0-286 0,0 306 0,-2 1 0,1-1 0,-2 1 0,-5-20 0,4 21 0,1-1 0,1 1 0,0-1 0,-1-18 0,3-213 0,0 243-47,0-1 0,0 1 0,0 0 0,0-1-1,1 1 1,-1 0 0,0-1 0,0 1 0,0 0 0,0-1 0,0 1 0,1 0-1,-1 0 1,0-1 0,0 1 0,0 0 0,1 0 0,-1-1 0,0 1 0,0 0-1,1 0 1,-1 0 0,0-1 0,1 1 0,-1 0 0,0 0 0,0 0 0,1 0 0,-1 0-1,0 0 1,1 0 0,-1 0 0,0 0 0,1 0 0,-1 0 0,0 0 0,1 0-1,-1 0 1,0 0 0,1 0 0,-1 0 0,0 0 0,1 0 0,-1 0 0,0 0-1,1 1 1,-1-1 0,0 0 0,0 0 0,1 0 0,-1 0 0,0 1 0,0-1 0,1 0-1,-1 0 1,0 1 0,0-1 0,1 1 0,26 18-5497,-14-9 2340,-9-6 2007,0 0-1,0 1 1,0-1 0,0 1-1,-1 0 1,0 0-1,0 0 1,0 0 0,3 9-1,0-2-696,-2 14-1779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10.1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78 174 1697,'10'11'3324,"-7"4"9417,-9 2-1235,-3-4-10598,6-9-2359,-7 10 2425,7-10-738,-1 1 0,1-1 0,0 1 0,0 0 0,0 0 0,1 0 0,0 0 0,0 0 0,0 0 0,1 1 0,-1-1 0,0 10 0,2-11-236,0-1 0,0 0 0,-1 1 0,1-1 0,-1 0 0,0 0 0,0 1 0,0-1 0,0 0 0,0 0 0,-1 0 0,-3 5 0,3-5 0,0 0 0,1 0 0,-1 0 0,1 1 0,-1-1 0,1 1 0,0-1 0,1 1 0,-1-1 0,0 1 0,1 0 0,0 6 0,-1 3 0,0-8 0,1 0 0,0-1 0,0 1 0,0 0 0,0 0 0,1-1 0,0 1 0,0 0 0,3 6 0,61 116 0,-61-120 0,0 0 0,0 0 0,0 0 0,1 0 0,0-1 0,0 0 0,1 0 0,0 0 0,0-1 0,0 0 0,0 0 0,1 0 0,0-1 0,0 0 0,0 0 0,1-1 0,-1 0 0,1 0 0,0-1 0,0 0 0,8 1 0,8 6 0,-22-8 0,1 0 0,-1 0 0,0 0 0,1 0 0,-1 0 0,0-1 0,1 1 0,-1-1 0,1 1 0,-1-1 0,1 0 0,-1 0 0,1 0 0,-1 0 0,1-1 0,3 0 0,0-1 0,5-1 0,0-1 0,0 0 0,-1 0 0,0-1 0,0-1 0,0 0 0,11-8 0,-13 7 0,1 0 0,-1 0 0,0 0 0,-1-1 0,0-1 0,0 1 0,-1-1 0,0 0 0,-1 0 0,1-1 0,-2 0 0,0 0 0,0 0 0,0 0 0,1-11 0,34-124 0,-38 141 0,0 0 0,0 0 0,-1-1 0,1 1 0,-1-1 0,0 1 0,-1 0 0,1-1 0,-1 1 0,0 0 0,0-1 0,0 1 0,0 0 0,-1 0 0,-3-7 0,3 6 0,-1-1 0,1 0 0,0 0 0,1-1 0,-1 1 0,1 0 0,0-11 0,1 7 0,-1-1 0,1 1 0,-2 0 0,1-1 0,-2 1 0,1 0 0,-1 0 0,-1 1 0,1-1 0,-2 1 0,1-1 0,-2 1 0,-6-9 0,11 17 0,-1-1-119,1 0 0,-1 1 0,0-1 1,1 0-1,0 0 0,-1 0 0,1 0 0,0 0 0,0 0 0,0-1 0,0 1 1,0 0-1,1-1 0,-1 1 0,1 0 0,-1-1 0,1-4 0,0 5-282,0 1 0,0-1-1,0 0 1,-1 0 0,1 1-1,-1-1 1,1 0 0,-1 0-1,0 1 1,1-1-1,-1 0 1,0 1 0,0-1-1,0 1 1,0-1 0,0 1-1,-1 0 1,1 0 0,0-1-1,-3-1 1,-1-1-890,-3-11-8777,15 7 6259,12 3 1228,-14 5 388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11.2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83 240,'9'14'564,"1"-2"865,-2 0 0,1 1 0,-2 0 0,0 1 0,5 14 0,4 12 943,-10-25-1179,0 1-1,0 0 1,-1 0-1,-1 0 0,-1 0 1,1 20-1,-3-31-923,-1-1 0,0 0 0,1 0 0,0 0-1,0 0 1,0 0 0,0 0 0,1 0 0,-1 0 0,5 7-1,3 8 561,1 9 540,-5-18-796,-1 0 0,-1 1 0,0-1-1,-1 1 1,0 0 0,0-1 0,0 21 0,-2-23-268,0-1 1,1 1-1,-1 0 0,2-1 1,-1 0-1,1 1 0,0-1 1,5 11-1,-2 22-91,-6-32-227,0-27-4,1 0 17,-1 16 0,1-1 0,0 0 0,0 0 0,0 1 0,0-1 0,1 0 0,-1 0 0,1 1 0,0-1 0,2-5 0,1 0 0,0 0 0,-1 0 0,0 0 0,0-1 0,-1 1 0,0-1 0,-1 1 0,0-1 0,0-15 0,0-3 0,2 0 0,1 0 0,1 0 0,2 1 0,0-1 0,16-33 0,-20 54 0,1 0 0,-1 0 0,2 0 0,-1 1 0,1 0 0,0-1 0,0 2 0,1-1 0,0 1 0,12-9 0,2 7 0,-17 6 0,1-1 0,-1 1 0,1 0 0,-1 0 0,1 0 0,0 0 0,-1 1 0,1-1 0,0 1 0,0 0 0,4 1 0,1 5 0,7 3 0,-10-8 0,-1 1 0,1 0 0,-1 0 0,0 1 0,0 0 0,0 0 0,-1 0 0,1 0 0,-1 1 0,1-1 0,3 6 0,42 54 0,-16-18 0,-30-40 0,0 0 0,0 1 0,-1 0 0,0 0 0,0 0 0,-1 0 0,4 12 0,12 26 0,-10-31 0,-1 0 0,10 27 0,-5-13 0,-11-23 0,1 0 0,-1 1 0,0-1 0,-1 1 0,1-1 0,-1 1 0,0-1 0,0 1 0,-1 6 0,1 20 0,1-31 0,-1 1 0,0-1 0,0 1 0,0 0 0,0-1 0,0 1 0,1-1 0,-1 1 0,0-1 0,1 1 0,-1 0 0,0-1 0,1 0 0,-1 1 0,0-1 0,1 1 0,-1-1 0,1 1 0,-1-1 0,1 0 0,-1 1 0,1-1 0,-1 0 0,1 1 0,0-1 0,-1 0 0,1 0 0,-1 0 0,1 0 0,-1 1 0,1-1 0,0 0 0,0 0 0,1-4 0,0-1 0,0 2 0,0-1 0,1 0 0,-1 0 0,1 1 0,0-1 0,3-2 0,-4 4 0,-1 0 0,0 0 0,-1 0 0,1 0 0,0 0 0,-1 0 0,0 0 0,1 0 0,-1 0 0,0 0 0,0 0 0,0-3 0,3-19 0,6-4 0,-4 13 0,0 0 0,1 1 0,12-23 0,-12 25 0,-1 1 0,0-1 0,-1-1 0,2-13 0,17-42 0,3 20 0,55-72 0,-65 97 0,-14 20 0,0 1 0,1-1 0,-1 1 0,0-1 0,1 1 0,-1 0 0,1 0 0,0 0 0,0 1 0,0-1 0,0 1 0,0-1 0,0 1 0,0 0 0,0 0 0,1 1 0,-1-1 0,0 0 0,1 1 0,-1 0 0,0 0 0,1 0 0,-1 0 0,0 1 0,1-1 0,-1 1 0,6 2 0,-2 2 0,0 0 0,-1 1 0,0 0 0,0 0 0,0 1 0,-1-1 0,0 1 0,-1 1 0,1-1 0,4 12 0,2 8 0,14 49 0,-8-20 0,-10-32 0,-2 0 0,0 0 0,-2 0 0,0 0 0,-2 1 0,-2 26 0,1-46 0,1 0 11,-1 1-1,1-1 1,0 1-1,0-1 1,1 1-1,0-1 1,0 0 0,3 7-1,-3-8-63,0 1 0,0 0 0,0-1 0,-1 1 0,1 0 0,-1 0 0,0 0 0,0 5 0,-1 59-10453,-1-67 10081,1-1 0,1 1-1,-1-1 1,0 1 0,0 0 0,1-1-1,-1 1 1,0-1 0,1 1-1,0-1 1,-1 1 0,1-1 0,0 0-1,0 1 1,0-1 0,0 0-1,0 1 1,0-1 0,0 0-1,0 0 1,2 1 0,0 0-83,0-1 0,0 1 0,0-1 0,-1 0-1,2 0 1,-1 0 0,0-1 0,0 1 0,0-1 0,5 0 0,6 0-561,1-1 1,-1-1 0,25-5-1,-35 6 954,45-13 2588,67-28 0,-108 38-1924,0 0 0,-1-1-1,0 0 1,0 0 0,0-1-1,-1 0 1,1 0 0,7-10-1,12-12 2203,-18 22-1781,-1-1-1,0 0 0,-1-1 1,1 1-1,-2-1 0,1-1 1,-1 1-1,8-18 0,13-43 2341,-20 57-2693,-1-1 0,0 0 0,-1 0 0,0-1 0,-1 1 0,0-1 0,-1 0 0,0-14 0,-2 3-617,1 19 0,0 1 0,-1-1 0,1 0 0,-2 0 0,1 0 0,0 0 0,-1 1 0,0-1 0,0 0 0,-1 0 0,0 1 0,0-1 0,0 1 0,-1 0 0,1 0 0,-1 0 0,0 0 0,-6-6 0,-5-1 0,10 10 0,1-1 0,0 1 0,-1-1 0,1 0 0,0 0 0,1 0 0,-5-6 0,3 2 0,-10-14 0,-20 7 0,25 10 0,7 3 0,0 0 0,1 0 0,-1 0 0,0 0 0,0 0 0,0 1 0,0-1 0,0 1 0,0-1 0,0 1 0,1 0 0,-1 0 0,0 0 0,0 0 0,0 0 0,0 0 0,-4 1 0,-4 3 0,4-3 0,0 1 0,1-1 0,0 1 0,-1 0 0,1 1 0,0-1 0,0 1 0,0 0 0,-6 5 0,5 6 0,5-12 0,0 0 0,0 0 0,0 0 0,0-1 0,0 1 0,0 0 0,0-1 0,0 1 0,-1-1 0,1 1 0,-1-1 0,1 1 0,-3 0 0,0 2 0,1 0 0,-1 0 0,0 0 0,1 0 0,0 1 0,0-1 0,0 1 0,1 0 0,-1 0 0,1 0 0,0 0 0,1 0 0,-1 1 0,1-1 0,-1 7 0,0 14 0,0 0 0,3 29 0,-1-19 0,1-27 0,0-1 0,0 1 0,1 0 0,0-1 0,0 1 0,1-1 0,0 0 0,1 0 0,5 9 0,13 35 0,-19-46 0,-1 0 0,1-1 0,1 1 0,-1-1 0,1 0 0,0 0 0,0 0 0,0 0 0,6 3 0,13 18 0,-16-18 0,1 0 0,-1-1 0,1 0 0,1 0 0,-1-1 0,1 0 0,0-1 0,1 1 0,-1-2 0,19 7 0,-22-8 0,1-1 0,0-1 0,0 1 0,0-1 0,0 0 0,0-1 0,0 1 0,0-1 0,0-1 0,0 0 0,0 0 0,-1 0 0,1 0 0,0-1 0,0 0 0,12-7 0,28-16 0,-34 19 0,0 0 0,0-1 0,-1 0 0,0-1 0,0-1 0,-1 0 0,0 0 0,-1-1 0,0-1 0,13-17 0,52-103 0,-69 114 0,0 0 0,-2 0 0,0-1 0,-1 0 0,-1 0 0,-1 1 0,0-1 0,-1 0 0,-4-27 0,2-19 0,2 60 0,0 0 0,0 0 0,1 0 0,-1 0 0,-1 0 0,1 0 0,0 0 0,-1 1 0,0-1 0,0 0 0,0 0 0,-1 0 0,1 1 0,-1-1 0,0 1 0,-3-6 0,-2-6 0,7 14 0,0 1 0,0-1 0,0 1 0,-1-1 0,1 1 0,0-1 0,0 1 0,0 0 0,0-1 0,-1 1 0,1-1 0,0 1 0,0-1 0,-1 1 0,1 0 0,0-1 0,-1 1 0,1 0 0,0-1 0,-1 1 0,1 0 0,-1-1 0,1 1 0,-1 0 0,1 0 0,0-1 0,-1 1 0,1 0 0,-1 0 0,1 0 0,-1 0 0,1 0 0,-1 0 0,1 0 0,-1 0 0,1 0 0,-1 0 0,1 0 0,-1 0 0,1 0 0,-1 0 0,1 0 0,-1 0 0,1 1 0,-1-1 0,1 0 0,-1 0 0,1 0 0,0 1 0,-2 0 0,2 0 0,-1 0 0,0 1 0,0-1 0,1 0 0,-1 1 0,1-1 0,-1 1 0,1-1 0,0 1 0,-1-1 0,1 1 0,0-1 0,0 1 0,0-1 0,0 1 0,0-1 0,1 1 0,0 2 0,-1-1 0,-2 48 0,0-37 0,1 1 0,1 0 0,0-1 0,1 1 0,0 0 0,6 23 0,11 16 0,-8-22 0,1 1 0,19 37 0,-14-32 0,-15-34 0,1 1 0,-1 0 0,1-1 0,0 1 0,0-1 0,1 0 0,-1 0 0,1 0 0,0 0 0,0 0 0,4 3 0,-4-4 0,0-1 0,0 1 0,0 0 0,-1 0 0,1 1 0,-1-1 0,3 6 0,-3-6 0,-1-1 0,0 0 0,0 0 0,1 0 0,-1 0 0,1 0 0,-1 0 0,1 0 0,0-1 0,0 1 0,0 0 0,0-1 0,0 0 0,0 1 0,1-1 0,-1 0 0,0 0 0,0 0 0,1-1 0,-1 1 0,4 0 0,3 2 0,0-1 0,0-1 0,0 0 0,1 0 0,-1 0 0,0-1 0,1-1 0,-1 1 0,0-2 0,1 1 0,-1-1 0,0-1 0,0 1 0,9-6 0,-10 4 0,0 0 0,0-1 0,0 0 0,-1 0 0,0-1 0,0 0 0,0 0 0,0-1 0,-1 0 0,-1 0 0,1 0 0,-1-1 0,0 1 0,0-2 0,-1 1 0,4-11 0,11-56 0,-11 49 0,-1-2 0,-2 1 0,0-1 0,1-42 0,-6-104 0,0 174 0,0-1 0,0 1 0,0 0 0,1-1 0,-1 1 0,0 0 0,0-1 0,0 1 0,0 0 0,0-1 0,0 1 0,0-1 0,0 1 0,0 0 0,0-1 0,0 1 0,0 0 0,0-1 0,0 1 0,0-1 0,0 1 0,-1 0 0,1-1 0,0 1 0,0 0 0,0-1 0,-1 1 0,1 0 0,0 0 0,0-1 0,-1 1 0,1 0 0,0 0 0,0-1 0,-1 1 0,1 0 0,0 0 0,-1-1 0,1 1 0,0 0 0,-1 0 0,1 0 0,0 0 0,-1 0 0,1 0 0,-1 0 0,1 0 0,0 0 0,-1 0 0,1 0 0,0 0 0,-1 0 0,0 0 0,0 1 0,0 0 0,1 0 0,-1 0 0,0 0 0,0 0 0,1 0 0,-1 0 0,0 1 0,1-1 0,-1 0 0,1 0 0,0 1 0,-1-1 0,1 0 0,0 1 0,0-1 0,0 0 0,0 3 0,-1 31 0,0-23 0,0-1 0,1 1 0,1-1 0,0 1 0,3 14 0,-2-21 0,1 6 0,0-1 0,-1 1 0,1-1 0,-2 1 0,0 0 0,0 19 0,0-17 0,1-1 0,1 0 0,0 0 0,1 0 0,9 21 0,4 16 0,-9-24-2470,1 1-1,21 44 1,-5-38-5658,-21-28 7357,0-1 0,0 1 1,0-1-1,1-1 0,-1 1 0,1-1 1,0 1-1,0-1 0,-1 0 0,1-1 1,1 0-1,-1 1 0,0-1 0,10 0 1,5-1-1776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11.6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408 406 3410,'73'-123'9903,"-68"113"-9168,-1-1 1,-1 1-1,0-1 1,0 0 0,-1 0-1,-1 0 1,0 0-1,0 0 1,-1-1-1,-2-13 1,2-1 1263,-1 21-1436,1 0 0,-1 0 0,-1 0 0,1 0 0,0 0 0,-1 0 0,0 0 0,0 0 0,-1 0 0,1 1 0,-1-1 0,0 1 0,0 0 0,-7-7 0,-4-7 356,11 15-919,-1 0 0,1 1 0,-1 0 0,1 0 0,-1 0 0,1 0 0,-1 0 0,0 1 0,0 0 0,0 0 0,0 0 0,-7-1 0,6 1 0,-3 0 0,0 1 0,-1-1 0,1 1 0,0 1 0,-1 0 0,1 0 0,0 1 0,0 0 0,0 0 0,0 1 0,0 0 0,0 0 0,-10 7 0,-9 2 0,9-3 0,1 0 0,0 1 0,1 1 0,0 1 0,0 0 0,2 1 0,-1 1 0,-14 18 0,19-19 0,0 0 0,1 0 0,0 1 0,1 0 0,1 1 0,0 0 0,-7 22 0,12-26 0,0-1 0,0 2 0,0-1 0,2 0 0,-1 0 0,2 0 0,-1 0 0,1 1 0,1-1 0,3 13 0,14 16 0,-6 9 0,-6-36 0,1-1 0,0 1 0,1-1 0,1-1 0,0 0 0,0 0 0,1-1 0,1 0 0,0-1 0,19 11 0,5 1 0,1-2 0,66 25 0,-76-38 0,-1-1 0,1-1 0,0-1 0,0-1 0,49-4 0,-25 2 0,-23-2 0,-1-1 0,47-12 0,-1 1 0,-55 11 0,0-1 0,0-2 0,26-9 0,31-10 0,-19 4 0,-53 20 0,-1 0 0,0-1 0,1 1 0,-1 0 0,0-1 0,0 1 0,0-1 0,0 1 0,-1-1 0,1 0 0,0 0 0,-1 0 0,1 0 0,-1 0 0,1 0 0,-1 0 0,0-1 0,0 1 0,0 0 0,1-4 0,-3 5-126,0-1 0,1 1 0,-1 0 0,0 0-1,0 0 1,0 0 0,0 0 0,0 0 0,0 0 0,0 0 0,0 0 0,0 0-1,-1 0 1,1 0 0,0 1 0,0-1 0,-1 1 0,1-1 0,0 1 0,-3-1 0,-43-13-5280,26 8 2463,-26-11-7686,27 5 5923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11.8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94 53 13686,'-28'-10'14647,"9"-6"-10213,-9 16-4434,10-10 0,18-6 0,18 16 0,10 0 0,-28 16-5507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14.9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160 174 3794,'0'-11'5009,"-1"-29"1530,1 38-6399,-1 1 0,1-1 0,-1 1-1,1-1 1,-1 1 0,1-1 0,-1 1 0,0-1-1,1 1 1,-1-1 0,0 1 0,0 0 0,0 0 0,0-1-1,-1 1 1,1 0 0,0 0 0,0 0 0,-1 0-1,1 0 1,0 0 0,-3 0 0,-9-7 1331,-23-9 1623,35 17-3050,0 0 0,-1-1 0,1 1 0,-1 0-1,1 0 1,-1 0 0,1 0 0,-1 0 0,1 1-1,-1-1 1,1 0 0,0 1 0,-1-1 0,1 1-1,0-1 1,-1 1 0,1 0 0,0-1 0,0 1-1,-1 0 1,1 0 0,0 0 0,0 0 0,0 0-1,0 0 1,0 0 0,-1 2 0,-13 15 1249,14-17-1205,-1 0 0,1 1-1,0-1 1,-1 0 0,1 1-1,0-1 1,0 1 0,0-1-1,0 1 1,1 0 0,-1-1-1,0 1 1,1 0 0,-1 0-1,1 0 1,0-1 0,-1 1 0,1 0-1,0 0 1,0 2 0,0 2 120,-1 0 0,1 0 0,-1 0 0,-1-1 0,1 1 0,-3 6 0,2-6-83,0 0-1,0 0 0,1 0 0,0 0 1,0 0-1,0 7 0,1 19 71,2 0 1,0 1-1,11 44 1,-9-62-142,0 0 0,1-1 0,1 1 0,0-1 0,1 0 1,1 0-1,0-1 0,0 0 0,16 17 0,-6-11-43,0 0 0,1-1 0,1-1 0,1-1 0,0-1 0,1-1 0,28 13 0,-39-21-6,1-1 0,-1-1 0,1 0 0,1 0 0,-1-1 0,0-1 0,1 0-1,-1 0 1,1-2 0,0 1 0,-1-2 0,1 0 0,-1 0 0,1-1 0,-1-1 0,1 0-1,13-5 1,13-5 4,-31 11 4,1 0 1,-1-1 0,0 0-1,0-1 1,0 0-1,-1 0 1,1-1-1,11-9 1,21-15 12,-29 22-19,1-1-1,-2 0 1,1-1-1,-1 0 0,0 0 1,-1-1-1,15-21 0,13-28 66,-19 32 50,-1 0-1,-1-2 1,12-29-1,-16 26 109,-8 24-179,-1 0 0,0 0 1,0-1-1,-1 1 0,0 0 0,-1-1 1,0 0-1,0-13 0,-1-32-51,0 34 0,0 41 0,0-19 0,0 0 0,0 0 0,0 0 0,-1 0 0,1 0 0,-1 0 0,0 0 0,0-1 0,1 1 0,-1 0 0,0 0 0,-1 0 0,1-1 0,0 1 0,-2 1 0,1-1 0,1 0 0,0 0 0,-1-1 0,1 1 0,0 0 0,0 0 0,0 0 0,0 0 0,0 1 0,0-1 0,1 0 0,-1 0 0,1 0 0,0 1 0,-1 2 0,0 31 0,0-26 0,0 0 0,0 0 0,2 0 0,-1 1 0,1-1 0,1 0 0,3 14 0,4-5 0,-7-15 0,0 0 0,0 0 0,0 0 0,-1 0 0,0 0 0,1 0 0,-1 0 0,-1 1 0,1 7 0,1 2 0,-1 0 0,1 0 0,1 0 0,1 0 0,0-1 0,11 26 0,4 13 0,-12-40 0,0 0 0,1-1 0,0 0 0,0 0 0,1-1 0,1 0 0,19 16 0,-25-24 0,2 5 0,1-2 0,1 1 0,-1-1 0,1 0 0,0 0 0,0-1 0,0 0 0,1-1 0,10 4 0,-2-4 0,0 0 0,0-1 0,0-1 0,17-1 0,-30-1 0,0 0 0,-1 0 0,1 0 0,-1-1 0,1 0 0,-1 0 0,1 0 0,-1 0 0,0 0 0,0 0 0,0-1 0,0 0 0,-1 1 0,1-1 0,2-5 0,13-9 0,-13 11 0,0 1 0,0-1 0,0 0 0,-1 0 0,0-1 0,6-12 0,-4 7 0,-4 3 0,0-1 0,0 1 0,-1-1 0,0 1 0,-1-1 0,0 0 0,-1 1 0,0-1 0,0 1 0,-4-15 0,-22-46 0,23 59 0,-2-1 0,1 1 0,-1 1 0,-1-1 0,0 1 0,-1 1 0,1-1 0,-2 1 0,1 0 0,-1 1 0,-1 0 0,-10-7 0,-10-4 0,-1 1 0,0 2 0,-41-16 0,17 8 0,47 20 0,-2 0 0,0-1 0,1 2 0,-2-1 0,1 1 0,0 1 0,-17-3 0,20 5 0,0-1 0,0 0 0,1-1 0,-1 1 0,0-1 0,1-1 0,-1 1 0,1-1 0,-9-5 0,-4 1 0,18 7 0,0 0 0,-1 0 0,1 0 0,0 0 0,0 0 0,0-1 0,0 1 0,0 0 0,0-1 0,0 1 0,0-1 0,0 1 0,0-1 0,0 1 0,0-1 0,0 0 0,0 1 0,1-1 0,-1 0 0,0 0 0,0 0 0,1 0 0,-1 0 0,0 1 0,1-1 0,-1 0 0,1 0 0,0 0 0,-1-1 0,1 0 0,0 1 0,0 0 0,1 1 0,-1-1 0,1 0 0,0 0 0,-1 0 0,1 0 0,-1 1 0,1-1 0,0 0 0,0 1 0,0-1 0,-1 1 0,1-1 0,0 1 0,0-1 0,0 1 0,0-1 0,0 1 0,0 0 0,0-1 0,0 1 0,0 0 0,0 0 0,0 0 0,0 0 0,0 0 0,0 0 0,0 0 0,0 0 0,0 0 0,0 1 0,0-1 0,1 1 0,18-3 0,0-3 0,-10 3 0,-1 0 0,1 0 0,0 1 0,-1 0 0,1 0 0,0 1 0,0 0 0,17 4 0,27 4 0,-26-6 0,-1 2 0,0 1 0,0 1 0,-1 2 0,0 0 0,34 17 0,29 16 0,-66-31 0,0 0 0,0 1 0,34 25 0,-34-19 0,-1 2 0,0 1 0,-2 1 0,35 45 0,-38-47 0,-14-16 0,1 0 0,-1 1 0,0 0 0,-1 0 0,1 0 0,0 0 0,2 5 0,8 25 0,-10-28 0,0 0 0,0 1 0,-1-1 0,0 1 0,-1-1 0,1 1 0,-1-1 0,-1 1 0,1 11 0,2-15 0,3-14 0,4-22 0,-11 10 0,0 14 0,1 0 0,0 0 0,1 0 0,-1 0 0,2 1 0,1-10 0,5-4 0,2-5 0,11-48 0,-18 62 0,0 0 0,0 0 0,1 0 0,1 0 0,7-13 0,-6 11 0,0 0 0,6-29 0,-9 28 0,2 1 0,0-1 0,11-23 0,23-29 0,-31 50 0,-3 9 0,12 11 0,-14-1 0,0 0 0,0 0 0,0 1 0,0-1 0,-1 1 0,1-1 0,0 1 0,-1 0 0,1 0 0,-1 0 0,0 0 0,0 0 0,0 1 0,0-1 0,0 1 0,0-1 0,0 1 0,-1 0 0,1 0 0,-1 0 0,1 4 0,-1-5 0,1 1 0,0-1 0,-1 1 0,1-1 0,0 0 0,0 1 0,0-1 0,0 0 0,1 0 0,2 2 0,15 14 0,26 84 0,76 89 0,-118-185-57,-2-1 0,1 1 0,-1 0 0,1 1 0,-2-1 0,1 0 0,-1 1 0,0-1 0,0 1 0,0 11 0,-1-12-751,1 1 0,0-1 0,0 1 0,0-1 1,1 1-1,0-1 0,3 6 0,-2-5-762,0-1 1,-1 1-1,0 0 1,-1 0-1,1 0 1,-1 0-1,0 8 1,-6 10-2953,-18-8 549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15.1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95 360 2817,'-1'-16'1865,"-1"0"-1,0 0 1,-8-26-1,6 28-469,1 0 0,0-1 0,-1-23 0,4 26-637,-1-1 0,0 1 0,-1 0 0,-1 0 0,0 0 0,0 0 0,-1 0 0,-1 1 0,0 0-1,-10-17 1,14 26-526,0 1-1,1-1 0,-1 0 1,0 1-1,0-1 0,1 1 1,-1-1-1,1 0 0,0 0 1,-1 1-1,1-1 0,0 0 1,0 0-1,0-3 0,1 5-205,-1 0 0,0-1 0,0 1 0,0-1 0,0 1 1,0-1-1,0 1 0,0 0 0,0-1 0,0 1 0,0-1 0,0 1 0,0-1 0,0 1 0,0 0 0,-1-1 0,1 1 0,0-1 0,0 1 0,0 0 0,-1-1 0,1 1 0,0 0 0,0-1 0,-1 1 0,1 0 0,0-1 0,-1 1 1,1 0-1,0 0 0,-1-1 0,1 1 0,0 0 0,-1 0 0,1 0 0,-1 0 0,1-1 0,0 1 0,-1 0 0,1 0 0,-1 0 0,1 0 0,-1 0 0,1 0 0,0 0 0,-1 0 0,1 0 0,-1 0 0,1 0 0,-1 0 0,1 1 1,-1-1-1,-2 0 208,2 2-103,1 0 0,0 1 0,0-1 0,0 0 0,0 0 0,0 0 0,1 0 0,-1 1 0,1-1 0,-1 0 0,2 2 0,1 2 32,-1 0 0,1 1 0,-1-1 0,-1 0 0,1 1 0,-1-1 0,0 1 0,0 8 0,-1-5-98,1 0 0,0 0 0,1-1 0,0 1 0,7 17 0,7 32-4,-7-18-61,26 72 0,-15-56 0,18 71-855,44 121-3106,-75-232 2757,-2 0-1,7 35 0,-9-35 156,1 0 0,1 0-1,8 20 1,-8-25 497,-2-5 10,1 0 1,-2 0-1,1 0 1,-1 0-1,0 0 0,0 1 1,-1-1-1,1 13 0,-2-15 52,1 0-1,-1 0 0,1 0 0,0 0 1,1 0-1,-1-1 0,3 6 0,-2-5-171,-1-1 1,1 0-1,-1 1 0,0-1 0,0 1 1,-1-1-1,1 6 0,-1 1-1918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15.5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94 314 7940,'-16'-22'6640,"11"16"-4993,0-1 0,0 1 0,1 0-1,1-1 1,-1 0 0,-4-11 0,7 15-1395,0 1 0,-1 0 1,0-1-1,0 1 0,0 0 0,0 0 0,0 0 1,0 0-1,-3-2 0,3 3-111,0 0 0,1-1 1,-1 1-1,1 0 0,-1-1 0,1 1 0,-1-1 1,1 1-1,0-1 0,0 0 0,0 1 0,0-1 0,0 0 1,0 0-1,0 0 0,0-3 0,1 4-103,0-1 0,0 1-1,1-1 1,-1 1 0,1 0 0,-1-1-1,1 1 1,0-1 0,0 1 0,-1 0-1,1 0 1,0-1 0,0 1 0,0 0-1,0 0 1,0 0 0,1 0 0,-1 0-1,1 0 1,13-14 274,-12 12-269,0 1 0,1-1 0,-1 1 0,1 0 0,-1 0 0,1 0 0,0 1 0,0-1-1,0 1 1,-1 0 0,1 0 0,8-1 0,-8 1-6,25-4 25,-17 2-59,1 0 0,0-1 1,22-9-1,11-1-3,1 2 0,0 2 0,64-6 0,-51 7 0,9 1 0,98-3 0,-166 11 0,0 0 0,0 0 0,0 0 0,0 0 0,0 0 0,0 0 0,0-1 0,0 1 0,0 0 0,0-1 0,0 1 0,0-1 0,0 1 0,0-1 0,0 1 0,0-1 0,0 0 0,1-1 0,-1 5 0,-2 15 0,1 240 0,1-247 0,0 0 0,1-1 0,0 1 0,6 17 0,-5-17 0,0 0 0,0 0 0,-1-1 0,1 21 0,-2-5 0,1 0 0,1-1 0,7 31 0,-9-13 0,-2-38 0,0 0 0,1 0 0,0-1 0,0 1 0,0 0 0,1 0 0,0 0 0,0 0 0,0-1 0,4 10 0,0-5-106,-3-4-373,1-1 1,-1 1 0,0-1-1,0 1 1,0 0-1,-1 0 1,0 0-1,0 0 1,0 0 0,0 0-1,-1 0 1,0 8-1,0 15-11259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15.6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94 69 14535,'-18'-16'11477,"-10"6"-5794,9-6-4611,19 0-1520,-28 5-2097,56 11-5235,-9 0-2785,9 0 5747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16.0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0 217 11909,'32'75'10313,"-21"-47"-9263,-10-24-922,0-1 0,0 1 0,0 0-1,0 1 1,-1-1 0,1 0 0,-1 0 0,0 5 0,3 20 191,36 92 169,-24-72-430,-12-40 60,0 0 0,0 0 1,-1 1-1,0-1 0,0 1 1,-1 16-1,-1 17 3378,0-41-2326,0-5-160,0-25-35,-2-44-975,0 37 0,1 1 0,2 0 0,6-47 0,40-127 0,-43 195 0,1 0 0,0 0 0,1 0 0,0 1 0,1 0 0,0 0 0,1 0 0,0 1 0,1 0 0,15-14 0,-11 12 0,-11 11 0,0-1 0,0 1 0,1-1 0,-1 1 0,0 0 0,1 0 0,0 0 0,-1 0 0,1 0 0,0 1 0,0-1 0,0 1 0,0 0 0,0 0 0,0 0 0,0 0 0,0 0 0,1 1 0,-1 0 0,0-1 0,0 1 0,1 0 0,-1 1 0,0-1 0,0 0 0,6 2 0,0 1 0,0 1 0,-1 0 0,1 0 0,-1 1 0,1 0 0,-1 0 0,-1 1 0,1 0 0,-1 0 0,0 1 0,-1 0 0,9 11 0,6 10 0,-2 2 0,17 33 0,-8-12 0,-23-42 0,-1 1 0,1 0 0,4 21 0,-6-20 0,0-1 0,1 1 0,10 18 0,34 61 0,-42-82-523,-1 1 0,0 0 0,0 0 0,3 11 0,-3-4-1226,-1 0 0,0 1 0,-2 0 0,0 0 0,-1 0 0,-1 21 1,0-33-763,1 9-5779,3-9 6874,19-2-1284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16.3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116 358 2961,'0'-202'20410,"0"201"-20271,0 0 0,0 0 0,0-1-1,0 1 1,0 0 0,-1 0 0,1 0 0,0 0 0,-1 0 0,1-1 0,-1 1 0,1 0 0,-1 0 0,0 0 0,1 0 0,-1 0 0,0 1 0,0-1 0,-1-2-1,1 3 58,0-1-1,1 1 0,-1-1 0,1 1 1,-1-1-1,1 0 0,-1 1 0,1-1 0,-1 0 1,1 1-1,-1-1 0,1 0 0,0 0 0,0 0 1,-1 1-1,1-1 0,0 0 0,0 0 1,0-1-1,0 3-126,-1 0-1,1 0 1,0 0 0,0 0 0,0 0-1,-1-1 1,1 1 0,0 0 0,-1 0-1,1 0 1,-1-1 0,1 1 0,-1 0-1,1-1 1,-1 1 0,0 0 0,1-1 0,-1 1-1,0-1 1,1 1 0,-1-1 0,0 1-1,-1 0 1,-9 9 530,7 16-162,0 2-410,1-18-27,0 0 0,0 1 0,1-1 0,0 0 0,1 1 0,0 18 0,0-9 0,0 1 0,2 0 0,1 0 0,0 0 0,2-1 0,0 1 0,1-1 0,1 0 0,17 36 0,-2-6 0,-19-41 0,2 0 0,-1 0 0,1-1 0,9 15 0,-3-9 0,0 0 0,1-1 0,1 0 0,0-1 0,0-1 0,2 0 0,-1 0 0,30 16 0,-38-24 0,1 0 0,-1 0 0,1-1 0,0 0 0,-1 0 0,1-1 0,0 1 0,0-1 0,0 0 0,0-1 0,0 0 0,1 0 0,-1 0 0,0 0 0,0-1 0,0 0 0,0 0 0,0-1 0,-1 0 0,1 0 0,0 0 0,-1-1 0,1 0 0,-1 0 0,0 0 0,0 0 0,0-1 0,4-4 0,16-34 0,-8 24 0,-14 16 0,1-1 0,-1 0 0,0 0 0,-1 0 0,1-1 0,-1 1 0,1-1 0,-1 1 0,0-1 0,0 0 0,0 0 0,-1 0 0,0 0 0,1 0 0,-1 0 0,-1 0 0,1 0 0,0-8 0,0-50 0,-1-59 0,-1 108 0,-1 0 0,0 0 0,-1 0 0,0 1 0,-1-1 0,-10-22 0,-11-15 0,12 20 0,-2 2 0,-19-28 0,26 45 0,-1 1 0,1 0 0,-1 1 0,-1 0 0,0 0 0,0 1 0,-1 0 0,-15-8 0,3 3 0,-1 1 0,-32-10 0,46 18 0,0 1 0,0 1 0,-1-1 0,1 2 0,-1-1 0,0 2 0,1-1 0,-16 2 0,22 0 4,0 1 0,0-1 0,0 1 0,0-1 0,1 1 0,-1 0 0,1 0 0,-1 1 0,1-1 0,0 1 0,0 0 0,0 0 0,0 0 0,1 0 0,-1 0 0,-3 7 0,-1 1-89,0 1 0,1 0 0,-8 22 0,8 2-2629,7 27-5767,1-26 3055,1 2 229,13 2 459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16.7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1 420 3410,'6'-1'1016,"0"-1"0,0 0 1,-1 0-1,1-1 0,0 1 0,-1-1 1,1-1-1,-1 1 0,0-1 1,9-8-1,-3-1 1997,1 0-1,14-23 1,-25 34-2925,2-3 471,-1 1 0,1 0 1,-1-1-1,0 1 0,-1-1 1,1 1-1,-1-1 0,2-6 0,3-13 1230,-1 9-1371,3-4-160,-1 0 1,-2 0 0,0 0 0,-1-1 0,0 0 0,0-32 0,-3 30-259,-1 29 0,-4 32 0,0-28 0,1 0 0,0 1 0,1-1 0,0 1 0,1-1 0,0 15 0,1-10 0,-1 8 0,1 0 0,2 0 0,0 0 0,1 0 0,1 0 0,10 29 0,-9-38 0,-1-7 0,-1 1 0,0 0 0,-1 0 0,0 0 0,0 1 0,0 11 0,-2-18 0,0 1 0,0 0 0,1 0 0,-1 0 0,1-1 0,0 1 0,0 0 0,0-1 0,1 1 0,-1-1 0,1 1 0,0-1 0,-1 1 0,2-1 0,-1 0 0,3 3 0,16 30 0,-19-29 0,1 1 0,0-1 0,1 0 0,-1 0 0,1 0 0,1-1 0,6 9 0,-10-13 0,1-1 0,-1 0 0,0 0 0,1 0 0,-1 0 0,1 0 0,-1 0 0,1 0 0,0 0 0,-1-1 0,1 1 0,0-1 0,0 1 0,-1-1 0,1 0 0,0 1 0,0-1 0,-1 0 0,1 0 0,0 0 0,0-1 0,0 1 0,-1 0 0,1-1 0,0 1 0,-1-1 0,1 1 0,0-1 0,-1 0 0,1 0 0,0 0 0,-1 0 0,0 0 0,1 0 0,-1 0 0,0 0 0,1 0 0,0-3 0,3-1 0,0 0 0,-1-1 0,0 0 0,0 0 0,0 0 0,2-8 0,9-12 0,-9 16 0,-1 0 0,0 0 0,0-1 0,-1 1 0,-1-1 0,0 0 0,0 0 0,1-20 0,8-31 0,-3 34 0,-6 18 0,0 0 0,0 0 0,-1 0 0,0-1 0,0-15 0,17-163 0,-20 185 0,0 0 0,1 0 0,0 0 0,0 1 0,0-1 0,0 0 0,1 0 0,-1 0 0,1 1 0,0-1 0,0 0 0,1 1 0,-1-1 0,1 1 0,-1-1 0,1 1 0,0 0 0,0 0 0,1 0 0,3-5 0,-6 8 0,1 0 0,-1 0 0,1 0 0,-1 0 0,1-1 0,-1 1 0,1 0 0,-1 0 0,0-1 0,1 1 0,-1 0 0,0-1 0,1 1 0,-1 0 0,0-1 0,1 1 0,-1-1 0,0 1 0,0 0 0,1-1 0,-1 1 0,0-1 0,0 1 0,0-1 0,0 1 0,0-1 0,1 1 0,-1-1 0,0 1 0,0-1 0,0 1 0,0-1 0,-1 1 0,1-1 0,0 1 0,0-1 0,0 1 0,0-1 0,0 1 0,-1 0 0,1-1 0,0 1 0,0-1 0,-1 1 0,1-1 0,0 1 0,0 0 0,-1-1 0,-3 5 0,12 13 0,-3-11 0,-3-4 0,0 0 0,0 1 0,-1-1 0,1 0 0,-1 0 0,1 1 0,-1-1 0,0 1 0,0-1 0,0 1 0,0 0 0,-1-1 0,1 1 0,-1 0 0,1 4 0,0 10 0,2 0 0,0 0 0,1 0 0,1-1 0,0 1 0,9 17 0,13 48 0,-21-60-3473,18 43 1,-7-21-1194,-13-33 1838,0-1 0,1 1-1,10 15 1,-8-15 156,8 5-721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17.0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281 321 2545,'2'-15'1422,"0"0"-1,0 0 1,1 0-1,1 1 1,7-19-1,-6 19 142,0 0-1,-1-1 1,-1 0-1,0 0 1,0-19-1,-3-62 10756,0 96-12318,1-1 0,-1 1 0,0 0 0,0-1 0,0 1 0,0 0 0,0-1 0,0 1 0,0 0 0,0-1 0,0 1 0,0 0 0,0 0 0,0-1 0,0 1 0,0 0 0,-1-1 0,1 1 0,0 0 0,0-1 0,0 1 0,0 0 0,0 0 0,-1-1 0,1 1 0,0 0 0,0 0 0,0 0 0,-1-1 0,1 1 0,0 0 0,0 0 0,-1 0 0,1 0 0,0-1 0,-1 1 0,1 0 0,0 0 0,-1 0 0,1 0 0,0 0 0,-1 0 0,-13 9 0,-8 16 0,21-24 0,0 1 0,1-1 0,-1 1 0,0 0 0,1 0 0,-1-1 0,1 1 0,-1 0 0,1 0 0,0 0 0,0-1 0,0 1 0,0 3 0,-2 11 0,-2-3 0,1-1 0,0 1 0,1-1 0,0 1 0,1 0 0,1 17 0,0 173 0,0-202 0,0 0 0,0 0 0,0 0 0,0 0 0,0 0 0,1 1 0,-1-1 0,0 0 0,1 0 0,-1 0 0,1 0 0,-1 0 0,1-1 0,-1 1 0,1 0 0,0 0 0,-1 0 0,1 0 0,0-1 0,1 2 0,-2-2 0,1 1 0,0 0 0,-1-1 0,1 1 0,0 0 0,-1 0 0,1-1 0,-1 1 0,1 0 0,-1 0 0,1 0 0,-1-1 0,0 1 0,1 0 0,-1 0 0,0 0 0,0 0 0,0 0 0,0 2 0,1-2 0,-1-1 0,1 1 0,-1 0 0,1 0 0,0 0 0,-1-1 0,1 1 0,0 0 0,-1-1 0,1 1 0,0 0 0,0-1 0,0 1 0,-1-1 0,1 1 0,0-1 0,0 0 0,0 1 0,1-1 0,8 6 0,-9-6 0,-1 0 0,0 0 0,0 1 0,0-1 0,0 0 0,0 0 0,0 0 0,0 0 0,0 0 0,0 1 0,0-1 0,0 0 0,0 0 0,0 0 0,0 0 0,0 1 0,0-1 0,0 0 0,0 0 0,0 0 0,0 0 0,0 0 0,0 1 0,0-1 0,0 0 0,0 0 0,0 0 0,0 0 0,0 0 0,0 1 0,0-1 0,0 0 0,0 0 0,-1 0 0,1 0 0,0 0 0,0 0 0,0 1 0,0-1 0,0 0 0,0 0 0,-1 0 0,1 0 0,0 0 0,0 0 0,0 0 0,0 0 0,-1 0 0,1 0 0,0 0 0,-13 3 0,1-1 0,-1-1 0,0 0 0,0-1 0,0 0 0,-14-3 0,-2 2 0,-24-2-3242,-16-7-7472,43 5 7022,2-3-3535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37.3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291 291 6355,'-140'35'11594,"16"-4"-5967,116-29-5558,7-2-70,0 0 0,1 0 1,-1 0-1,0 0 0,1 0 1,-1 0-1,0 0 0,1 0 1,-1 0-1,1 0 0,-1 0 1,0 0-1,1 1 0,-1-1 0,0 0 1,1 1-1,-1-1 0,1 0 1,-1 1-1,1-1 0,-1 1 1,1-1-1,-1 0 0,1 1 1,0 0-1,-1-1 0,1 1 1,-1-1-1,1 1 0,0-1 1,0 1-1,-1 0 0,1-1 1,0 1-1,0-1 0,0 1 1,0 0-1,26 2 49,-11-4 72,1 0 0,-1-2 1,0 1-1,15-6 0,24-4 194,1400-162 7767,-1143 154-7966,415-19-126,-298 12 11,-219 8-219,-82 5-683,-66 6-1834,-22-1-6731,50-17-1,-58 15 4503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38.1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66 201 2145,'-30'25'4003,"27"-23"-3642,0-1 0,1 1 0,-1 0 0,1-1 1,-1 1-1,1 0 0,0 0 0,-1 1 0,1-1 0,0 0 1,1 1-1,-1 0 0,0-1 0,-2 6 0,4-7 424,4-1-84,72-4 2005,120-22 0,-48 5-210,-70 12-2062,914-80 10940,-611 63-11374,66-8 0,-355 26 0,32-1 0,-4-2 0,-119 11-140,0 1 1,-1-1-1,1 0 1,0 0-1,0 0 0,0 0 1,-1 0-1,1 0 1,0 0-1,0 0 0,-1 0 1,1 0-1,0 0 1,0-1-1,-1 1 0,1 0 1,0 0-1,-1-1 0,1 1 1,0-1-1,-1 1 1,1 0-1,0-1 0,-1 1 1,1-1-1,-1 1 1,1-1-1,-1 0 0,1 1 1,-1-1-1,1 0 1,-1 1-1,0-1 0,1 0 1,-2 0-222,1 0 1,-1 0 0,1 0-1,-1 0 1,1 0 0,-1 0-1,0 1 1,0-1 0,1 0 0,-1 1-1,0-1 1,0 0 0,0 1-1,0-1 1,0 1 0,0-1-1,0 1 1,0 0 0,0-1-1,0 1 1,0 0 0,0 0-1,0 0 1,-2 0 0,-39-2-7852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39.3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784 109 7844,'-1'-3'596,"0"0"1,1 0-1,-1-1 1,0 1-1,0 0 0,-1 0 1,1 0-1,-1 0 1,0 1-1,1-1 1,-1 0-1,0 1 1,-1-1-1,1 1 1,0 0-1,-1-1 1,1 1-1,-5-2 1,-58-36 3238,48 31-3148,13 8-463,-1 0 0,1 0 0,-1 0 1,1 0-1,-1 1 0,0 0 0,1 0 0,-1 0 0,0 1 1,1-1-1,-1 1 0,1 0 0,-1 0 0,1 1 0,-1 0 1,-4 2-1,-4 0 487,-5 0-206,1 2 0,0 0 0,0 1 0,0 0 1,1 2-1,0 0 0,0 0 0,-17 16 0,23-15-505,0 1 0,1 0 0,1 1 0,0 0 0,0 0 0,1 1 0,1 0 0,0 0 0,0 1 0,-5 25 0,6-25 0,4-11 0,1 1 0,-1-1 0,1 1 0,-1-1 0,1 1 0,0 0 0,0-1 0,1 1 0,-1-1 0,1 1 0,0-1 0,0 1 0,0-1 0,0 1 0,1-1 0,1 4 0,38 53 0,-21-33 0,-4-1 0,-11-17 0,1 1 0,0-1 0,12 14 0,8 3 0,55 42 0,-32-22 0,-42-38 0,0-1 0,0 0 0,1 0 0,-1-1 0,12 7 0,-14-10 0,-1-1 0,0 1 0,0 0 0,-1 0 0,1 1 0,-1-1 0,1 1 0,-1-1 0,0 1 0,0 0 0,-1 0 0,5 9 0,-8-11 0,1 0 0,-1 0 0,0 0 0,0-1 0,0 1 0,0 0 0,0 0 0,0-1 0,0 1 0,0-1 0,-1 1 0,1-1 0,-1 1 0,1-1 0,-1 0 0,1 0 0,-1 0 0,0 0 0,0 0 0,1 0 0,-1 0 0,-3 0 0,-50 18 0,41-15 0,-25 9 0,0-3 0,-1-1 0,0-2 0,-42 3 0,-15-1-104,-153 10-2345,292-56-27701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39.7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5 124 2897,'0'-6'1633,"1"0"-1,-1 0 1,1-1-1,1 1 1,3-9-1,-3 9-304,0 0-1,-1-1 1,1 1-1,-1 0 1,0-11-1,0-12 1194,0 41 1571,-6 48 1405,-2-22-5497,1 1 0,2-1 0,2 1 0,4 70 0,0-23 0,-2 258 0,0-335 0,1 1 0,0-1 0,0 1 0,5 14 0,-3-15 0,-1 0 0,-1 0 0,1 1 0,-1 14 0,-1-22 0,1 1 0,-1 0 0,0-1 0,1 1 0,-1-1 0,1 1 0,0-1 0,0 1 0,0-1 0,0 1 0,0-1 0,1 0 0,2 5 0,-2-5 0,0 0 0,-1 0 0,0 1 0,1-1 0,-1 0 0,0 1 0,0 0 0,0-1 0,0 1 0,-1-1 0,1 1 0,-1 0 0,0 5 0,0-8 0,0 1 0,0 0 0,0 0 0,1-1 0,-1 1 0,0 0 0,0-1 0,0 1 0,0 0 0,1-1 0,-1 1 0,0 0 0,1-1 0,-1 1 0,0-1 0,1 1 0,-1 0 0,1-1 0,-1 1 0,1-1 0,-1 1 0,1-1 0,-1 1 0,1-1 0,-1 0 0,1 1 0,0-1 0,-1 0 0,1 0 0,0 1 0,-1-1 0,1 0 0,0 0 0,-1 0 0,1 0 0,0 0 0,0 1 0,-1-1 0,1-1 0,0 1 0,-1 0 0,1 0 0,1 0 0,0-1 0,0 1 0,0-1 0,-1 1 0,1-1 0,0 1 0,0-1 0,-1 0 0,1 0 0,0 0 0,-1 0 0,1 0 0,-1-1 0,1 1 0,-1 0 0,2-3 0,8-17 0,-8 15 0,1 0 0,-1 0 0,1 0 0,0 0 0,0 1 0,7-8 0,-7 9 0,-1 0 0,0 0 0,0 0 0,0 0 0,0-1 0,-1 1 0,0-1 0,0 0 0,0 0 0,0 0 0,1-6 0,14-34 0,-11 32 0,-1-1 0,0 1 0,4-16 0,13-32 0,-10 34 0,-1 0 0,8-29 0,-18 51 0,0 0 0,1 0 0,0 0 0,0 0 0,0 1 0,1-1 0,-1 1 0,7-8 0,-7 9 0,-1 2 0,0 0 0,0-1 0,-1 1 0,1-1 0,-1 1 0,1 0 0,-1-1 0,1 1 0,-1-1 0,0 1 0,1-1 0,-1 1 0,0-1 0,0 1 0,0-1 0,-1 1 0,1-1 0,0 1 0,0-1 0,-1 0 0,0 1 0,1 0 0,0 0 0,0 0 0,-1 1 0,1-1 0,0 0 0,0 0 0,0 0 0,0 1 0,0-1 0,0 0 0,0 0 0,0 0 0,0 0 0,1 1 0,-1-1 0,0 0 0,0 0 0,1 0 0,-1 1 0,0-1 0,1 0 0,-1 0 0,1 1 0,0-2 0,6-4 0,-7 6 0,0 1 0,0-1 0,0 0 0,0 0 0,0 1 0,0-1 0,0 0 0,0 0 0,0 0 0,1 1 0,-1-1 0,0 0 0,0 0 0,0 0 0,0 0 0,0 1 0,1-1 0,-1 0 0,0 0 0,0 0 0,0 0 0,0 0 0,1 1 0,-1-1 0,0 0 0,0 0 0,0 0 0,1 0 0,-1 0 0,0 0 0,0 0 0,1 0 0,-1 0 0,0 0 0,0 0 0,0 0 0,1 0 0,-1 0 0,0 0 0,0 0 0,1 0 0,-1 0 0,0 0 0,0 0 0,0 0 0,1-1 0,-1 1 0,0 0 0,0 0 0,0 0 0,1 0 0,-1 3 0,1 0 0,0 0 0,0 1 0,0-1 0,0 0 0,1 0 0,-1 0 0,1 0 0,0 0 0,-1 0 0,1-1 0,4 4 0,-3-2 0,0 1 0,0-1 0,0 0 0,0 1 0,-1 0 0,3 7 0,42 125 0,-11-36 0,3-46 0,-36-49-286,0 1-1,0-1 1,0 0-1,1 0 1,6 8 0,11 18-2996,-19-27 2408,1-1 0,-1 0 0,1 0-1,0 0 1,0-1 0,1 1 0,-1-1-1,1 0 1,-1 0 0,1 0-1,0 0 1,0-1 0,0 1 0,1-1-1,5 2 1,-1 0-491,0-1 1,0 0-1,1-1 0,-1 0 0,1-1 1,19 1-1,0-2-599,15 0-282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40.3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411 481 1393,'39'-66'5327,"-32"57"-4416,-1-1-1,0 1 0,0-1 0,-1-1 1,0 1-1,-1-1 0,0 1 0,0-1 1,-2 0-1,4-22 0,-6-104 8043,-1 130-8340,0-1-1,-1 1 0,0 0 0,0 0 0,-1 0 0,0 0 0,0 0 0,0 1 0,-8-11 0,-2-5 268,11 19-875,0 1-1,-1-1 1,1 0 0,-1 1 0,1 0 0,-1 0-1,0 0 1,0 0 0,0 0 0,0 1-1,-1-1 1,1 1 0,0 0 0,-1-1-1,1 2 1,0-1 0,-1 0 0,1 1-1,-1 0 1,-5 0 0,-5-1-9,0 1 0,0 0 0,0 2 0,-17 3 0,20-2 4,-1 0 0,1 1 0,0 1 0,1 0 0,-1 1 0,1 0 0,0 0 0,-15 13 0,0 3 0,-39 44 0,60-61 0,-1 1 0,1 1 0,1-1 0,-1 1 0,1-1 0,0 1 0,-3 9 0,-13 30 0,15-40 0,0 1 0,1-1 0,0 1 0,0 0 0,1-1 0,0 1 0,0 1 0,1-1 0,-1 0 0,2 0 0,-1 10 0,1-11 0,-1 0 0,1 0 0,-1 0 0,0 0 0,-1-1 0,1 1 0,-1 0 0,0-1 0,-5 9 0,1-1 0,5-10 0,0-1 0,1 1 0,-1-1 0,1 1 0,0-1 0,0 1 0,0-1 0,0 1 0,0-1 0,1 1 0,-1-1 0,1 1 0,-1-1 0,1 0 0,0 1 0,0-1 0,0 0 0,1 0 0,-1 1 0,0-1 0,3 3 0,3 7 0,-4 22 0,-4-32 0,1 0 0,0 0 0,0 0 0,0 0 0,0 0 0,0 0 0,0 0 0,0-1 0,0 1 0,1 0 0,-1 0 0,1 0 0,-1 0 0,1-1 0,0 1 0,0 0 0,2 2 0,5 2 0,-7-6 0,0 1 0,0-1 0,0 1 0,-1-1 0,1 1 0,0-1 0,0 1 0,0-1 0,-1 1 0,1 0 0,0-1 0,-1 1 0,1 0 0,-1 0 0,1 0 0,-1-1 0,1 1 0,-1 0 0,1 0 0,-1 0 0,0 0 0,0 0 0,1 0 0,-1 0 0,0 0 0,0 1 0,0-1 0,1-1 0,-1 1 0,1 0 0,-1 0 0,1 0 0,-1-1 0,1 1 0,0 0 0,-1 0 0,1-1 0,0 1 0,-1-1 0,1 1 0,0-1 0,0 1 0,0-1 0,-1 1 0,1-1 0,0 0 0,0 1 0,0-1 0,0 0 0,0 0 0,0 0 0,0 1 0,0-1 0,0 0 0,0 0 0,0-1 0,-1 1 0,1 0 0,0 0 0,2-1 0,-1 1 0,1 0 0,-1 0 0,0-1 0,0 1 0,1 0 0,-1-1 0,0 0 0,0 0 0,1 0 0,-1 0 0,0 0 0,0 0 0,0 0 0,2-2 0,16-18 0,-17 19 0,0 0 0,-1 0 0,0 0 0,1 0 0,-1-1 0,0 1 0,0-1 0,0 1 0,-1-1 0,3-5 0,43-113 0,-44 113 0,1 0 0,-1 0 0,1 0 0,8-10 0,-11 17 0,0-1 0,0 0 0,-1 1 0,1-1 0,0 0 0,-1 0 0,0 0 0,1 0 0,-1 1 0,0-1 0,0 0 0,0 0 0,0 0 0,0 0 0,0 0 0,-1-3 0,0 4 0,1 0 0,0 0 0,0 0 0,-1 0 0,1 0 0,0 0 0,0 0 0,0 0 0,0-1 0,0 1 0,0 0 0,1 0 0,-1 0 0,0 0 0,0 0 0,1 0 0,-1 0 0,1 0 0,-1 0 0,1 0 0,-1 1 0,2-3 0,-2 3 0,1-1 0,0 1 0,0-1 0,0 1 0,-1-1 0,1 1 0,0 0 0,0-1 0,0 1 0,0 0 0,0-1 0,0 1 0,0 0 0,0 0 0,0 0 0,0 0 0,0 0 0,-1 0 0,1 0 0,0 0 0,0 1 0,0-1 0,0 0 0,0 1 0,0-1 0,0 0 0,0 1 0,-1-1 0,1 1 0,0-1 0,1 2 0,30 31 0,-3-1 0,-20-23 0,-1 1 0,0-1 0,-1 1 0,11 20 0,-14-22 0,0-1 0,0 0 0,1 0 0,0 0 0,0 0 0,1-1 0,0 0 0,0 0 0,0-1 0,14 10 0,-3-5 0,-11-6 0,0 0 0,0-1 0,1 1 0,0-1 0,0-1 0,0 1 0,0-1 0,0 0 0,0-1 0,0 1 0,1-2 0,8 1 0,-6-1 0,-1-1 0,1 0 0,-1-1 0,1 0 0,-1 0 0,0-1 0,0 0 0,12-6 0,-16 6 0,0 0 0,0 0 0,0 0 0,0 0 0,-1-1 0,1 0 0,-1 0 0,0 0 0,0 0 0,0-1 0,-1 0 0,1 1 0,-1-1 0,0 0 0,2-8 0,19-31 0,-20 38 0,-1 0 0,1-1 0,-1 1 0,0-1 0,3-11 0,9-28 0,-12 38 0,0-1 0,0 0 0,-1 1 0,0-1 0,-1 0 0,1-17 0,-2-236 0,-1 303 0,6 35 0,0-51 0,-1-1 0,-1 1 0,0 39 0,-2-48 0,1 0 0,0 0 0,7 24 0,-5-23 0,0 1 0,-1-1 0,0 30 0,16 165 0,-18-191 0,1 0 0,9 39 0,-6-40 0,-1-1 0,1 38 0,-4-41 0,1-1 0,0 1 0,9 29 0,-8-36 0,-1 0 0,1 1 0,-1-1 0,-1 1 0,0-1 0,0 1 0,-1 0 0,0-1 0,-1 1 0,-3 18 0,-6 2 0,7-23 0,1 0 0,-1-1 0,2 2 0,-1-1 0,1 0 0,-1 13 0,2-12-242,-1 0 1,-1-1-1,1 1 1,-1 0-1,-1-1 1,1 1-1,-1-1 1,-1 0-1,-4 9 1,-10 23-2960,18-37 2545,-2 2-565,1 1 0,-1-1 0,0 0 0,0 0 0,0 0 0,0 0 0,-4 4 0,-9 4-5987,-1-10 2619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40.6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47 163 2945,'-1'-23'4197,"0"17"-3268,0 1 0,0-1-1,1 1 1,0 0 0,0-1-1,1 1 1,0-1-1,0 1 1,0 0 0,4-11-1,4 5 481,-8 10-1237,1 0 0,-1 0 0,0-1 0,0 1 0,0 0 0,0-1 0,0 1 0,0-1-1,-1 1 1,1-1 0,0 1 0,-1-1 0,1 0 0,-1 1 0,1-1 0,-1 0 0,0 1 0,0-1 0,0-2 0,0 3-141,1 0 1,-1-1-1,0 1 0,1 0 1,-1-1-1,1 1 1,-1 0-1,1 0 1,0 0-1,0 0 0,-1-1 1,1 1-1,0 0 1,0 0-1,0 0 0,0 1 1,0-1-1,0 0 1,0 0-1,1 1 1,-1-1-1,0 0 0,0 1 1,1-1-1,-1 1 1,0-1-1,0 1 0,1 0 1,-1 0-1,0 0 1,1-1-1,-1 1 1,1 1-1,-1-1 0,0 0 1,1 0-1,-1 0 1,0 1-1,2 0 0,9 5 485,-1 2 0,0-1 0,0 2 0,-1-1 0,0 2 0,0-1 0,-1 1 0,0 1 0,-1-1 0,0 1 0,-1 1 0,0 0 0,-1 0 0,6 15 0,-3 22 799,0-23-1051,-6-19-266,0 0 0,-1 0 1,0 0-1,0 0 1,-1 0-1,0 1 1,0 9-1,-1 16 2,-1 49 0,0-76 0,0 0 0,0 0 0,0 0 0,-1-1 0,0 1 0,0-1 0,0 1 0,-1-1 0,0 1 0,-6 8 0,-18 20 0,20-24 0,-1 0 0,0 0 0,0-1 0,-1 0 0,0 0 0,-1-1 0,0-1 0,-15 10 0,17-11-480,-1-1-1,0-1 1,-1 0-1,1 0 1,-1 0-1,0-1 1,0-1-1,0 0 1,-16 2-1,14-6-7160,2-3 5365,6 3 462,-1-15-8062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40.9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1 548 4306,'67'-9'7630,"-46"-1"-3294,-11 3-3656,19-4 593,75-33 2531,-75 28-3211,-13 8 158,0-1 0,-1 0 0,0-1 0,0-1 0,-1 0 0,17-19 0,-9 7 92,28-35 1765,-47 54-2488,0-1 0,-1 1-1,1-1 1,-1 1 0,0-1 0,0 0-1,0 0 1,-1 0 0,0 0 0,0 0-1,1-9 1,3-29-120,-4 40 0,0-1 0,-1 1 0,1 0 0,-1-1 0,0 1 0,1 0 0,-2-1 0,1 1 0,0-1 0,-1 1 0,1 0 0,-1 0 0,-2-6 0,0-15 0,-2-5 0,3 25 0,-1 1 0,0-1 0,0 1 0,0 0 0,0-1 0,0 1 0,-1 1 0,1-1 0,-1 0 0,0 1 0,-7-3 0,-48-19 0,48 21 0,9 3 0,-1-1 0,0 1 0,1-1 0,-1 1 0,0 0 0,0 1 0,1-1 0,-1 0 0,0 1 0,1-1 0,-1 1 0,0 0 0,1 0 0,-1 0 0,1 0 0,-1 0 0,1 1 0,0-1 0,-5 4 0,-33 36 0,31-31 0,-2 2 0,1 0 0,1 1 0,-1 0 0,2 1 0,0 0 0,1 0 0,-11 28 0,-8 40 0,25-78 0,0 0 0,1 0 0,-1-1 0,1 1 0,0 0 0,0 0 0,0 0 0,1 0 0,0-1 0,-1 1 0,1 0 0,0-1 0,1 1 0,-1 0 0,1-1 0,2 6 0,5 11 0,3 33 0,-11-45 0,1 1 0,-1-1 0,1 0 0,1 0 0,-1 0 0,2-1 0,-1 1 0,1-1 0,0 1 0,0-1 0,1 0 0,0-1 0,0 1 0,0-1 0,8 6 0,-4-4 0,-3-1 0,0-1 0,1-1 0,-1 1 0,1-1 0,1 0 0,-1-1 0,0 1 0,1-2 0,0 1 0,14 4 0,17 0 0,-28-5 0,-1-1 0,1 0 0,0 0 0,0-1 0,0 0 0,0-1 0,0 0 0,0-1 0,13-2 0,40-16-1896,36-22-5567,-81 32 5824,-1-1 0,0-1 1,-1 0-1,-1-1 0,0-1 0,22-22 0,31-21-6039,-65 52 7088,-1-1 0,0 1 0,0-1 0,0 0 0,0 0 0,1-6 0,-3 11 542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41.3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113 9 1056,'-2'5'19904,"-12"31"-14142,13-31-5501,0 0 0,0 0 1,0 0-1,1 0 1,0 0-1,0-1 1,0 1-1,0 0 1,1 0-1,0 0 1,0 0-1,2 5 0,-3-9-177,0 0 0,0 0 0,0 0 0,0 0-1,1 0 1,-1-1 0,0 1 0,0 0-1,1 0 1,-1 0 0,1-1 0,-1 1 0,0 0-1,1-1 1,0 1 0,-1 0 0,1-1-1,-1 1 1,1 0 0,0-1 0,0 1-1,0-3-25,0 0-1,0 0 1,0 0-1,-1 0 0,1-1 1,-1 1-1,1 0 1,-1 0-1,0-1 0,0 1 1,0 0-1,0 0 1,-1-3-1,1-98-11153,0 188-5813,0 29 18857,0-111-1799,0-1 1,-1 1-1,1 0 1,-1-1-1,1 1 1,-1 0-1,0-1 1,0 1-1,0-1 1,-2 3-1,1-2 48,1-1-1,0 1 0,0-1 1,0 1-1,0-1 0,0 1 1,1 0-1,-1-1 0,1 1 1,-1 3-1,1 78 6613,19-33 1632,2-49-4761,-14-2-1088,9-2-1861,-12-2-731,-2 3 0,0 0 0,0-1 0,0 0 0,0 1 0,-1-1 0,1 0 0,0 0 0,-1 1 0,0-1 0,1-1 0,-1 1 0,0 0 0,0 0 0,0 0 0,0-1 0,0 1 0,-1 0 0,1-1 0,-1 1 0,1-1 0,-1-2 0,0 3 0,-1 1 0,0 0 0,1 0 0,-1 0 0,0 0 0,1 0 0,-1 0 0,0 0 0,0 0 0,0 1 0,0-1 0,0 0 0,0 0 0,0 1 0,0-1 0,0 0 0,-1 1 0,1-1 0,0 1 0,0 0 0,0-1 0,-1 1 0,1 0 0,0 0 0,0 0 0,-1 0 0,1 0 0,0 0 0,0 0 0,-1 0 0,1 0 0,0 1 0,0-1 0,0 0 0,-1 1 0,1-1 0,0 1 0,0 0 0,-2 0 0,2 0 0,0 0 0,0 0 0,0 0 0,0 0 0,-1 0 0,1 0 0,0 0 0,-1-1 0,1 1 0,-1-1 0,1 1 0,-1-1 0,1 1 0,0-1 0,-1 0 0,-2 0 0,-22 4 0,-2 11-6408,24-12 5103,1-1-1,-1 0 1,0 0 0,1 0 0,-1 0 0,0 0 0,0-1 0,0 0 0,0 0 0,-7 1 0,-4-2-4135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41.8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65 1809,'0'-4'5193,"0"-19"-64,1 22-4950,-1 0 0,0 0 0,1 0-1,-1 0 1,0 0 0,0 0 0,0 1 0,0-1 0,0 0 0,0 0 0,0 0-1,0 0 1,0 0 0,0 0 0,-1 0 0,1 0 0,0 0 0,-1 0 0,1 0-1,-1 1 1,1-1 0,-1 0 0,1 0 0,-1 1 0,1-1 0,-1 0 0,0 0-1,1 1 1,-1-1 0,0 1 0,0-1 0,1 1 0,-1-1 0,0 1 0,0-1-1,0 1 1,-15-8 13628,16 274-13596,1-249-211,1-1 0,0 0 0,7 23 0,-5-22 0,0 1 0,-1-1 0,0 29 0,-2-27 0,0 0 0,2-1 0,0 1 0,1 0 0,11 32 0,-7-25 0,-2 1 0,4 32 0,-5-30 0,13 48 0,-13-58 0,-1 1 0,2 24 0,4 18 0,8 28-4508,3 61-10641,-18-86 11278,-3-38-422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42.3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1 719 5394,'0'-4'1180,"0"0"-1,0 0 0,0 0 0,0 0 1,1 0-1,-1 0 0,1 0 0,0 0 1,0 1-1,1-1 0,1-5 0,11-7 222,5-4 164,-18 18-1547,1 1 0,0-1 0,-1 0 0,1 1 0,0-1 0,0 1 0,0-1 0,0 1 0,0 0 0,0 0 0,0 0 0,0 0 0,0 0 0,3 0 0,40-17-33,-2-2-1,57-34 0,-72 38-212,-24 14 161,0-1 0,0 1-1,0-1 1,0 0-1,-1-1 1,1 1 0,-1 0-1,0-1 1,0 0 0,0 0-1,0 0 1,1-4-1,19-25-280,-18 27 376,0-1 1,0 0-1,-1 0 1,0-1 0,0 1-1,-1-1 1,0 0-1,0 0 1,-1 0-1,0 0 1,1-15 0,0-10 1545,-3-57 0,-1 41 1058,1 44-2202,0 1 0,-1-1 1,0 1-1,0-1 0,0 1 1,0 0-1,-3-7 0,2 7-204,0 0 0,1 0 0,0 0 0,0 0 0,0-1 0,0 1 0,0-7 0,2 9-221,-1 1 0,0-1 0,0 0 0,-1 1 0,1-1 0,0 0 0,0 1 0,-1-1 0,1 0 0,-1 1 0,1-1 0,-1 1 0,0-1-1,0 1 1,0-1 0,0 1 0,0 0 0,0-1 0,0 1 0,0 0 0,0 0 0,0 0 0,-2-1 0,-4-4-12,2-12 7,5 14 0,0 13 0,-8 36 0,5-39 0,2-1 0,-1 1 0,1 0 0,0 0 0,0 0 0,1 0 0,-1 0 0,1 0 0,1-1 0,1 12 0,1-5 0,0 2 0,0 0 0,0 1 0,0 24 0,-2-23 0,1-1 0,0 1 0,1-1 0,6 20 0,6 27 0,6 5 0,-3-14 0,-10-5 0,-6-35 0,0 0 0,1 0 0,7 20 0,17 28 0,-18-44 0,-1 1 0,0 0 0,-2 0 0,6 22 0,-9-25 0,1 0 0,0 0 0,12 25 0,4 13 0,-19-47 0,1-1 0,0 0 0,1 0 0,-1 0 0,1 0 0,0 0 0,0-1 0,6 8 0,10 15 0,-19-26-1,1 1-1,-1-1 1,1 0-1,0 0 1,0 0-1,-1 0 1,1 0-1,0-1 1,0 1-1,0 0 1,0 0 0,0-1-1,0 1 1,0 0-1,1-1 1,-1 1-1,0-1 1,0 1-1,0-1 1,0 0-1,1 1 1,-1-1 0,0 0-1,2 0 1,1 0-11,0-1 1,-1 1 0,1-1-1,-1 0 1,0 0-1,1 0 1,-1 0 0,6-4-1,-1 1-40,-1 0 1,1-1-1,-1 0 0,-1-1 0,1 1 0,10-13 0,-15 15 5,1-1-1,-1 0 0,0 1 0,-1-1 0,1 0 1,-1 0-1,1 0 0,0-5 0,6-19-191,39-64-127,-19-51 1212,-18 117-462,-8 21-350,1-1 0,-2 1 0,1 0 1,0-1-1,-1 1 0,0-1 0,0 0 0,0-6 0,-2 2-34,2 0 0,-1 1 0,1-1 0,1 0 0,0 1 0,0-1 0,6-14 0,-3-10 0,-6 31 0,0 25 0,2-18 0,-1 0 0,1 0 0,0 0 0,0 0 0,0 0 0,0 0 0,1-1 0,0 1 0,2 4 0,-2-4 0,0 0 0,0 0 0,0 0 0,-1 0 0,0 0 0,1 0 0,-1 0 0,-1 0 0,1 6 0,-1 10 0,0 0 0,2 0 0,0 0 0,1 0 0,1 0 0,9 26 0,-4-25 0,-7-16 0,0 1 0,1-1 0,-2 0 0,1 1 0,-1 0 0,0-1 0,0 1 0,0 10 0,18 154 0,-19-141-1527,0 104-19994,0-118 17180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42.5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19 333 8820,'0'-37'6403,"-19"-5"-2001,19-1-2193,0 17-1281,0 0-800,0-1-752,0 1-897,0 0-848,0 10-768,19-11-209,9 17 129,-9-6 144,9 6 559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42.8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256 0 4834,'-2'5'8306,"-5"0"-4185,-21 10-3129,22-12 740,-26 21 1326,23-17-2092,1 0 1,0 1 0,0-1 0,0 2-1,1-1 1,0 1 0,-8 14 0,14-20-842,0-1 1,0 0-1,0 1 1,0-1-1,0 1 1,1-1-1,-1 1 1,1-1-1,0 1 1,0 0-1,0-1 1,0 1-1,0-1 0,1 6 1,0 2-45,-2 0-78,1 1-1,0-1 0,0 0 0,1 1 0,1-1 1,-1 0-1,2 0 0,-1 0 0,1 0 1,1 0-1,8 16 0,0-6-2,-6-8 0,1 0 0,0-1 0,1 0 0,1 0 0,0-1 0,13 12 0,-12-13 0,0 1 0,-1 0 0,0 1 0,-1 0 0,10 15 0,-10-14 0,1-1 0,0 0 0,1-1 0,0 0 0,13 10 0,26 27 0,15 20 0,-64-66 0,1 0 0,-1-1 0,0 1 0,0 0 0,0-1 0,-1 1 0,1 0 0,0 0 0,0-1 0,0 1 0,0-1 0,-1 1 0,1 0 0,0-1 0,-1 1 0,1 0 0,0-1 0,-1 1 0,1-1 0,-1 1 0,1-1 0,-1 1 0,1-1 0,-1 1 0,1-1 0,-1 0 0,0 1 0,1-1 0,-1 0 0,1 1 0,-1-1 0,0 0 0,1 0 0,-2 1 0,-27 8 0,-116 1 0,66 2 0,45-6 0,20-4-129,-1 1 0,-28 11 0,-5 0-1344,45-13 749,1-1 0,-1 1 0,0 0 0,1 0 0,-1 0-1,0 0 1,1 0 0,-1 0 0,1 1 0,-4 2 0,-1 5-5256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43.0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29 137 8052,'0'-15'2435,"1"10"-1705,0 1 0,-1 0 0,0-1 0,0 1-1,-1 0 1,1 0 0,-1-1 0,0 1 0,0 0-1,-2-6 1,-4-3 652,5 10-1036,0 0 1,0-1 0,0 1-1,0-1 1,1 0 0,0 0-1,0 1 1,0-1 0,0 0-1,0 0 1,1 0 0,0-5-1,0 6 529,0 30 1598,0 404 2543,2-388-5016,2-1 0,12 57 0,-6-44 0,-2-14 0,-2-15 0,-2 0 0,2 44 0,-3-5 0,2-1 0,29 128 0,-30-162 3,-1 0 0,-1 0-1,-4 58 1,0-14-137,1-67-327,1 1 0,-2-1 0,1 1 0,-1-1 0,0 1 0,-5 12 0,4-14-480,1 0-1,0 0 1,0 1-1,1-1 1,-1 1-1,1 10 0,1-13 158,0-1-1,0 1 0,-1-1 0,1 1 1,0-1-1,-1 1 0,0-1 0,0 1 1,0-1-1,0 0 0,-1 1 0,1-1 0,-1 0 1,-2 3-1,3-4 612,-5 6-3192,7-12-327,1-15 1566,-2 7 443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43.6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66 657 768,'0'-24'1794,"0"0"0,-1 0 0,-2 0 0,0 1 0,-2-1 0,-7-22 0,3 24-226,7 16-1133,-1 1-1,1 0 0,0-1 0,1 0 1,0 1-1,-1-1 0,1-11 0,0 13-98,1 0 0,-1 0 0,1 0 0,-1 0 0,-1 0 0,1 0-1,-3-6 1,3 8-191,-1 0 1,1-1-1,1 1 0,-1 0 0,0 0 0,0-1 0,1 1 0,0-1 1,-1 1-1,1 0 0,0-1 0,0 1 0,0-1 0,0 1 0,1 0 1,0-4-1,2-2 120,1 1 0,-1 1 0,1-1 0,1 0 0,-1 1 0,1 0 0,0 0 0,0 0 0,1 1 0,0 0 0,0 0 0,0 0 0,8-4 0,27-23 1104,-35 28-1194,0-1-1,0 2 0,1-1 0,-1 1 0,1-1 0,-1 2 0,1-1 0,0 1 0,0 0 0,8-1 0,16-5 409,4-2-345,0 1 0,0 2 0,0 1 0,1 2 1,0 2-1,44 2 0,-79 0-238,0 0 0,0 0 0,0 0 0,0 0 0,-1 0 0,1 1 0,0-1 0,0 0 0,0 0 0,0 1 0,-1-1 0,1 0 0,0 1 0,0-1 0,-1 1 0,1-1 0,0 1 0,-1-1 0,1 1 0,0 0 0,-1-1 0,1 1 0,-1 0 0,1-1 0,-1 1 0,0 0 0,1 1 0,1 27 0,-18 32 0,15-58 0,-46 115 0,31-73 0,13-40 0,1 1 0,0 0 0,0 0 0,0 0 0,1 0 0,0 0 0,0 0 0,0 11 0,-1 25 0,1-28 0,0 0 0,0-1 0,2 1 0,-1 0 0,2 0 0,5 21 0,32 58 0,-38-87 0,1 0 0,1 1 0,-1-1 0,1 0 0,1 0 0,-1 0 0,1 0 0,-1-1 0,2 0 0,-1 1 0,1-1 0,7 6 0,-2-3 0,-5-4 0,0 1 0,1-1 0,-1-1 0,1 1 0,0-1 0,9 4 0,-12-6 0,0 0 0,0-1 0,0 1 0,1-1 0,-1 0 0,0 0 0,0 0 0,1-1 0,-1 1 0,0-1 0,0 1 0,0-1 0,0 0 0,0 0 0,0-1 0,0 1 0,5-4 0,0 1 0,1-1 0,-1-1 0,-1 1 0,14-13 0,-19 15 0,0 1 0,1-1 0,-1 0 0,0 0 0,-1 1 0,1-2 0,0 1 0,-1 0 0,0 0 0,1 0 0,-1-1 0,-1 1 0,1 0 0,0-1 0,0-6 0,8-50 0,-7 52 0,0 0 0,0 0 0,-1-1 0,0 1 0,0 0 0,-1-1 0,0 1 0,-3-15 0,-2 0 0,2 11 0,0-1 0,1 1 0,0-23 0,1 27 0,0 1 0,0-1 0,0 0 0,-1 1 0,0-1 0,0 1 0,-1 0 0,0 0 0,-1 0 0,1 0 0,-1 0 0,-8-9 0,-4-11 0,-5-23 0,18 41 0,0 0 0,-1 1 0,0-1 0,-8-13 0,0 4 0,8 10 0,-1 0 0,-1 1 0,0-1 0,-8-7 0,9 11 0,1 0 0,0 0 0,0 0 0,0 0 0,0-1 0,1 1 0,-1-1 0,1 0 0,0 0 0,1 0 0,-1-1 0,-2-9 0,5 15 0,0-1 0,0 1 0,0-1 0,0 1 0,0 0 0,0-1 0,0 1 0,0-1 0,0 1 0,0-1 0,0 1 0,0 0 0,1-1 0,-1 1 0,0-1 0,0 1 0,0 0 0,1-1 0,-1 1 0,0 0 0,1-1 0,-1 1 0,0 0 0,1 0 0,-1-1 0,0 1 0,1 0 0,-1 0 0,0-1 0,1 1 0,-1 0 0,1 0 0,-1 0 0,1 0 0,-1 0 0,0 0 0,1 0 0,-1 0 0,1 0 0,-1 0 0,1 0 0,-1 0 0,0 0 0,1 0 0,0 0 0,24 9 0,-15-5 0,-2 0 0,-1 0 0,1 1 0,-1 0 0,0 0 0,10 10 0,1 0 0,-8-6 0,-1 1 0,0 1 0,0 0 0,-1 0 0,0 1 0,-1-1 0,7 18 0,9 13 0,-10-21 0,0 1 0,-2 1 0,0 0 0,-2 1 0,10 37 0,-13-44 0,0 1 0,1-1 0,13 25 0,-18-37 0,0 0 0,-1 1 0,0-1 0,0 0 0,0 1 0,-1-1 0,0 10 0,-2-9 0,1-40 0,2 14 0,0 0 0,1 0 0,10-37 0,-11 51 0,1-1 0,-2 0 0,1 0 0,-1 0 0,0 0 0,-1-8 0,1 10 0,0-1 0,-1 1 0,2-1 0,-1 1 0,1-1 0,-1 0 0,4-7 0,35-119 0,0 11 0,-31 98 0,-1-8-554,-7 30 402,0-1 1,0 1-1,1 0 0,-1 0 0,0-1 0,1 1 1,-1 0-1,0 0 0,1 0 0,0-1 0,-1 1 1,1 0-1,0 0 0,-1 0 0,1 0 0,0 0 1,0 0-1,0 0 0,0 0 0,0 1 0,0-1 1,0 0-1,0 0 0,0 1 0,2-2 0,14-11-12069,-16 13 12025,-1 0 0,1 0 0,0 0 0,-1 0 0,1 0 0,-1 0 0,1 0 0,0 0 0,-1 0 0,1 0 0,-1-1 0,1 1 0,-1 0 0,1-1 0,-1 1 0,1 0 0,-1-1 0,1 1 0,-1 0 0,1-1 0,-1 1 0,1-1 0,-1 1 0,0-1 0,1 1 0,-1-1 0,0 1 0,1-1 0,-1 1 0,0-1 0,0 1 0,0-1 0,1 0 0,-1 1 0,0-1 0,0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44.9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526 97 800,'3'-2'1433,"11"-10"2639,-1 2 900,-1 7-5143,-11 2 947,0-1 0,0 0 0,-1 0 0,1 0 0,-1 1 0,1-1 0,-1 0 0,1 0 0,-1 0 0,0 0 0,0 0 0,0 0 0,0 0 0,-1 0 0,1 0 0,0 0 0,-1 0 0,1 1 0,-1-1 0,0 0 0,-1-3 0,-14-6 1047,14 10-1694,1 0-1,0-1 0,-1 1 1,1 0-1,0 0 0,-1 0 1,1 0-1,-1 1 0,0-1 1,1 0-1,-1 1 0,0-1 1,1 1-1,-1-1 0,-3 1 1,-7 0-23,2-1-39,0 1 1,-1 0-1,1 1 0,0 0 1,0 0-1,0 1 0,0 0 1,-15 7-1,11-3-67,0 1 0,0-2 0,-19 5 0,24-8 0,0 0 0,0 1 0,1 0 0,-1 1 0,1 0 0,0 0 0,0 1 0,0-1 0,-7 8 0,-55 52 0,57-54 0,2 1 0,-1 0 0,-16 23 0,-8 7 0,17-25 0,16-14 0,1 0 0,-1 0 0,0 0 0,1 1 0,0-1 0,-1 1 0,1 0 0,0 0 0,0-1 0,0 1 0,1 1 0,-1-1 0,1 0 0,0 0 0,-1 0 0,1 5 0,-5 20 0,1 0 0,2 0 0,1 49 0,2-74 0,0 0 0,0-1 0,0 1 0,0 0 0,1 0 0,-1-1 0,1 1 0,0 0 0,0 0 0,0-1 0,0 1 0,0-1 0,0 1 0,1-1 0,-1 0 0,1 1 0,0-1 0,0 0 0,-1 0 0,2 0 0,-1 0 0,0 0 0,0-1 0,0 1 0,1-1 0,-1 1 0,1-1 0,-1 0 0,6 2 0,-3-1 0,0 0 0,0-1 0,1 1 0,-1-1 0,1 0 0,-1-1 0,1 1 0,-1-1 0,1 0 0,-1 0 0,1-1 0,-1 1 0,1-1 0,-1-1 0,1 1 0,-1-1 0,0 0 0,0 0 0,0 0 0,0-1 0,8-5 0,7-6 0,0-1 0,-1-1 0,27-30 0,-14 14 0,-22 22 0,-1 0 0,-1-1 0,10-14 0,-12 15 0,0 1 0,1 0 0,0 0 0,0 1 0,11-9 0,-16 15 0,1 0 0,-1 0 0,0 0 0,1 0 0,-1 0 0,0 0 0,0 0 0,-1-1 0,1 1 0,0-1 0,-1 1 0,1-1 0,-1 0 0,1-3 0,0 4 0,0-1 0,1 1 0,-1 0 0,0 0 0,1 1 0,-1-1 0,1 0 0,-1 1 0,1 0 0,0-1 0,0 1 0,0 0 0,0 0 0,0 1 0,0-1 0,0 1 0,0-1 0,0 1 0,0 0 0,0 0 0,0 0 0,0 1 0,0-1 0,0 1 0,0 0 0,0-1 0,-1 1 0,1 0 0,3 2 0,-3 0 0,-1 0 0,0 0 0,0 0 0,0 0 0,0 1 0,-1-1 0,1 0 0,-1 1 0,0-1 0,0 1 0,0 0 0,0 5 0,6 19 0,10 4 0,-13-26 0,0 1 0,-1-1 0,0 1 0,0 0 0,2 10 0,-2 0 0,1 0 0,0 0 0,1-1 0,11 24 0,-7-15 0,0 0 0,-2 1 0,0 0 0,3 38 0,-9-56 0,4 37 0,-2 1 0,-5 69 0,0-23 0,2-81 0,0 0 0,-1 0 0,0 0 0,-1 0 0,0 0 0,0 0 0,-1 0 0,-1-1 0,0 1 0,0-1 0,-1 0 0,0 0 0,-9 11 0,1 0 0,11-16 0,-1-1 0,1 0 0,-1 0 0,0 0 0,0 0 0,0 0 0,-1 0 0,1-1 0,-7 6 0,-4 1 0,13-9 0,0 1 0,0-1 0,0 0 0,-1 0 0,1 0 0,0 0 0,0-1 0,-1 1 0,1 0 0,0 0 0,-1-1 0,1 1 0,0-1 0,-1 1 0,1-1 0,-1 1 0,1-1 0,-1 0 0,-1 0 0,-9-8 0,11 7 0,0 1 0,-1-1 0,1 0 0,0 1 0,0-1 0,0 0 0,0 0 0,0 0 0,0 0 0,0 0 0,0 0 0,0 0 0,1 0 0,-1 0 0,0-1 0,1 1 0,-1 0 0,1 0 0,-1-1 0,1 1 0,-1 0 0,1-1 0,0 1 0,0 0 0,0-1 0,0-1 0,-1-3 0,1 0 0,-1 1 0,0-1 0,0 0 0,-4-10 0,2 11 0,2-1 0,-1 0 0,1 1 0,0-1 0,0 0 0,0-6 0,0-48 0,0 16 0,6-67 0,42-186 0,-39 260 0,2 1 0,2 0 0,22-50 0,-6 34 0,2-5 0,-29 53 0,1 1 0,0 0 0,0-1 0,0 1 0,0 0 0,0 1 0,1-1 0,-1 0 0,1 1 0,0-1 0,0 1 0,0 0 0,4-3 0,-5 4 0,-1 0 0,1 0 0,-1 0 0,1 0 0,0 1 0,-1-1 0,1 1 0,0-1 0,-1 1 0,1-1 0,0 1 0,0 0 0,-1 0 0,1 0 0,0 0 0,0 0 0,-1 0 0,1 1 0,0-1 0,0 1 0,-1-1 0,1 1 0,0-1 0,-1 1 0,1 0 0,-1 0 0,3 1 0,4 25 0,-3-22 0,-4-5 0,-1 1 0,1 0 0,0 0 0,0 0 0,0-1 0,-1 1 0,1 0 0,0 0 0,-1 0 0,1 0 0,-1 0 0,1 0 0,-1 0 0,0 0 0,1 1 0,-1-1 0,0 0 0,0 0 0,0 0 0,0 0 0,0 2 0,0-1 9,1 0-1,-1 0 1,0 0 0,1 0 0,-1 0-1,1 0 1,0 0 0,0 0-1,0 0 1,0-1 0,0 1 0,0 0-1,0 0 1,3 2 0,-2-2-53,-1-1 1,0 1-1,1 0 0,-1-1 1,0 1-1,0 0 1,0 0-1,0 0 1,0 0-1,-1 0 0,1 0 1,-1 0-1,1 1 1,-1 3-1,0-3-947,0 0 0,0 0 0,0 1 0,0-1 0,0 0 0,1 0 0,0 0 0,-1 0 0,1 0 0,0 0 0,0 0 0,1 0 0,-1 0 0,1 0-1,-1 0 1,4 3 0,-2 7-4398,-3-9 2172,0 5-99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45.4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591 197 4034,'7'-5'2373,"0"0"-1,0 0 1,0 0 0,-1-1 0,0 1 0,7-10 0,4-5 476,-15 15-2175,-1 0 0,1 0 0,-1 0-1,0 1 1,-1-1 0,1 0 0,-1 0-1,0 0 1,0 0 0,0 0 0,-2-8-1,1 0 260,0 11-920,1 0-1,-1 1 1,1-1-1,-1 1 1,0-1 0,0 1-1,0-1 1,0 1-1,0-1 1,0 1 0,0 0-1,0 0 1,0-1-1,-1 1 1,1 0 0,-1 0-1,1 0 1,0 0 0,-1 1-1,0-1 1,1 0-1,-1 1 1,1-1 0,-4 0-1,-51-12-57,42 10 31,-1 1 14,-1 0 0,1 1 0,0 1 0,-1 1 0,1 0 0,-1 1 0,1 0 0,0 2 0,0 0 0,0 0 0,0 1 0,1 1 0,-15 8 0,-6 5 0,-1 1 0,2 2 0,-55 46 0,80-61 0,0 0 0,0 0 0,1 1 0,0 1 0,0-1 0,1 1 0,0 0 0,1 1 0,0 0 0,1 0 0,-7 15 0,-10 47 0,16-57 0,1 0 0,0 1 0,2-1 0,-1 1 0,2 0 0,-1 20 0,3-33 0,1 0 0,0 0 0,-1 0 0,1 0 0,0 0 0,0 0 0,1 0 0,-1-1 0,0 1 0,1 0 0,0-1 0,-1 1 0,1-1 0,0 0 0,1 1 0,-1-1 0,0 0 0,1 0 0,-1-1 0,1 1 0,-1 0 0,1-1 0,0 1 0,0-1 0,2 1 0,-1-1 0,0 1 0,0-1 0,0 0 0,-1 0 0,1-1 0,0 1 0,0-1 0,0 0 0,0 0 0,0 0 0,0-1 0,0 1 0,0-1 0,0 0 0,-1 0 0,1 0 0,0-1 0,0 1 0,-1-1 0,1 0 0,5-4 0,8-10 0,-1 0 0,0-1 0,-1-1 0,18-28 0,12-15 0,-4 2 0,14-17 0,-13 26 0,-41 47 0,1 0 0,0 0 0,0 1 0,0-1 0,0 0 0,0 1 0,0-1 0,1 1 0,4-4 0,-6 5 0,0 1 0,0-1 0,-1 1 0,1-1 0,0 1 0,0-1 0,0 1 0,0 0 0,0 0 0,0 0 0,0-1 0,0 1 0,0 0 0,0 0 0,0 0 0,0 0 0,0 1 0,0-1 0,0 0 0,0 0 0,0 0 0,-1 1 0,1-1 0,0 1 0,0-1 0,0 1 0,0-1 0,0 1 0,-1-1 0,1 1 0,1 0 0,12 11 0,-10-10 0,0 1 0,0 0 0,-1 0 0,1 1 0,-1-1 0,0 1 0,4 5 0,5 6 0,1-1 0,0-1 0,0 0 0,31 21 0,5 6 0,-43-35 0,0-1 0,0 1 0,0-1 0,1 0 0,-1-1 0,1 0 0,0 0 0,0 0 0,0-1 0,1 0 0,-1 0 0,0 0 0,1-1 0,-1-1 0,1 1 0,-1-1 0,1 0 0,-1-1 0,1 0 0,-1 0 0,1 0 0,-1-1 0,0 0 0,0-1 0,0 0 0,0 0 0,13-8 0,3-2 0,-1-1 0,0-1 0,32-28 0,-38 29 0,0 1 0,-1-2 0,27-32 0,-39 45-14,-1 1 0,0-1 0,1 0-1,0 1 1,-1-1 0,1 1 0,0 0 0,-1 0 0,1 0 0,0 0 0,0 1-1,0-1 1,0 1 0,0-1 0,0 1 0,0 0 0,0 0 0,-1 1-1,7 0 1,4-1-1061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47.3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39 212 2017,'-19'0'5218,"14"3"-4511,5-3-726,-15 10 836,30-7 1091,-14-3-1833,-1 0 1,1 1 0,-1-1 0,1 1-1,-1-1 1,1 1 0,-1-1 0,1 1-1,-1-1 1,0 1 0,1-1 0,-1 1-1,0-1 1,1 1 0,-1 0 0,0-1 0,0 1-1,0-1 1,1 1 0,-1 0 0,0 0-1,0 0 155,4 0 146,1 0-1,-1 0 1,1 0-1,-1-1 1,1 0-1,-1 0 1,1 0 0,5-1-1,8 1 295,-18 0-667,65 0 3897,112-14 1,-78 9-1217,82-15-148,80-11 613,1 5-3149,2 2 0,-42 7 0,26-2 0,-164 14 0,272-7 0,0-3 0,-98 11 0,-138 6 0,1027-2 0,-749-16 0,343 16 0,-740 0-20,25-1-1413,-25 1 1292,0 0-1,0 0 0,0 0 0,-1 0 1,1-1-1,0 1 0,0 0 0,0 0 1,-1 0-1,1-1 0,0 1 1,0 0-1,-1-1 0,1 1 0,0-1 1,0 1-1,-1-1 0,1 1 0,-1-1 1,1 1-1,0-1 0,-1 1 0,1-1 1,-1 0-1,0 1 0,1-1 1,0-1-1,-1 1-123,0 1 1,0-1-1,0 1 1,0-1-1,0 1 1,0-1-1,0 1 1,0 0-1,0-1 1,-1 1-1,1-1 1,0 1-1,0-1 1,0 1-1,-1 0 1,1-1-1,0 1 1,0-1-1,-1 1 1,1 0-1,0-1 1,-1 1-1,1 0 1,0-1-1,-1 1 1,1 0-1,-1 0 1,1 0-1,0-1 1,-1 1-1,1 0 1,-1 0-1,1 0 1,-1 0-1,-6-3-2757,4-6-2728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49.0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1849 480,'0'0'827,"15"0"1208,-11 3 1373,-4-3-3072,0 1 0,0-1 0,0 1 0,0 0 0,1-1 0,-1 1 0,0-1 0,0 1 0,1-1 0,-1 1 0,0-1 0,1 1 0,-1-1 0,0 1 0,1-1 1,-1 1-1,1-1 0,-1 1 0,1-1 0,-1 0 0,1 1 0,-1-1 0,1 0 0,-1 0 0,1 1 0,-1-1 0,1 0 0,0 0 0,0 0 0,26 2 3683,-22-2-3802,0-1 0,0 1 0,0-1 0,0 0 0,-1-1 0,1 1 0,0-1 0,7-4-1,-10 4-152,0 1-1,-1 0 0,1 0 0,0 0 0,0 0 0,-1 0 0,1 1 1,0-1-1,0 1 0,0-1 0,0 1 0,0-1 0,4 1 0,11-5 262,-7-2-108,0 1-1,1 0 1,-1 1-1,1 0 1,14-4-1,23-10 75,-41 16-186,0 0-1,-1 0 1,0-1 0,0 0-1,0 0 1,0 0 0,-1-1 0,1 1-1,4-7 1,-4 6 49,-6 4-123,1 0 0,-1 1 0,1-1 0,-1 0 0,1 1 1,-1-1-1,1 0 0,-1 0 0,0 0 0,1 1 0,-1-1 0,0 0 1,0 0-1,0 0 0,0 0 0,1 1 0,-1-1 0,0 0 0,-1-1 1,3-10 310,1 5-160,0 1 0,-1-1 0,0 0-1,0 1 1,-1-1 0,1 0 0,-1-10-1,-1 16-148,0 0 0,0-1 0,0 1-1,0 0 1,0 0 0,0-1-1,1 1 1,-1 0 0,0 0 0,1-1-1,-1 1 1,1 0 0,-1 0-1,1 0 1,0 0 0,-1 0 0,1 0-1,0 0 1,0 0 0,0 0-1,0 0 1,0 0 0,0 0 0,1-1-1,-1 2-7,0-1 0,0 0-1,0 0 1,0 0 0,0 1-1,0-1 1,0 0 0,0 0 0,-1 0-1,1-1 1,0 1 0,-1 0-1,1 0 1,-1 0 0,1 0-1,-1-1 1,1 1 0,-1 0 0,0 0-1,0-1 1,0 1 0,0 0-1,0-1 1,0-1 0,0-195 2085,0 196-2110,0 0 0,0 0 0,0 0 0,-1 0 0,1 0 0,-1 0 0,1 0 0,-1 0 0,0 0 0,0 0 0,0 0 0,0 1 0,0-1 0,0 0 0,0 1 0,-3-3 0,3 3 0,-1-1 0,1 1 0,0-1 0,0 0 0,0 0 0,0 1 0,0-1 0,0 0 0,0 0 0,0 0 0,1 0 0,-1 0 0,1 0 0,0 0 0,-1 0 0,1-3 0,1-27 0,1 23 0,-2 0 0,1-1 0,-2 1 0,1-1 0,-1 1 0,-4-18 0,2 20 0,0 0 0,1 0 0,0 0 0,0-1 0,0 1 0,1-1 0,0 1 0,1-1 0,0-14 0,0-300 0,0 321 0,1-1 0,-1 0 0,0 0 0,0 1 0,1-1 0,-1 0 0,1 1 0,0-1 0,-1 0 0,1 1 0,0-1 0,0 1 0,1-2 0,-1 1 0,1 1 0,-1-1 0,0 0 0,0 0 0,-1 1 0,1-1 0,0 0 0,-1 0 0,1 0 0,-1 0 0,1 0 0,-1 0 0,0-2 0,0 2 0,0 1 0,0-1 0,1 1 0,-1 0 0,0-1 0,1 1 0,-1 0 0,0-1 0,1 1 0,0 0 0,-1 0 0,1 0 0,0-1 0,0 1 0,0 0 0,-1 0 0,1 0 0,0 0 0,0 0 0,0 0 0,2 0 0,-2 0 0,0 0 0,0 1 0,0-1 0,0 0 0,0 0 0,-1 0 0,1 0 0,0 0 0,0 0 0,-1 0 0,1 0 0,-1 0 0,1 0 0,-1 0 0,1 0 0,-1-1 0,0 1 0,1 0 0,-1 0 0,0-2 0,0 2 0,0 0 0,0 0 0,0 0 0,0 0 0,0 0 0,1 0 0,-1 0 0,0 1 0,0-1 0,1 0 0,-1 0 0,0 0 0,1 0 0,-1 1 0,1-1 0,-1 0 0,1 0 0,-1 1 0,1-1 0,0 0 0,-1 1 0,1-1 0,1 0 0,-2 1 0,1-1 0,0 1 0,-1-1 0,1 0 0,0 1 0,-1-1 0,1 0 0,-1 1 0,1-1 0,-1 0 0,1 0 0,-1 1 0,1-1 0,-1 0 0,0 0 0,0 0 0,1 0 0,-1 0 0,0 1 0,0-1 0,0 0 0,0 0 0,0-1 0,0 0 0,0 1 0,0 0 0,0-1 0,0 1 0,1-1 0,-1 1 0,1 0 0,-1-1 0,1 1 0,-1 0 0,1-1 0,-1 1 0,1 0 0,0 0 0,0 0 0,0-1 0,0 1 0,0 0 0,0 0 0,2-1 0,-2 1 0,0 0 0,0 0 0,0 0 0,0 0 0,0 0 0,0 0 0,0 0 0,0 0 0,0-1 0,-1 1 0,1 0 0,0-1 0,-1 1 0,1 0 0,-1-1 0,0 1 0,1 0 0,-1-1 0,0 1 0,0-3 0,0 0 0,1 1 0,0 0 0,-1-1 0,1 1 0,0 0 0,1 0 0,-1 0 0,0-1 0,1 1 0,0 1 0,0-1 0,0 0 0,0 0 0,0 1 0,0-1 0,1 1 0,-1 0 0,1 0 0,3-3 0,-2 3 0,-1-1 0,0 0 0,0 1 0,-1-1 0,1 0 0,-1-1 0,5-5 0,-5 5 0,0 0 0,0 0 0,0 0 0,1 0 0,0 1 0,0-1 0,0 1 0,0-1 0,0 1 0,5-3 0,20-22 0,11 0 0,-32 12 0,-6 15 0,-1-1 0,1 1 0,-1 0 0,1-1 0,-1 1 0,1-1 0,0 1 0,0 0 0,0 0 0,0-1 0,0 1 0,0 0 0,0 0 0,0 0 0,0 0 0,0 0 0,3-1 0,68-51 0,-25 11 0,92-25 0,-109 49 0,-25 14 0,0 1 0,-1 0 0,1 0 0,0 1 0,0 0 0,0 0 0,8-2 0,2-1 0,1 0 0,0-1 0,28-16 0,-30 15 0,0 0 0,0 1 0,0 1 0,28-8 0,10 3 0,63-21 0,-46 19 0,4-2 0,-60 11 0,0 1 0,0 0 0,0 1 0,25 2 0,-24-1 0,0 0 0,0-1 0,21-3 0,-16 2 0,0 0 0,0 1 0,1 1 0,-1 1 0,0 1 0,35 7 0,-14-4 0,-35-5 0,0 0 0,0 0 0,-1 1 0,1 0 0,0 0 0,0 0 0,-1 0 0,1 1 0,6 3 0,57 21 0,4 1 0,50 41 0,-75-29 0,-45-38 0,0 1 0,0-1 0,0 1 0,0-1 0,0 1 0,0 0 0,-1 0 0,1 0 0,-1 0 0,1 0 0,-1 0 0,2 4 0,-2-4 0,0 0 0,0 0 0,1 0 0,-1 0 0,1 0 0,-1 0 0,1 0 0,-1 0 0,1-1 0,0 1 0,0-1 0,3 3 0,2 1 0,0 0 0,-1 0 0,1 1 0,10 13 0,8 6 0,-16-16 0,-5-6 0,0 0 0,-1 0 0,1 0 0,-1 0 0,0 1 0,0 0 0,-1 0 0,5 6 0,-4-2 0,-2-6 0,-1-1 0,1 1 0,0 0 0,0-1 0,-1 1 0,1-1 0,0 1 0,1-1 0,-1 1 0,0-1 0,0 0 0,1 1 0,-1-1 0,0 0 0,1 0 0,-1 0 0,1 0 0,0 0 0,-1-1 0,4 2 0,0 1 0,-1 0 0,0 0 0,0 0 0,0 0 0,0 1 0,-1 0 0,1 0 0,-1 0 0,0 0 0,5 8 0,24 53 0,-15-40 0,-14-21 0,0-1 0,0 1 0,-1 0 0,1 0 0,-1-1 0,0 2 0,0-1 0,0 0 0,-1 0 0,1 1 0,0 5 0,0-2 0,0 0 0,0 1 0,1-1 0,0 0 0,0-1 0,1 1 0,0-1 0,1 1 0,9 11 0,-13-17 0,0-1 0,0 0 0,-1 0 0,1 0 0,-1 0 0,1 1 0,-1-1 0,1 0 0,-1 1 0,1-1 0,-1 0 0,0 1 0,0-1 0,0 1 0,0-1 0,0 0 0,0 3 0,1 8 0,3-3 0,-2-5 0,0-1 0,-1 1 0,1 0 0,-1-1 0,0 1 0,0 0 0,-1 0 0,1 0 0,0 6 0,-2-9 0,1 1 0,0-1 0,0 1 0,1-1 0,-1 1 0,0-1 0,0 1 0,1-1 0,-1 0 0,1 1 0,-1-1 0,1 0 0,0 1 0,-1-1 0,1 0 0,0 0 0,0 0 0,0 1 0,0-1 0,0 0 0,0 0 0,2 1 0,-2-1 0,0 0 0,0-1 0,0 1 0,0 1 0,0-1 0,0 0 0,0 0 0,0 0 0,-1 0 0,1 1 0,0-1 0,-1 0 0,1 1 0,-1-1 0,1 0 0,-1 1 0,0-1 0,1 1 0,-1-1 0,0 1 0,0-1 0,0 2 0,0 5 0,0 0 0,1-1 0,0 0 0,0 1 0,1-1 0,0 1 0,0-1 0,4 8 0,-4-9 0,0 0 0,-1-1 0,0 1 0,0 0 0,0 0 0,-1 0 0,0 0 0,0 0 0,-1 0 0,-1 7 0,0 15 0,2-18 0,0-5 0,-1-1 0,1 0 0,0 1 0,0-1 0,1 0 0,-1 1 0,1-1 0,0 0 0,2 6 0,0-6 0,0 0 0,-1 0 0,1 0 0,-1 1 0,0-1 0,0 1 0,0-1 0,-1 1 0,0-1 0,0 1 0,0 0 0,0 0 0,-1 0 0,1 0 0,-1-1 0,-1 9 0,0-5 0,0-3 0,0 0 0,1 0 0,0-1 0,0 1 0,0 0 0,0 0 0,1-1 0,0 1 0,0 0 0,2 5 0,-1-5 0,1 0 0,-1 1 0,0-1 0,0 1 0,-1 0 0,0-1 0,0 1 0,0 0 0,0 0 0,-1 0 0,-1 8 0,1-8 0,-1 0 0,1 0 0,1 1 0,-1-1 0,1 0 0,0 0 0,0 0 0,1 0 0,0 0 0,0-1 0,0 1 0,1 0 0,-1-1 0,6 7 0,-7-10 0,0 0 0,-1 1 0,1-1 0,0 0 0,-1 1 0,1-1 0,-1 0 0,0 1 0,0-1 0,0 0 0,0 1 0,0-1 0,-1 4 0,0-4 0,1-1 0,0 1 0,-1 0 0,1-1 0,0 1 0,0 0 0,0 0 0,0-1 0,1 1 0,-1 0 0,0-1 0,1 1 0,-1 0 0,1-1 0,-1 1 0,1-1 0,0 1 0,1 1 0,6 4 0,-5-5 0,-1-1 0,1 1 0,-1 0 0,1 1 0,-1-1 0,0 0 0,0 1 0,0-1 0,0 1 0,0-1 0,0 1 0,-1 0 0,0 0 0,1 0 0,-1 0 0,1 6 0,-1-7 0,0-1 0,0 1 0,0-1 0,0 1 0,0-1 0,0 1 0,0-1 0,0 0 0,1 1 0,-1-1 0,0 0 0,1 0 0,-1 0 0,1 0 0,2 1 0,18 16 0,-21-17 0,0 1 0,-1-1 0,1 0 0,0 0 0,0 0 0,0-1 0,0 1 0,0 0 0,0 0 0,0 0 0,0-1 0,0 1 0,1-1 0,-1 1 0,2 0 0,13 12 0,-9-9 0,-1-1 0,1 1 0,0-1 0,0-1 0,0 1 0,0-1 0,0 0 0,0-1 0,8 1 0,-3 1 0,30 3 3,-1-2 1,1-1-1,73-5 1,-23-1-277,-88 4-186,13-3-734,-12-5-4993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49.7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90 1569,'0'-1'110,"0"1"0,0-1 0,0 0 0,0 0 1,0 0-1,0 1 0,-1-1 0,1 0 0,0 0 1,0 1-1,-1-1 0,1 0 0,-1 1 0,1-1 1,0 0-1,-1 1 0,1-1 0,-1 1 0,0-1 1,1 1-1,-1-1 0,1 1 0,-1-1 0,0 1 0,1-1 1,-1 1-1,0 0 0,1-1 0,-3 1 0,3 0-18,-1-1-1,0 1 1,0 0-1,0-1 0,1 1 1,-1 0-1,0-1 1,1 1-1,-1-1 0,0 1 1,1-1-1,-1 1 1,1-1-1,-1 0 0,1 1 1,-1-1-1,1 0 0,-1 1 1,1-1-1,0 0 1,-1 0-1,1 1 0,0-1 1,-1 0-1,1 0 1,0 0-1,0 1 0,0-1 1,0 0-1,0-1 1,0-50 8058,0 81-4106,0-22-3541,1 1 0,0-1 0,0 1 0,1-1 0,0 1 0,5 10 0,-4-11-128,-1 1 0,1 0 0,-1 0 1,-1 1-1,0-1 0,1 13 0,17 166 4470,-18-156-4323,1 0-1,11 51 1,2 14-214,24 92-308,-30-107 0,-6-44 0,10 43 0,20 137 0,-25-148 0,23 100 0,-1-11 0,-16-75 0,-6 52 0,0-59-6073,-1 92-1,-7-76-6473,0-65 9020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50.0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19 285 3954,'0'-1'415,"0"0"0,0 0 0,0 0 0,0 0 0,0 0 0,0 0 0,0 0 0,-1 0 0,1 0 0,0 0 0,-1 0 0,1 0 0,-1 1 0,1-1 0,-1 0 1,1 0-1,-1 0 0,1 1 0,-1-1 0,-1-1 0,-9-4 4809,12 4-5150,-1 1 0,0 0 1,1 0-1,-1 0 1,1-1-1,-1 1 1,1 0-1,0 0 1,-1 0-1,1 0 0,0 0 1,0 0-1,0 0 1,0 0-1,0 1 1,0-1-1,0 0 0,0 0 1,0 1-1,0-1 1,0 1-1,0-1 1,0 1-1,1-1 1,-1 1-1,0 0 0,0-1 1,3 1-1,11-5 732,-3 2 560,15 1 1091,48-8 1,-43 4-552,65-2-1,170-15-421,-123 6-1151,114-22-333,52 10 0,-56 5 0,10-1 0,-38 12 0,120-2 0,53-1 0,327 45 0,-163 48 0,-467-61 0,14 8-237,-68-13-620,46 4 1,-77-13 156,-4-2-94,-1 1 0,0-1 0,1 2 0,-1-1 0,0 1 0,0 0 0,0 0 0,6 3 0,8 3-3732,2 0 925,-22-8 3516,1 0 0,-1 0 1,0 0-1,0 0 0,0 0 0,0 0 0,1 0 0,-1 0 0,0 1 0,0-1 0,0 0 0,1 0 0,-1 0 0,0 0 0,0 0 1,0 0-1,0 0 0,0 0 0,1 1 0,-1-1 0,0 0 0,0 0 0,0 0 0,0 0 0,0 1 0,0-1 0,0 0 0,0 0 1,1 0-1,-1 0 0,0 1 0,0-1 0,0 0 0,0 0 0,0 0 0,0 1 0,0-1 0,0 0 0,0 0 0,0 0 0,0 1 1,0-1-1,0 0 0,-1 0 0,1 0 0,0 0 0,0 1 0,0-1 0,0 0 0,0 0 0,0 0 0,0 0 0,0 1 0,-1-1 0,1 0 1,0 0-1,0 0 0,0 0 0,0 0 0,0 0 0,-1 0 0,1 1 0,0-1 0,0 0 0,-24 2-4117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51.2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1759 2673,'-1'11'6600,"5"13"-5084,6-18-1350,-9-5-104,1 1-1,0-1 0,0 0 0,0 0 0,0 0 0,0 0 0,0 0 0,0-1 0,1 1 0,-1-1 0,0 1 0,3-1 0,45 11 2303,-14-2-918,-34-8-1362,0 0-1,0-1 0,0 1 1,0 0-1,0-1 0,0 1 1,0-1-1,1 1 0,-1-1 1,0 0-1,0 0 0,1 0 1,-1 0-1,0 0 0,0-1 0,3 0 1,135-36 2784,-113 27-2522,41-23-1,-20 9-124,25-28 201,-69 50-400,-1 1 0,0-1 0,1 0 0,-1 0 1,0 0-1,0-1 0,0 1 0,0-1 0,-1 0 1,1 1-1,-1-1 0,0 0 0,1 0 0,-1-1 0,-1 1 1,1 0-1,0-1 0,2-6 0,-3 7 4,0 0 0,1 0 1,0 1-1,0-1 0,0 1 0,0 0 0,0 0 0,0-1 0,0 1 0,1 1 0,-1-1 1,4-2-1,-3 2 5,0 1 0,-1-1-1,0 0 1,1 0 0,-1 0 0,0 0 0,0 0 0,0-1 0,0 1 0,0-1 0,0 1 0,1-5 0,16-37 337,-14 35-326,0 0-1,-1-1 1,-1 1-1,1-1 1,-2 1-1,1-1 1,-1 0-1,1-20 1,-3 24-18,1 0 1,0 0-1,0 0 1,1 0 0,0 1-1,0-1 1,3-6-1,-2 7 12,-1-1-1,0 1 0,0-1 0,-1 0 0,1 0 0,-1 0 0,0-7 0,-1 5 27,1 0-1,0 0 0,0 0 1,1 0-1,3-9 1,4-33 345,-11 11 43,1 25-262,0 1-1,1-1 0,1 1 0,0-1 1,0 1-1,5-14 0,2 5 32,-5 17-165,-1-1-1,0 1 0,0 0 1,0-1-1,-1 0 0,0 1 1,0-1-1,0-8 0,-1-159 1046,0 163-1024,1-1 0,1 1 0,0-1 0,0 1 0,6-16 0,-5 17-48,-1 0 0,1 0 0,-1-1-1,-1 1 1,1-14 0,-1 8 24,1-1 0,0 1 0,1 0 0,0 1 0,11-26 0,-10 27 22,1 0-1,-2 0 1,1-1 0,-2 1-1,2-23 1,-3 23 21,0 1-1,1-1 1,1 1-1,0 0 1,1-1-1,0 2 1,0-1-1,12-19 1,8-26 155,-20 49-211,0 0 0,0 0-1,1 0 1,0 0 0,1 1-1,8-10 1,-7 9-14,0-1 0,-1 1 0,0-2 0,8-14 0,-12 20-19,0 1-1,0-1 1,0 1-1,1 0 1,0-1-1,0 1 1,0 0-1,0 1 1,0-1-1,0 0 1,1 1-1,-1 0 1,5-2-1,56-22 95,-8 3-98,-47 19 29,0 0 0,0 1 0,1 0 0,-1 0-1,17-1 1,-8 0-9,-8 2-6,0 1 1,0 0-1,0 0 0,0 1 0,15 2 0,-6-1 14,-9-1-21,0 1-1,0 0 1,1 0-1,-2 1 0,1 1 1,12 4-1,26 7 99,-29-6-48,1 1 0,-2 0 0,1 2 0,-1 0 0,21 19 0,-19-16 63,-11-7 40,1 1 0,-2 1 0,15 15 0,5 7 94,-18-21-248,-1 1-1,0 0 1,-1 1-1,0 0 0,7 16 1,-1-2-11,-8-15 4,-1 0 0,0 0 0,6 21 0,9 23 0,27 89 0,-39-122 0,-1 0 0,8 36 0,-1 1 0,-12-51 0,0-1 0,-1 1 0,0 0 0,-1-1 0,0 15 0,2 12 0,6 3 0,17 44 0,-19-63 0,-4-11 0,-1 0 0,0 0 0,0 0 0,-1 0 0,-1 13 0,5 28 0,-4-48 0,3 12 0,1-1 0,-2 1 0,1-1 0,-2 1 0,1 16 0,-2-27 0,0 1 0,1 0 0,-1 0 0,0 0 0,0 0 0,1-1 0,-1 1 0,1 0 0,0 0 0,0-1 0,-1 1 0,1 0 0,0-1 0,0 1 0,0-1 0,1 1 0,-1-1 0,2 2 0,-2-2 0,0 0 0,1 0 0,-1 1 0,0-1 0,0 0 0,0 1 0,-1-1 0,1 0 0,0 1 0,0-1 0,-1 1 0,1-1 0,-1 1 0,1 0 0,-1-1 0,0 1 0,0-1 0,0 3 0,1-2 0,-1-1 0,0 1 0,0-1 0,0 1 0,1-1 0,-1 0 0,1 1 0,0-1 0,-1 1 0,1-1 0,0 0 0,-1 1 0,1-1 0,0 0 0,0 0 0,0 0 0,0 0 0,1 0 0,-1 0 0,0 0 0,2 1 0,11 12 0,-8-9 0,0 0 0,0 0 0,1 0 0,0-1 0,0 0 0,0-1 0,1 1 0,-1-1 0,1-1 0,-1 0 0,1 0 0,11 2 0,14 4 0,-9-2 0,1-2 0,-1-1 0,1-1 0,0-1 0,0-1 0,0-1 0,43-8 0,44 1 0,-56 6 0,56-10 0,-15 1 0,98-4 0,234-16 0,-120 5 0,269-50 0,-568 75 0,116-12 0,15-2 0,238-33 0,-366 46 0,7 0 0,90-15 0,-42 6 0,-67 11-11,-1 0-1,0 0 1,0-1-1,0 1 1,0 0 0,1 0-1,-1 0 1,0 0-1,0 0 1,0 0 0,0 0-1,1 0 1,-1 0-1,0 0 1,0 0 0,0 0-1,0-1 1,0 1-1,0 0 1,1 0 0,-1 0-1,0 0 1,0 0-1,0-1 1,0 1 0,0 0-1,0 0 1,0 0-1,0 0 1,0 0 0,0-1-1,0 1 1,0 0-1,0 0 1,0 0 0,0-1-1,0 1 1,0 0-1,0 0 1,0 0 0,0 0-1,0-1 1,0 1-1,0 0 1,0 0 0,0 0-1,0 0 1,0 0-1,0-1 1,0 1 0,0 0-1,-1 0 1,-11-4-1567,-22 4-3088,-28 13-7635,3-1 4867,13 3 1298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51.7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47 150 800,'-5'-53'6037,"4"49"-5809,0 0-1,-1-1 1,1 1 0,-1 0 0,0 0-1,0 0 1,-1 1 0,-2-5 0,0-22 2101,2 8 426,3 21-2728,0 1 0,0 0 0,0 0 0,-1-1 1,1 1-1,0 0 0,0 0 0,0 0 0,0-1 1,-1 1-1,1 0 0,0 0 0,0 0 0,-1-1 1,1 1-1,0 0 0,0 0 0,-1 0 0,1 0 1,0 0-1,0 0 0,-1 0 0,1 0 0,0-1 1,-1 1-1,1 0 0,0 0 0,0 0 0,-1 0 1,1 1-1,0-1 0,-1 0 0,1 0 1,0 0-1,0 0 0,-1 0 0,1 0 0,0 0 1,0 0-1,-1 1 0,1-1 0,0 0 0,0 0 1,-1 0-1,1 0 0,0 1 0,0-1 0,0 0 1,-1 0-1,1 1 0,0-1 0,0 1 0,0-1 8,-1 0 0,1 0 0,0 0-1,0 0 1,0 1 0,-1-1 0,1 0-1,0 0 1,0 0 0,0 1 0,0-1-1,0 0 1,-1 0 0,1 1 0,0-1-1,0 0 1,0 0 0,0 1-1,0-1 1,0 0 0,0 0 0,0 1-1,0-1 1,0 0 0,0 0 0,0 1-1,0-1 1,0 0 0,0 0 0,0 1-1,0-1 1,1 0 0,-1 0 0,0 1-1,0-1 1,0 0 0,0 0 0,0 0-1,1 1 1,-1-1 0,0 0 0,0 0-1,0 0 1,1 1 0,-1-1 0,0 0-1,0 0 1,0 0 0,1 0-1,-1 0 1,0 0 0,0 0 0,1 1-1,-1-1 1,0 0 0,0 0 0,1 0-1,-1 0 1,1 0 106,0 0 1,0 1-1,-1-1 0,1 0 0,0 1 1,-1-1-1,1 1 0,0 0 0,-1-1 1,1 1-1,-1-1 0,1 1 0,-1 0 1,1-1-1,-1 1 0,1 0 0,-1-1 1,0 1-1,1 0 0,-1 0 0,0 0 1,0 1-1,1 9 851,0 0 1,1 0-1,0 0 0,0 0 1,7 14-1,6 31 1567,32 156 984,-8-91-3543,-31-68 0,-6-36 0,1-1 0,9 32 0,-2-13 0,-2 0 0,7 50 0,2 11 0,-6-48 4,17 84-427,-27-95-166,-2-29 242,1 0 0,0 1 0,1-1 0,0 0 0,0 0 1,4 11-1,2 2-576,-4-13 307,0 0 1,-1 0-1,1 0 1,-2 0-1,1 1 1,0 13-1,-2 18-2884,0 79-13108,0-104 12713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51.9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1 375 4034,'2'-33'14214,"5"14"-9234,-4 17-4780,0 0-1,0 0 1,0 0 0,0 0 0,0 1-1,1-1 1,-1 1 0,1 0 0,-1 0-1,1 0 1,6 0 0,35-16 3083,-39 14-2885,0 0 0,0 1 0,1 0 1,-1 0-1,13-2 0,50-8 675,31-3-676,154-17-397,197 1 0,-241 21 0,507-20 0,-135 8 0,196-15 0,-352 25 0,-71-3 0,-125 10 101,43-6-618,-204 9-1920,-5 0-2629,-3-9-3377,-44 2 5039,-14 3-2322,-3-3 2133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0:52.9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1648 3153,'0'0'3175,"0"0"-3060,0 1-1,0-1 0,0 0 1,-1 0-1,1 1 1,0-1-1,0 0 0,0 1 1,0-1-1,0 0 0,0 0 1,0 1-1,0-1 1,0 0-1,0 1 0,0-1 1,0 0-1,0 0 0,0 1 1,0-1-1,0 0 1,0 1-1,0-1 0,1 0 1,-1 0-1,0 1 0,0-1 1,0 0-1,0 0 1,1 1-1,-1-1 0,0 0 1,0 0-1,0 0 0,1 1 1,-1-1-1,0 0 1,0 0-1,1 0 0,-1 0 1,0 0-1,0 0 1,1 1-1,-1-1 0,0 0 1,1 0-1,10 1-78,0 0 0,-1 1-1,1 0 1,15 5 0,-22-5-37,0-1 0,1 0 0,-1 0 1,1 0-1,-1 0 0,1-1 0,-1 0 1,1 0-1,-1 0 0,1 0 0,4-1 1,33-2 51,21 4 91,-23 1 382,0-2 0,48-6-1,-31-1 214,-30 5-236,0-2 1,29-8-1,-42 9-283,1 0 0,-1 1 0,20-1 1,-22 3-124,-1-1 1,1 0-1,0-1 1,0-1 0,21-7-1,-1-3 75,53-12-1,-52 15-135,0 0-1,0-2 1,55-30 0,11-4 15,-72 33-3,0-1 0,-1-1 1,0-2-1,-1 0 0,-2-2 0,39-36 0,-51 43-11,0-1 0,-1 0 0,0-1 0,-1 0 0,12-25-1,2-3 58,-18 33-84,-1 0-1,0 0 0,-1 0 1,0-1-1,3-13 0,-3 11-2,0 0 0,1 0 0,8-17 0,-3 5 55,-1-1-1,0 1 0,-2-1 0,-1 0 0,-1-1 0,-1 1 0,-1-41 0,-2 57-2,1 1 0,0 0 0,1-1 0,0 1 0,0 0 0,4-9 0,-3 9 50,0 0-1,-1 0 1,0-1-1,0 1 0,-1 0 1,0-11-1,0-28 645,14-90 0,-12 96-539,2 0 16,3 19-96,-5 17-86,-1 0 1,0-1-1,0 1 1,0-1-1,-1 1 1,0-1-1,0 0 1,0-8-1,1-5 235,1 0 0,1 0 1,0 1-1,2-1 0,0 1 0,1 0 0,0 1 1,12-19-1,1-6 224,-18 39-477,-1 1 1,1 0-1,0-1 0,0 1 0,0 0 1,0 0-1,0 0 0,0 1 0,1-1 1,-1 0-1,0 1 0,5-2 0,-5 1-19,1 1-1,-1 0 0,0-1 0,1 1 0,-1-1 0,0 0 0,0 0 0,0 1 0,0-1 0,-1-1 0,1 1 0,2-3 0,-2 2-2,1 1 0,-1-1-1,1 1 1,0 0-1,0-1 1,0 1 0,0 1-1,0-1 1,1 0-1,-1 1 1,0 0 0,1-1-1,-1 2 1,1-1 0,0 0-1,-1 1 1,8-1-1,-6 0 15,0 1-1,0-1 1,0 1-1,1 0 0,-1 0 1,0 1-1,0 0 1,0 0-1,0 0 0,0 0 1,0 1-1,0 0 1,0 0-1,5 3 0,-3 3 182,1 0-1,-1 1 0,-1 0 0,10 16 0,13 18 491,0-3 176,-3 1 0,40 81 0,-60-108-654,-1-1 0,0 1 0,5 24 0,-8-26-55,1 0 1,1 0 0,7 17-1,-7-21-93,-1 1 1,0-1-1,0 1 1,-1 0-1,2 11 0,2 14-14,34 114-51,6 41 0,-31-142 0,-11-39 0,-1 1 0,-1-1 0,0 1 0,0 0 0,0 0 0,0 13 0,-2-13 0,2 1 0,-1-1 0,1 0 0,0 1 0,1-1 0,0 0 0,1-1 0,6 13 0,6 18 0,19 26 0,-34-63 0,1 0 0,-1 0 0,1 0 0,-1 0 0,1-1 0,0 1 0,0-1 0,0 1 0,0-1 0,0 0 0,0 0 0,0 0 0,0 0 0,4 1 0,-3-1 0,-1 0 0,1 0 0,-1 0 0,0 0 0,1 1 0,-1-1 0,0 0 0,0 1 0,0 0 0,3 3 0,-2-2 0,1 0 0,-1-1 0,1 1 0,-1-1 0,1 0 0,0 0 0,0 0 0,0 0 0,0-1 0,0 1 0,0-1 0,0 0 0,1-1 0,-1 1 0,0-1 0,7 1 0,81-2 0,-63-1 0,-20 2 0,1 0 0,-1-1 0,1-1 0,-1 1 0,17-7 0,24-3 0,138-17 0,-157 21 0,271-65 0,-252 60 0,66-7 0,32-7 0,188-39 0,-241 42 0,-66 14 0,1 2 0,47-6 0,20 2 0,117-30 0,-159 37-480,-51 5-463,-38 0-771,17 2-2256,-1 3-4498,-21-5 1473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04.1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145 507 3041,'-21'7'1783,"-1"-1"0,0-2-1,-1 0 1,-34 2 0,273-15 818,-74 4-1395,267-33 1910,15 11-64,369-13-485,-514 29-2039,125 6 261,660-19 932,-534 1-1044,-153 2-476,-14-16-96,-159 12-63,-81 7-32,136-38 0,-46 9 10,-196 44-32,0-1 1,0-1 0,0 0 0,23-12-1,5-2-86,21-5-617,-65 23 536,-1 0-1,1 0 1,-1 0 0,1 0 0,-1 0-1,1 0 1,-1 0 0,0 0-1,1 0 1,-1 0 0,0 0-1,0 0 1,0-1 0,0 1 0,0 0-1,0 0 1,0 0 0,0 0-1,0 0 1,0-1 0,-1 1-1,1 0 1,0 0 0,-1 0-1,1 0 1,-1 0 0,1 0 0,-2-1-1,-6-2-1227,0 0 0,0 0 0,0 1 0,-1 0 0,1 1-1,-10-2 1,7 1 327,-52-6-2812,12 7 426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05.6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1752 576,'0'0'1326,"-5"0"374,-18 0 4905,23 1-6594,0-1 0,-1 0 0,1 1 0,0-1 0,0 1 0,0-1 0,0 1 0,0-1 0,0 1 0,0-1 0,0 1 0,0-1 0,0 1 0,0-1 0,0 1 0,0-1 0,0 1 0,0-1 0,0 1 0,1-1 0,-1 1 0,0-1 0,0 1 0,1-1 0,-1 1 0,0-1 0,1 0 0,-1 1 0,0-1 0,1 0 0,-1 1 0,0-1 0,2 1 0,21-1 1822,1 0 805,66 10-730,-60-9-1600,-3-1 134,-1 0 0,0-2-1,34-5 1,12 2 300,92-33-102,-86 15-544,-59 18-23,-1 0 0,0-1 1,0-1-1,23-12 0,-36 16-70,1 0 1,0 1-1,-1-1 0,1 2 1,0-1-1,11-1 1,27-10 33,-14-1 38,-20 10-56,0 0-1,-1-1 1,0 0 0,0-1-1,10-7 1,34-21 307,-44 30-218,0-1 1,0 0-1,0-1 1,-1 0-1,0 0 1,0-1-1,-1 0 0,9-10 1,30-34 844,-38 45-807,-1 0-1,-1-1 1,1 0-1,-1 0 1,0-1-1,-1 0 0,0 0 1,8-17-1,-11 22-97,-1-1 1,1 0-1,0 1 0,1 0 0,-1-1 0,0 1 1,7-6-1,-6 6-10,0 0-1,-1 0 1,1 0 0,0-1 0,-1 0 0,0 1-1,0-1 1,2-4 0,-1-1 63,1 0 0,1 1-1,0-1 1,0 1 0,10-13 0,-13 19-66,2-5 3,-1 0 0,0 1 0,0-2 0,-1 1 0,0 0 0,0 0 0,0-1 0,0-13 0,-2 19-33,0 1-1,0-1 1,1 0 0,-1 1 0,0-1 0,0 1-1,1-1 1,-1 1 0,1-1 0,-1 1 0,1 0 0,0-1-1,0 1 1,0 0 0,-1-1 0,1 1 0,0 0-1,0 0 1,1 0 0,-1 0 0,1-1 0,7-8-7,19-69-17,11-5 195,6-13-107,-15 37 9,4-10 2,-29 59-73,0 0-1,1 0 1,0 1 0,0 0-1,15-17 1,-12 16-9,-1 0 0,0-1 0,12-23 0,-18 31 6,0 1-1,0 0 1,0 0-1,1 0 1,-1 0-1,1 0 1,0 1 0,0-1-1,4-2 1,-3 2-4,-1 1-1,0-1 1,1 0 0,-1 0 0,0-1 0,-1 1 0,1 0 0,2-6 0,0 1 4,-1 1 1,1-1 0,1 1-1,-1 0 1,1 0 0,0 1-1,9-8 1,7-11 33,-20 21-35,1 1 0,0 0 0,-1 0 0,1 0-1,0 0 1,1 0 0,-1 0 0,5-2 0,1-1-8,0-1 0,-1 1-1,0-1 1,0-1 0,-1 0 0,7-9-1,17-16-48,-6 4 76,-21 24-15,-1 0 0,1 1-1,0-1 1,1 1 0,-1 0 0,1 0-1,-1 1 1,7-4 0,39-27-33,-35 23 20,0 0 1,25-12-1,10-5-86,-39 21 88,1 0 1,-1 0 0,1 2 0,1-1 0,20-5-1,61-23 116,-73 29-95,-7 2 24,0 0 0,-1 0 1,25 0-1,78-8 244,-77 11-8,-9-1 169,0 1 1,0 2-1,34 6 1,-17-1 5,0 1-155,5 2 98,-45-9-331,-1 0-1,1 0 1,-1 0-1,0 1 0,1 0 1,-1 0-1,0 0 1,7 4-1,-6-2-18,0-1 0,0 0 1,1-1-1,-1 1 0,1-2 0,8 2 1,-8-1-12,0-1 1,0 1 0,-1 0 0,1 1 0,-1 0-1,8 4 1,62 28 251,-58-27-188,1 1 1,-1 0-1,-1 1 0,0 1 0,24 18 0,-29-18-77,1-1 0,0 0-1,19 9 1,-32-18-21,1 0 0,0 0 0,0 0 0,0 0 0,-1 1 0,1-1 0,0 1 0,-1 0 0,1-1 0,-1 1 0,0 0 0,1 0 0,-1 0 0,0 0 0,0 0 0,0 2 0,0-2 0,0 0 0,0 0 0,0-1 0,0 1 0,0 0 0,0 0 0,1-1 0,-1 1 0,0-1 0,1 1 0,-1-1 0,1 1 0,0-1 0,3 2 0,64 50 0,2 1 0,-68-52 0,-1 0 0,0 0 0,0 0 0,0 1 0,-1-1 0,1 0 0,-1 1 0,1-1 0,-1 1 0,0 0 0,2 4 0,-2-4 0,-1-1 0,1 0 0,0 0 0,0 0 0,0 1 0,0-1 0,1 0 0,-1 0 0,0-1 0,1 1 0,0 0 0,-1 0 0,1-1 0,0 1 0,0-1 0,2 2 0,1 0 0,0 0 0,-1 0 0,0 1 0,0-1 0,0 1 0,0 0 0,0 0 0,-1 0 0,0 1 0,3 4 0,23 26 0,-26-32 0,0 0 0,0 0 0,-1 0 0,1 0 0,-1 0 0,0 1 0,0-1 0,2 6 0,-2-5 0,0 0 0,1 0 0,-1 0 0,1 0 0,0 0 0,5 6 0,-5-7 0,1 0 0,-2 1 0,1-1 0,0 1 0,-1 0 0,0 0 0,3 5 0,-3-5 0,0 0 0,0 0 0,0 0 0,1 0 0,0 0 0,-1-1 0,5 4 0,-2-2 0,0 1 0,-1 0 0,0-1 0,0 2 0,-1-1 0,5 10 0,-5-9 0,1 0 0,-1 0 0,1-1 0,0 0 0,1 0 0,8 10 0,-6-9 0,-1 1 0,0 1 0,-1-1 0,1 1 0,-2 0 0,5 11 0,17 27 0,-12-18 0,-13-27 0,-1 0 0,1 1 0,0-1 0,0 0 0,0 0 0,0 0 0,0 0 0,0 0 0,1 0 0,2 3 0,50 63 0,-47-62 0,-7-5 0,1 0 0,0-1 0,0 1 0,0 0 0,-1 0 0,1 0 0,-1 0 0,1 0 0,-1 0 0,1 0 0,-1 0 0,1 0 0,-1 0 0,0 0 0,1 0 0,-1 0 0,0 0 0,0 0 0,0 0 0,0 0 0,0 2 0,0-1 0,1 0 0,-1 0 0,1 0 0,-1 0 0,1 0 0,0 0 0,0 0 0,0 0 0,0 0 0,0 0 0,0 0 0,1-1 0,-1 1 0,1 0 0,-1-1 0,1 1 0,-1-1 0,4 2 0,-3-1 0,0-1 0,-1 1 0,1-1 0,0 1 0,-1 0 0,1-1 0,-1 1 0,1 0 0,-1 0 0,0 0 0,0 0 0,0 0 0,0 0 0,0 1 0,0-1 0,-1 0 0,1 1 0,0 3 0,0-3 0,0-1 0,0 1 0,0 0 0,0-1 0,1 1 0,-1-1 0,1 0 0,0 1 0,-1-1 0,1 0 0,0 0 0,0 0 0,1 0 0,2 2 0,12 13 0,2 3 0,-17-19 0,1 1 0,-1 0 0,1 1 0,-1-1 0,0 0 0,0 1 0,0-1 0,0 1 0,0-1 0,-1 1 0,1 0 0,-1 0 0,0 0 0,0 0 0,0 0 0,1 3 0,-2-5 0,0 0 0,1 0 0,-1 0 0,1 0 0,-1 0 0,1-1 0,-1 1 0,1 0 0,-1 0 0,1-1 0,0 1 0,-1 0 0,1-1 0,0 1 0,0-1 0,-1 1 0,1-1 0,0 1 0,0-1 0,0 0 0,1 1 0,14 11 0,-15-10 0,1 0 0,0 1 0,0-1 0,0 0 0,0 0 0,0 0 0,0 0 0,0 0 0,1-1 0,-1 1 0,1-1 0,-1 0 0,1 1 0,0-1 0,-1 0 0,5 1 0,18 20 0,25 4 0,-18-14 0,-26-10 0,0 1 0,0-1 0,0 1 0,1-2 0,-1 1 0,1-1 0,11 1 0,-15-2 0,0 0 0,0 0 0,0 1 0,1-1 0,-1 1 0,0 0 0,0 0 0,0 0 0,3 2 0,-3-2 0,0 1 0,0-1 0,0 0 0,0 0 0,0-1 0,0 1 0,0-1 0,0 1 0,5-1 0,163 10 0,158-10 0,-228-10 0,132 10 0,-231 0 9,-1 0 0,1 0-1,0-1 1,-1 1 0,1 0 0,0-1-1,-1 1 1,1-1 0,-1 0 0,1 1 0,-1-1-1,1 0 1,-1 0 0,2-1 0,14-5-680,-34 5-13992,-8-5 7244,5 6-2631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06.5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30 6019,'-2'-13'5228,"-5"-4"-2861,7 17-2336,0 0 0,0 1 0,0-1 0,0 0 1,0 0-1,-1 1 0,1-1 0,0 0 0,0 0 0,0 1 0,0-1 1,0 0-1,0 0 0,0 0 0,0 1 0,-1-1 0,1 0 1,0 0-1,0 0 0,0 0 0,0 1 0,-1-1 0,1 0 0,0 0 1,0 0-1,0 0 0,-1 0 0,1 0 0,0 0 0,0 1 0,-1-1 1,1 0-1,0 0 0,0 0 0,0 0 0,-1 0 0,1 0 0,0 0 1,0 0-1,-1 0 0,1 0 0,0 0 0,0-1 0,-1 1 1,1 0-1,0 0 0,0 0 0,0 0 0,-1 0 0,1 0 0,0 0 1,0-1-1,0 1 0,-1 0 0,1 7 393,-1 0 0,0-1 0,0 1 0,0 0 0,-1-1 0,0 1-1,-4 7 1,3-8-43,1 0-1,0 1 1,0-1-1,1 1 1,-1 0-1,1-1 1,0 9-1,1 165 5958,0 85-2258,3-208-3809,11 68 0,0-12-226,-3-43-45,25 90 0,-19-87 0,30 75 0,0 2 0,-37-109 0,58 209 0,-41-187 0,-18-44 0,-1 1 0,0 0 0,6 30 0,-5 14 35,-7-44-181,1-1 0,8 27 0,-4-25-181,-3-9-207,0 0 1,-1 0-1,0 0 0,-1 0 0,0 0 1,0 17-1,-2 128-10823,0-153 10886,0-1 0,-1 1 1,1 0-1,0 0 0,-1-1 0,0 1 1,0 0-1,0-1 0,-1 1 0,1-1 1,-1 1-1,-3 5 0,3-6 34,0 0 0,1-1 0,-1 1 0,1 0 0,0 0 0,0 1 0,0-1 0,0 0 1,0 0-1,1 0 0,0 1 0,-1 5 0,1 17-4595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06.9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1 150 2913,'7'2'17011,"1"-4"-18953,44-9 2867,-40 10-577,-1 0 0,1-1 0,18-6 0,25-4 467,170-10 2217,96-12 2150,168-1-2290,-286 26-2345,926-6-547,-741 17 0,92 14 0,-65-2 0,-163-4 0,29 3 0,203 3 0,-112-1 0,-6-4 0,-302-11 0,29 2 0,98-13 0,-156 10 64,-4-1-62,-30 2-18,0 0 0,0-1 0,-1 1 1,1-1-1,0 0 0,0 1 0,-1-1 0,1 0 1,0 1-1,-1-1 0,1 0 0,-1 0 1,1 1-1,-1-1 0,1 0 0,-1 0 0,0 0 1,1 0-1,-1 0 0,0 0 0,0 1 0,1-1 1,-1 0-1,0 0 0,0 0 0,0 0 0,0 0 1,-1-1-1,0 0-435,0 1 0,-1-1 0,0 1 0,1 0 0,-1 0 0,0-1 0,1 1 0,-1 0 0,0 1 0,0-1 0,0 0 0,0 0 1,0 1-1,-2-1 0,1 0-509,-64-26-11085,25 11 6434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08.4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1645 512,'0'0'1153,"0"13"10284,-1-13-11400,1-1 0,0 1 0,0 0 0,0-1-1,0 1 1,1-1 0,-1 1 0,0-1 0,0 1 0,0-1 0,0 1 0,0 0-1,1-1 1,-1 1 0,0-1 0,0 1 0,1 0 0,-1-1 0,0 1 0,0 0-1,1-1 1,-1 1 0,0 0 0,1 0 0,-1-1 0,1 1 0,-1 0 0,0 0-1,1-1 1,-1 1 0,1 0 0,-1 0 0,1 0 0,0 0 5,-1-1 0,1 1 0,-1 0 0,1 0 1,-1 0-1,1-1 0,-1 1 0,1 0 0,-1 0 0,1-1 0,-1 1 1,1 0-1,-1-1 0,0 1 0,1-1 0,-1 1 0,0-1 0,1 1 0,-1-1 1,0 1-1,0 0 0,1-1 0,-1 0 0,0 1 0,0-1 0,0 1 1,0-1-1,0 1 0,0-1 0,0 1 0,0-1 0,0 1 0,0-2 1,0 1-28,0 1 0,0-1 0,0 1 0,0-1 1,0 1-1,1-1 0,-1 1 0,0-1 0,0 1 1,0-1-1,0 0 0,1 1 0,-1-1 1,0 1-1,1 0 0,-1-1 0,0 1 0,1-1 1,-1 1-1,1-1 0,-1 1 0,0 0 0,1-1 1,-1 1-1,1 0 0,-1 0 0,1-1 0,-1 1 1,1 0-1,-1 0 0,1 0 0,-1-1 1,2 1-1,-1 0 18,0 0 0,-1-1 0,1 1 0,0 0 0,0-1 0,0 1 0,0-1 0,0 1 0,-1-1 0,1 0 0,0 1 0,0-1 0,-1 0 0,1 1 0,-1-1 0,1 0 1,0 0-1,-1 1 0,1-1 0,-1 0 0,0 0 0,1 0 0,-1 0 0,0 0 0,0 0 0,1 0 0,-1 0 0,0 0 0,0 0 0,0 0 0,0 0 0,0 0 0,-1-1 0,1 0 27,0 1 1,1 0-1,-1 0 0,0 0 0,0 0 0,0 0 0,1 0 0,-1 0 0,1 0 0,-1 0 0,1 0 1,-1 0-1,1 0 0,-1 0 0,1 0 0,0 1 0,-1-1 0,2-1 0,-1 1 13,0 0 0,0 0 0,0 0 0,-1 0 0,1 0 0,0 0 0,0 0 0,-1 0 0,1 0 0,-1 0 0,1-1 0,-1 1 0,0 0 0,1-1 0,-1 1 0,0 0 0,0 0 0,0-2 0,0 1 5,0 0 0,0 1 0,1-1 0,-1 0 0,0 1 0,1-1 0,-1 0 0,1 1 0,0-1 0,-1 1 0,1-1 0,0 1 0,0 0 0,0-1 0,0 1 0,0 0 0,3-3 0,-3 3-3,0 0 1,1-1 0,-1 1-1,0 0 1,0-1 0,0 1-1,0-1 1,0 0 0,0 1 0,-1-1-1,1 0 1,-1 1 0,1-1-1,-1 0 1,1 0 0,-1 1-1,0-1 1,0-2 0,9-54 2441,-6 47-1910,-1 0 0,0 0 1,1-22-1,-3-163 2106,0 191-2687,0-1-1,-1 1 0,0 0 0,0-1 1,0 1-1,0 0 0,-3-7 0,2 7 11,0 0 1,0-1-1,1 1 0,0 0 0,0-1 0,1 1 0,-1-8 0,1-454 1781,19 372-1817,-19 93 0,0 0 0,0 0 0,1 0 0,-1 0 0,1 0 0,-1 0 0,1 0 0,0 1 0,-1-1 0,1 0 0,0 0 0,0 0 0,0 1 0,1-1 0,-1 1 0,2-3 0,-2 3 0,1-1 0,-1 1 0,0-1 0,0 0 0,1 1 0,-1-1 0,-1 0 0,1 0 0,0 1 0,0-1 0,-1 0 0,1 0 0,-1 0 0,1 0 0,-1 0 0,0-3 0,1-1 0,0-1 0,1 1 0,-1 0 0,1-1 0,1 1 0,-1 0 0,1 0 0,0 0 0,1 1 0,-1-1 0,7-7 0,-3 3 0,-6 8 0,0 1 0,0-1 0,-1 1 0,1-1 0,0 1 0,-1-1 0,1 0 0,-1 1 0,0-1 0,0 0 0,1 1 0,-1-1 0,-1-2 0,5-15 0,69-102 0,-34 85 0,-30 23 0,-5 6 0,0 0 0,1 1 0,-1-1 0,2 1 0,-1 0 0,1 0 0,-1 1 0,1-1 0,12-6 0,0-3 0,-17 13 0,1 1 0,0-1 0,0 0 0,0 1 0,-1-1 0,2 1 0,-1 0 0,0 0 0,0 0 0,0 0 0,0 0 0,4-1 0,36-9 0,-37 7 0,0 1 0,1 1 0,-1-1 0,1 1 0,-1 0 0,1 0 0,0 0 0,0 1 0,-1 0 0,1 0 0,0 0 0,11 1 0,-4 0 0,-1 1 0,1 0 0,-1 1 0,0 0 0,16 5 0,-20-4 0,1 1 0,0 0 0,-1 0 0,0 1 0,0 0 0,0 0 0,-1 1 0,1 0 0,-2 0 0,1 0 0,0 1 0,-1 0 0,-1 1 0,1-1 0,7 16 0,11 1 0,-9-11 0,-8-1 0,0 0 0,-1 0 0,8 22 0,8 19 0,-11-34 0,-7-13 0,0 0 0,0 1 0,-1 0 0,0 0 0,0 0 0,-1 0 0,1 1 0,-1-1 0,-1 0 0,1 13 0,-2-7 0,-1-8 0,1-1 0,-1 1 0,1-1 0,1 0 0,-1 1 0,0-1 0,1 0 0,0 1 0,0-1 0,2 5 0,6 5 0,-7-12 0,-1 0 0,1 0 0,-1 0 0,0 0 0,1 1 0,-1-1 0,0 1 0,0-1 0,-1 1 0,1-1 0,0 1 0,-1 0 0,0-1 0,1 1 0,-1 3 0,-1 14 0,0-11 0,0 0 0,1-1 0,0 1 0,1 0 0,0 0 0,3 10 0,0-7 0,-1 1 0,0-1 0,-1 1 0,0-1 0,-1 1 0,-1 18 0,0-28 0,1 0 0,-1 0 0,0 0 0,1 0 0,0 0 0,0 0 0,0 0 0,0 0 0,0-1 0,0 1 0,1 0 0,2 4 0,-2-5 0,0 1 0,-1-1 0,1 1 0,-1 0 0,0 0 0,1 0 0,-2 0 0,1 0 0,0 0 0,0 0 0,-1 0 0,0 5 0,0 218 0,10-201 0,-9-23 0,0 0 0,0 0 0,0 0 0,0 0 0,0 0 0,0 0 0,-1 0 0,1 0 0,-1 0 0,1 0 0,-1 4 0,0-5 0,0 1 0,0-1 0,0 1 0,0 0 0,0-1 0,0 1 0,1-1 0,-1 1 0,1 0 0,-1-1 0,1 1 0,-1-1 0,1 1 0,0-1 0,0 1 0,0-1 0,-1 0 0,1 0 0,1 1 0,-1-1 0,0 0 0,0 0 0,3 2 0,3 3 0,-7-6 0,1 1 0,-1-1 0,1 1 0,-1 0 0,1-1 0,-1 1 0,1 0 0,-1 0 0,0-1 0,0 1 0,1 0 0,-1 0 0,0 0 0,0-1 0,0 1 0,0 0 0,0 0 0,0 0 0,0 1 0,2 8 0,15 7 0,-14-15 0,-1 0 0,0 0 0,1 0 0,-1 0 0,0 0 0,-1 0 0,1 0 0,0 1 0,0-1 0,-1 1 0,0-1 0,1 1 0,0 4 0,-1-6 0,-1 1 0,1-1 0,0 1 0,-1-1 0,1 1 0,0-1 0,0 0 0,0 0 0,0 1 0,0-1 0,1 0 0,-1 0 0,0 0 0,0 0 0,1 0 0,-1 0 0,0 0 0,1-1 0,-1 1 0,1-1 0,-1 1 0,4 0 0,18 12 0,19 10 0,-11-7 0,-24-12 0,1-1 0,-1 0 0,1 0 0,0-1 0,0 0 0,-1 0 0,1-1 0,0 0 0,16 0 0,19 4 0,-24-2 0,1-1 0,-1-1 0,1-1 0,22-2 0,7 0 0,262 2 0,-152-10 0,7-6 0,-132 15 0,1-1 0,40-8 0,-59 7 0,0 2 0,0 0 0,26 2 0,41-2 0,318-8 0,-277 9 0,129-15 0,-76 6 0,167 5 0,-195 6 0,281-2 0,-425 0-64,0 1-1,0-1 1,0 1-1,0 0 1,0 0-1,9 4 1,-14-5 35,5 2-2583,-9 9-5904,-12-3 4449,4-3-1996,-3-3 1085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09.4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3314,'0'0'5442,"0"13"-2299,0 297 10020,1-299-12925,0 0 0,1-1 0,0 1 0,6 17 0,-5-17-70,0 0 0,0 0 0,-1-1 0,1 22 0,-1-3 7,1 0-1,1-1 0,15 54 1,3 15 64,1-26-123,-17-56-81,0 0 0,6 31 0,8 62 72,-10-82-98,-8-19-5,1 0 1,-1 0 0,0 0 0,0 0 0,-1 1 0,0-1 0,0 10 0,8 48-7,1 8 25,-11-52-25,0-13-2,1 1 0,0-1 1,0 1-1,1-1 0,0 1 0,3 11 0,3-2 5,-4-10 2,0 1 0,0 0 0,-1 0-1,0 0 1,0 0 0,-1 0 0,0 0 0,-1 11 0,-1-8 15,1 1 0,0-1 0,1 0 0,1 1 0,0-1 0,1 0 0,5 18 0,-5-9-46,-4-21 32,1 1 0,0 0 0,0 0 0,0 0 0,0 0 0,0-1 0,0 1 0,0 0 0,0 0 0,0 0 0,0 0 0,1-1 0,-1 1 1,0 0-1,0 0 0,1 0 0,-1-1 0,1 1 0,-1 0 0,0-1 0,1 1 0,-1 0 0,2 1 0,4 1 72,-5-2-60,0-1 1,0 1 0,0-1 0,0 1 0,0-1-1,0 1 1,0-1 0,0 1 0,0 0 0,-1 0-1,1-1 1,0 1 0,0 0 0,-1 0 0,1 0-1,-1 0 1,1 0 0,-1 0 0,1 0 0,-1 0-1,1 0 1,-1 0 0,0 0 0,0 0 0,1 2-1,-1-2 13,0 1 0,1-1 0,0 0-1,-1 1 1,1-1 0,0 0 0,-1 0-1,1 0 1,0 0 0,0 1 0,0-1-1,0 0 1,0 0 0,0-1 0,0 1-1,1 0 1,-1 0 0,0-1 0,0 1-1,1 0 1,-1-1 0,0 1 0,1-1-1,-1 0 1,3 1 0,41 6 589,4-5-207,-32-1-342,0 0 0,0-1 0,0-1-1,32-5 1,115-20 1,-24 14 191,-70 11-168,13-2-111,102-10 66,98 2-21,1596 11 989,-1613-16-1016,168 6 0,-187 10 0,24-16 0,413 16-277,-679 0-1159,-88 0-22089,44 0 20094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11.0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1273 1040,'0'0'6734,"-1"0"-6718,1 0-1,0-1 1,0 1-1,0 0 0,0 0 1,0-1-1,0 1 1,0 0-1,0 0 1,0-1-1,0 1 0,0 0 1,0-1-1,0 1 1,0 0-1,0 0 1,0-1-1,0 1 0,0 0 1,0 0-1,0-1 1,1 1-1,-1 0 1,0 0-1,0-1 0,0 1 1,0 0-1,1 0 1,-1 0-1,0-1 1,0 1-1,0 0 0,1 0 1,-1 0-1,0 0 1,1-1-1,6 0 270,0-1 0,0 1 0,0 0 0,0 1 0,0 0 0,1 0 0,13 2 0,-2 0 383,-7-2-286,0-1 1,0 1-1,0-2 0,0 0 1,-1 0-1,14-5 0,-10 5-57,-1 0 1,1 1-1,1 0 0,28 3 1,-12 0-141,509-2 8748,260 0-3321,-687-16-4478,-77 16-881,10 1 203,89-11 1,-84 6-366,-39 4-81,0 0 0,0-2 0,0 1 0,21-7 0,-28 6-10,0 1 0,0 0 0,0 0 0,0 0 0,12 0 0,27-3 0,77-16 0,-117 19 0,17-3 0,-1-2 0,1 0 0,27-13 0,12-10 0,-47 24 0,-1-1 0,-1 0 0,1-1 0,13-10 0,-10 6 0,-12 8 0,0 1 0,0-1 0,-1 0 0,1 0 0,-1-1 0,6-6 0,7-5 0,-15 15 0,0-1 0,0 0 0,0 1 0,0-1 0,0 0 0,0 0 0,0 0 0,-1 0 0,1 0 0,0 0 0,0 0 0,-1 0 0,1 0 0,0 0 0,-1 0 0,0 0 0,1 0 0,-1-1 0,1 1 0,-1 0 0,0-2 0,0 2 0,0-1 0,1 1 0,-1 0 0,0 0 0,0 0 0,1 0 0,-1-1 0,0 1 0,1 0 0,0 0 0,-1 0 0,1 0 0,-1 0 0,1 0 0,0 0 0,0 0 0,1 0 0,-2 0 0,1 0 0,0 0 0,0 0 0,0 0 0,-1 0 0,1 0 0,0 0 0,-1 0 0,1 0 0,-1 0 0,0 0 0,1 0 0,-1-1 0,0 1 0,1 0 0,-1 0 0,0-2 0,0 3 0,0-1 0,0 0 0,0 0 0,0 0 0,0 1 0,0-1 0,1 0 0,-1 0 0,0 0 0,0 1 0,1-1 0,-1 0 0,0 1 0,1-1 0,-1 0 0,1 1 0,-1-1 0,1 0 0,-1 1 0,1-1 0,0 1 0,-1-1 0,1 1 0,0-1 0,-1 1 0,1 0 0,0-1 0,-1 1 0,1 0 0,1-1 0,-1 1 0,0 0 0,-1-1 0,1 1 0,0 0 0,-1-1 0,1 1 0,0-1 0,0 1 0,-1 0 0,1-1 0,-1 0 0,1 1 0,-1-1 0,1 1 0,0-1 0,-1 0 0,0 1 0,1-1 0,-1 0 0,1 1 0,-1-1 0,0 0 0,0 0 0,1 1 0,-1-1 0,0 0 0,0 0 0,0 0 0,0 1 0,0-2 0,9-25 0,-8 25 0,1 0 0,-1 0 0,0-1 0,0 1 0,0 0 0,-1-1 0,1 1 0,0 0 0,-1-1 0,1-4 0,-2 5 0,1-1 0,-1 0 0,1 0 0,0 1 0,0-1 0,0 0 0,1 0 0,-1 1 0,0-1 0,1 0 0,0 1 0,0-1 0,0 0 0,0 1 0,0-1 0,0 1 0,1 0 0,-1-1 0,1 1 0,-1 0 0,1 0 0,0 0 0,0 0 0,3-3 0,-3 1 0,0 0 0,-1-1 0,0 0 0,0 1 0,0-1 0,-1 1 0,1-1 0,-1 0 0,0 1 0,-1-1 0,1 0 0,-2-5 0,1-10 0,2 2 0,0 11 0,-1 1 0,0-1 0,0 0 0,0 0 0,-1 0 0,0 0 0,0 1 0,-3-10 0,-4 3 0,6 11 0,0 0 0,1 0 0,-1-1 0,1 1 0,0 0 0,0-1 0,0 1 0,0-1 0,0 1 0,0-1 0,1 1 0,-1-1 0,1 0 0,0-3 0,0-157 0,-19 71 0,20 64 0,0 21 0,0 0 0,0 0 0,-1 0 0,-1 0 0,1 0 0,-1 0 0,0-1 0,0 2 0,-4-10 0,-1 10 0,5 6 0,0 0 0,0-1 0,0 1 0,0-1 0,0 0 0,0 1 0,1-1 0,-1 0 0,0 1 0,0-1 0,1 0 0,-1 0 0,0 0 0,1 0 0,-1 0 0,1 0 0,-1 0 0,1 0 0,-1 0 0,1 0 0,0 0 0,-1 0 0,1 0 0,0 0 0,0 0 0,0 0 0,0 0 0,0 0 0,0 0 0,0-1 0,0 1 0,0 0 0,1 0 0,-1 0 0,0 0 0,1 0 0,-1 0 0,2-2 0,0 2 0,0-1 0,0 0 0,0 0 0,0 0 0,-1 0 0,1-1 0,0 1 0,-1 0 0,0-1 0,1 1 0,-1-1 0,0 1 0,0-1 0,0 0 0,-1 1 0,1-1 0,-1 0 0,0 0 0,1 1 0,-1-1 0,0 0 0,-1 0 0,1 0 0,-1-3 0,2 4 0,1-1 0,-1 1 0,0-1 0,1 1 0,0 0 0,0 0 0,-1 0 0,1 0 0,0 0 0,1 0 0,-1 0 0,0 1 0,0-1 0,4-1 0,48-29 0,-47 28 0,1 0 0,1 1 0,-1 0 0,0 1 0,1 0 0,0 0 0,-1 1 0,14-1 0,19-3 0,-30 3 0,1 1 0,-1 0 0,0 1 0,1 1 0,-1-1 0,21 5 0,31 2 0,-20 2 0,-13-1 0,-23-6 0,0 0 0,0 0 0,0 1 0,0 0 0,-1 0 0,1 0 0,-1 1 0,0 0 0,0 0 0,6 6 0,9 7 0,-18-16 0,0 1 0,-1 0 0,1-1 0,-1 1 0,1 0 0,-1 0 0,0 0 0,0 1 0,2 2 0,13 13 0,-15-17 0,0 1 0,0 0 0,0 0 0,0 0 0,0 1 0,0-1 0,0 0 0,-1 1 0,1-1 0,-1 1 0,0 0 0,0-1 0,0 1 0,0 0 0,0 0 0,0 0 0,0 4 0,-1-5 0,0-1 0,0 1 0,0-1 0,0 1 0,0 0 0,1-1 0,-1 0 0,0 1 0,1-1 0,-1 1 0,1-1 0,0 1 0,-1-1 0,1 0 0,0 1 0,0-1 0,1 1 0,-1-1 0,0 1 0,0-1 0,0 0 0,0 1 0,0-1 0,-1 1 0,1-1 0,0 1 0,-1 0 0,1-1 0,-1 1 0,0 0 0,0-1 0,1 1 0,-1 0 0,0-1 0,0 3 0,0 272 0,-1-272 0,1-1 0,-1 1 0,1-1 0,-1 1 0,0-1 0,0 0 0,0 0 0,-3 6 0,2-6 0,1 0 0,0 0 0,-1 0 0,2 0 0,-1 0 0,0 0 0,1 0 0,-1 6 0,1 86 0,0-93 0,0 0 0,-1 0 0,1 0 0,0 1 0,-1-1 0,0 0 0,1 0 0,-1 0 0,0 0 0,0 0 0,0-1 0,0 1 0,0 0 0,-1 0 0,1-1 0,-2 3 0,2-3 0,0 0 0,-1 1 0,1-1 0,0 1 0,0 0 0,0-1 0,0 1 0,0 0 0,1-1 0,-1 1 0,0 0 0,1 0 0,0 0 0,-1 0 0,1 3 0,0 129 0,0-132 0,-1 0 0,1 0 0,0-1 0,0 1 0,-1 0 0,1 0 0,-1-1 0,0 1 0,1-1 0,-1 1 0,0 0 0,-2 2 0,2-2 0,0-1 0,-1 1 0,1 0 0,0 0 0,1 0 0,-1 0 0,0 0 0,1 0 0,-1 0 0,1 0 0,-1 0 0,1 0 0,0 3 0,0 127 0,9-106 0,-8-24 0,1 1 0,-1-1 0,0 0 0,0 0 0,0 1 0,-1-1 0,1 0 0,0 1 0,-1-1 0,1 5 0,-1-6-5,0-1 0,0 1 0,0 0 0,0-1 0,1 1 0,-1-1 0,0 1 0,1 0 0,-1-1 0,0 1 0,1-1 0,-1 1 0,1-1 0,-1 1 0,0-1 0,1 0 0,-1 1 0,1-1 1,0 1-1,-1-1 0,1 0 0,-1 1 0,1-1 0,-1 0 0,1 0 0,0 0 0,-1 1 0,1-1 0,0 0 0,-1 0 0,1 0 0,0 0 0,-1 0 0,1 0 0,0 0 0,-1 0 0,1-1 0,-1 1 0,1 0 0,0 0 0,2-1-426,2 1-3304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13.5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 70 4722,'0'-30'9649,"0"22"-5512,0 22-3764,0-4-238,0-7-37,1 1-1,-1-1 1,0 1-1,0-1 0,-1 1 1,1-1-1,-1 1 1,0-1-1,-2 7 0,-5 3 301,6-10-271,0 0 1,0 1 0,1-1 0,-1 0-1,1 1 1,0-1 0,0 1-1,0-1 1,0 1 0,0 0-1,1-1 1,0 1 0,0 5-1,-1 23 657,0-14-285,0 1 0,2 0 0,0 0 0,4 19 0,2-13-194,-3-11-159,0 1 0,-1-1 0,0 1 0,0 20 0,-1 10-6,2 0 0,2 0 0,15 57 0,-4-24-118,-10-49 15,2 0-1,14 33 0,-15 1-132,-7-59 52,2 4-82,0-1 0,-1 0 0,0 1 0,-1-1 0,1 1 1,-1 9-1,-2-70-77,-13-81 0,11 111 191,1-1-1,3-40 1,1 44 69,-2-1-1,-1 0 1,-4-32 0,-4 16 31,5 24-4,1 0-1,0-1 1,1 1 0,-1-19-1,3-169 3036,0 200-3111,0-1 1,0 1-1,0 0 0,0-1 0,0 1 0,0-1 0,1 1 1,-1 0-1,0-1 0,1 1 0,-1 0 0,1 0 0,-1-1 1,1 1-1,0 0 0,-1 0 0,1 0 0,0 0 0,0 0 1,0 0-1,0 0 0,0 0 0,0 0 0,0 0 0,0 0 1,0 0-1,1 1 0,-1-1 0,0 1 0,0-1 0,3 0 1,-4 1-6,0 0 1,1 0 0,-1 0 0,0 0-1,0 0 1,1 0 0,-1 0 0,0 0-1,0 0 1,1 0 0,-1 0-1,0 0 1,0 0 0,1 0 0,-1-1-1,0 1 1,0 0 0,0 0 0,1 0-1,-1 0 1,0 0 0,0-1 0,0 1-1,1 0 1,-1 0 0,0 0 0,0-1-1,0 1 1,0 0 0,0 0-1,0 0 1,1-1 0,-1 1 0,0 0-1,0 0 1,0-1 0,0 1 0,0 0-1,0 0 1,0-1 0,0 1 0,0 0-1,0 0 1,0-1 0,0 1 0,0 0-1,0 0 1,0-1 0,0 1-1,-1 0 1,1 0 0,0-1 0,0 1-1,0 0 1,0 0 0,0 0 0,-1-1-1,1 1 1,0 0 0,-3-1 35,9 8 28,11-1 190,-15-6-239,-1 0 0,1 0 0,-1 1 0,1-1 0,-1 1 0,0-1 0,1 1 0,-1-1 0,0 1 0,0 0-1,1-1 1,-1 1 0,0 0 0,2 1 0,4 13 235,-6-13-213,-1 0 0,1 0 1,0 1-1,1-1 0,-1 0 0,0 0 1,0 0-1,1-1 0,-1 1 0,1 0 1,0 0-1,0-1 0,2 2 0,5 5 64,0 0 0,0 0-1,0 1 1,-1 0 0,-1 0-1,11 16 1,36 57 278,-8-16-225,147 197-157,-160-222 0,-9-11 0,-1 0 0,1-1 0,32 29 0,-53-55 0,22 18 0,-24-21 0,-1 0 0,0 1 0,0-1 0,1 0 0,-1 1 0,0-1 0,1 0 0,-1 0 0,0 1 0,1-1 0,-1 0 0,0 0 0,1 0 0,-1 0 0,0 1 0,1-1 0,-1 0 0,1 0 0,-1 0 0,0 0 0,1 0 0,-1 0 0,0 0 0,1 0 0,-1 0 0,1 0 0,-1 0 0,0 0 0,1 0 0,-1-1 0,1 1 0,-1 0 0,0 0 0,1 0 0,-1 0 0,0-1 0,1 1 0,-1 0 0,0 0 0,0-1 0,1 1 0,-1 0 0,0-1 0,1 1 0,-1 0 0,0 0 0,0-1 0,0 1 0,0-1 0,1 1 0,-1 0 0,0-1 0,0 1 0,0 0 0,0-1 0,0 1 0,0-1 0,0 1 0,0 0 0,0-1 0,0 0 0,0-1 0,0 0 0,0 0 0,1 0 0,-1 0 0,1 0 0,-1 1 0,1-1 0,0 0 0,-1 0 0,1 0 0,0 1 0,0-1 0,0 0 0,1 1 0,1-3 0,-1 2 0,-1 0 0,1 1 0,-1-1 0,0 0 0,0 0 0,0-1 0,0 1 0,0 0 0,0 0 0,0 0 0,0-1 0,-1 1 0,0 0 0,1 0 0,-1-5 0,0-434 0,-1 421 0,-1-1 0,-1 1 0,-5-22 0,3 23 0,2 0 0,0 1 0,0-21 0,4-6 0,0 30 0,0-1 0,-1 1 0,0 0 0,-1 0 0,-1 0 0,0 0 0,-2 0 0,-6-20 0,9 34-113,0-1 0,1 0-1,-1 1 1,0-1 0,1 0 0,-1 0 0,1 0 0,-1 0-1,1 1 1,0-1 0,0 0 0,0 0 0,0 0 0,0 0-1,0 0 1,1-2 0,0 2-200,-1 1 1,1-1-1,0 1 1,0 0-1,0 0 1,0-1-1,1 1 0,-1 0 1,0 0-1,0 0 1,1 0-1,-1 0 1,0 0-1,1 0 0,-1 1 1,1-1-1,0 1 1,-1-1-1,1 1 1,-1-1-1,1 1 1,0 0-1,1 0 0,1-1-331,-1 0 1,1 1-1,0 0 0,0 0 0,-1 0 0,1 0 0,0 1 0,-1 0 0,1-1 0,0 1 0,-1 1 1,1-1-1,-1 0 0,1 1 0,-1 0 0,5 3 0,-5-2-5,1 0 0,0 0 1,-1 0-1,1-1 0,0 0 0,0 1 0,8 2 1,-6-3 11,22 10-2137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14.4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141 91 896,'0'1'228,"1"1"-1,-1-1 0,0 1 0,0-1 0,1 1 0,-1-1 0,1 1 1,-1-1-1,1 1 0,0-1 0,-1 1 0,1-1 0,0 0 1,0 0-1,0 1 0,0-1 0,0 0 0,0 0 0,0 0 0,5 5 4078,-6-5-3625,0 0 0,1-1-1,-1 1 1,0 0 0,0 0-1,0 0 1,0 0-1,0 0 1,0-1 0,0 1-1,0 0 1,0 0 0,0 0-1,0 0 1,0-1 0,0 1-1,-1 0 1,1 0-1,-1 1 1,-1 2-1220,-11 5 2443,10-8-1608,0 1 0,0 0 0,1 0 0,-1 0-1,0 0 1,1 0 0,-1 1 0,1-1 0,0 1 0,0 0-1,0-1 1,-2 5 0,-20 23 1152,20-27-1283,0 1 0,0 0 0,1-1 0,0 1 0,0 1 0,0-1 0,0 0 0,1 1 0,-4 8 0,-7 24 414,9-29-497,1 0 0,0 0 1,1 0-1,0 1 0,0-1 1,-1 12-1,3-11-81,-1 0 0,0-1 0,-1 1 0,-4 14 0,4-18 0,1 0 0,-1 0 0,1 0 0,0 1 0,0-1 0,1 1 0,-1-1 0,1 1 0,1-1 0,-1 1 0,3 10 0,2 1 0,-3-11 0,0 1 0,0-1 0,0 1 0,-1 0 0,0 10 0,-1-14 0,1 0 0,-1 0 0,0 0 0,1 0 0,-1-1 0,1 1 0,0 0 0,0 0 0,0-1 0,1 1 0,-1-1 0,0 1 0,1-1 0,0 1 0,-1-1 0,1 0 0,4 4 0,-3-3 0,0 0 0,-1-1 0,0 1 0,0 0 0,1 1 0,-2-1 0,4 7 0,-4-7 0,0 0 0,0 0 0,0 0 0,0 0 0,1-1 0,-1 1 0,1 0 0,0-1 0,0 1 0,0-1 0,0 1 0,0-1 0,0 0 0,1 0 0,-1 0 0,1 0 0,-1-1 0,1 1 0,0-1 0,0 1 0,3 0 0,-1 1 0,18 15 0,-21-16 0,0 0 0,0 0 0,0 0 0,1 0 0,-1-1 0,1 1 0,-1-1 0,1 1 0,-1-1 0,1 0 0,0 0 0,0 0 0,-1 0 0,1 0 0,0-1 0,0 1 0,4-1 0,-1 1 0,1-1 0,-1 0 0,0 0 0,1-1 0,-1 0 0,0 0 0,0 0 0,0-1 0,0 0 0,0 0 0,0 0 0,0-1 0,-1 0 0,1 0 0,-1 0 0,0-1 0,0 0 0,0 0 0,0 0 0,-1-1 0,0 1 0,1-1 0,4-8 0,-1-27 0,-1 25 0,-5 12 0,0 0 0,0 0 0,0 0 0,0 0 0,-1-1 0,0 1 0,1-1 0,-1 1 0,0-1 0,-1 1 0,1-1 0,-1 1 0,0-1 0,0 0 0,0 1 0,0-1 0,0 0 0,-1 1 0,0-1 0,1 1 0,-4-7 0,-2-5 0,3 10 0,0 0 0,1-1 0,0 1 0,0-1 0,1 0 0,-1 0 0,1 1 0,1-1 0,-1-6 0,0 3 0,1 1 0,-2 0 0,1 0 0,-1 0 0,0 0 0,-1 1 0,1-1 0,-2 0 0,-5-9 0,-15-44 0,4 25 0,17 33 0,1-1 0,-1 1 0,1-1 0,0 1 0,0-1 0,0 0 0,0 0 0,1 0 0,0 0 0,0 0 0,0 0 0,-1-7 0,2 7 0,0 0 0,-1 0 0,0-1 0,0 1 0,0 0 0,0 0 0,-3-6 0,2 6 0,1 0 0,-1 0 0,1 0 0,0 0 0,0-1 0,0 1 0,0-8 0,1 11 0,0 0 0,0 1 0,0-1 0,0 0 0,0 0 0,1 1 0,-1-1 0,0 0 0,0 1 0,0-1 0,1 0 0,-1 0 0,0 1 0,1-1 0,-1 0 0,1 1 0,-1-1 0,0 1 0,1-1 0,-1 1 0,1-1 0,0 1 0,-1-1 0,1 1 0,-1-1 0,1 1 0,0 0 0,1-1 0,24 1 0,-19 2 0,-1 0 0,0 0 0,-1 1 0,1 0 0,0 0 0,-1 0 0,9 7 0,0 5 0,0 0 0,0 1 0,-2 1 0,15 24 0,-14-20 0,1-1 0,23 25 0,-32-40 0,0 1 0,0-1 0,0 1 0,-1 0 0,0 0 0,0 0 0,-1 1 0,0-1 0,0 1 0,4 13 0,32 49 0,-24-35 0,-13-29 0,1 1 0,-1-1 0,0 1 0,0 0 0,0 0 0,-1 0 0,0 0 0,0 0 0,0 12 0,-1-17-17,0-1-1,0 0 1,0 0-1,0 0 1,0 1-1,0-1 1,0 0-1,0 0 1,0 0-1,0 1 1,0-1-1,0 0 1,0 0 0,0 0-1,0 1 1,1-1-1,-1 0 1,0 0-1,0 0 1,0 0-1,0 0 1,1 1-1,-1-1 1,0 0-1,0 0 1,0 0 0,0 0-1,1 0 1,-1 0-1,0 0 1,0 0-1,0 0 1,1 0-1,-1 0 1,0 0-1,0 0 1,0 0 0,1 0-1,-1 0 1,0 0-1,0 0 1,0 0-1,1 0 1,-1 0-1,0 0 1,0 0-1,0 0 1,1 0-1,-1 0 1,0 0 0,0 0-1,0-1 1,0 1-1,1 0 1,-1 0-1,0 0 1,0 0-1,0 0 1,0-1-1,0 1 1,0 0-1,1 0 1,-1 0 0,0-1-1,0 1 1,0 0-1,1-2-140,0 1 1,0-1-1,0 1 1,0-1-1,0 0 0,-1 1 1,1-1-1,0 0 0,-1 0 1,1 0-1,-1 1 0,0-1 1,0 0-1,0 0 0,0-2 1,1 2-196,-1-1 0,0 0 0,1 1 0,0-1 0,-1 1 0,1-1 1,0 1-1,0-1 0,1 1 0,-1 0 0,0-1 0,3-2 0,-2 3 46,-1 0 0,1-1-1,-1 0 1,1 1 0,-1-1-1,0 0 1,0 1 0,0-1-1,0 0 1,-1 0 0,1 0-1,-1-4 1,1-5-522,1 0 0,-1 0-1,2 1 1,0-1 0,0 1-1,9-20 1,-8 21 510,0 0-1,-1 0 1,0-1-1,0 0 1,-1 1-1,1-19 1,-2 21 238,-1 1 1,1-1-1,1 1 1,4-15-1,-4 14 146,0 1-1,0-1 1,-1 1-1,1-16 1,-2 20-7,0 0 1,1 0-1,-1 1 1,1-1-1,-1 0 1,1 1-1,0-1 0,0 0 1,0 1-1,0-1 1,1 1-1,-1 0 1,3-4-1,-2 4 78,0 0 0,-1-1-1,0 1 1,1 0 0,-1 0 0,0-1-1,0 1 1,0-1 0,-1 1 0,1-1-1,-1 1 1,1-1 0,-1-4 0,0 5 867,1 2-764,0 0-1,0 1 1,-1-1 0,1 0 0,0 0 0,0 0 0,0 0 0,-1 1 0,1-1 0,0 0-1,0 1 1,-1-1 0,1 0 0,0 1 0,-1-1 0,1 1 0,-1 0 0,1-1-1,0 1 1,-1-1 0,1 1 0,-1 0 0,0-1 0,1 1 0,-1 0 0,1-1 0,-1 1-1,0 0 1,0 0 0,1 1 0,1 29 2605,1 2-557,4-20-1497,-5-10-579,0 0 1,0 0-1,0 0 0,-1 1 0,1-1 0,-1 1 0,0-1 0,0 1 1,0-1-1,-1 1 0,1 0 0,-1 6 0,0-3-149,1 0-1,0 0 1,1 1-1,-1-1 0,1 0 1,0 0-1,1 0 1,0-1-1,6 12 1,9 22-74,7 38 12,-16-46 0,1-2 0,21 45 0,-26-46 0,-2-7 0,3-10 0,-4-10 0,-1 0 0,0 0 0,0 1 0,0-1 0,0 0 0,-1 0 0,1 1 0,0-1 0,-1 0 0,0 1 0,1 3 0,-1-5 0,0-1 0,0 0 0,0 1 0,0-1 0,0 1 0,0-1 0,0 0 0,1 1 0,-1-1 0,0 0 0,0 1 0,0-1 0,0 0 0,1 0 0,-1 1 0,0-1 0,1 0 0,-1 0 0,0 1 0,0-1 0,1 0 0,-1 0 0,0 0 0,1 1 0,-1-1 0,0 0 0,1 0 0,-1 0 0,0 0 0,1 0 0,-1 0 0,1 0 0,-1 0 0,0 0 0,1 0 0,-1 0 0,0 0 0,1 0 0,-1 0 0,0 0 0,1 0 0,-1 0 0,1 0 0,-1 0 0,0-1 0,1 1 0,-1 0 0,0 0 0,1-1 0,0 1 0,0-1 0,0 1 0,-1-1 0,1 0 0,0 1 0,0-1 0,0 0 0,-1 1 0,1-1 0,0 0 0,-1 0 0,1 0 0,0 0 0,-1 0 0,1 0 0,-1 0 0,0 0 0,1 0 0,-1 0 0,0 0 0,0 0 0,1 0 0,-1 0 0,0-1 0,0-15 0,1 1 0,1 0 0,1 0 0,6-26 0,-1-48 0,1 63 0,-6 19 0,0 0 0,-1 0 0,0-1 0,0 1 0,-1 0 0,1-10 0,-1 1 0,1 0 0,1 0 0,0 0 0,1 0 0,1 1 0,1 0 0,12-26 0,-14 10 0,-1 1 0,-3 31 0,0-1 0,0 1 0,0 0 0,0-1 0,0 1 0,0 0 0,0-1 0,0 1 0,0 0 0,1-1 0,-1 1 0,0 0 0,0 0 0,0-1 0,0 1 0,0 0 0,1 0 0,-1-1 0,0 1 0,0 0 0,1 0 0,-1-1 0,0 1 0,0 0 0,1 0 0,-1 0 0,0 0 0,0-1 0,1 1 0,-1 0 0,0 0 0,1 0 0,-1 0 0,0 0 0,0 0 0,1 0 0,-1 0 0,0 0 0,1 0 0,-1 0 0,0 0 0,1 0 0,-1 0 0,0 0 0,1 0 0,-1 0 0,0 1 0,0-1 0,1 0 0,-1 0 0,0 0 0,1 0 0,-1 1 0,0-1 0,0 0 0,1 0 0,-1 0 0,0 1 0,6 3 0,-1 1 0,0 0 0,-1-1 0,1 2 0,-1-1 0,0 1 0,0-1 0,0 1 0,-1 0 0,0 0 0,0 1 0,2 7 0,4 2 0,0 0 0,22 26 0,-8-10 0,-7-11 0,-12-17 0,-1 1 0,1 0 0,-1-1 0,0 1 0,0 0 0,3 10 0,-3-6 0,0 1 0,1-1 0,0 0 0,1 0 0,0-1 0,0 1 0,1-1 0,0 0 0,1-1 0,-1 1 0,1-1 0,9 6 0,9 24 0,-23-33 0,0 0 0,0 0 0,0 0 0,0 0 0,1-1 0,0 1 0,0-1 0,0 1 0,0-1 0,0 0 0,8 4 0,-11-7 0,0 0 0,1-1 0,-1 1 0,0 0 0,0 0 0,1-1 0,-1 1 0,0-1 0,0 1 0,1 0 0,-1-1 0,0 1 0,0-1 0,0 1 0,0 0 0,0-1 0,0 1 0,1-1 0,-1 1 0,0-1 0,0 1 0,0 0 0,-1-1 0,1 1 0,0-1 0,0 1 0,0-1 0,0 0 0,-1 0 0,1 0 0,0-1 0,0 1 0,0 0 0,0-1 0,0 1 0,1 0 0,-1 0 0,0-1 0,1 1 0,-1 0 0,0 0 0,1-1 0,-1 1 0,2-2 0,1 0 0,-1 0 0,1 0 0,-1 0 0,0 0 0,0 0 0,0 0 0,-1-1 0,1 1 0,-1-1 0,0 0 0,0 1 0,0-1 0,0 0 0,0 1 0,-1-1 0,0 0 0,0 0 0,0 0 0,-1-6 0,1 1 0,1 1 0,0-1 0,0 1 0,1 0 0,2-8 0,-1 8 0,-1 0 0,-1 0 0,1 0 0,0-17 0,-2 13 0,2 0 0,-1 0 0,2 0 0,5-17 0,-5 17 0,0 0 0,0 0 0,-1 0 0,1-17 0,-4 15 0,1 0 0,1 1 0,1-1 0,0 0 0,0 1 0,1 0 0,1-1 0,6-14 0,-8 22 0,0 0 0,-1 0 0,0 0 0,0 0 0,-1-1 0,1 1 0,-1 0 0,-2-12 0,1-8 0,1 27 0,0-1 0,0 0 0,1 1 0,-1-1 0,0 1 0,0-1 0,1 0 0,-1 1 0,0-1 0,1 0 0,-1 0 0,0 1 0,1-1 0,-1 0 0,1 0 0,-1 1 0,0-1 0,1 0 0,-1 0 0,1 0 0,-1 0 0,0 0 0,1 0 0,-1 0 0,1 1 0,-1-1 0,1 0 0,-1-1 0,1 1 0,-1 0 0,0 0 0,1 0 0,-1 0 0,1 0 0,-1 0 0,0 0 0,1-1 0,-1 1 0,1 0 0,-1 0 0,0-1 0,1 1 0,-1 0 0,0 0 0,1-1 0,-1 1 0,0 0 0,1-1 0,-1 1 0,0-1 0,1 0 0,-1 2 0,0 0 0,0 0 0,0 0 0,0 0 0,0 0 0,1 0 0,-1 0 0,1 0 0,-1 0 0,0 0 0,1 0 0,0 0 0,-1 0 0,1 0 0,-1 0 0,1-1 0,0 1 0,0 0 0,-1-1 0,1 1 0,0 0 0,0-1 0,0 1 0,1 0 0,7 6 0,1 15 0,5 7 0,-7-18 0,0 0 0,-1 0 0,0 1 0,-1-1 0,8 21 0,8 15 0,6 8 50,3 7-326,52 76 0,-62-97-2909,-18-34 1859,-1-1 0,2 1 0,-1-1 0,1 1 0,7 9 0,-8-13 884,4 6-1091,0 0 1,1 0 0,0-1-1,1 0 1,-1-1 0,1 0-1,1 0 1,0-1-1,-1 0 1,22 8 0,-10-12-373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15.0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293 769 1345,'39'-88'6641,"-31"72"-5060,0 0-1,0-1 1,-2 0 0,0 0 0,-1 0 0,0-1-1,-2 0 1,3-25 0,-6 29-1167,0-7 1116,0 0-1,-1 0 1,-7-35 0,6 51-1307,1-1 1,-1 1-1,0 0 0,-1 0 1,1 0-1,-1 0 1,0 0-1,0 0 0,0 1 1,-1-1-1,0 1 1,0 0-1,0 0 0,0 1 1,0-1-1,-1 1 1,-7-4-1,9 5-223,0 1 0,0 0 0,0 1 0,0-1 0,-1 1 0,1-1 0,0 1 0,0 0 0,-1 0 0,1 0 0,0 1 0,0-1 0,-1 1 0,1-1 0,0 1 0,0 0 0,0 1 0,0-1 0,0 0 0,-4 3 0,-9 6 0,0 0 0,-20 16 0,16-11 0,13-8 0,0-1 0,0 1 0,1 0 0,-1 1 0,2-1 0,-1 1 0,1 1 0,-8 14 0,0 2 0,8-17 0,1 1 0,1 0 0,0-1 0,0 2 0,-3 13 0,4-13 0,0-1 0,-1 1 0,0-1 0,0 1 0,-9 13 0,7-14 0,1 1 0,0 0 0,0 1 0,1-1 0,0 1 0,1-1 0,0 1 0,-1 14 0,3 97 0,2-56 0,-1-63 0,-1-1 0,1 1 0,-1-1 0,1 1 0,0-1 0,0 0 0,0 1 0,1-1 0,-1 0 0,0 0 0,1 0 0,-1 1 0,1-2 0,2 3 0,-3-2 0,0-1 0,0 0 0,0 0 0,0-1 0,0 1 0,0 0 0,0 0 0,0 0 0,0-1 0,0 1 0,0 0 0,0-1 0,1 1 0,-1-1 0,0 0 0,0 1 0,1-1 0,-1 0 0,0 0 0,1 0 0,-1 0 0,0 0 0,1 0 0,-1 0 0,0 0 0,2-1 0,5-5 0,-1-1 0,1 0 0,-1 0 0,0-1 0,-1 0 0,0 0 0,0-1 0,-1 0 0,0 0 0,-1 0 0,4-10 0,12-20 0,5-26 0,-3 7 0,-19 50 0,1 0 0,-1-1 0,-1 1 0,0-1 0,0 1 0,0-1 0,-1 0 0,0-15 0,-1 19 0,0 0 0,1 0 0,0 0 0,0 0 0,0 0 0,1 0 0,-1 1 0,1-1 0,3-6 0,-2 7 0,-1 0 0,-1 0 0,1-1 0,0 1 0,-1 0 0,0-1 0,0 1 0,-1-1 0,1-6 0,-1 10 0,0-1 0,0 1 0,0-1 0,0 1 0,0 0 0,0-1 0,1 1 0,-1-1 0,1 1 0,-1-1 0,1 1 0,-1 0 0,1-1 0,0 1 0,-1 0 0,1 0 0,0-1 0,0 1 0,0 0 0,0 0 0,0 0 0,0 0 0,3-1 0,-3 1 0,0 1 0,0-1 0,0 1 0,0 0 0,0 0 0,0-1 0,0 1 0,0 0 0,0 0 0,0 0 0,0 0 0,0 0 0,0 0 0,0 1 0,0-1 0,0 0 0,0 0 0,0 1 0,0-1 0,-1 0 0,1 1 0,0-1 0,0 1 0,0-1 0,1 2 0,-1-1 0,-1 0 0,1-1 0,-1 1 0,1 0 0,-1-1 0,1 1 0,-1 0 0,1 0 0,-1 0 0,0-1 0,0 1 0,1 0 0,-1 0 0,0 0 0,0 0 0,0-1 0,0 1 0,0 0 0,0 1 0,2 10 0,37 39 0,35 67 0,-70-112 0,16 35 0,-18-34 0,1 0 0,0-1 0,0 0 0,0 1 0,1-1 0,5 7 0,12 11 0,-16-16 0,1-1 0,0 0 0,0 0 0,1 0 0,0-1 0,0 0 0,0 0 0,15 8 0,-20-13 0,0-1 0,0 1 0,-1-1 0,1 1 0,0-1 0,0 0 0,0 0 0,0 0 0,0 0 0,0 0 0,0 0 0,0 0 0,0-1 0,0 1 0,0-1 0,0 1 0,0-1 0,0 0 0,-1 0 0,1 0 0,2-1 0,25-31 0,-7 5 0,-17 23 0,-1 0 0,0-1 0,0 1 0,0-1 0,-1 0 0,0 0 0,0 0 0,-1 0 0,1 0 0,-1-1 0,-1 1 0,1-1 0,0-6 0,1-15 0,-1-52 0,-2 62 0,1-53 0,1 29 0,-2 0 0,-6-43 0,0 49 0,-4-43 0,10 70 0,-1 1 0,1 0 0,-2 0 0,1-1 0,-2 1 0,1 0 0,-6-13 0,2 6 0,-12-23 0,16 35 0,0 0 0,0 0 0,1 0 0,-1-1 0,1 1 0,0 0 0,0-1 0,0 1 0,0-1 0,1 1 0,-1-5 0,1 7 0,0 0 0,0 0 0,0 0 0,0 0 0,0 0 0,0 0 0,0 0 0,0 0 0,0 0 0,-1 1 0,1-1 0,0 0 0,-1 0 0,1 0 0,0 0 0,-1 0 0,1 1 0,-1-1 0,0 0 0,1 0 0,-1 1 0,0-2 0,0 2 0,0 0 0,1 0 0,-1 0 0,0 0 0,1-1 0,-1 1 0,0 0 0,1 0 0,-1 1 0,0-1 0,1 0 0,-1 0 0,0 0 0,1 0 0,-1 1 0,0-1 0,1 0 0,-1 0 0,0 1 0,1-1 0,-1 0 0,1 1 0,-1 0 0,-1 0 0,0 1 0,0 0 0,0 0 0,0 0 0,1 0 0,-1 0 0,1 0 0,-1 0 0,1 1 0,0-1 0,0 0 0,0 1 0,0-1 0,0 1 0,1-1 0,-1 1 0,0 3 0,1 298 0,2-273 0,1 0 0,2 0 0,9 34 0,6 31 0,-17-68 0,1 0 0,2-1 0,0 0 0,2 0 0,1-1 0,13 27 0,-19-48 0,0 1 0,-1 0 0,1 0 0,-1 0 0,0 1 0,-1-1 0,1 0 0,-1 1 0,-1-1 0,1 13 0,0-10-11,1-1 0,0 1 0,1 0 0,0-1 0,0 1 0,0-1 0,1 0 0,1 0 0,7 10 0,-6-8-162,-3-4-3565,-2 0 4947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15.6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211 401 1697,'-8'4'921,"-1"-1"0,1 0 0,0-1-1,-1 0 1,0 0 0,1-1 0,-1 0 0,0 0 0,-9-1 0,6 0-92,1 1 0,-1 0 1,1 0-1,-18 6 0,-3-1 45,24-6-203,23-6 20,27-6 1379,1 2 0,78-8 0,-15 3-901,175-23 1849,558-49 755,-364 40-2464,-97 16-1309,345-27 0,-135 13 0,95-6 0,-566 42 0,63 0 0,315 9 0,-473 3 0,-21-3 0,-1 1 0,1-1 0,-1 0 0,0 1 0,1-1 0,-1 1 0,0-1 0,1 1 0,-1-1 0,0 1 0,0-1 0,0 1 0,1-1 0,-1 1 0,0 0 0,0-1 0,0 1 0,0-1 0,0 1 0,0-1 0,0 1 0,0 0 0,0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15.9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1 32767,'-19'0'0,"38"0"0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16.4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0 32767,'0'0'-2209,"-19"0"-4194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43.2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90 1 12502,'-1'2'768,"0"0"1,1 0-1,-1 0 1,0-1 0,0 1-1,0 0 1,0 0-1,0-1 1,0 1-1,-1-1 1,1 1-1,0-1 1,-1 1 0,1-1-1,-1 0 1,0 0-1,1 1 1,-3 0-1,-17 10 1423,5-4-4042,12-6-347,-4-3-2706,-8-7 1612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01.0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331 215 3217,'1'-38'4068,"0"22"-2347,0-1 1,-2 0-1,0 1 1,-4-23-1,4 35-1410,0 0 1,0 1-1,-1-1 1,1 0-1,-1 0 1,0 1-1,0-1 1,0 1-1,0-1 1,-1 1-1,1 0 1,-1 0-1,0 0 1,0 1-1,0-1 1,0 0-1,-1 1 1,1 0-1,0 0 0,-1 0 1,0 0-1,-5-1 1,6 2-196,1 1 0,0 0 0,-1-1 0,1 1 0,-1 0 0,1 0 0,-1 1 0,1-1 0,-1 0 0,1 1 0,-1 0 0,1 0 0,0-1 0,0 1 0,-1 0 0,-2 2 0,-39 27 1765,27-17-1273,8-7-317,0 1 0,0 0 0,1 0 0,0 1 0,0 0 0,1 0 0,0 1 0,0 0 0,-10 18 0,5 2-68,0-1 1,2 1-1,1 1 0,2-1 0,0 1 0,2 1 1,0 31-1,3-20-197,2 0 1,2 1-1,2-2 1,15 68-1,-11-82-30,2 0 0,0 0-1,2-1 1,1-1-1,20 32 1,-7-18-24,58 67 0,-75-96 20,1-2 0,0 1 1,20 11-1,-3-2 31,-21-13-9,0-1 0,1 0 0,-1-1 0,1 1 0,0-1 0,0-1 1,0 1-1,1-1 0,-1-1 0,0 1 0,1-1 0,-1 0 0,1-1 0,0 0 0,-1 0 1,1-1-1,10-1 0,-4-1 12,0 0 0,-1-1 1,1-1-1,-1 0 0,0-1 1,0 0-1,-1-1 0,13-8 1,-23 13-25,12-7 0,0-1 0,-1 0 1,-1-1-1,0 0 1,0-1-1,-1 0 1,13-20-1,-9 13-2,-4 6 0,-1-1 0,-1 0 0,15-29 0,-15 23 0,1 2 0,18-27 0,-17 29 0,-1-1 0,0 0 0,9-23 0,1-33 0,-17 56 0,1 1 0,1-1 0,9-22 0,-9 30 0,-1 0 0,0-1 0,-1 1 0,0-1 0,0 1 0,-1-1 0,-1 0 0,0 0 0,0 0 0,-1-16 0,-2 71 0,0-5 0,1 0 0,9 78 0,-5-106 0,0 11 0,2-1 0,1 0 0,1-1 0,11 27 0,3-4 0,-12-22 0,1-1 0,22 35 0,-3-22 0,43 40 0,-32-34 0,-36-36 0,0 0 0,1 0 0,-1 0 0,1-1 0,0 1 0,0-1 0,0 0 0,0-1 0,1 1 0,7 2 0,23 10 0,-27-12 0,-1 0 0,1-1 0,1 0 0,-1 0 0,0-1 0,0 0 0,1-1 0,-1 0 0,0-1 0,17-2 0,-23 2 0,0 1 0,0-1 0,-1 0 0,1 0 0,0 0 0,0 0 0,-1-1 0,1 1 0,-1-1 0,1 1 0,-1-1 0,1 0 0,-1 0 0,0 0 0,0 0 0,0-1 0,0 1 0,-1 0 0,1-1 0,-1 0 0,1 1 0,-1-1 0,0 0 0,0 1 0,0-1 0,1-5 0,14-27 0,-10 27 0,0 0 0,-1-1 0,-1 1 0,1-1 0,-2 0 0,1-1 0,-1 1 0,0-1 0,-1 1 0,0-1 0,-1 0 0,1-15 0,-2-16 0,-2-1 0,-13-79 0,13 109 0,-1 0 0,-1 0 0,0 0 0,0 1 0,-1-1 0,0 1 0,-1 0 0,-1 1 0,1-1 0,-2 1 0,1 1 0,-1-1 0,-1 1 0,-10-9 0,-40-36 0,48 41 0,-1 2 0,0-1 0,-1 2 0,0 0 0,-1 0 0,-24-13 0,-9 8 0,34 11 0,0 0 0,0-1 0,-15-7 0,15 5 0,0 1 0,0 1 0,-19-5 0,-18-9 0,50 19 0,0 0 0,0 0 0,-1-1 0,1 1 0,0 0 0,0 0 0,-1 0 0,1-1 0,0 1 0,0 0 0,0 0 0,-1-1 0,1 1 0,0 0 0,0 0 0,0-1 0,0 1 0,0 0 0,-1-1 0,1 1 0,0 0 0,0 0 0,0-1 0,0 1 0,0 0 0,0-1 0,0 1 0,0 0 0,0-1 0,0 1 0,0 0 0,1-1 0,-1 1 0,0 0 0,0 0 0,0-1 0,0 1 0,0 0 0,1-1 0,-1 1 0,0 0 0,0 0 0,0-1 0,1 1 0,-1 0 0,0 0 0,0 0 0,1 0 0,-1-1 0,0 1 0,0 0 0,1 0 0,-1 0 0,0 0 0,1 0 0,-1 0 0,0 0 0,1-1 0,-1 1 0,24-8 0,7 6 0,-1 2 0,1 0 0,-1 2 0,59 12 0,-66-7 0,0 0 0,21 11 0,8 3 0,-12-4 0,-2 1 0,0 3 0,-1 1 0,-1 1 0,43 38 0,9 4 0,-61-45 0,-1 2 0,-1 1 0,-1 1 0,-2 1 0,0 1 0,-2 1 0,25 42 0,-32-46 0,1 0 0,33 40 0,-42-56 0,0 0 0,-1 1 0,0-1 0,0 1 0,0 0 0,3 12 0,11 21 0,-15-37 0,38 48 0,-36-45 0,-6-8 0,1 1 0,0-1 0,0 0 0,-1 1 0,1-1 0,0 0 0,0 1 0,0-1 0,0 0 0,0 0 0,0 1 0,0-1 0,0 0 0,0 0 0,0 1 0,0-1 0,1 0 0,-1 1 0,0-1 0,0 0 0,1 1 0,-1-1 0,0 0 0,1 1 0,-1-1 0,1 1 0,0-1 0,8-14 0,-1-1 0,0 0 0,-1 0 0,8-24 0,-8 18 0,2 0 0,17-32 0,-21 43 0,0 1 0,-1-2 0,0 1 0,0 0 0,2-16 0,13-38 0,56-95 0,-58 110 0,-16 46 0,0-1 0,1 1 0,-1 0 0,1-1 0,-1 1 0,1 0 0,1 0 0,-1 0 0,0 0 0,1 0 0,0 1 0,4-5 0,-1 3 0,-5 4 0,0 1 0,0-1 0,0 0 0,0 0 0,0 1 0,0-1 0,-1 0 0,1 0 0,0 0 0,-1 0 0,1 0 0,0 0 0,-1 0 0,1 0 0,-1 0 0,1 0 0,-1-1 0,0 1 0,0 0 0,1 0 0,-1 0 0,0-2 0,0 4 0,0-1 0,0 1 0,0 0 0,0-1 0,1 1 0,-1-1 0,0 1 0,0-1 0,1 1 0,-1 0 0,0-1 0,1 1 0,-1-1 0,0 1 0,1-1 0,-1 0 0,1 1 0,-1-1 0,1 1 0,-1-1 0,1 0 0,-1 1 0,1-1 0,-1 0 0,1 0 0,-1 1 0,1-1 0,0 0 0,-1 0 0,1 0 0,-1 0 0,1 0 0,0 0 0,-1 0 0,1 0 0,0 0 0,-1 0 0,1 0 0,-1 0 0,1 0 0,0 0 0,-1-1 0,1 1 0,-1 0 0,1 0 0,-1-1 0,1 1 0,-1 0 0,1-1 0,-1 1 0,1-1 0,-1 1 0,1-1 0,-1 1 0,0-1 0,1 1 0,-1-1 0,0 1 0,1-1 0,-1 1 0,0-1 0,0 1 0,1-1 0,-1 0 0,0 1 0,0-2 0,1 5 0,0 0 0,0 0 0,0 0 0,1 0 0,-1-1 0,1 1 0,0 0 0,0-1 0,0 0 0,0 1 0,0-1 0,0 0 0,1 0 0,-1 0 0,4 2 0,7 8 0,-1 2 0,-1 1 0,-1 1 0,15 31 0,-17-32 0,0 1 0,1-1 0,0-1 0,20 23 0,-16-24 0,-5-5 0,1 1 0,-2 0 0,1 1 0,-1 0 0,11 20 0,-8-11 0,1-1 0,1 0 0,0 0 0,2-1 0,16 16 0,-6 1-2357,0 22-6592,-20-44 6852,0 0 0,1 0 0,1-1 0,8 14 0,2-13-2860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01.2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1 470 3954,'1'-23'2359,"1"-1"0,8-40 0,-5 40-31,-1-1-1,2-42 1,-6 35-567,1 15-368,-1 0-1,0-1 1,-6-29-1,-6 14 1416,10 28-2304,0 0 0,0 0-1,1 0 1,0 0 0,0-1-1,0 1 1,0-8 0,1-17 80,0 41-438,0 49-292,1-40 146,1-1 0,1 0 0,8 27 0,3 22 0,-4-1 0,22 78 0,-23-107 0,6 54 0,-11-54 0,15 51 0,12 69 98,-18-79-815,-9-44-2385,-1 0 0,-2 0 0,-3 36 0,0-8-3755,2-60 6308,1 0 0,-1-1-1,-1 1 1,1 0 0,0 0-1,-1-1 1,1 1 0,-1-1-1,-1 5 1,-22 20-6761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01.4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1 244 4674,'0'-12'2193,"1"0"-1,0 0 1,0 0-1,2 0 1,5-18-1,-6 24-1823,0 0-1,0 1 1,1-1-1,0 1 0,0-1 1,1 1-1,0 0 0,-1 0 1,2 0-1,-1 1 0,0 0 1,1-1-1,7-4 1,2 1-91,-2-2 132,1 2-1,0 0 1,1 0-1,0 2 1,0-1-1,1 2 1,0 0-1,25-5 1,-25 8-133,1 2 0,-1-1 0,0 2 0,0 0 0,1 1 0,-1 1 0,0 0 0,0 1 0,-1 0 0,1 1-1,-1 1 1,0 0 0,-1 1 0,1 1 0,-1 0 0,-1 0 0,0 2 0,0-1 0,0 2 0,12 14 0,-18-17-277,-1-1 0,0 1 0,-1 0 0,0 0 0,0 0 0,-1 0 0,0 1 0,0-1 0,-1 1 0,0 0 0,-1 0 0,1 9 0,9 38 0,-2-30 0,-6-19 0,0 0 0,-1 0 0,0 0 0,-1 1 0,1-1 0,0 14 0,-2 266-8439,-1-285 7746,1 1 0,0 0 0,-1 0-1,1-1 1,-1 1 0,0 0-1,1-1 1,-1 1 0,-1-1-1,1 1 1,0-1 0,-1 0-1,1 1 1,-1-1 0,-3 4-1,0 0-890,0 7-3936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01.7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71 7539,'2'-2'745,"-1"1"0,1 0 0,-1-1-1,0 1 1,1 0 0,-1-1 0,0 0-1,0 1 1,0-1 0,0 0-1,0 0 1,0 1 0,-1-1 0,1 0-1,0 0 1,-1 0 0,0 0-1,1 0 1,-1 0 0,0-4 0,0 5-513,0-1 1,1 1 0,-1-1 0,1 1 0,-1 0 0,1-1 0,-1 1 0,1 0 0,0-1-1,0 1 1,-1 0 0,1 0 0,0 0 0,0 0 0,0 0 0,1 0 0,-1 0-1,0 0 1,0 0 0,0 0 0,1 1 0,-1-1 0,0 0 0,1 1 0,-1-1-1,0 1 1,3-1 0,-3 1-225,0-1 0,-1 1 0,1 0 0,0 0 0,0 0-1,0-1 1,0 1 0,-1 0 0,1 0 0,0 0 0,0 0 0,0 0 0,0 0-1,0 1 1,-1-1 0,1 0 0,0 0 0,0 1 0,0-1 0,-1 0 0,1 1-1,0-1 1,0 1 0,-1-1 0,1 1 0,0-1 0,-1 1 0,1-1 0,-1 1-1,1 0 1,-1-1 0,1 1 0,-1 0 0,1 0 0,-1-1 0,1 1 0,-1 0-1,0 0 1,0 0 0,1-1 0,-1 1 0,0 0 0,0 2 0,9 33 516,-7-32-354,0 0 0,-1 1 0,0 0 0,0-1-1,0 1 1,0 0 0,0 6 0,-1 5 180,-1-8-269,1 0 0,0 0 1,1 0-1,-1-1 1,5 15-1,0-4-81,0-1 0,-1 1 0,0 0 0,-2 0 0,0 1 0,-1 21 0,-1-25 0,2 0 0,-1 0 0,5 16 0,-3-15 0,0 1 0,-1 0 0,0 19 0,-2 162 0,0-197 0,0-1 0,0 0 0,0 1 0,0-1 0,0 0 0,0 1 0,0-1 0,0 1 0,0-1 0,0 0 0,0 1 0,0-1 0,0 0 0,0 1 0,1-1 0,-1 0 0,0 1 0,0-1 0,0 0 0,1 1 0,-1-1 0,0 0 0,0 0 0,1 1 0,-1-1 0,0 0 0,1 0 0,-1 1 0,0-1 0,1 0 0,-1 0 0,0 0 0,1 0 0,-1 0 0,0 1 0,1-1 0,-1 0 0,1 0 0,-1 0 0,0 0 0,1 0 0,-1 0 0,0 0 0,1 0 0,-1 0 0,1-1 0,-1 1 0,0 0 0,1 0 0,-1 0 0,0 0 0,1 0 0,-1-1 0,1 1 0,0-1 0,0 1 0,0-1 0,0 1 0,-1-1 0,1 0 0,0 0 0,0 1 0,0-1 0,-1 0 0,1 0 0,0 0 0,-1 0 0,1 0 0,-1 0 0,1 0 0,-1 0 0,1 0 0,-1 0 0,0 0 0,0 0 0,1 0 0,-1-1 0,0 0 0,0-1 0,0 1 0,1 0 0,-1-1 0,1 1 0,0 0 0,-1 0 0,1-1 0,0 1 0,2-3 0,5-11 0,11-41 0,34-65 0,-27 65 0,0 6 0,3 0 0,2 2 0,55-69 0,-69 97 0,2 1 0,35-31 0,-50 49 0,-1 0 0,1 0 0,-1 1 0,1-1 0,0 1 0,0 0 0,-1 0 0,1 0 0,0 1 0,6-1 0,-8 0 0,0 1 0,0 0 0,0 0 0,1 0 0,-1 0 0,0 0 0,0 1 0,0-1 0,0 1 0,0-1 0,0 1 0,0 0 0,0 0 0,0 0 0,0 0 0,0 0 0,0 0 0,0 0 0,2 2 0,13 20 0,-11-15 0,-1-1 0,1 1 0,-1 0 0,0 0 0,-1 1 0,0 0 0,0-1 0,2 12 0,14 35 0,-13-40 0,-1 1 0,-1 1 0,4 16 0,1 13 0,19 53 0,-24-84 0,0 0 0,-1 0 0,-1 0 0,0 0 0,-1 1 0,-1 24 0,-1-37 5,1 0 0,-1-1 0,0 1 0,1 0 0,-1 0 0,1 0 0,0 0 0,0-1 0,0 1 0,1 0 0,-1-1 0,0 1 0,4 3 0,-4-4-30,1 0 0,-1 0 0,1 1 0,-1-1 0,0 1 0,0-1 0,0 1 0,0-1 0,0 1 0,-1-1 0,1 1 0,-1 0 0,0 4 0,0-1 1199,0 3-3724,0 13-13415,0-33 8422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02.1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8828 1 11973,'-30'2'5552,"-9"8"-2819,-14 2-1805,-87 12-191,-221 66 1,318-78-543,-602 159 3759,482-129-2337,-149 35 1301,131-38-1995,-210 48-424,-1840 447-499,2179-522 0,-1189 352 0,32 89 0,-355 215 0,1448-607 0,90-46 0,23-13 0,0-1 0,1 1 0,-1-1 0,0 1 0,1 0 0,-1 0 0,1 0 0,0 0 0,-1 1 0,-2 3 0,5-6 0,0 0 0,0 1 0,0-1 0,0 0 0,0 0 0,0 1 0,0-1 0,0 0 0,0 0 0,0 0 0,1 1 0,-1-1 0,0 0 0,0 0 0,0 0 0,0 1 0,0-1 0,0 0 0,0 0 0,0 0 0,1 0 0,-1 1 0,0-1 0,0 0 0,0 0 0,0 0 0,1 0 0,-1 0 0,0 0 0,0 1 0,0-1 0,1 0 0,-1 0 0,0 0 0,0 0 0,0 0 0,1 0 0,-1 0 0,0 0 0,0 0 0,1 0 0,-1 0 0,25-2 0,134-29-100,173-59 0,197-64-2330,-5 2-1154,1074-300-9490,-1176 341 10341,553-142-3712,-476 123 2160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02.6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613 11 6579,'-258'-2'15773,"88"-5"-10422,0 5-3336,156 4-1770,21 1 73,32 6 650,135 7 262,-65-8-942,208 8-288,-39-4 0,976 96 0,1127 242 0,-1172-116 0,-726-136 0,111 19 0,598 104 0,-927-172 0,345 58 0,-379-59 0,-9-3 0,-170-39 0,0 2 0,-1 3 0,0 2 0,74 29 0,-23-12-5008,-102-29 4808,1-1 0,0 0-1,-1 0 1,1 1-1,0-1 1,-1 0 0,1 0-1,0 1 1,-1-1-1,1 1 1,-1-1 0,1 1-1,-1-1 1,1 1-1,-1-1 1,1 1 0,-1-1-1,0 1 1,1 0-1,-1-1 1,0 1-1,0-1 1,1 1 0,-1 0-1,0-1 1,0 1-1,0 0 1,0-1 0,1 1-1,-1 0 1,-1 1-1,1-1-275,0 0-1,-1 1 0,1-1 0,-1 0 0,0 0 1,0 0-1,1 1 0,-1-1 0,0 0 0,0 0 0,0 0 1,0 0-1,0 0 0,0-1 0,0 1 0,0 0 0,-1 0 1,1-1-1,0 1 0,-2 0 0,-44 11-5109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24.5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401 1 2417,'-41'8'5092,"3"1"-2746,27-6-2110,-1 0 1,0 0-1,1 1 0,0 1 1,0 0-1,0 0 0,1 1 1,-11 8-1,-12 9 1055,-39 39 0,60-51-878,1 0 0,1 1 0,-17 24 1,23-29-275,0-1 1,0 1 0,1-1 0,0 1 0,0 0 0,1 0-1,0 1 1,0-1 0,1 0 0,-2 14 0,3-7 109,0 7 370,0 0-1,6 36 0,-4-50-508,0 0-1,0 0 1,1 0-1,0 0 1,0 0-1,0-1 0,1 1 1,0-1-1,0 0 1,1 0-1,6 6 0,6 4 43,2-1 0,0-1 0,41 23-1,-31-19-72,56 27-1,-57-31-64,-1 0 0,37 28 0,-29-10-5,8 6 121,-40-36-70,-1-1 1,0 1-1,0 0 1,0 0-1,-1 0 0,1 0 1,0 0-1,-1 0 1,1 0-1,-1 1 1,0-1-1,0 0 0,0 1 1,0-1-1,0 1 1,0-1-1,-1 1 1,1 0-1,-1-1 0,0 1 1,0 0-1,0-1 1,0 1-1,0 0 1,0-1-1,-1 1 0,1-1 1,-1 1-1,0-1 1,0 1-1,0-1 1,0 1-1,0-1 0,-1 0 1,1 1-1,-1-1 1,1 0-1,-1 0 1,0 0-1,0 0 0,0 0 1,-4 2-1,-8 7 239,0-1 0,-1 0 0,0-1 0,-1-1 0,0-1 0,0 0 0,0-1 1,-1-1-1,0 0 0,0-1 0,-25 2 0,-64 16 79,40-6-330,-7-4-335,40-11-4484,37-1 4028,1-1 0,-1 0-1,0 0 1,1 0 0,-1-1 0,0 0-1,0 1 1,1-1 0,-1-1 0,6-3-1,30-15-2848,29 5-407,12-28 708,-49 26 2092,-16 9 609,-4 2 321,-1 1 0,0-1 0,0-1 0,-1 0 0,1-1 0,8-9 0,22-19 141,-24 24 433,-1-1 0,-1-1 0,-1 0 0,0-1 0,13-19 0,20-29 2670,-38 53-2172,0 0 0,-1-1 0,13-21 0,-17 24-381,5-9 1034,0 1 0,-1-2 0,-1 1 0,7-33 0,-9 29 776,1 1-1,1 0 1,14-30 0,-13-10 2853,-4 49-4715,-1 0 0,0 0 1,-1 0-1,0-1 1,0-15-1,-2 224-370,0-184 0,2 0 0,-1-1 0,2 1 0,4 17 0,-3-17 0,-1 0 0,0 0 0,-1 1 0,1 19 0,-1-4 0,2-1 0,0-1 0,2 1 0,1-1 0,17 43 0,-14-44 0,-1 1 0,-2-1 0,0 2 0,-2-1 0,4 45 0,-9-67-63,0-1-1,0 1 1,1-1-1,-1 1 1,1-1-1,0 1 1,0-1-1,0 0 1,1 0-1,-1 1 1,1-1-1,2 3 1,-2-3-155,-1 0 0,1 0 0,0 0 0,-1 0 1,0 1-1,0-1 0,0 0 0,0 1 1,0-1-1,-1 1 0,1 6 0,-1-8-219,0-1 1,0 1-1,0 0 0,1-1 0,-1 1 0,1-1 1,-1 1-1,1-1 0,-1 1 0,1-1 0,0 0 1,0 1-1,2 1 0,4 11-5773,-5-1-4097,-2-20 7301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24.7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171 267 480,'57'-143'10958,"-51"127"-9894,-4 8-136,-1 0 1,0 0 0,0-1 0,-1 1 0,0 0-1,-1-12 1,0-5 3236,1 25-3973,-1-1 1,1 0-1,-1 0 1,1 0-1,-1 0 1,1 1-1,-1-1 1,0 0-1,1 1 1,-1-1-1,0 0 1,1 1-1,-1-1 1,0 1-1,0-1 0,0 1 1,1-1-1,-1 1 1,0 0-1,0-1 1,0 1-1,0 0 1,0 0-1,0 0 1,0 0-1,0-1 1,0 1-1,1 0 1,-1 1-1,0-1 1,0 0-1,0 0 0,0 0 1,-1 1-1,0-1-9,-1 0-1,1 0 0,-1 1 0,1-1 0,0 1 0,0 0 1,-1-1-1,1 1 0,0 0 0,0 0 0,0 0 1,0 1-1,-4 1 0,-98 131 130,93-118-312,1 0 0,1 1 0,0 0 0,-9 27 0,15-35 0,1 0 0,0 0 0,0 0 0,0 1 0,1-1 0,1 1 0,0-1 0,0 1 0,1-1 0,3 16 0,0-6 0,1-1 0,2 0 0,-1-1 0,11 18 0,-2 0 0,-14-31 0,0-1 0,1 0 0,-1 1 0,1-1 0,-1 0 0,1 0 0,0 0 0,1 0 0,-1-1 0,0 1 0,1-1 0,-1 1 0,1-1 0,5 4 0,7 8 0,18 10 0,-13-10-369,-19-13 231,0 0 0,0 1-1,1-1 1,-1 0 0,1 0 0,-1 0 0,1 0-1,-1-1 1,1 1 0,0 0 0,-1-1 0,1 1-1,0-1 1,-1 1 0,1-1 0,3 0-1,5-1-1746,1 0 0,-1-1 0,0 0 0,1-1 0,-1 0 0,0-1 0,-1 0-1,1-1 1,17-11 0,-23 14 1212,0-1 1,-1 0-1,1 0 0,-1 0 0,0 0 1,0-1-1,0 1 0,0-1 0,-1 0 1,4-7-1,8-11-1358,1 7 1161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26.0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2 840 224,'0'-1'57,"0"0"1,0 0-1,-1 1 0,1-1 0,0 0 0,0 0 1,0 0-1,0 1 0,0-1 0,0 0 1,0 0-1,0 0 0,0 1 0,0-1 0,1 0 1,-1 0-1,0 1 0,0-1 0,1 0 1,-1 0-1,1 1 0,-1-1 0,0 0 1,1 1-1,-1-1 0,1 0 0,0 1 0,-1-1 1,1 1-1,-1-1 0,1 1 0,0-1 1,0 1-1,-1 0 0,1-1 0,0 1 0,-1 0 1,1 0-1,0-1 0,1 1 0,7-2 724,-1-2 1958,4 0 1982,-4 3-4586,-8 0 1,1 1 0,0 0-1,-1-1 1,1 1-1,-1-1 1,1 1 0,-1-1-1,0 1 1,1-1-1,-1 1 1,0-1 0,1 1-1,-1-1 1,0 1-1,1-1 1,-1 0 0,0 1-1,0-1 1,0 0-1,0 1 1,1-2-1,-1 2 273,2-1-193,0 0 0,0 0 0,0 0 0,0 1 0,0-1 0,0 1 0,0 0 0,0-1 0,0 1 0,0 0-1,0 0 1,0 1 0,0-1 0,3 1 0,26-2 2423,-6-5-164,0-1 1,-1-1 0,0-1 0,43-23-1,1 2-2279,-57 19-195,-10 8 0,26-25 0,-24 25 0,1 1 0,-1-1 0,0 0 0,0 0 0,0 0 0,0-1 0,-1 1 0,1-1 0,2-6 0,10-20 0,-13 27 0,0 0 0,0-1 0,0 0 0,0 1 0,-1-1 0,0 0 0,1 0 0,-1 0 0,-1 0 0,1 0 0,0-7 0,0-16 0,0 15 0,0 0 0,-1 0 0,0 0 0,-1 0 0,-1 0 0,-3-16 0,1 19 0,0 1 0,0 0 0,-1 1 0,0-1 0,-1 1 0,-9-11 0,11 14 0,1 1 0,-1 0 0,1 1 0,-1-1 0,0 1 0,0-1 0,0 1 0,0 1 0,0-1 0,0 0 0,-1 1 0,1 0 0,-1 0 0,1 0 0,-1 1 0,-4-1 0,2 1 0,0 0 0,0 0 0,0 0 0,1 1 0,-1 0 0,0 1 0,1 0 0,-1 0 0,1 0 0,-1 0 0,1 1 0,0 0 0,0 1 0,0-1 0,1 1 0,-1 0 0,1 1 0,0-1 0,0 1 0,0 0 0,1 0 0,-5 7 0,-4 5 0,9-13 0,0 1 0,1 0 0,-1 0 0,1 0 0,0 0 0,0 0 0,-3 10 0,-5 20 0,7-25 0,0 0 0,1 0 0,0 0 0,1 0 0,1 1 0,-2 13 0,2 8 0,0-20 0,0-1 0,1 0 0,0 0 0,1 1 0,0-1 0,5 20 0,41 118 0,-8-83 0,-38-62 0,1 0 0,0 0 0,0 0 0,1 0 0,-1 0 0,1-1 0,0 1 0,0-1 0,0 0 0,0 0 0,0 0 0,1 0 0,-1-1 0,1 1 0,0-1 0,0 0 0,0 0 0,0 0 0,0-1 0,0 1 0,0-1 0,0 0 0,1 0 0,-1-1 0,1 1 0,-1-1 0,0 0 0,1 0 0,-1 0 0,1-1 0,-1 1 0,0-1 0,1 0 0,-1-1 0,0 1 0,0-1 0,0 0 0,0 1 0,0-2 0,0 1 0,-1 0 0,1-1 0,-1 0 0,1 0 0,-1 0 0,0 0 0,3-5 0,26-37 0,-19 29 0,-1-1 0,-1 0 0,0 0 0,-1-2 0,-1 1 0,-1-1 0,7-23 0,-13 35 0,0 1 0,0 0 0,1 0 0,0 0 0,5-7 0,-5 8 0,0 1 0,0-1 0,-1 0 0,0 1 0,0-1 0,0 0 0,0 0 0,-1-1 0,0 1 0,0 0 0,0-9 0,-1 8 0,0 0 0,0 0 0,0 0 0,1 0 0,0 1 0,0-1 0,0 0 0,1 0 0,0 0 0,0 1 0,4-8 0,1-2 0,-9 15 0,1 1 0,1 0 0,0 0 0,-1 0 0,1 0 0,0 1 0,0-1 0,-1 0 0,1 0 0,0 0 0,0 0 0,0 0 0,1 0 0,-1 1 0,0-1 0,0 0 0,1 0 0,-1 0 0,0 0 0,1 0 0,-1 0 0,1 0 0,-1 0 0,2 1 0,7 11 0,-7-11 0,-1 0 0,1 0 0,-1-1 0,0 1 0,0 1 0,0-1 0,0 0 0,0 0 0,0 0 0,0 0 0,-1 1 0,1-1 0,-1 0 0,0 1 0,0-1 0,0 5 0,1 3 0,0 0 0,0 0 0,1 0 0,1 0 0,-1 0 0,1-1 0,1 1 0,6 11 0,46 73 0,-18-33 0,-25-37 0,1 0 0,1-2 0,1 0 0,1-1 0,23 23 0,-22-23 0,-17-19 0,0 0 0,1 0 0,-1 0 0,1 0 0,-1 0 0,1 0 0,0-1 0,0 1 0,0-1 0,0 1 0,0-1 0,0 0 0,0 0 0,3 1 0,-3-1 0,2 1 0,-1-1 0,1 0 0,0 0 0,0 0 0,0 0 0,0 0 0,0-1 0,7 0 0,-9 0 0,0-1 0,0 0 0,1 0 0,-1 0 0,0 0 0,0-1 0,0 1 0,0-1 0,0 1 0,0-1 0,-1 1 0,1-1 0,-1 0 0,1 0 0,-1 0 0,1 0 0,0-3 0,4-3 0,-1 0 0,0 0 0,-1-1 0,0 1 0,0-1 0,-1 0 0,0 0 0,0-1 0,-1 1 0,1-19 0,-2 22 0,-1-1 0,1 0 0,1 1 0,-1-1 0,1 1 0,0 0 0,3-8 0,-2 8 0,-1-1 0,1 1 0,-1-1 0,-1 0 0,0 0 0,0 0 0,1-8 0,-2-173 0,3 185 0,3 14 0,3 22 0,-8-20 0,1 1 0,0-1 0,1 0 0,0 0 0,1 0 0,9 19 0,3 14 0,-11-34 0,0 1 0,1 0 0,0-1 0,15 20 0,10 22 0,-29-46 0,1-1 0,1 1 0,-1-1 0,1 1 0,1-1 0,-1 0 0,1-1 0,0 1 0,1-1 0,0 0 0,0 0 0,8 6 0,-11-6 0,2-12 0,1 4 0,-5 3 0,0-1 0,-1 0 0,1 0 0,-1 0 0,1 0 0,0 0 0,-1 0 0,1-1 0,-1 1 0,1 0 0,0 0 0,-1 0 0,1 0 0,-1-1 0,1 1 0,-1 0 0,1-1 0,-1 1 0,1 0 0,-1-1 0,1 1 0,-1-1 0,1 1 0,-1 0 0,0-1 0,1 1 0,-1-1 0,0 1 0,1-1 0,-1 0 0,0 1 0,0-1 0,0 1 0,1-1 0,-1 1 0,0-1 0,0 0 0,0 1 0,0-1 0,0 0 0,0-2 0,0 1 0,1-1 0,-1 0 0,1 1 0,0-1 0,0 1 0,0-1 0,0 1 0,0-1 0,0 1 0,1 0 0,1-3 0,-1 3 0,0-1 0,-1 1 0,1-1 0,-1 0 0,1 1 0,-1-1 0,0 0 0,0 0 0,-1 0 0,1 0 0,-1 0 0,1-4 0,18-193 0,-19 189 0,1 1 0,1-1 0,-1 1 0,2-1 0,4-14 0,-3 16 0,-2-1 0,1 1 0,-1 0 0,-1-1 0,1-13 0,-2-166-67,0 187-277,0 31-459,9 1 753,-8-27 56,1 0-1,-1 0 0,1 1 0,-1-1 0,-1 1 1,1-1-1,0 1 0,0 4 0,-2-3 3,1-1-1,0 0 1,0 0-1,0 0 1,1 0-1,-1 0 1,1 0-1,0 0 0,0 0 1,1 0-1,-1 0 1,1 0-1,0 0 1,0-1-1,0 1 1,0-1-1,1 1 0,4 5 1,40 70 875,-31-61-805,-11-11-68,0-1-1,0 0 1,0-1-1,1 1 1,0-1-1,0 0 1,0 0-1,1-1 1,0 0-1,-1 0 0,13 4 1,0-1-10,0-2 0,1 0 0,-1-1 0,38 2 0,-44-6 0,-3 1 0,-1 0 0,1-1 0,0-1 0,-1 0 0,1 0 0,0-1 0,-1 0 0,0 0 0,1-1 0,-1-1 0,0 1 0,9-7 0,21-7 0,-34 16 0,-1-1 0,1 1 0,0-1 0,-1 0 0,0 0 0,1-1 0,-1 1 0,0-1 0,0 0 0,0 0 0,-1 0 0,1-1 0,-1 1 0,0-1 0,0 0 0,0 0 0,0 0 0,-1 0 0,4-8 0,8-21 0,-11 27 0,0 0 0,-1 0 0,0 0 0,0-1 0,0 1 0,-1-1 0,0 1 0,0-1 0,0-9 0,-1-52 0,-1 67 0,1-1 0,-1 0 0,0 0 0,1 1 0,-1-1 0,0 0 0,0 1 0,0-1 0,-1 0 0,1 1 0,0 0 0,0-1 0,-1 1 0,1 0 0,-1-1 0,1 1 0,-1 0 0,0 0 0,1 0 0,-1 1 0,0-1 0,0 0 0,1 1 0,-1-1 0,0 1 0,0-1 0,0 1 0,-3 0 0,-1-2 0,-1 1 0,0 0 0,0 1 0,0 0 0,-1 0 0,-9 1 0,12 1 0,-1-1 0,1 1 0,-1 0 0,1 0 0,0 1 0,0 0 0,0 0 0,0 0 0,1 0 0,-1 1 0,1-1 0,0 1 0,0 0 0,0 1 0,0-1 0,1 1 0,0-1 0,0 1 0,0 0 0,0 0 0,1 1 0,-3 9 0,3-12 0,0 1 0,0-1 0,0 1 0,0-1 0,0 0 0,-1 1 0,-4 3 0,-10 17 0,11-8 0,1 0 0,1 0 0,1 1 0,0-1 0,2 1 0,-1 30 0,3-33 0,1-1 0,1 1 0,0-1 0,0 0 0,1 0 0,1 0 0,0 0 0,1-1 0,0 0 0,1 0 0,1-1 0,0 1 0,0-2 0,15 16 0,-16-18-51,0 0-1,1-1 1,-1 0 0,1-1-1,1 0 1,-1 0 0,1-1 0,0 0-1,0 0 1,1-1 0,-1 0-1,18 4 1,-5 0-1631,1 0 0,-1-1 0,1-1 0,1-2 0,-1 0 0,1-1 0,0-2 0,46-2 0,-3-7-406,95-14-994,-140 17 2954,0 0 1,-1-1 0,1-2 0,-1 0 0,21-12 0,6-5 222,-28 14 79,0 0-1,0-1 1,-1-1 0,23-20-1,-10 5 312,-19 18 1,0-1 1,-1 0-1,0-1 1,-1 0 0,16-25-1,-13 15 542,-9 16-422,-1 0 1,-1 0-1,1 0 0,-1-1 0,0 1 0,0-1 0,-1 0 0,0 1 0,0-1 1,-1 0-1,0 0 0,0 0 0,0-8 0,-1 13-461,1 1 1,-1-1-1,0 0 0,0 0 1,0 0-1,0 1 0,0-1 1,0 0-1,0 0 0,-1 0 0,1 0 1,0 1-1,-1-1 0,0 0 1,1 1-1,-1-1 0,0 0 1,0 1-1,0-1 0,0 1 1,0-1-1,0 1 0,-1-1 1,1 1-1,0 0 0,-1 0 0,1 0 1,-1 0-1,1 0 0,-1 0 1,0 0-1,1 0 0,-1 0 1,0 1-1,0-1 0,1 1 1,-1 0-1,0-1 0,0 1 1,0 0-1,1 0 0,-1 0 0,0 0 1,-3 1-1,-14 0-35,1 0 0,-1 2 0,0 0-1,1 2 1,-1 0 0,1 1 0,0 0 0,1 2 0,0 0-1,0 1 1,-21 15 0,31-19-110,1 1 0,0 0 0,1 0 0,-1 1 0,1-1 0,0 1 0,-6 13 0,-10 14 0,9-17 0,7-11 0,1 0 0,-1 0 0,1 0 0,1 0 0,-1 1 0,1-1 0,0 1 0,1 0 0,-1 0 0,1 0 0,1 0 0,-1 0 0,0 12 0,1 20 0,-1-24 0,1-1 0,1 0 0,0 0 0,1 1 0,1-1 0,4 18 0,-2-21 0,0-1 0,1 1 0,0-1 0,0 0 0,1 0 0,8 9 0,-12-17 0,0 1 0,1 0 0,-1-1 0,1 0 0,-1 1 0,1-1 0,0 0 0,0 0 0,0-1 0,0 1 0,0 0 0,1-1 0,-1 0 0,0 0 0,1 0 0,-1 0 0,0-1 0,1 1 0,-1-1 0,1 0 0,-1 0 0,1 0 0,0 0 0,4-1 0,5-2 0,-10 3 0,-1 0 0,1-1 0,0 1 0,-1-1 0,1 0 0,0 1 0,-1-1 0,1-1 0,-1 1 0,1 0 0,-1 0 0,0-1 0,1 0 0,-1 1 0,0-1 0,0 0 0,0 0 0,-1 0 0,1 0 0,0 0 0,-1-1 0,1 1 0,-1 0 0,0-1 0,2-4 0,42-68 0,-1 2 0,-29 45 0,-2-1 0,-1 0 0,-1-1 0,-2-1 0,11-58 0,19-142 0,-35 205 0,-1 0 0,-1-1 0,-2 1 0,0-1 0,-2 1 0,-5-28 0,-2 20 0,6 21 0,-1-1 0,2 1 0,-1 0 0,1-21 0,1 20 0,0-1 0,-2 0 0,1 0 0,-7-18 0,9 31 0,-1 0 0,1 0 0,-1-1 0,1 1 0,-1 0 0,0 0 0,0 0 0,0 0 0,0 0 0,0 1 0,-1-1 0,1 0 0,0 0 0,-1 1 0,0-1 0,-1-1 0,-4-3 0,-3-12 0,5 10 0,-9 19 0,13-10 0,1 0 0,-1 1 0,0-1 0,1 1 0,-1-1 0,0 1 0,1-1 0,0 1 0,-1-1 0,1 1 0,0 0 0,0-1 0,0 1 0,0-1 0,0 3 0,-1 14 0,-6 14 0,2 0 0,1 0 0,2 0 0,1 1 0,5 50 0,-2-42 0,-1 1 0,-2-1 0,-7 42 0,2-49 27,0-2-145,1 0-1,-1 42 1,0 56-5093,-12-4-5842,-5-47 3474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45.3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143 106 2689,'1'-7'9360,"-3"21"-4655,-2-6-5641,-1-4 1390,1 1 0,0 1-1,0-1 1,0 1 0,0-1 0,1 1 0,0 0-1,0 0 1,-2 9 0,-6 15 711,1 2 1,2-1-1,1 1 1,1 0-1,-2 62 1,8-54-657,4 102 759,-2-127-1152,0-1 0,1 0 0,1 0 0,0-1 0,1 1 0,0-1 0,11 20 0,4 18 96,-18-46-179,-1 1-1,1-1 1,0 0 0,0 0-1,0 1 1,1-2 0,0 1-1,0 0 1,4 5 0,14 14 145,-16-17-106,0 0-1,0 0 1,1-1 0,0 0 0,0 0 0,1 0 0,0-1 0,0 0 0,0 0 0,0-1 0,1 1-1,0-2 1,9 4 0,8-1 154,-19-3-195,0-1 0,0-1-1,0 1 1,0-1 0,0 0 0,0 0-1,0-1 1,0 0 0,0 0-1,0 0 1,0-1 0,1 0 0,-1 0-1,-1-1 1,1 1 0,0-1 0,8-4-1,35-14-5,-42 18-6,-1-1 0,1 1 0,0-1 0,-1 0-1,1-1 1,-1 1 0,0-1 0,8-7 0,26-17 0,-33 24-19,0-1-1,-1 1 1,1-1 0,-1-1-1,0 1 1,0-1-1,9-11 1,2-6 0,-11 16 0,1-2 0,-1 1 0,-1-1 0,0 0 0,0 0 0,0 0 0,3-14 0,10-51 0,-9 39 0,-1-2 0,-2 1 0,3-66 0,-9 100 0,1-11 0,-1-1 0,0 0 0,-1 1 0,-1-1 0,0 0 0,-1 1 0,-1 0 0,-5-16 0,0 9 0,-1-1 0,-1 1 0,-1 1 0,-1 0 0,0 1 0,-1 0 0,-1 1 0,-1 1 0,0 0 0,-25-18 0,22 22 0,0 0 0,-1 1 0,-30-13 0,40 20 0,0 1 0,0 0 0,-1 0 0,1 1 0,-1 0 0,1 1 0,-1 0 0,0 1 0,-15 1 0,-5 3 0,21-3 0,0 0 0,0 0 0,0 1 0,0 0 0,0 1 0,0 0 0,-11 6 0,-11 8 0,25-15 0,0 1 0,1 0 0,0 1 0,0 0 0,0 0 0,0 0 0,1 0 0,-1 1 0,-6 8 0,-2 5-102,0-3-492,2 1 1,0 1-1,-13 24 1,22-36 392,1 1 1,-1 0-1,1 0 0,0 0 1,1 0-1,0 0 1,0 1-1,0-1 1,0 0-1,1 1 1,0-1-1,1 0 0,-1 1 1,1-1-1,2 8 1,0-3-914,-1-3 279,-1 0 0,1-1 1,1 1-1,-1-1 1,1 0-1,1 0 1,-1 0-1,1 0 0,0 0 1,1-1-1,-1 0 1,1 0-1,1 0 0,10 9 1,4 0-1537,0-2 0,0 0 0,33 14-1,-30-15-1528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45.6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0 384 1537,'14'-14'1271,"0"0"1,-2-1 0,0-1 0,0 0 0,-2 0-1,0-1 1,-1-1 0,0 0 0,8-27 0,-15 35 363,0 0 1,-1 0-1,-1 0 1,1 1-1,-3-21 1,1 3 6529,-15 55-7631,3-3-534,11-22 0,0 0 0,0 1 0,0 0 0,0-1 0,0 1 0,1 0 0,0 0 0,0 0 0,0 0 0,0 0 0,0 6 0,1-4 0,-1 0 0,0 1 0,0-1 0,-1 0 0,1 0 0,-2 0 0,-3 8 0,4-10 0,0 0 0,1 0 0,-1 1 0,1-1 0,-1 0 0,1 0 0,1 1 0,-1-1 0,1 0 0,-1 1 0,1-1 0,0 1 0,1-1 0,-1 1 0,1-1 0,2 8 0,51 144 0,-51-150 0,-1 0 0,1 0 0,-1-1 0,2 1 0,-1-1 0,5 6 0,7 13 0,-10-10 0,2-1 0,0 1 0,0-1 0,11 14 0,-14-23 0,-1 1 0,1-1 0,0 0 0,1 0 0,-1 0 0,0 0 0,1-1 0,0 0 0,0 0 0,0 0 0,0 0 0,1-1 0,9 3 0,-10-3 0,0-1 0,0 1 0,-1-1 0,1 0 0,0-1 0,0 0 0,0 1 0,0-1 0,0-1 0,0 1 0,0-1 0,0 0 0,0 0 0,-1 0 0,1-1 0,0 0 0,-1 0 0,1 0 0,-1 0 0,0-1 0,1 0 0,-1 1 0,-1-2 0,6-3 0,0 0 0,0-1 0,0 0 0,-1 0 0,0-1 0,0 0 0,-1-1 0,-1 0 0,1 0 0,-1 0 0,7-20 0,10-40 0,-18 58 0,0 0 0,-1-1 0,0 0 0,-1 0 0,-1 0 0,0 0 0,0-14 0,-1-24 0,0 18 0,-1 0 0,-1 0 0,-2 1 0,-10-52 0,-4 51 0,15 31 0,0-1 0,1 1 0,-1-1 0,1 1 0,0-1 0,0 1 0,0-1 0,0 0 0,0 0 0,1 1 0,-2-7 0,3 8 0,-1 1 0,0-1 0,0 0 0,0 0 0,0 0 0,0 0 0,-1 0 0,1 0 0,0 1 0,0-1 0,0 0 0,-1 0 0,1 0 0,0 0 0,-1 1 0,1-1 0,-1 0 0,1 0 0,-1 1 0,1-1 0,-1 0 0,0 1 0,1-1 0,-1 0 0,-1 0 0,1 1 0,1 1 0,-1-1 0,0 1 0,1-1 0,-1 0 0,0 1 0,1 0 0,-1-1 0,1 1 0,-1-1 0,1 1 0,-1 0 0,1-1 0,0 1 0,-1 0 0,1-1 0,0 1 0,-1 0 0,1-1 0,0 1 0,0 0 0,0 0 0,-1 0 0,1-1 0,0 1 0,0 0 0,0 0 0,0-1 0,1 1 0,-1 0 0,0 0 0,0-1 0,1 2 0,-2 1 0,1-1 0,0 1 0,-1 0 0,1-1 0,-1 1 0,0-1 0,0 1 0,0-1 0,0 0 0,0 1 0,-1-1 0,-2 4 0,2-4 0,1 1 0,-1-1 0,1 1 0,-1-1 0,1 1 0,0 0 0,0 0 0,0-1 0,0 1 0,1 0 0,-1 0 0,0 6 0,3 11 0,0 0 0,1 0 0,1-1 0,11 32 0,3 17 0,17 56 0,-32-114-44,1 0 0,0 0 1,1 0-1,0-1 0,0 0 0,1 0 1,8 9-1,-6-7-302,0 1 0,0-1 0,8 20 0,-12-14-1064,-4-15 1093,1 0 0,-1 0 0,0 0 0,1 0 0,0 0 0,-1 0 0,1 0 0,0 0 0,0 0 0,0-1 0,0 1 0,0 0 0,0-1 0,1 1 0,-1-1 0,1 1 0,-1-1 0,4 2 0,-2 0-268,11 9-2638,1-1 0,0-1 0,0 0-1,19 8 1,-29-16-26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45.9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263 132 2593,'0'-92'9610,"0"91"-9493,0 0 1,0 0-1,0-1 1,0 1-1,0 0 0,-1 0 1,1 0-1,0 0 0,-1 0 1,1 0-1,-1 0 1,1 0-1,-1 0 0,1 0 1,-1 1-1,0-1 1,0 0-1,1 0 0,-1 0 1,0 1-1,0-1 1,0 0-1,0 1 0,0-1 1,0 1-1,0-1 1,-1 0-1,-4-2 643,4 1-425,0 1-1,0 0 1,0 0-1,-1-1 1,1 2-1,0-1 1,-1 0-1,1 0 1,-1 1-1,1-1 1,-1 1-1,1 0 1,-1 0-1,1 0 1,-1 0-1,1 0 1,0 0-1,-1 1 1,1-1-1,-1 1 1,1 0-1,-1-1 1,1 1-1,0 0 1,0 1-1,0-1 1,-1 0-1,1 1 1,0-1-1,0 1 1,-2 2-1,-1 0 130,0 0-1,0 1 1,0 0-1,1 0 1,-1 0-1,1 0 1,0 1-1,1 0 1,-1 0-1,1 0 1,-4 11-1,4-9-448,1 1 0,-1-1-1,1 1 1,1 0 0,-1 0 0,2 0-1,-1 0 1,1 0 0,1 0 0,-1 0-1,2 0 1,-1-1 0,1 1 0,0 0 0,1-1-1,5 12 1,14 23-15,-15-27 0,1-1 0,0 1 0,1-2 0,14 17 0,20 23 0,0-1 0,52 51 0,-90-100 0,-1 1 0,1 0 0,-1 0 0,0 0 0,-1 0 0,1 1 0,-1-1 0,0 1 0,0 0 0,-1 0 0,0 0 0,0 1 0,0-1 0,-1 0 0,0 1 0,1 12 0,-3-17 0,1-1 0,-1 1 0,0 0 0,0 0 0,0-1 0,0 1 0,0-1 0,0 1 0,-1-1 0,1 1 0,0-1 0,-1 0 0,1 0 0,-1 0 0,1 0 0,-1 0 0,1 0 0,-1 0 0,0 0 0,0 0 0,1-1 0,-1 1 0,0-1 0,-3 1 0,-55 12 0,-26-5-2000,44-6-1742,1-3 1,-65-8-1,76 7-2994,10 2 477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50.3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62 52 4242,'0'-3'6542,"0"2"-6491,1 1 0,-1 0 0,0-1 1,0 1-1,0-1 0,0 1 0,0-1 0,0 1 0,0 0 0,0-1 0,0 1 1,0-1-1,0 1 0,0-1 0,0 1 0,0 0 0,-1-1 0,1 1 0,0-1 0,0 1 1,0 0-1,-1-1 0,1 1 0,0-1 0,0 1 0,-1 0 0,1-1 0,0 1 1,-1-1-1,0 1 18,0 0 0,0 0 0,1 0 0,-1 0 0,0 0 0,1 0 0,-1 0 0,0-1 0,1 1 0,-1 0 0,0-1 0,1 1 0,-1 0 0,0-1 0,1 1 0,-1-1 0,1 1 0,-1-1 0,1 1 0,-1-1 0,1 1 0,-1-1 0,1 1 0,0-1 0,-1 0 0,1 1 0,0-1 0,-1 0 0,1 1 0,0-1 0,0 0 0,0 0 0,0 1 0,0-1 0,-1 0 0,1 1 0,1-1 0,-1 0 0,0 0 0,0 1 0,0-1 0,0 0 0,0 1 0,1-2 0,-29-3 1278,13-2-1770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1:59.7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40 608,'0'-39'14826,"0"40"-14738,0 0 0,0 0 0,1 0 0,-1 0 1,1 0-1,-1 0 0,1 0 0,-1 0 0,1 0 1,-1 0-1,1 0 0,0 0 0,-1-1 0,1 1 1,0 0-1,0 0 0,0-1 0,0 1 0,0 0 1,0-1-1,0 1 0,0-1 0,0 1 0,0-1 0,0 0 1,0 1-1,1-1 0,0 1-180,-1 1 253,0 0 0,0 0 0,0 1 0,0-1 0,-1 1 0,1-1 0,-1 0 0,0 1 1,1-1-1,-1 1 0,0-1 0,0 1 0,-1-1 0,0 5 0,1-4 120,-1 23 963,0-16-908,0-1 1,1 1-1,0 0 1,1-1-1,0 1 1,3 10-1,-1-14-170,-1-1 0,0 1 0,0 0 0,0 0 0,-1 0 0,1-1 0,-2 1 0,1 1 0,0 11-1,-1 164 4037,0-177-4115,0-1-1,1 0 1,-1 1-1,1-1 1,0 0-1,1 0 1,-1 1-1,1-1 1,0 0-1,2 4 1,-2-5-41,0 1 0,0-1 1,-1 1-1,1-1 0,-1 1 0,0-1 1,0 1-1,0 0 0,0 8 0,-2-2 126,2 1 0,-1 0 0,2 0 0,-1 0 0,1-1 1,7 19-1,-8-23-120,2 22 62,-3-24-112,0 0-1,0 1 1,0-1 0,1 0 0,-1 0-1,1 1 1,2 4 0,4 7-2,-4-10 0,-1-1 0,1 1 0,-1 0 0,-1-1 0,1 1 0,-1 0 0,0 0 0,1 8 0,-2-8 0,0 1 0,1-1 0,0 0 0,0 0 0,1 0 0,2 8 0,-2-8 0,0-1 0,-1 1 0,1-1 0,-1 1 0,-1 0 0,1 8 0,-1-4 0,1 1 0,-1 0 0,2 0 0,-1-1 0,2 1 0,-1-1 0,2 1 0,7 17 0,-9-23 0,-1 0 0,1 0 0,-1 1 0,0-1 0,-1 1 0,1-1 0,-1 0 0,0 1 0,0-1 0,-2 7 0,4 35 0,3-20 0,0 0 0,-2 1 0,-1 49 0,-1-70 0,-1 0 0,1 0 0,1 0 0,-1 0 0,1 0 0,5 11 0,-4-12 0,-1 1 0,1 0 0,-2 0 0,1 0 0,-1 0 0,1 13 0,-2 1075-165,-22-1093-2022,14-24-16407,7 21 18376,1 0 0,-1 0 0,1 0 1,-1 0-1,1 1 0,-1-1 0,0 0 0,1 0 1,-1 0-1,0 1 0,0-1 0,0 0 1,1 1-1,-1-1 0,0 1 0,-1-1 0,-3-8-3651,2 3 3142,-21 3-986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0.09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22 122 1841,'0'-1'3045,"-3"-7"-1597,-1 7-634,3 1-738,1-1 0,-1 1 0,0 0 0,1 0 0,-1 0 0,0-1 0,1 1 0,-1 0 0,0-1-1,1 1 1,-1-1 0,0 1 0,1 0 0,-1-1 0,1 1 0,-1-1 0,1 0 0,-1 1 0,1-1 0,0 1 0,-1-1 0,1 0 0,0 1 0,-1-1 0,1 0 0,0 1 0,0-1 0,-1 0 0,1 0 0,0 1 0,0-1 0,0 0 0,0 0 0,0 1 0,0-1 0,0 0 0,0 0-1,1 1 1,-1-1 0,0 0 0,0 1 0,1-1 0,-1 0 0,0 1 0,1-2 0,0 2 48,-1 0 0,1-1 0,-1 1 0,1 0 0,-1 0 0,1 0 0,-1 0 0,1 0 0,0 0 0,-1 0 0,1 0 0,-1 0 0,1 0 0,-1 0 0,1 0 0,-1 0 0,1 0 0,-1 0 0,1 0 0,-1 1 0,1-1 0,-1 0 0,1 0 0,-1 1 0,1-1 0,-1 0 0,1 1-1,-1-1 1,1 1 0,-1-1 0,0 0 0,1 1 0,-1-1 0,0 1 0,1-1 0,-1 1 0,0-1 0,0 1 0,0-1 0,1 1 0,-1-1 0,0 1 0,0-1 0,0 1 0,0 0 0,0-1 0,0 1 0,0 0 0,0 0-63,0 0 1,0 0-1,0 0 1,0-1-1,1 1 0,-1 0 1,0 0-1,0-1 1,1 1-1,-1 0 1,0 0-1,1-1 0,-1 1 1,1 0-1,-1-1 1,1 1-1,-1 0 0,1-1 1,0 1-1,-1-1 1,1 1-1,0-1 1,-1 1-1,1-1 0,0 0 1,-1 1-1,2-1 1,-1 1-7,0-1 1,0 0-1,0 1 1,0-1-1,-1 1 1,1-1-1,0 1 1,0-1-1,-1 1 1,1-1-1,0 1 1,-1 0-1,1-1 1,-1 1-1,1 0 1,-1 0-1,1 0 1,-1-1-1,0 1 1,1 0-1,-1 0 0,0 0 1,1 0-1,-1 0 1,0-1-1,0 1 1,0 2-1,0 0 88,1 0 0,-1 0-1,1-1 1,0 1 0,0 0-1,0 0 1,0-1-1,0 1 1,0-1 0,1 1-1,0-1 1,-1 1-1,1-1 1,0 0 0,0 0-1,0 0 1,3 3 0,-3-4-38,0 0 1,-1 1 0,1-1 0,-1 1-1,1 0 1,-1-1 0,1 1-1,-1 0 1,0 0 0,0 0 0,0 0-1,0 0 1,0 0 0,-1 0 0,1 0-1,0 4 1,0 0 126,1 0-1,-1 0 0,1 0 1,1 0-1,-1 0 0,1 0 1,0 0-1,0-1 0,1 0 1,-1 0-1,8 8 1,1 3 126,36 23 637,-9 0-413,-31-24-196,12-8-62,-15-6-154,0 0 0,0 1 0,0-1 0,0 1 0,0 0 0,-1 1 1,1-1-1,7 6 0,-12-7-122,1-1 1,0 1-1,0-1 1,0 1-1,0-1 0,1 1 1,-1-1-1,0 0 1,0 0-1,0 0 1,0 1-1,0-1 1,0 0-1,0 0 1,0 0-1,1-1 1,-1 1-1,0 0 1,0 0-1,0-1 0,0 1 1,0 0-1,0-1 1,0 1-1,1-2 1,20-11 145,-20 11-194,1 1 1,0-1-1,-1 1 1,1 0 0,0 0-1,0 0 1,0 0-1,0 0 1,0 0 0,6 1-1,-6-1 0,0 1 0,0 0 0,1-1 0,-1 1 0,0-1 0,0 0 0,0 0 0,0 0 0,0-1 0,0 1 0,-1-1-1,1 0 1,0 1 0,-1-1 0,1 0 0,-1 0 0,0-1 0,3-2 0,-2 1 0,1 0 0,-1 1 0,1 0 0,-1 0 0,1 0 0,0 0 0,0 1 0,0 0 0,7-3 0,-6 2 0,1 1 0,-1-1 0,0 0 0,0-1 0,0 1 0,-1-1 0,1 0 0,7-9 0,4-5 0,1 0 0,21-17 0,28-28 0,-36 37 0,-25 22 0,0 0 0,0 0 0,0 0 0,0-1 0,-1 0 0,6-6 0,15-40 0,1-9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1.3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1 175 2577,'0'1'179,"0"-1"0,0 1-1,0-1 1,0 1 0,0-1-1,0 1 1,0-1 0,0 0 0,0 1-1,0-1 1,0 1 0,1-1 0,-1 1-1,0-1 1,0 0 0,1 1-1,-1-1 1,0 1 0,1-1 0,-1 0-1,0 0 1,1 1 0,-1-1-1,0 0 1,1 1 0,-1-1 0,0 0-1,1 0 1,-1 0 0,1 1-1,-1-1 1,2 0 0,-2 0-77,1 0 1,-1 0-1,1 1 1,-1-1-1,1 0 0,-1 0 1,1 0-1,-1 1 1,0-1-1,1 0 1,-1 1-1,1-1 0,-1 0 1,0 1-1,1-1 1,-1 1-1,0-1 1,1 1-1,-1-1 0,0 0 1,0 1-1,1-1 1,-1 1-1,0-1 1,0 1-1,0 0 0,0-1 1,0 1-1,0-1 1,0 1-1,0-1 1,0 1-1,0 0 0,0 2 93,1-1-1,-1 1 0,0 0 1,1 0-1,-1-1 0,1 1 1,0 0-1,0-1 0,0 1 1,0-1-1,0 1 0,1-1 1,-1 0-1,3 3 0,-3-3-148,1 0-1,-1 1 1,1-1-1,-1 0 1,0 0-1,0 1 0,0-1 1,0 1-1,0-1 1,-1 1-1,1-1 1,-1 1-1,0-1 0,0 4 1,0 5 6,0 96 2891,0 139 9595,0-156-10858,0-95-1680,-2-28 0,2-1 0,6-56 0,0 51 0,-1-1 0,-1-69 0,-4-87 0,1 193-8,0 1 1,0-1-1,0 1 0,0 0 0,0 0 1,1-1-1,-1 1 0,1 0 1,-1 0-1,1 0 0,0 1 0,0-1 1,0 0-1,0 1 0,0-1 1,0 1-1,0 0 0,1-1 0,-1 1 1,0 0-1,1 1 0,-1-1 1,1 0-1,-1 1 0,1-1 0,-1 1 1,1 0-1,-1-1 0,1 1 1,-1 1-1,1-1 0,-1 0 0,1 1 1,-1-1-1,1 1 0,2 1 1,55 35-493,-55-34 492,-1 1 0,1-1 1,-1 1-1,0 0 1,1 0-1,-2 1 0,1-1 1,-1 1-1,7 10 0,-8-11 5,0 1 0,1 0-1,0-1 1,0 0 0,1 1-1,-1-1 1,1-1 0,-1 1-1,1 0 1,1-1 0,-1 0-1,0 0 1,10 5 0,-6-4 1,-1 1 0,1 1 0,-1-1 0,9 11 0,-8-8 41,0 0-1,0 0 1,0-1 0,1 0-1,0 0 1,1-1-1,-1 0 1,1-1-1,0 0 1,1 0 0,10 2-1,-1-2 53,0-1 0,0-1 0,0-1 0,37-1 0,-53 0-91,1-1 0,-1-1 0,0 1 0,0-1 0,1 1 0,-1-1 0,0-1 0,0 1 0,4-2 0,20-6 0,-23 7 0,0 0 0,0 0 0,0-1 0,0 0 0,0 0 0,0 0 0,-1 0 0,1-1 0,-1 1 0,0-1 0,0 0 0,3-6 0,23-19 0,-26 26 0,0 1 0,-1-1 0,1 0 0,-1-1 0,0 1 0,0-1 0,0 1 0,0-1 0,-1 0 0,4-8 0,-3 4 0,-2 0 0,1 0 0,-1 0 0,0-1 0,-1 1 0,0-9 0,0 0 0,0 0 0,-1-1 0,0 1 0,-2 0 0,-7-29 0,8 41 0,0 0 0,0 0 0,-1 0 0,0 0 0,0 0 0,0 1 0,0 0 0,-1 0 0,0-1 0,0 2 0,0-1 0,0 0 0,0 1 0,-1 0 0,0 0 0,1 0 0,-1 1 0,0 0 0,0 0 0,-1 0 0,1 0 0,-9-1 0,5 2 0,1-1 0,-1 2 0,1-1 0,-1 1 0,1 1 0,-1-1 0,1 2 0,-1-1 0,1 1 0,0 0 0,0 1 0,-10 4 0,13-5 0,-1 0 0,1 1 0,0 0 0,0 0 0,0 1 0,0-1 0,1 1 0,-1 0 0,1 1 0,0-1 0,0 1 0,1-1 0,-1 1 0,1 0 0,0 0 0,1 1 0,-1-1 0,-2 8 0,0 6 0,1-1 0,1 1 0,0-1 0,2 1 0,0 0 0,1 0 0,5 37 0,-1-38 0,-3-9 0,1-1 0,-1 0 0,2 0 0,-1 0 0,1 0 0,1 0 0,-1-1 0,1 1 0,1-1 0,9 14 0,-6-13 0,55 64 0,-51-58 0,0-1 0,1-1 0,1-1 0,0 1 0,0-2 0,1 0 0,25 12 0,-37-20 0,5 2 0,0 1 0,1-2 0,-1 1 0,1-1 0,0 0 0,-1-1 0,1 0 0,0-1 0,1 1 0,-1-2 0,0 1 0,0-1 0,0-1 0,0 0 0,0 0 0,0 0 0,0-1 0,0-1 0,0 0 0,0 0 0,-1 0 0,0-1 0,0-1 0,11-6 0,-3-1 0,0-1 0,-1 0 0,0-1 0,-2 0 0,1-1 0,-2-1 0,0 0 0,-1-1 0,18-34 0,71-145 0,-92 179 0,-1-1 0,7-26 0,0 2 0,-12 36 0,0-1 0,-1 1 0,0 0 0,0 0 0,0-1 0,-1 1 0,0 0 0,-2-12 0,1-8 0,0 41 0,-1 24 0,2 0 0,6 59 0,11-13 0,13 82 0,-8-68 0,3 16 0,-5 28 0,-11-108 0,-5-22 0,-1 1 0,0 0 0,-1 0 0,1 18 0,-3 179 0,-1-204 8,1 0 0,-1 0 0,0 0-1,-1-1 1,1 1 0,-2 0 0,-3 8 0,4-9-47,-1 1-1,1-1 1,0 0 0,1 1 0,0 0 0,0-1-1,-1 10 1,2-10-457,0-1 1,-1 0-1,1 1 0,-2-1 0,1 0 0,-3 8 0,2-8-889,-1 1-1,1-1 1,-1 0-1,-1 0 1,1 0-1,-1 0 1,0 0-1,-5 4 1,7-3-332,-1 1-373,-15-5-6741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1.59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123 122 3874,'2'-4'822,"0"0"0,1 0 1,-1 0-1,-1 0 0,1 0 1,0 0-1,-1-1 0,0 1 1,0 0-1,-1-1 0,1 1 1,-1-10-1,0 13-626,0-1-1,0 1 1,0-1-1,0 1 1,0-1 0,1 1-1,-1-1 1,0 1-1,1 0 1,-1-1 0,1 1-1,-1-1 1,1 1 0,0 0-1,-1-1 1,1 1-1,0 0 1,0 0 0,0 0-1,0 0 1,0 0-1,0 0 1,1 0 0,0-1-1,-1 1-132,0 1 0,0-1 0,0 1 0,-1-1 0,1 0 0,0 0 0,0 1 0,-1-1 0,1 0 1,0 0-1,-1 0 0,1 0 0,-1 0 0,1 0 0,-1 0 0,0 0 0,1 0 0,-1 0 0,0 0 0,0 0 0,0 0 0,0 0 0,0-2 0,21 1 1332,-18 2-1181,1 0-1,0 1 0,-1-1 0,1 0 1,-1 1-1,1 0 0,-1 0 1,0 0-1,1 0 0,-1 1 0,0-1 1,0 1-1,0 0 0,0 0 1,0 0-1,0 0 0,0 1 1,3 3-1,0 2 577,0 0 1,-1 0-1,0 1 0,0 0 1,3 10-1,14 25 719,-19-38-1465,0-3-41,-1 0 0,0 0 0,0 1 0,0-1-1,0 1 1,-1-1 0,1 1 0,-1-1 0,0 1 0,0 0-1,0-1 1,-1 1 0,1 0 0,-1 0 0,0 0 0,0 0-1,-1-1 1,1 1 0,-1 5 0,-7 10-3,5-12 0,0 0 0,1 1 0,0-1 0,0 1 0,1-1 0,-1 1 0,1 9 0,0-5 0,0-1 0,-1 1 0,0-1 0,-1 0 0,0 0 0,-1 0 0,0 0 0,-1 0 0,0-1 0,-1 0 0,0 0 0,0-1 0,-1 1 0,0-2 0,-1 1 0,0-1 0,-11 9 0,-98 75 0,95-80-2198,-16-7-6386,36-5 7967,1 0 0,-1 0 0,0-1 0,0 1 0,0-1 0,0 1 0,0-1 0,0 0-1,1 1 1,-1-1 0,0 0 0,1 0 0,-1-1 0,-1 0 0,-4-16-2777,11 3-56,20-13 574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2.20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0 121 4290,'1'-7'2127,"-1"-1"1,1 0-1,0 1 0,1 0 1,3-9-1,-3 9 435,0 0 1,0-1-1,-1 1 0,0-1 1,0-8-1,-1 15-2553,0 1 0,0-1 0,0 1 0,0-1 0,0 1 0,0-1 0,0 1 0,0-1 0,0 1 0,0-1 0,0 1 0,0-1 0,0 1 0,0-1 0,1 1 0,-1-1 0,0 1 0,0 0 0,1-1 0,-1 1 0,0-1 0,0 1 0,1 0 0,-1-1 0,1 1 0,-1 0 0,0-1 1,1 1-1,-1 0 0,1-1 0,-1 1 0,0 0 0,1 0 0,-1 0 0,1 0 0,-1-1 0,1 1 0,-1 0 0,1 0 0,-1 0 0,1 0 0,-1 0 0,1 0 0,-1 0 0,1 0 0,0 0 0,0 1-12,0 0-1,0-1 1,0 1 0,0 0 0,0-1 0,-1 1 0,1 0 0,0 0-1,0 0 1,-1 0 0,1-1 0,0 1 0,-1 0 0,1 0 0,-1 1 0,1-1-1,-1 0 1,0 0 0,1 0 0,-1 0 0,0 0 0,0 0 0,0 0-1,0 0 1,0 1 0,0 0 0,0 1 3,1 0 0,-1 0 0,1 0 0,-1 0 0,1 0 0,0 0 0,0 0 0,0 0 0,2 3 0,-1-3 0,-1 0 0,0 0 0,1 0 0,-1 0 0,0 0 0,-1 0 0,1 0 0,-1 1 0,1 3 0,-1 2 0,0 1 0,1-1 0,0 0 0,1 0 0,0 1 0,0-1 0,7 16 0,-3-9 0,-4-10 0,-1-1 0,0 1 0,0 0 0,-1 0 0,0 10 0,3 22 0,85 280 0,-74-274 0,-11-35 0,0 0 0,0 0 0,-1 0 0,0 1 0,0-1 0,0 11 0,-2-14 0,1 0 0,-1 0 0,1 0 0,1 0 0,-1 0 0,4 9 0,0 1 0,0 0-1770,1-1-1,15 29 1,-6-12-1507,-14-30 2678,0 0 1,1 1-1,-1-1 0,0 0 1,1 1-1,-1-1 0,1 0 1,0 0-1,0 0 0,2 2 0,12 13-3889,-14-16 4160,0 1 0,1 0 1,-1-1-1,1 0 0,-1 1 1,1-1-1,0 0 0,-1 0 1,1 0-1,0-1 1,0 1-1,0-1 0,0 0 1,0 1-1,-1-1 0,1-1 1,4 1-1,-2 0-37,-1 0 1,1-1-1,0 0 0,0 1 1,-1-2-1,1 1 1,0 0-1,-1-1 0,1 0 1,7-4-1,5-9 31,0-1 0,0-1 0,-2 0 0,0-1 0,-1 0 0,-1-1 0,0-1-1,13-29 1,24-62 1753,15-27 4208,-58 123-4202,0 0-1,-1-1 1,-1 1-1,6-31 1,-5 18 870,-3 16-1182,-1 0-1,-1-1 1,0 1 0,-1 0-1,0-1 1,-1 1 0,-3-14-1,3 19-557,0 0 0,-1 1 0,0-1 0,0 0-1,0 0 1,-1 1 0,0-1 0,-1 1 0,1 0 0,-1 0-1,-1 0 1,-4-5 0,0 1-555,8 9 0,0 0 0,0 0 0,0 0 0,0 0 0,0 0 0,0 0 0,0 0 0,-1 0 0,1 0 0,0 0 0,0 1 0,-1-1 0,1 0 0,-1 1 0,1-1 0,0 1 0,-1-1 0,1 1 0,-1 0 0,1 0 0,-1 0 0,1 0 0,-1 0 0,1 0 0,-1 0 0,1 0 0,-1 0 0,-2 2 0,-3-1 0,0 1 0,0 0 0,0 0 0,0 1 0,0 0 0,1 0 0,-1 1 0,1-1 0,0 2 0,0-1 0,0 1 0,0-1 0,1 1 0,0 1 0,0-1 0,0 1 0,-5 10 0,-64 102 0,68-109 0,1 0 0,0 0 0,0 0 0,1 1 0,0-1 0,1 1 0,-4 15 0,-5 18 0,10-39 0,-2 7 0,0 0 0,0 0 0,1 1 0,0-1 0,1 1 0,0 0 0,1-1 0,1 1 0,0 0 0,0 0 0,1 0 0,4 19 0,34 64 0,-37-90 0,-1-1 0,1 0 0,1 1 0,-1-1 0,1 0 0,-1 0 0,1 0 0,1-1 0,-1 1 0,0-1 0,1 0 0,-1 0 0,1 0 0,5 3 0,-7-5 0,1 1 0,0-1 0,0 0 0,0 0 0,0 0 0,0-1 0,0 1 0,0-1 0,1 1 0,-1-1 0,0 0 0,0 0 0,0-1 0,0 1 0,0 0 0,0-1 0,0 0 0,0 0 0,0 0 0,0 0 0,0 0 0,0-1 0,0 1 0,4-4 0,-2 1 0,0-1 0,0 1 0,0-1 0,0 0 0,-1-1 0,0 1 0,0-1 0,0 1 0,4-10 0,14-22 0,-19 33 0,0-1 0,-1 0 0,0 0 0,0 0 0,0 0 0,0 0 0,-1 0 0,0 0 0,0 0 0,0-6 0,4-19 0,34-103 0,-36 102 0,-1-45 0,-3 34 0,1 36 0,0 14 0,-1 1 0,1-6 0,0 1 0,0 0 0,0-1 0,0 1 0,0-1 0,1 1 0,-1 0 0,1-1 0,2 6 0,3 2 0,-3-7 0,-1 0 0,0 0 0,0 0 0,0 0 0,-1 0 0,1 0 0,-1 0 0,0 1 0,-1-1 0,1 0 0,0 9 0,-1-6 0,1 1 0,0-1 0,1 1 0,-1-1 0,2 1 0,-1-1 0,1 0 0,0 0 0,6 10 0,8 20 0,-16-33 0,7 20 0,1-1 0,2 1 0,13 22 0,-19-36-312,0 0 0,-1 0 0,5 21 0,-6-20-519,1-1-1,-1 0 1,11 20 0,-9-20-888,1 0-1,-2 1 1,0 0-1,6 21 1,-9-29 1347,3 5-797,0 1 0,1-1 0,0-1 0,0 1 0,1-1 0,0 0 0,1 0 0,-1-1 0,1 1 0,1-2 0,-1 1 0,12 6 1,1-1-2781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2.63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217 321 6355,'42'-161'17688,"-40"156"-17252,-1-1 0,1 0 1,-2 0-1,1 0 0,0 1 0,-1-1 0,0 0 1,-1 0-1,1 0 0,-1 0 0,0 0 0,-1 0 1,1 1-1,-1-1 0,0 0 0,0 1 0,-1 0 1,0-1-1,-5-6 0,0-10-436,8 22 0,0-1 0,0 0 0,0 1 0,0-1 0,0 0 0,0 1 0,0-1 0,-1 0 0,1 1 0,0-1 0,0 1 0,-1-1 0,1 0 0,-1 1 0,1-1 0,0 1 0,-1-1 0,1 1 0,-1-1 0,1 1 0,-1-1 0,1 1 0,-1 0 0,1-1 0,-1 1 0,0 0 0,1-1 0,-1 1 0,1 0 0,-1 0 0,0 0 0,1 0 0,-1-1 0,0 1 0,1 0 0,-1 0 0,-1 0 0,-2 0 0,0 0 0,0 0 0,0 0 0,0 0 0,0 1 0,0-1 0,0 1 0,1 0 0,-1 0 0,0 1 0,0-1 0,0 1 0,1 0 0,-1 0 0,1 0 0,0 0 0,-5 4 0,-9 5 0,11-7 0,1 0 0,-1 0 0,1 0 0,-1 1 0,1 0 0,1 0 0,-1 1 0,1-1 0,0 1 0,-5 8 0,-8 12 0,14-22 0,0 1 0,1-1 0,0 1 0,0 0 0,0-1 0,1 1 0,-1 0 0,1 0 0,0 10 0,-5 14 0,-3-2 0,6-20 0,0 1 0,1 1 0,0-1 0,0 0 0,1 0 0,-1 13 0,2 11 0,0 8 0,6 54 0,-4-78 0,1 0 0,1-1 0,0 0 0,2 0 0,-1 0 0,14 23 0,-9-19 0,2 0 0,0-1 0,1-1 0,26 29 0,-33-41 0,-1 0 0,1 0 0,0 0 0,1 0 0,-1-1 0,1 0 0,0-1 0,0 1 0,0-1 0,0-1 0,0 1 0,1-1 0,-1-1 0,1 1 0,14 0 0,-12-3 0,-1 1 0,1-1 0,-1-1 0,1 0 0,-1 0 0,0-1 0,1 0 0,-2-1 0,1 0 0,0 0 0,-1-1 0,15-11 0,-1-2 0,-1 0 0,34-41 0,-50 53 0,5-7 0,0 0 0,-1-1 0,0-1 0,11-26 0,-1 3 0,-12 23 0,1 0 0,-2-1 0,0 0 0,-1 0 0,0 0 0,-2-1 0,0 1 0,0-1 0,-2 0 0,0-21 0,-1-40 0,0 76 0,0 1 0,0 0 0,0-1 0,0 1 0,0-1 0,0 1 0,0 0 0,-1-1 0,1 1 0,-1 0 0,1-1 0,-1 1 0,1 0 0,-1-1 0,0 1 0,1 0 0,-1 0 0,0 0 0,0 0 0,0 0 0,0 0 0,0 0 0,0 0 0,-2-1 0,2 1 0,0 1 0,0-1 0,0 0 0,0 1 0,1-1 0,-1 0 0,0 0 0,0 0 0,1 0 0,-1 0 0,0 0 0,1 0 0,-1 0 0,1 0 0,-1 0 0,1 0 0,0 0 0,-1 0 0,1 0 0,0 0 0,0 0 0,0-1 0,0 1 0,0-1 0,0 1 0,0 0 0,0 1 0,0-1 0,0 1 0,0-1 0,0 0 0,0 1 0,0-1 0,-1 1 0,1-1 0,0 0 0,0 1 0,-1-1 0,1 1 0,0-1 0,-1 1 0,1-1 0,0 1 0,-1-1 0,1 1 0,-1 0 0,1-1 0,-1 1 0,1-1 0,-1 1 0,1 0 0,-1-1 0,1 1 0,-1 0 0,1 0 0,-1 0 0,0-1 0,1 1 0,-1 0 0,1 0 0,-1 0 0,0 0 0,1 0 0,-1 0 0,1 0 0,-1 0 0,0 0 0,1 0 0,-1 0 0,1 1 0,-1-1 0,0 0 0,1 0 0,-1 1 0,1-1 0,-1 0 0,1 1 0,-1-1 0,0 1 0,-36 20 0,31-16 0,3-3 0,0 0 0,0 1 0,0-1 0,0 1 0,0 0 0,1 0 0,0 0 0,-1 0 0,1 0 0,0 0 0,1 1 0,-1-1 0,1 1 0,-1-1 0,1 1 0,0 0 0,-1 6 0,-9 24 0,6-24 0,1-1 0,1 1 0,0 0 0,0 0 0,1 0 0,0 0 0,0 1 0,1-1 0,1 0 0,0 1 0,0-1 0,1 0 0,4 19 0,68 225 0,-47-202 0,-5-14 0,-18-34 0,-1 0 0,1 0 0,0 0 0,0-1 0,0 1 0,1-1 0,-1 0 0,1 0 0,0 0 0,0 0 0,0-1 0,0 1 0,0-1 0,1 0 0,-1 0 0,1-1 0,-1 0 0,1 1 0,7 0 0,-5-1 0,0 0 0,0 0 0,0-1 0,1 0 0,-1 0 0,0 0 0,0-1 0,0 0 0,0-1 0,0 0 0,0 0 0,-1 0 0,9-5 0,49-33-4278,-29 15-1899,-2-1-1,43-43 1,-45 32 1310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3.0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 7 23579,'-16'-6'6136,"14"25"-3174,2-12-2872,1 39-90,13 78 0,-12-106 0,0 0 0,-1 1 0,-2 19 0,0-22 0,0 1 0,2-1 0,4 31 0,3-12 0,-3-19 0,-2 1 0,0-1 0,1 32 0,15 166 0,-18-199-301,0 0 0,1-1 0,1 1-1,5 18 1,-5-20-499,1 0-1,-2 1 0,0 0 1,0 16-1,0 22-4633,0-36 3161,-1 1-1,-1-1 1,0 1-1,-1-1 0,-1 1 1,-4 17-1,-18 8-3619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3.6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1 718 8436,'3'-11'5443,"9"-1"-2765,4-3 681,-14 12-3197,1 1 1,0-1 0,0 1-1,0 0 1,0-1 0,0 1-1,1 1 1,-1-1-1,7-2 1,23-15 268,-21 7-313,-9 9-93,0 0 0,0 0-1,0 1 1,0-1 0,0 1-1,1-1 1,-1 1 0,1 0 0,7-3-1,50-19 15,106-60 0,-73 18-111,-84 58 92,0 0 0,0-1 1,-1 0-1,0-1 1,-1 0-1,0 0 1,0 0-1,-1-1 1,7-14-1,-1-2 843,-2-2 0,12-41 0,-21 62-354,0-1-1,-1 0 1,0 1 0,0-1-1,-1 0 1,0 1 0,-1-1-1,0 0 1,0 1 0,-1-1-1,0 1 1,-1-1 0,1 1-1,-5-8 1,-1-13-509,8 28 0,0 1 0,0-1 0,0 0 0,0 0 0,0 1 0,0-1 0,0 0 0,0 0 0,0 1 0,0-1 0,-1 0 0,1 0 0,0 1 0,0-1 0,-1 0 0,1 0 0,-1 1 0,1-1 0,0 1 0,-1-1 0,1 0 0,-1 1 0,0-1 0,1 1 0,-1-1 0,1 1 0,-1-1 0,0 1 0,1 0 0,-1-1 0,0 1 0,1 0 0,-1-1 0,0 1 0,0 0 0,1 0 0,-1 0 0,0 0 0,0 0 0,-1 0 0,1 1 0,0 1 0,1-1 0,-1 1 0,0-1 0,1 1 0,-1-1 0,1 1 0,0 0 0,-1-1 0,1 1 0,0 0 0,0 0 0,0-1 0,0 1 0,0 0 0,0-1 0,1 3 0,-1 2 0,1 9 0,1 1 0,0-1 0,1 0 0,7 24 0,4 19 0,-7-21 0,1 1 0,3-1 0,0-1 0,3 0 0,25 49 0,4 7 0,-33-66 0,1-1 0,2 0 0,0 0 0,2-2 0,22 30 0,6-1 0,-29-39 0,-5-18 0,-2-34 0,-3 15 0,2-3 0,-2 0 0,-1 0 0,0-55 0,-3 67 0,2-1 0,0 1 0,7-25 0,-5 23 0,0 0 0,-1 0 0,1-29 0,15-63 0,-20 109 0,1-1 0,0 1 0,0 0 0,0 0 0,0-1 0,0 1 0,0 0 0,0 0 0,0-1 0,0 1 0,0 0 0,0-1 0,1 1 0,-1 0 0,0 0 0,0 0 0,0-1 0,0 1 0,0 0 0,0 0 0,0-1 0,1 1 0,-1 0 0,0 0 0,0 0 0,0-1 0,1 1 0,-1 0 0,0 0 0,0 0 0,0 0 0,1 0 0,-1 0 0,0-1 0,0 1 0,1 0 0,-1 0 0,0 0 0,0 0 0,1 0 0,-1 0 0,0 0 0,0 0 0,1 0 0,-1 0 0,0 0 0,0 0 0,1 0 0,-1 1 0,18 8 0,8 16 0,24 55 0,-45-72 0,0 0 0,-1 0 0,0 1 0,5 17 0,11 20 0,13 4 0,50 66 0,-64-82 0,-17-29 0,0-1 0,0 1 0,0-1 0,1 1 0,0-1 0,0 0 0,0 0 0,4 4 0,44 25 0,-49-32 0,-1 0 0,1 0 0,-1 0 0,1 0 0,0-1 0,-1 1 0,1 0 0,0-1 0,-1 0 0,1 1 0,0-1 0,0 0 0,-1 0 0,1 0 0,0 0 0,0 0 0,0 0 0,-1-1 0,1 1 0,0 0 0,-1-1 0,1 0 0,0 1 0,-1-1 0,1 0 0,-1 0 0,1 0 0,-1 0 0,1 0 0,-1 0 0,2-2 0,1-1 0,0 0 0,0-1 0,1 2 0,-1-1 0,1 0 0,5-2 0,-5 3 0,-1 0 0,1 0 0,-1 0 0,0 0 0,0 0 0,-1-1 0,1 0 0,-1 0 0,0 0 0,0 0 0,5-9 0,1-20 0,-8 27 0,1-1 0,-1 1 0,1 0 0,1 0 0,4-11 0,8-7 0,-1 0 0,-1-2 0,-1 0 0,-2 0 0,-1-1 0,7-30 0,-1-8 0,-11 49 0,0 0 0,-1 0 0,0 0 0,-1-20 0,-2-111 0,0 147 0,0-1 0,0 1 0,0 0 0,0-1 0,0 1 0,0-1 0,0 1 0,0-1 0,0 1 0,0-1 0,0 1 0,-1-1 0,1 1 0,0 0 0,0-1 0,-1 1 0,1-1 0,0 1 0,0 0 0,-1-1 0,1 1 0,0 0 0,-1-1 0,1 1 0,-1 0 0,1 0 0,0-1 0,-1 1 0,1 0 0,-1 0 0,1 0 0,-1 0 0,1-1 0,-1 1 0,1 0 0,-1 0 0,1 0 0,0 0 0,-1 0 0,0 0 0,0 0 0,0 1 0,0-1 0,0 0 0,0 1 0,0-1 0,0 0 0,0 1 0,0-1 0,0 1 0,0 0 0,0-1 0,0 1 0,1 0 0,-1-1 0,0 1 0,0 0 0,1 0 0,-1 0 0,1 0 0,-2 1 0,-12 29 0,1 0 0,1 0 0,-8 36 0,17-53 0,2 0 0,0 0 0,0-1 0,1 1 0,1 0 0,1 0 0,0 0 0,4 14 0,-2-7 0,-1-1 0,0 28 0,-3-43 0,1 0 0,-1 0 0,1 0 0,0 0 0,0 0 0,0 0 0,0 0 0,1 0 0,0-1 0,0 1 0,1 0 0,-1-1 0,1 0 0,4 6 0,-4-5 0,0-1 0,0 1 0,-1 0 0,0 0 0,0 0 0,0 0 0,2 8 0,-4-10 0,1 1 0,0-1 0,0 0 0,0 0 0,0 0 0,0 0 0,1 0 0,-1 0 0,1-1 0,0 1 0,0 0 0,0-1 0,0 1 0,1-1 0,2 3 0,15 10 0,-16-11 0,1 0 0,-1 0 0,1-1 0,0 1 0,0-1 0,1 0 0,-1-1 0,1 1 0,-1-1 0,1 0 0,0-1 0,0 1 0,0-1 0,0 0 0,0-1 0,0 1 0,7-1 0,2 1-68,-11 0-156,0-1 0,0 0 0,0 0-1,0 0 1,-1 0 0,1 0 0,0-1-1,0 1 1,0-1 0,0 0 0,6-3-1,80-32-12034,-35 8 5075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4.40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50 0 10293,'-24'45'9583,"7"1"-6407,16-43-3135,-1 6 154,0 0 0,1-1 0,0 1 0,0 0 0,1 0 0,0 0 0,1 0-1,0 0 1,0 0 0,1 0 0,0-1 0,6 15 0,-4-10 175,-1 0 0,0 1 0,-1-1 0,1 18 0,0 13 714,1 0 0,2-1 0,20 70 0,-2-7-130,-22-82-954,0 0 0,-2 34 0,-1-19 0,1-38 0,0-1 0,0 1 0,0 0 0,0-1 0,-1 1 0,2-1 0,-1 1 0,0-1 0,0 1 0,0-1 0,0 1 0,0-1 0,0 1 0,0-1 0,1 1 0,-1-1 0,0 0 0,0 1 0,1-1 0,-1 1 0,0-1 0,1 0 0,-1 1 0,0-1 0,1 1 0,-1-1 0,1 0 0,-1 0 0,0 1 0,1-1 0,-1 0 0,1 0 0,-1 1 0,1-1 0,-1 0 0,1 0 0,-1 0 0,1 0 0,-1 0 0,1 0 0,-1 0 0,1 0 0,-1 0 0,2 0 0,-1-1 0,0 1 0,0-1 0,0 0 0,0 1 0,0-1 0,0 0 0,-1 0 0,1 0 0,0 0 0,0 0 0,-1 0 0,1 0 0,-1 0 0,1 0 0,-1 0 0,1 0 0,-1 0 0,1 0 0,-1-1 0,0 1 0,0 0 0,0 0 0,0 0 0,0-1 0,0 1 0,0-2 0,-1-7 0,0-1 0,0 1 0,-1 0 0,-1-1 0,-3-10 0,2 11 0,2 1 0,-1-1 0,1 0 0,1 0 0,-1-11 0,-17-247 0,19 261 0,0-1 0,-1 1 0,0 0 0,-1-1 0,1 1 0,-1 0 0,-6-12 0,6 13 0,0-1 0,-1 1 0,2 0 0,-1-1 0,1 1 0,0-1 0,0-11 0,1 16 0,0 0 0,0 0 0,0-1 0,1 1 0,-1 0 0,1 0 0,0 0 0,-1 0 0,1 0 0,0 0 0,0 0 0,0 0 0,0 0 0,1 0 0,-1 0 0,2-2 0,-1 3 0,-1-1 0,0 0 0,1 1 0,-1-1 0,0 0 0,0 0 0,0 0 0,0 0 0,-1 0 0,1 0 0,0 0 0,-1 0 0,0 0 0,1 0 0,-1 0 0,0-3 0,0 4 0,0 0 0,0 0 0,0 1 0,0-1 0,0 0 0,0 0 0,0 0 0,1 0 0,-1 0 0,0 0 0,0 0 0,1 0 0,-1 0 0,1 1 0,-1-1 0,1 0 0,-1 0 0,1 0 0,-1 1 0,1-1 0,0 0 0,-1 1 0,1-1 0,0 0 0,0 1 0,-1-1 0,1 1 0,0-1 0,0 1 0,1-1 0,1 1 0,-1 0 0,1-1 0,0 1 0,0 0 0,-1 0 0,1 1 0,0-1 0,-1 1 0,1-1 0,0 1 0,2 1 0,4 1 0,1 1 0,-1 1 0,-1-1 0,1 1 0,-1 1 0,9 7 0,126 104 0,-129-105 0,0 2 0,-1 0 0,0 1 0,12 18 0,33 37 0,-47-59 0,-1 0 0,0 1 0,-1 1 0,0-1 0,-1 2 0,0-1 0,8 21 0,-3-7 0,-6-9 0,-7-18 0,-1 1 0,1-1 0,0 1 0,0-1 0,0 1 0,1-1 0,-1 1 0,0-1 0,0 1 0,0-1 0,0 1 0,0-1 0,1 0 0,-1 1 0,0-1 0,0 1 0,1-1 0,-1 1 0,0-1 0,0 0 0,1 1 0,-1-1 0,0 0 0,1 1 0,-1-1 0,1 0 0,-1 0 0,1 1 0,-1-1 0,0 0 0,1 0 0,-1 0 0,1 1 0,-1-1 0,1 0 0,-1 0 0,1 0 0,-1 0 0,1 0 0,-1 0 0,1 0 0,-1 0 0,1 0 0,-1 0 0,1 0 0,-1-1 0,1 1 0,-1 0 0,1 0 0,-1 0 0,0-1 0,1 1 0,-1 0 0,1 0 0,-1-1 0,0 1 0,1 0 0,-1-1 0,2-3 0,-1 1 0,0-1 0,0 1 0,0-1 0,0 1 0,-1-1 0,1 0 0,-1 1 0,0-1 0,0 0 0,0 0 0,-2-6 0,1-2 0,-1-58 0,1 33 0,0 0 0,8-57 0,-2 66 0,-1 10 0,-1 1 0,1-30 0,-2 29 0,0 0 0,1 0 0,1 1 0,1-1 0,1 1 0,0 0 0,10-17 0,-16 32 0,1-1 0,1 0 0,-1 0 0,0 1 0,1-1 0,-1 1 0,1-1 0,-1 1 0,1 0 0,0 0 0,0 0 0,0 0 0,1 0 0,-1 0 0,0 0 0,1 0 0,-1 1 0,1 0 0,0-1 0,5-1 0,-4 3 0,0 0 0,0 0 0,0 1 0,0-1 0,0 1 0,0 0 0,0 0 0,0 0 0,0 1 0,0-1 0,-1 1 0,1 0 0,4 3 0,2 2 0,0-1 0,0 2 0,-1-1 0,0 1 0,-1 1 0,0-1 0,12 18 0,15 15 0,-7-16 0,13 14 0,20 35 130,-45-56-279,-1-1 0,0 2 0,-2 0 0,0 1 0,-1 0 0,16 37 1,-18-27-4738,-4 18-7236,-6-31 5871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4.5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39 12278,'0'-30'12717,"0"21"-7219,0 20-3224,1-9-2274,-1 0 0,0 0 0,0 0 0,1 0 0,-1 0 0,1-1 0,0 1 0,-1 0 0,1 0 0,0-1 0,0 1 0,0 0 0,0-1 0,0 1 0,3 2 0,-2-3 0,-1 1 0,0-1 0,1 1 0,-1 0 0,0 0 0,0-1 0,0 1 0,0 0 0,-1 0 0,1 0 0,0 0 0,-1 0 0,1 0 0,-1 0 0,0 0 0,1 3 0,-1 303 0,0-302-489,0 1 1,1-1-1,0 1 1,1-1-1,-1 0 1,3 6-1,-2-6-439,0 0-1,0 0 1,-1-1-1,0 1 1,0 12-1,3-1-5625,9-3 1646,-13-13 4645,1-1-1,0 1 1,0-1 0,0 1 0,-1 0 0,1-1 0,0 1 0,-1 0-1,1 0 1,0-1 0,-1 1 0,1 0 0,-1 0 0,0 0 0,1 0 0,-1 0-1,1-1 1,-1 1 0,0 0 0,0 0 0,0 0 0,0 2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4.95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1 205 3650,'5'-5'1333,"0"-1"1,-1 1-1,1-1 1,-1 0-1,-1 0 1,1-1-1,-1 1 1,0-1-1,0 0 1,-1 0 0,0 0-1,2-9 1,0 9 1363,0 5-2348,0 0 1,1 0-1,-1 0 0,0 0 1,1 1-1,-1 0 1,1 0-1,-1 0 0,1 0 1,-1 1-1,1-1 1,0 1-1,-1 0 0,1 1 1,0-1-1,-1 1 0,1 0 1,-1 0-1,1 1 1,-1-1-1,0 1 0,0 0 1,1 0-1,-1 0 1,4 4-1,12 13-349,-1 0 0,0 2 0,-2 0 0,-1 1 0,0 1 0,-2 0 0,0 1 0,-2 1 0,-1 0 0,14 44 0,-23-58 0,0 1 0,-1 0 0,0 0 0,-1 1 0,-2 16 0,1 5 0,1-33 0,-1 0 0,1 0 0,-1-1 0,0 1 0,1 0 0,-1 0 0,0 0 0,1 0 0,-1-1 0,0 1 0,0 0 0,0-1 0,0 1 0,0-1 0,0 1 0,0-1 0,1 1 0,-1-1 0,-1 0 0,1 1 0,0-1 0,0 0 0,0 0 0,0 0 0,0 0 0,0 0 0,0 0 0,0 0 0,0 0 0,0 0 0,0 0 0,-2-1 0,1 1 0,0 0 0,-1-1 0,1 1 0,-1 0 0,1-1 0,0 1 0,-1-1 0,1 0 0,0 0 0,0 0 0,0 0 0,-1 0 0,1-1 0,0 1 0,1-1 0,-3-1 0,1-1 0,0 0 0,1 1 0,0-1 0,0 0 0,0 1 0,0-1 0,0 0 0,1 0 0,0 0 0,0 0 0,0 0 0,0-1 0,1 1 0,-1 0 0,1-5 0,0 8 0,-1-14 0,1 0 0,1 0 0,0 1 0,0-1 0,2 1 0,0-1 0,0 1 0,2 0 0,6-16 0,-6 18 0,-1 0 0,0 0 0,4-21 0,-6 22 0,1 1 0,-1-1 0,2 1 0,0 0 0,7-14 0,1 3 0,-7 11 0,1 0 0,0 0 0,0 0 0,1 1 0,1 0 0,-1 1 0,11-9 0,-7 8 0,-6 4 0,1 0 0,1 0 0,-1 0 0,13-6 0,-17 11 0,-1-1 0,0 0 0,1 1 0,-1 0 0,0-1 0,1 1 0,-1 0 0,1-1 0,-1 1 0,1 0 0,-1 0 0,1 0 0,-1 0 0,0 1 0,1-1 0,-1 0 0,1 1 0,-1-1 0,0 1 0,1-1 0,-1 1 0,0-1 0,0 1 0,1 0 0,-1 0 0,0 0 0,0 0 0,0 0 0,0 0 0,0 0 0,0 0 0,1 2 0,20 17 0,-20-19 0,0 0 0,0 1 0,0 0 0,-1-1 0,1 1 0,0 0 0,0-1 0,-1 1 0,1 0 0,-1 0 0,0 1 0,0-1 0,0 0 0,2 5 0,36 48 0,-32-32 0,-6-18 0,0 0 0,0 0 0,1 0 0,0-1 0,0 1 0,0 0 0,5 7 0,0-1-328,-1 0 0,-1 1 1,1 0-1,-2 1 0,0-1 0,0 0 0,-1 1 0,-1 0 1,1 16-1,0 129-6366,-5-94 3924,2-52-4174,0 3 698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5.2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0 225 5747,'4'-9'6083,"-3"9"-5959,-1-1 1,0 1 0,1 0-1,-1 0 1,1 0 0,-1-1 0,0 1-1,1 0 1,-1 0 0,1 0-1,-1 0 1,0 0 0,1 0-1,-1 0 1,1 0 0,-1 0-1,0 0 1,1 0 0,-1 0 0,1 0-1,-1 1 1,0-1 0,1 0-1,-1 0 1,1 0 0,-1 1-1,0-1 1,1 0 0,-1 0 0,0 1-1,1-1 1,-1 0 0,0 0-1,0 1 1,1-1 0,-1 0-1,0 1 1,0-1 0,0 1-1,1-1 1,-1 0 0,0 1 0,0-1-1,0 1 1,0-1 0,0 0-1,0 1 1,0-1 0,0 1-1,0-1 1,0 0 0,0 1-1,0 0 1,0 5 384,1 1 0,0-1 0,0 1 0,1-1 0,-1 1 0,1-1 0,4 8 0,-3-8-25,-1 1 0,0 0 0,0-1 0,0 1 1,-1 0-1,0 0 0,0 9 0,18 153 5775,-18-150-6259,1 0 0,1 0 0,0-1 0,7 22 0,2 8 0,-10-37 0,0 0 0,0 0 0,0 0 0,1 0 0,1-1 0,-1 1 0,2-1 0,-1 0 0,11 16 0,2 9 0,-15-30 0,0 0 0,1 0 0,-1 0 0,1 0 0,0 0 0,0-1 0,4 6 0,-5-9 0,0 1 0,0-1 0,0 1 0,0-1 0,0 0 0,1 0 0,-1 0 0,0 0 0,0 0 0,1-1 0,-1 1 0,1-1 0,-1 1 0,0-1 0,1 0 0,-1 0 0,1 0 0,-1 0 0,1-1 0,-1 1 0,4-1 0,-3 0 0,1-1 0,-1 1 0,0 0 0,0-1 0,1 0 0,-1 0 0,0 0 0,-1 0 0,1 0 0,0-1 0,-1 1 0,1-1 0,-1 0 0,0 0 0,1 0 0,-2 0 0,1 0 0,0 0 0,0 0 0,-1-1 0,2-6 0,13-21 0,-6 16 0,-2-1 0,1 0 0,-2 0 0,0 0 0,-1-1 0,-1 0 0,0-1 0,-2 1 0,0-1 0,-1 0 0,0 0 0,-2-21 0,1 17 0,1 0 0,9-40 0,-6 39 0,-1 1 0,1-42 0,-3 12 0,0 35 0,-1-1 0,-1 0 0,-1 0 0,0 1 0,-6-26 0,-1 18 0,4 15 0,1 0 0,1 0 0,0 0 0,0-1 0,1 1 0,-1-16 0,2 12-1908,0-22-8806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5.6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426 148 8772,'0'-6'1461,"0"-1"0,0 0 0,-1 1 0,1-1 0,-1 1 0,-1-1 0,1 1 1,-1 0-1,-3-7 0,3 9-518,0 1 1,-1-1 0,1 1 0,-1 0-1,0 0 1,1 0 0,-7-4-1,-21-12 892,21 13-1835,5 4 0,1-1 0,-1 1 0,1 0 0,-1 0 0,0 0 0,0 0 0,0 1 0,0-1 0,0 1 0,-1 0 0,1 1 0,0-1 0,0 1 0,-1 0 0,1 0 0,0 0 0,-1 0 0,-6 2 0,-10 7 0,2 0 0,-1 1 0,1 2 0,0 0 0,2 0 0,-32 30 0,42-35 0,0 0 0,1 1 0,0 0 0,1 0 0,0 1 0,0-1 0,1 1 0,0 0 0,0 0 0,-2 11 0,-12 24 0,13-30 0,1-1 0,0 1 0,1-1 0,0 1 0,1 0 0,0 0 0,2 0 0,-1 0 0,4 23 0,-2 4 0,-1-34 0,1 0 0,0 1 0,0-1 0,1 0 0,-1 1 0,2-1 0,-1 0 0,1-1 0,0 1 0,1 0 0,3 6 0,-5-10 0,0 0 0,0 0 0,0 0 0,1 0 0,-1-1 0,1 1 0,-1 0 0,1-1 0,0 0 0,0 0 0,0 0 0,0 0 0,1 0 0,-1-1 0,0 1 0,1-1 0,-1 0 0,1 0 0,6 1 0,-8-2 0,1 0 0,-1-1 0,0 1 0,1-1 0,-1 1 0,0-1 0,0 0 0,1 0 0,-1 0 0,0 0 0,0 0 0,0-1 0,0 1 0,0 0 0,-1-1 0,1 0 0,0 1 0,-1-1 0,3-4 0,25-46 0,-4 6 0,-21 39 0,1-1 0,-1 1 0,-1-1 0,1 0 0,-2-1 0,5-14 0,14-37 0,-12 48 0,-8 11 0,1 0 0,-1-1 0,0 1 0,0 0 0,0-1 0,0 1 0,0-1 0,0 0 0,0 1 0,-1-1 0,1 0 0,0 1 0,-1-1 0,1 0 0,-1 0 0,0-2 0,0 1 0,1 1 0,-1-1 0,1 1 0,-1-1 0,1 1 0,0 0 0,0-1 0,0 1 0,0 0 0,0 0 0,0-1 0,1 1 0,-1 0 0,1 0 0,-1 0 0,1 1 0,0-1 0,0 0 0,0 1 0,0-1 0,0 1 0,0 0 0,0-1 0,0 1 0,0 0 0,1 0 0,-1 1 0,4-2 0,5 2 0,1 0 0,0 1 0,0 0 0,0 1 0,-1 1 0,12 3 0,30 6 0,-36-11-9618,-10-1 7257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5.8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26 1457,'0'-25'23146,"-2"68"-21141,0-27-1125,1-1-1,1 1 1,0 0 0,2-1 0,-1 1 0,5 17 0,5-15-880,-10-16 0,1 0 0,-1 0 0,1 1 0,-1-1 0,0 0 0,0 1 0,0-1 0,-1 1 0,1-1 0,0 1 0,-1-1 0,0 1 0,1 5 0,-1-4 0,0 0 0,1-1 0,0 1 0,0 0 0,0 0 0,0 0 0,0-1 0,1 1 0,-1-1 0,4 5 0,-3-5 0,0 1 0,-1 0 0,1 0 0,0-1 0,-1 1 0,0 0 0,0 0 0,0 0 0,-1 0 0,1 6 0,5 26-3470,-4-29 1719,0 0 0,1 0-1,0 0 1,0-1-1,0 1 1,1-1-1,0 0 1,8 9-1,-7-2-4109,-5 2-1764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7.2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23 191 4386,'0'-14'20204,"0"36"-18229,-2-1 0,0 0 0,-9 35 0,7-34-1911,2 0 1,1 0 0,0 0 0,4 28 0,-1 15-112,-3-43 47,2 1 0,1-1 0,1 0 0,0 1 0,12 36 0,12 24 0,-23-72 0,0-1 0,1 0 0,0 0 0,1 0 0,9 11 0,5 11 0,-19-31 0,1 0 0,-1 1 0,0-1 0,1 0 0,-1 0 0,1 0 0,-1 0 0,1 0 0,0 0 0,-1 0 0,1 0 0,0-1 0,-1 1 0,1-1 0,0 1 0,0-1 0,0 0 0,0 0 0,-1 0 0,1 0 0,0 0 0,0 0 0,0 0 0,0 0 0,0-1 0,2 0 0,-1 0 0,0 1 0,0-1 0,-1 0 0,1 0 0,0 0 0,-1 0 0,1 0 0,-1 0 0,1-1 0,-1 0 0,1 1 0,-1-1 0,0 0 0,0 0 0,0 0 0,0 0 0,2-3 0,4-12 0,1 1 0,0-1 0,16-19 0,-20 29 0,-1 0 0,0 0 0,0 0 0,-1 0 0,0-1 0,0 1 0,1-9 0,-1 6 0,0 1 0,0-1 0,1 1 0,7-11 0,-8 14 0,0-1 0,-1 1 0,1-1 0,-1 0 0,-1 1 0,1-1 0,0-7 0,5-19 0,8-11 0,-9 32 0,-2 0 0,0-1 0,0 1 0,-1-1 0,-1 1 0,2-19 0,-4 28 0,0 1 0,0-1 0,1 0 0,-1 1 0,1-1 0,0 0 0,0 1 0,0-1 0,0 1 0,0-1 0,0 1 0,1 0 0,-1-1 0,1 1 0,2-2 0,2-5 0,-6 8 0,1 1 0,-1-1 0,0 0 0,0 0 0,1 1 0,-1-1 0,1 0 0,-1 1 0,0-1 0,1 1 0,-1-1 0,1 0 0,0 1 0,-1-1 0,1 1 0,-1 0 0,1-1 0,0 1 0,-1-1 0,1 1 0,0 0 0,-1-1 0,1 1 0,0 0 0,0 0 0,-1 0 0,1 0 0,0 0 0,0 0 0,-1 0 0,1 0 0,0 0 0,0 0 0,0 0 0,-1 0 0,1 0 0,0 0 0,-1 1 0,1-1 0,1 1 0,19 29 0,4 5 0,10-2 0,-1 1 0,43 57 0,-76-89 0,13 17 0,-13-16 0,1-1 0,-1 1 0,1-1 0,-1 0 0,1 0 0,0 1 0,0-1 0,0 0 0,0-1 0,1 1 0,-1 0 0,0-1 0,1 1 0,3 1 0,-3-2 0,0 0 0,1 0 0,-1 0 0,0 0 0,1 0 0,-1-1 0,1 1 0,-1-1 0,1 0 0,-1 0 0,7-1 0,-8 0 0,-1 0 0,1 0 0,-1 0 0,1 0 0,-1-1 0,0 1 0,0 0 0,1-1 0,-1 1 0,0-1 0,0 1 0,-1-1 0,1 1 0,0-1 0,0 0 0,-1 0 0,1 1 0,-1-1 0,1 0 0,-1 0 0,0 1 0,0-1 0,0 0 0,0 0 0,0 0 0,0 0 0,-1-2 0,0-27 20,0 20-44,0 0-1,1 0 0,1-1 1,0 1-1,0 0 1,4-11-1,3 0-339,-5 17 114,-1-1 1,0 1-1,0 0 1,0-1-1,-1 0 1,0 1 0,0-1-1,0-8 1,-1-20-1315,1 1 0,2-1 0,9-39 0,-10 18 876,-3 48 672,1 0 1,0 0 0,0 0 0,1 0 0,0 0 0,0 0 0,3-8 0,6-3 63,-9 16 29,1 0-1,-1 0 1,0-1 0,1 1 0,-1-1 0,0 1 0,0-1-1,0 1 1,-1-1 0,1 0 0,-1 1 0,1-1 0,-1-2-1,0 4-19,0 1-1,0-1 0,0 0 0,0 1 0,0-1 0,0 1 0,0-1 0,0 1 1,0-1-1,0 0 0,0 1 0,0-1 0,0 1 0,1-1 0,-1 1 1,0-1-1,0 1 0,1-1 0,-1 1 0,0-1 0,1 1 0,-1 0 1,0-1-1,1 1 0,-1-1 0,1 1 0,-1 0 0,0-1 0,1 1 1,-1 0-1,1 0 0,-1-1 0,1 1 0,0 0 0,-1 0 0,1 0 1,-1 0-1,1 0 0,-1-1 0,1 1 0,-1 0 0,1 0 0,0 0 1,-1 1-1,2-1 0,5 33 5242,-1-25-5185,9 14 5,0 0 1,-1 1-1,-2 1 0,0 0 0,16 51 0,-22-58-118,0 0 0,1 0 0,1-1 0,0 0 0,11 15 0,-10-17 0,0 0 0,-2 0 0,0 1 0,0 0 0,6 24 0,18 70-3956,-15-59 1309,-15-47 2310,-1 0-1,1-1 1,-1 1-1,0 0 1,0 0-1,0 0 1,-1 0-1,1-1 1,0 1-1,-1 0 1,0 0-1,0 0 1,0-1 0,0 1-1,-2 3 1,-6 25-3175,9-29 3330,0-1 0,0 1 0,0-1-1,-1 1 1,1-1 0,0 1 0,-1-1 0,0 0-1,1 1 1,-1-1 0,0 1 0,0-1 0,1 0-1,-1 0 1,0 0 0,0 1 0,0-1 0,-1 0-1,1 0 1,0 0 0,0-1 0,0 1 0,-1 0-1,1 0 1,-1-1 0,1 1 0,0-1 0,-1 1-1,1-1 1,-3 1 0,-1 0-94,1 0-1,-1-1 1,1 1-1,-1-1 1,1 0-1,-1 0 1,-6-2 0,1 0 701,0-2 0,1 1 0,-1-1 0,1-1 0,0 0 0,0 0 0,-11-8 0,-48-46 9917,56 48-7381,11 9-2629,1 1-1,-1-1 1,0 0-1,0 1 1,1-1 0,-1 1-1,1-1 1,-1 0-1,1 0 1,0 1-1,0-1 1,0 0-1,0 0 1,0-2 0,6-21 1303,8 15-1625,-1 1 0,1 1 0,1 0 1,-1 1-1,18-6 0,167-44-10,44-17 0,-242 73 0,1 1 0,-1-1 0,0 1 0,0-1 0,1 0 0,-1 1 0,0-1 0,0 0 0,0 0 0,0 0 0,0 0 0,0 0 0,0 0 0,0 0 0,-1 0 0,1 0 0,0 0 0,-1-1 0,1 1 0,0 0 0,-1 0 0,0-1 0,1-1 0,5-12 0,3 8 0,-8 6 0,0 1 0,0-1 0,0 1 0,0-1 0,0 1 0,-1-1 0,1 0 0,0 0 0,0 1 0,-1-1 0,1 0 0,0 0 0,-1 0 0,1 0 0,-1 0 0,1 0 0,-1 0 0,0 0 0,1 0 0,-1 0 0,0 0 0,0 0 0,1 0 0,-1 0 0,0-2 0,0-12 0,1 9 0,0 1 0,-1-1 0,0 1 0,0-1 0,-1 1 0,1-1 0,-1 1 0,-1 0 0,-1-7 0,-9-14 0,9 18 0,-1-1 0,0 1 0,0-1 0,-1 1 0,-7-9 0,-8-18 0,18 31 0,0 0 0,0-1 0,0 1 0,0 0 0,-1 0 0,0 0 0,0 1 0,-5-6 0,-2 2 0,9 7 0,0 0 0,0-1 0,0 1 0,0-1 0,0 1 0,0-1 0,1 1 0,-1-1 0,0 0 0,0 1 0,1-1 0,-1 0 0,1 0 0,-1 1 0,0-1 0,1 0 0,-1 0 0,1 0 0,0 0 0,-1 0 0,1 0 0,0 0 0,-1 0 0,1 1 0,0-1 0,0-2 0,0 3 0,0 1 0,-1-1 0,1 0 0,0 1 0,0-1 0,-1 0 0,1 1 0,0-1 0,0 0 0,-1 0 0,1 1 0,0-1 0,0 0 0,-1 0 0,1 0 0,0 1 0,-1-1 0,1 0 0,-1 0 0,1 0 0,0 0 0,-1 0 0,1 0 0,0 0 0,-1 1 0,1-1 0,-1 0 0,1 0 0,0 0 0,-1-1 0,1 1 0,0 0 0,-1 0 0,1 0 0,-1 0 0,1 0 0,0 0 0,-1-1 0,1 1 0,0 0 0,-1 0 0,1 0 0,0-1 0,-1 1 0,1 0 0,0 0 0,0-1 0,-1 1 0,12 20 0,-2 0 0,0 1 0,9 36 0,-14-44 0,1 0 0,1 0 0,0-1 0,1 0 0,12 18 0,-2-2 0,28 33 0,-33-46 0,0 0 0,-1 1 0,14 27 0,-24-41 0,0 0 0,0 1 0,1-1 0,-1 0 0,1 0 0,0 0 0,-1-1 0,1 1 0,0 0 0,0-1 0,0 1 0,0-1 0,0 1 0,0-1 0,1 0 0,-1 0 0,0 0 0,1 0 0,-1-1 0,1 1 0,-1-1 0,1 1 0,-1-1 0,1 0 0,-1 0 0,1 0 0,-1 0 0,1 0 0,-1-1 0,1 1 0,-1-1 0,0 1 0,1-1 0,-1 0 0,0 0 0,1 0 0,-1-1 0,0 1 0,0 0 0,0-1 0,0 1 0,0-1 0,0 0 0,0 0 0,-1 1 0,1-1 0,-1 0 0,1-1 0,-1 1 0,0 0 0,2-4 0,44-103 0,-45 104 0,1-1 0,0 0 0,0 0 0,1 1 0,5-8 0,14-25 0,-21 33 0,1-1 0,-1 1 0,1-1 0,1 1 0,-1 0 0,1 0 0,5-6 0,-8 10 0,0 0 0,-1 0 0,1 0 0,0 0 0,0 0 0,0 1 0,0-1 0,0 0 0,0 0 0,0 1 0,0-1 0,0 1 0,0-1 0,0 1 0,0-1 0,0 1 0,0 0 0,0 0 0,1-1 0,-1 1 0,0 0 0,0 0 0,0 0 0,0 0 0,1 0 0,-1 0 0,0 1 0,0-1 0,0 0 0,0 1 0,1-1 0,-1 0 0,0 1 0,0 0 0,0-1 0,0 1 0,0-1 0,0 1 0,0 0 0,0 1 0,9 27 0,10-7 128,-13-15-264,0-1 0,-1 1 0,0 1 0,0-1 0,7 15 0,-7-7-2025,1 0 1,1-1 0,0 0 0,1 0 0,0-1-1,19 21 1,11 9-3816,-7 8 582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8.23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47 116 3618,'0'-18'16529,"1"40"-12509,3 42-2514,-2-58-1194,2 5 287,0 0 1,0-1-1,-2 1 0,1 1 1,-1-1-1,-1 0 0,0 12 0,3 37-10,2 0-1,19 85 1,3 18-367,27 147-222,-53-294 0,0 1 0,-1 0 0,-1 17 0,2 23 0,4-15 0,-1-15 0,-2 1 0,0 0 0,-2 0 0,-1 0 0,-5 36 0,-1-30 0,-4 66 0,10-96 0,0-1 0,0 1 0,-1-1 0,1 1 0,-1-1 0,0 1 0,0-1 0,0 0 0,-1 1 0,1-1 0,-1 0 0,-2 3 0,2-3 0,1 0 0,-1 0 0,0 0 0,1 0 0,0 1 0,0-1 0,0 0 0,0 1 0,0-1 0,1 1 0,-1 6 0,1-9 0,0-1 0,0 1 0,0-1 0,0 0 0,0 1 0,0-1 0,0 0 0,0 1 0,0-1 0,0 1 0,-1-1 0,1 0 0,0 1 0,0-1 0,0 0 0,0 1 0,-1-1 0,1 0 0,0 1 0,-1-1 0,1 0 0,0 0 0,0 1 0,-1-1 0,1 0 0,0 0 0,-1 0 0,1 1 0,-1-1 0,1 0 0,0 0 0,-1 0 0,1 0 0,0 0 0,-1 0 0,1 0 0,-1 0 0,1 0 0,0 0 0,-1 0 0,1 0 0,-1 0 0,1 0 0,0 0 0,-1 0 0,1 0 0,0 0 0,-1-1 0,1 1 0,-1 0 0,0-1 0,0 1 0,0 0 0,1-1 0,-1 0 0,0 1 0,0-1 0,0 1 0,1-1 0,-1 0 0,0 0 0,1 1 0,-1-1 0,1 0 0,-1 0 0,1 0 0,-1 0 0,1 1 0,-1-1 0,1 0 0,0 0 0,0 0 0,-1 0 0,1 0 0,0-2 0,-9-43 0,7 40 0,0 0 0,0-1 0,1 1 0,0-1 0,-1-9 0,2 8 0,-1 0 0,0 0 0,0 0 0,-1 0 0,0 0 0,-4-9 0,-4-15 0,4 3 0,-4-54 0,-2-19 0,5 69 0,1 4 0,2-1 0,-3-50 0,-11-201 0,20 204 0,0 45 0,-2 0 0,0 1 0,-9-53 0,0 47 0,5 22 0,1 0 0,0-1 0,1 1 0,-1-17 0,3-106 0,0 137 0,0 0 0,0 0 0,0 0 0,0 0 0,1 0 0,-1 0 0,0 0 0,0 0 0,1 0 0,-1 0 0,0 0 0,1 0 0,-1 0 0,1 1 0,-1-1 0,1 0 0,-1 0 0,1 1 0,0-1 0,-1 0 0,1 0 0,0 1 0,0-1 0,-1 1 0,1-1 0,0 1 0,0-1 0,0 1 0,0 0 0,0-1 0,0 1 0,-1 0 0,1-1 0,0 1 0,0 0 0,0 0 0,0 0 0,0 0 0,0 0 0,0 0 0,0 0 0,0 1 0,0-1 0,0 0 0,0 0 0,0 1 0,0-1 0,0 0 0,-1 1 0,1-1 0,0 1 0,0 0 0,0-1 0,-1 1 0,1-1 0,0 1 0,-1 0 0,1 0 0,0-1 0,-1 1 0,1 0 0,-1 0 0,1 0 0,-1 0 0,0-1 0,1 1 0,-1 2 0,5 7 0,-4-6 0,1 0 0,0 0 0,0 0 0,0-1 0,0 1 0,1-1 0,-1 1 0,1-1 0,0 0 0,5 4 0,15 19 0,0 0 0,26 43 0,-32-45 0,12 21 0,14 16 0,-33-51 0,39 47 0,3-2 0,79 64 0,-73-71 0,-44-35 0,0 0 0,1-1 0,1 0 0,0-1 0,1-1 0,0 0 0,0-2 0,34 13 0,-45-20-195,0 0 1,1 0-1,-1 0 0,1-1 0,-1 0 1,1 0-1,-1 0 0,1-1 1,-1 0-1,0 0 0,9-4 1,-12 4 66,1-1 1,-1 1-1,1-1 1,-1 0-1,0 0 1,0-1-1,0 1 1,0-1-1,-1 1 1,1-1 0,-1 0-1,1 0 1,-1 0-1,0 0 1,0 0-1,0-1 1,-1 1-1,1 0 1,-1-1-1,2-5 1,14-45-700,-10 34 683,-1-1-1,0 0 1,-1 0-1,-2 0 0,3-37 1,-5 38 152,1 1 0,8-38 0,-5 37 141,-1-1 1,2-39-1,-4 20 891,3 0 0,1 0-1,1 1 1,16-46 0,-16 62-223,-1 3-588,3-26-239,-7 125 10,1-34 0,-3 0 0,-8 68 0,1-60 0,-1 92 0,7-124 0,-1 0 0,-1-1 0,-8 32 0,-4 21 0,15-68 0,-4 21 0,0 1 0,-2-1 0,-1-1 0,-14 36 0,17-52 0,1 0 0,-1 1 0,1-1 0,-1 11 0,3-14 0,0-1 0,0 0 0,-1 1 0,1-1 0,-1 0 0,-1 0 0,1 0 0,-1 0 0,0 0 0,0 0 0,-4 4 0,-8 18 0,-7 7 0,22-33 0,-1-1 0,1 1 0,-1-1 0,1 0 0,-1 1 0,0-1 0,1 0 0,-1 1 0,0-1 0,1 0 0,-1 0 0,0 0 0,0 1 0,1-1 0,-1 0 0,0 0 0,1 0 0,-1 0 0,0 0 0,0-1 0,1 1 0,-1 0 0,0 0 0,1 0 0,-1-1 0,0 1 0,1 0 0,-1-1 0,0 1 0,1 0 0,-1-1 0,1 1 0,-1-1 0,0 1 0,1-1 0,0 1 0,-1-1 0,1 1 0,-1-1 0,1 0 0,-1 1 0,1-1 0,0 1 0,-1-2 0,-2-15 0,19-220 0,-8 78 0,1 97 0,50-266 0,-43 231 0,-13 74 0,0 2 0,1-1 0,1 0 0,11-30 0,-12 45 0,-1-1 0,0 1 0,-1-1 0,0 1 0,0-1 0,0 0 0,-1 0 0,0-10 0,-1 17 0,0 0 0,0 0 0,0 0 0,0 0 0,0 0 0,0 0 0,1 0 0,-1 0 0,0 0 0,0 0 0,1 0 0,-1 0 0,0 0 0,1 0 0,-1 0 0,1 1 0,-1-1 0,1 0 0,0 0 0,-1 0 0,1 1 0,0-1 0,0 0 0,-1 1 0,1-1 0,0 1 0,0-1 0,0 1 0,0-1 0,0 1 0,-1 0 0,1-1 0,0 1 0,0 0 0,0 0 0,0-1 0,0 1 0,0 0 0,0 0 0,0 0 0,0 0 0,0 0 0,0 1 0,0-1 0,0 0 0,0 0 0,0 1 0,0-1 0,0 1 0,0-1 0,0 0 0,0 1 0,-1 0 0,1-1 0,0 1 0,0-1 0,-1 1 0,1 0 0,0 0 0,-1-1 0,1 1 0,-1 0 0,1 0 0,0 2 0,12 38 0,-3 1 0,7 54 0,-2-12 0,40 117 0,-13-56 0,73 313 0,-93-340 0,-17-78 0,15 55 0,15 73 21,-1-6-1259,-31-131-1386,-3-27 1930,0-1-1,0 0 0,0 1 0,0-1 0,1 0 0,-1 1 1,1-1-1,0 0 0,2 6 0,7 3-2040,-9-11 2236,0 1 0,0-1 0,1 0 1,-1 1-1,0-1 0,0 1 0,0-1 0,-1 1 0,1 0 0,0-1 0,0 1 1,-1 0-1,1 0 0,-1-1 0,0 1 0,1 3 0,-1 6-4324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8.54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48 43 4786,'-6'-28'12955,"-7"14"-4986,12 14-7888,-1 0-1,1 0 0,0 1 1,-1-1-1,1 1 0,0-1 1,-1 1-1,1 0 0,0-1 0,0 1 1,0 0-1,0 0 0,0 0 1,0 0-1,0 0 0,0 0 1,0 0-1,0 0 0,0 0 0,0 0 1,1 1-1,-1-1 0,1 0 1,-1 0-1,1 1 0,-1-1 0,1 0 1,0 1-1,-1-1 0,1 1 1,0-1-1,0 2 0,-1 58 2620,2-43-1777,-1 236-139,2-227-784,1-1 0,1 0 0,12 38 0,3 17 0,28 108 0,-13-85 0,-33-100 0,1-1 0,0 1 0,-1-1 0,1 1 0,1-1 0,-1 0 0,0 0 0,1 0 0,3 4 0,9 11 0,-7 4 0,-7-20 0,0 1 0,-1-1 0,1 0 0,0 1 0,0-1 0,1 0 0,-1 0 0,0 0 0,1 0 0,-1 0 0,4 3 0,9 7 0,-11-10 0,1 1 0,-1 0 0,1 1 0,-1-1 0,0 0 0,0 1 0,2 4 0,-3-7 0,-1 1 0,1 0 0,0 0 0,0-1 0,0 1 0,0-1 0,0 0 0,0 1 0,0-1 0,0 0 0,0 0 0,1 0 0,-1-1 0,0 1 0,5 0 0,14 7 0,-14-5 0,0-1 0,0 0 0,0 0 0,0 0 0,0-1 0,0 0 0,1 0 0,-1 0 0,0-1 0,1-1 0,-1 1 0,0-1 0,1 0 0,-1-1 0,9-2 0,3-2 0,1-1 0,-1-1 0,30-16 0,1 0-426,-43 22 84,-1-1 0,1 0 1,-1-1-1,1 0 1,-1 0-1,5-5 1,25-18-5461,-18 15 3074,-1-1 0,-1-1 0,16-17-1,-15 4-1347,-14 1 247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8.76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73 64 10293,'-26'-5'7685,"-9"-3"686,35 8-8243,-1 0 0,1 0 0,-1 0 1,1 0-1,-1 0 0,1 0 1,0 0-1,-1 0 0,1 0 0,-1 0 1,1 0-1,0 0 0,-1 0 0,1-1 1,-1 1-1,1 0 0,0 0 1,-1-1-1,1 1 0,0 0 0,-1 0 1,1-1-1,0 1 0,0 0 0,-1-1 1,1 1-1,0 0 0,0-1 1,0 1-1,-1-1 0,1 1 0,0 0 1,0-1-1,0 1 0,0-1 0,0 1 1,0 0-1,0-1 0,0 1 1,0-1-1,0 1 0,0-1 0,0 1 1,0 0-1,0-1 0,0 0 0,3 0-103,-1-1 0,0 1-1,1-1 1,-1 1-1,1 0 1,-1 0-1,1 0 1,0 0 0,-1 0-1,1 0 1,0 1-1,0-1 1,-1 1-1,1 0 1,0 0 0,0 0-1,4 1 1,7-2-78,14-5 53,16-1 0,167-3 0,-136 10-2662,90 0-9678,-160 0 11353,0 0 0,0 1 0,0 0 0,0 0 0,0 1 0,0-1 0,0 1 0,-1 0-1,1 0 1,-1 0 0,0 1 0,8 5 0,-7 4-3914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8.8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220 43 2833,'-22'18'3363,"0"-1"-1,0-1 0,-50 25 0,61-35-2200,0 1 1,1 0-1,0 0 0,0 1 0,-10 10 0,19-16-1022,0-2-65,1 0 0,-1 0 0,1 0 0,-1 1 0,1-1 1,-1 0-1,1 0 0,0 1 0,-1-1 0,1 0 0,-1 1 1,1-1-1,0 1 0,-1-1 0,1 0 0,0 1 0,0-1 0,-1 1 1,1-1-1,0 1 0,0-1 0,0 1 0,-1-1 0,1 1 1,0-1-1,0 1 0,0-1 0,0 1 0,0-1 0,0 1 0,0-1 1,0 1-1,0-1 0,0 1 0,0-1 0,1 1 0,-1-1 1,0 1-1,0-1 0,0 1 0,1-1 0,-1 0 0,0 1 0,1-1 1,-1 1-1,0-1 0,1 0 0,-1 1 0,0-1 0,1 0 0,-1 1 1,1-1-1,0 1 0,32 4 2014,68-23-974,-66 11-1357,0-2 0,54-21-1,-52 17-516,46-16-3202,146-54-13088,-162 56 9000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9.53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80 270 14118,'1'-11'4477,"-1"-20"5178,-6 16-6016,-2 9-3131,7 6-541,0-1 1,0 1 0,0-1-1,0 1 1,1-1 0,-1 1-1,0-1 1,0 1-1,1-1 1,-1 0 0,0 1-1,1-1 1,-1 0 0,0 0-1,1 0 1,-1 1-1,1-1 1,0 0 0,-1 0-1,1 0 1,0 0 0,-1 0-1,1-2 1,1 43 198,0-21 80,0-1-1,-2 1 0,-4 33 0,-3 0-245,3 0 0,2 91 0,3-107 0,-1-16 0,-1 0 0,-1-1 0,-5 21 0,4-20 0,0-1 0,1 1 0,0 21 0,1 31 0,0-40 0,1-1 0,2 1 0,8 52 0,1-48 0,-7-27 0,0 1 0,-1 0 0,0 0 0,-1 0 0,1 11 0,-2 156 0,3-170 0,4-17 0,2-25 0,-9-396 0,1 398 0,12-63 0,-7 64 0,2-61 0,-8-264 0,19 114 0,-14 218 0,-4 24 0,-1 1 0,0 0 0,1-1 0,-1 1 0,0 0 0,1 0 0,-1 0 0,0-1 0,1 1 0,-1 0 0,1 0 0,-1 0 0,0 0 0,1 0 0,-1 0 0,1 0 0,-1 0 0,1 0 0,-1 0 0,0 0 0,1 0 0,-1 0 0,1 0 0,-1 0 0,0 0 0,1 0 0,-1 0 0,1 1 0,-1-1 0,0 0 0,1 0 0,0 1 0,2 2 0,1 0 0,-1 0 0,1 1 0,-1-1 0,0 1 0,0 0 0,0 0 0,3 8 0,30 41 0,-26-40 0,-1 0 0,0 0 0,-1 1 0,11 25 0,-8-15 0,0-1 0,2 0 0,16 21 0,24 44 0,-26-31 0,-12-25 0,21 37 0,-14-31 0,28 67 0,-12-21 0,-24-57-747,-2 1 1,0 0-1,-2 1 1,-1 0-1,9 47 1,-6 0-3834,-5-34 445,-1 0 1,0 52-1,-6-42 32,0 1 520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09.71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30 174 7812,'-28'-18'18766,"27"11"-14045,7-9-3282,9 8-1434,1 1-1,0 1 1,0 0 0,0 1 0,22-3 0,482-56-9783,-413 53 280,-26 2 4029,-30 0 1673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10.23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169 524 2785,'0'-9'1854,"-2"-26"9486,2 35-11117,-1-1 0,1 1 0,0-1 0,0 1 0,0-1 1,0 1-1,-1-1 0,1 1 0,0-1 0,-1 1 0,1-1 0,0 1 0,-1 0 0,1-1 0,0 1 0,-1 0 1,1-1-1,-1 1 0,1 0 0,-1-1 0,1 1 0,-1 0 0,1 0 0,-2-1 0,-9 4 458,-10 50 4644,19-35-4516,0-1-1,1 1 1,0-1-1,3 21 1,-1-3-111,-3 90-369,-1-52-295,3 0 0,3-1-1,23 126 1,20-14-34,-42-165 0,-1 1 0,-1 0 0,-1 0 0,-1 0 0,-3 22 0,1 18 0,2 88-37,0-148-4,0 1 0,0 0 1,0-1-1,0 1 1,0 0-1,-1-1 1,1 1-1,0 0 0,-1-1 1,1 1-1,0 0 1,-1-1-1,1 1 0,0-1 1,-1 1-1,1-1 1,-1 1-1,1-1 0,-1 1 1,1-1-1,-1 1 1,0-1-1,1 0 0,-1 1 1,0-1-1,1 0 1,-1 1-1,1-1 0,-1 0 1,0 0-1,0 0 1,1 0-1,-1 0 1,0 0-1,1 0 0,-1 0 1,0 0-1,1 0 1,-1 0-1,0 0 0,0 0 1,-1 0-150,-3 0-1557,5-2 1542,0 0 0,0 1 0,0-1 0,0 0 1,-1 1-1,1-1 0,0 1 0,-1-1 0,1 0 0,-1 1 0,0-1 0,1 1 1,-1-1-1,0 1 0,0 0 0,0-1 0,0 1 0,-2-2 0,-8-13-752,7 6 498,0-1 0,1 0 1,1 0-1,-2-11 0,-8-32-1022,-1 3-129,-13-96 0,9 17 372,-16-216 840,32 302 1087,-12-65 0,7 71 550,-2-55-1,8-121 7262,2 213-8351,-1 1-1,1 0 1,0 0-1,-1 0 1,1 0 0,-1 0-1,1 0 1,0 0-1,-1 0 1,1 0-1,-1 1 1,1-1 0,-1 1-1,4 0 1,-5-1-14,7 5 55,0 0 1,-1 1-1,0 0 1,1 0-1,-2 0 0,1 0 1,-1 1-1,0 0 1,0 0-1,6 15 0,17 23 157,157 226-347,-90-143 0,-64-90 0,-1 2 0,26 47 0,-41-59 0,-2-4 0,0 0 0,24 30 0,-20-34 0,-1 0 0,0 1 0,-2 1 0,-1 0 0,21 47 0,-33-65 0,0 0 0,0 0 0,1 0 0,0 0 0,0-1 0,0 1 0,0-1 0,0 1 0,1-1 0,-1 0 0,5 4 0,13 16 0,-17-170 0,-1 8 0,-7-179 0,0 276 0,-6-127 0,8 115 0,-13-78 0,4 39 0,5 43 0,-2-47 0,8 84 0,0 0 0,0 0 0,-2 1 0,-5-21 0,4 21 0,1 0 0,1-1 0,0 0 0,-1-19 0,2 29-70,1 0 1,0 0-1,0 0 0,0 0 1,0 1-1,0-1 0,0 0 0,1 0 1,-1 0-1,1 0 0,0 1 1,0-1-1,0 0 0,0 1 1,1-1-1,-1 1 0,1-1 0,-1 1 1,1 0-1,0 0 0,0-1 1,0 1-1,2-2 0,9-5-3504,-11 8 2131,1 0 0,0 0 0,-1 0-1,1 0 1,0 1 0,-1-1 0,1 1-1,0 0 1,0 0 0,4 0 0,-4 0 1131,18 0-4954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11.71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7053 80 10773,'20'-17'6638,"2"-6"-1983,-7 9-1559,-14 13-3093,0 0 0,-1 1 0,1-1 0,0 1 1,-1-1-1,1 0 0,-1 1 0,1-1 0,-1 0 1,1 0-1,-1 1 0,1-1 0,-1 0 1,0 0-1,0 0 0,1 1 0,-1-1 0,0 0 1,0 0-1,0 0 0,0 0 0,0 0 0,0 0 1,0 1-1,0-1 0,0 0 0,-1-2 1,1 2-271,-90 1 2840,-176 23 0,102 5-1679,-48-1-603,133-14 188,-88 3-1,-87 17-150,-37 2-162,58-11-166,135-12 0,-234 41 0,-535 50 0,-195 21 0,617-58 0,293-45 0,-11 3 0,-190 52 0,135-23 0,59-17 0,107-26 0,0 1 0,0 4 0,-88 36 0,115-41 0,0-1 0,0 0 0,-1-2 0,0-2 0,0 0 0,-1-1 0,-27 0 0,45-4 0,0 1 0,0 0 0,0 0 0,-13 5 0,-14 0 0,28-6 0,0 0 0,1-1 0,-1 0 0,0-1 0,-7-2 0,-33-3 0,22 5 0,-1-1 0,-50-11 0,-8-3 0,-50 0 0,81 8 0,14 2 0,-36-4 0,68 11 0,1-1 0,-1 0 0,1-1 0,-1 0 0,-12-5 0,-17-4 0,6 3 0,-12-2 0,11 5 0,28 3 0,-1 1 0,1 0 0,-1 0 0,1 1 0,-1-1 0,1 1 0,-1 0 0,0 0 0,1 0 0,-9 3 0,11 0 0,1 1 0,0-1 0,0 1 0,0 0 0,0 0 0,1 0 0,0-1 0,0 1 0,0 0 0,0 0 0,1 7 0,0-1 0,-1-5 0,1 1 0,0-1 0,0 0 0,0 0 0,1 0 0,-1 0 0,1 0 0,4 8 0,10 28 0,-12-30 0,0 0 0,1 1 0,0-2 0,7 13 0,-6-14 0,-1 0 0,0 0 0,-1 1 0,5 19 0,0 8 0,1 1 0,2-2 0,1 1 0,2-2 0,36 62 0,-28-57 0,-2 2 0,24 62 0,71 211 0,-106-282 0,11 52 0,-15-55 0,1 0 0,22 56 0,-22-68 0,0 1 0,-1 0 0,-1 0 0,-1 0 0,2 25 0,11 47 0,22 54 0,-31-110 0,21 54 0,-20-63 0,-6 10 0,-4-33 0,1 0 0,0 0 0,0-1 0,0 1 0,0 0 0,0-1 0,0 1 0,1 0 0,-1 0 0,1-1 0,0 1 0,0-1 0,1 4 0,9 5 0,-10-10 0,0 0 0,0 0 0,0 1 0,0-1 0,0 0 0,0 0 0,0 1 0,-1-1 0,1 0 0,0 1 0,-1-1 0,1 1 0,-1-1 0,1 0 0,-1 1 0,0 0 0,1-1 0,-1 1 0,0 2 0,0-2 0,0-1 0,0 1 0,1 0 0,-1-1 0,1 1 0,-1-1 0,1 1 0,0-1 0,0 1 0,-1-1 0,1 1 0,0-1 0,0 0 0,0 1 0,1-1 0,-1 0 0,0 0 0,0 0 0,1 0 0,-1 0 0,0 0 0,1 0 0,-1-1 0,1 1 0,-1 0 0,4 0 0,8 6 0,-4 2 0,-8-8 0,0 1 0,1-1 0,-1 1 0,0-1 0,1 0 0,-1 0 0,1 0 0,0 0 0,-1 0 0,1 0 0,0 0 0,0 0 0,-1-1 0,1 1 0,0-1 0,0 1 0,0-1 0,0 0 0,0 0 0,0 0 0,-1 0 0,4 0 0,40 7 0,-37-5 0,-1 0 0,1 0 0,-1-1 0,1 0 0,9 0 0,152-15 0,10 3 0,-144 9 0,47 3 0,-53 1 0,0-2 0,46-5 0,153-12 0,-60 7 0,75-5 0,-192 12 0,183-18 0,60-7 0,-192 23 0,169-33 0,38-12 0,1-2 0,-266 45 0,82-5 0,-10 2 0,282-30 0,-107 14 0,17 1 0,-68 9 0,173 3 0,-376 13 0,158 16 0,-119-13 0,108 18 0,-150-17 0,61-1 0,10 1 0,-42-3 0,-48-2 0,0 1 0,-1 1 0,17 2 0,-5 3 0,1-3 0,0 0 0,49-1 0,77 8 0,-109-10 0,0 1 0,1-2 0,45-8 0,-42 5 0,0 2 0,62 4 0,-14 1 0,-65-2 0,32-1 0,-62 0 0,1 0 0,-1 0 0,0 0 0,1 0 0,-1-1 0,0 1 0,0 0 0,1-1 0,-1 1 0,0-1 0,0 1 0,0-1 0,1 0 0,-1 0 0,0 1 0,0-1 0,0 0 0,0 0 0,-1 0 0,1 0 0,0 0 0,0 0 0,0 0 0,-1 0 0,1 0 0,-1-1 0,1 1 0,-1 0 0,1 0 0,-1-1 0,0 1 0,1 0 0,-1-3 0,1-10 0,-1 9 0,0 0 0,1 0 0,-1 0 0,-1 1 0,1-1 0,-1 0 0,0 0 0,-3-9 0,-86-137 0,85 143 0,0-1 0,1 1 0,1-1 0,-1 0 0,-1-11 0,-16-37 0,-79-129 0,92 166 0,1 0 0,-8-42 0,1 6 0,5 16 0,1-1 0,3 0 0,1 0 0,2 0 0,5-67 0,-1 20 0,-1-1 0,13-91 0,-8 117 0,-6-117 0,-3 70 0,5 90 0,0-1 0,8-35 0,-5 35 0,-1 0 0,1-38 0,-5-313 0,0 366 0,0 1 0,-1-1 0,0 1 0,0-1 0,0 1 0,-1 0 0,0-1 0,-4-8 0,3 10 0,1-1 0,1 1 0,-1-1 0,1 1 0,-1-1 0,1 1 0,1-1 0,-2-8 0,3-3 58,-2-11 26,1 27-111,-1-1 1,1 0-1,0 0 0,-1 1 1,1-1-1,-1 0 1,1 1-1,-1-1 0,1 1 1,-1-1-1,0 1 1,1-1-1,-1 1 0,0-1 1,1 1-1,-1 0 1,0-1-1,1 1 0,-1 0 1,0-1-1,0 1 1,1 0-1,-1 0 0,0 0 1,0 0-1,1 0 1,-1 0-1,0 0 0,-1 0 1,-4 0-619,-13 0-2593,2 0-3594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31.10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445 78 1249,'0'-28'5820,"0"-21"10284,1 55-15926,-1-5-105,1 1 0,-1-1 0,0 1-1,0-1 1,0 1 0,0 0 0,0-1-1,0 1 1,0-1 0,-1 1 0,1-1 0,0 1-1,-1-1 1,1 1 0,-1-1 0,0 1-1,0-1 1,0 2 0,-2-1 37,1 0-1,0 1 1,0-1 0,0 0 0,0 1-1,0 0 1,1-1 0,-1 1 0,1 0-1,0 0 1,0 0 0,0 0 0,0 0-1,0 0 1,1 0 0,-1 0 0,1 0-1,0 1 1,0-1 0,0 0 0,1 6-1,-1-2 101,-1 0-1,1 0 0,-2 1 0,1-1 0,-4 10 0,3-10 45,0 0 1,0 0-1,1 0 0,0 0 0,-1 11 0,3 0 308,0-10-309,-1 0 0,0 0 0,-1 0-1,0-1 1,0 1 0,-2 9 0,-3 1-168,1 0-1,1 1 1,0 0-1,2 0 1,-1 35-1,-12 185-84,9-169 0,6 122 0,3-82 0,-3 336 0,18-316 0,-18-45 0,0-84 0,0-1 0,0 1 0,0-1 0,0 1 0,-1-1 0,1 1 0,0-1 0,0 1 0,-1-1 0,1 1 0,0-1 0,-1 0 0,1 1 0,0-1 0,-1 1 0,1-1 0,-1 0 0,1 1 0,-1-1 0,1 0 0,-1 0 0,1 1 0,-1-1 0,1 0 0,-1 0 0,1 0 0,-1 0 0,1 1 0,-1-1 0,1 0 0,-1 0 0,1 0 0,-1 0 0,1 0 0,-1 0 0,0-1 0,1 1 0,-1 0 0,1 0 0,-1 0 0,1 0 0,-1-1 0,1 1 0,-1 0 0,1 0 0,-1-1 0,1 1 0,0 0 0,-1-1 0,1 1 0,-1-1 0,1 1 0,-28-20 0,22 14 0,-1 0 0,1 1 0,-2 0 0,1 0 0,0 1 0,-1 0 0,-9-4 0,-6-4 0,9 4 0,11 6 0,0 0 0,-1 0 0,1 0 0,0 0 0,-1 1 0,1 0 0,-1-1 0,0 2 0,1-1 0,-1 0 0,0 0 0,1 1 0,-6 0 0,-39-8 0,39 6 0,1 0 0,0 1 0,-1 0 0,-14-1 0,21 3 0,-1-1 0,1 0 0,-1 1 0,1-1 0,-1 1 0,1 0 0,-1 0 0,1 0 0,-1 0 0,1 1 0,0-1 0,0 0 0,-1 1 0,1 0 0,0-1 0,1 1 0,-1 0 0,0 0 0,-2 3 0,3-4 0,0-1 0,1 1 0,-1 0 0,0-1 0,1 1 0,-1-1 0,0 1 0,1 0 0,-1 0 0,1-1 0,-1 1 0,1 0 0,0 0 0,-1 0 0,1-1 0,0 1 0,-1 0 0,1 0 0,0 0 0,0 0 0,0 0 0,0 0 0,0 0 0,0 0 0,0-1 0,0 1 0,0 0 0,0 0 0,1 0 0,-1 0 0,0 0 0,1 0 0,-1-1 0,0 1 0,1 0 0,-1 0 0,1 0 0,-1-1 0,1 1 0,0 0 0,-1-1 0,1 1 0,0 0 0,-1-1 0,1 1 0,0-1 0,0 1 0,-1-1 0,1 0 0,0 1 0,0-1 0,0 0 0,0 1 0,1-1 0,5 3 0,1 1 0,-1-2 0,1 1 0,0-1 0,0 0 0,0-1 0,0 0 0,0 0 0,1-1 0,-1 0 0,0 0 0,14-3 0,28-9 0,-27 7 0,0-2 0,26-10 0,72-9 0,65-24 0,-46 9 0,-118 39 126,-20 2-155,-1 1 0,0-1 0,0 0 0,1 0 0,-1 0 0,0 0 0,1 0 1,-1 0-1,0 0 0,0 0 0,1 0 0,-1-1 0,0 1 0,0 0 0,1-1 0,-1 1 0,0-1 0,0 1 0,0-1 0,0 0 0,0 0 0,1 1 0,-1-1 0,-1 0 0,3-2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32.30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67 123 2673,'0'-2'3426,"0"1"-3266,1 1-1,-1-1 1,0 1-1,0-1 1,0 1 0,0-1-1,0 1 1,0-1-1,0 1 1,0-1 0,0 1-1,0-1 1,0 1-1,0-1 1,0 1-1,-1-1 1,1 1 0,0-1-1,0 1 1,0-1-1,-1 1 1,1-1 0,0 1-1,-1-1 1,1 1-1,0 0 1,-1-1 0,-2 1-49,1 1 0,0 0 0,-1 0 0,1 0 0,0 0 1,0 0-1,-1 1 0,1-1 0,0 1 0,0-1 1,1 1-1,-1 0 0,0 0 0,0 0 0,1 0 1,0 0-1,-1 0 0,1 0 0,0 0 0,0 1 1,0-1-1,0 0 0,0 1 0,1-1 0,-1 1 1,1-1-1,-1 3 0,-8 42 1618,7-41-1455,0 1 0,0-1-1,1 1 1,0 0 0,-1 10 0,2 9 448,-1 28 406,3 1 0,1 0 0,17 78 1,6-17-180,-21-101-849,0 0-1,1 0 1,0 0-1,2-1 1,14 23-1,12 26 67,-26-41-102,-7-19-54,0 0-1,0 0 0,0 0 1,0 0-1,1 0 0,-1 0 1,1 0-1,0-1 0,3 5 1,37 59 299,-34-59 253,-7-7-515,-1 1-1,1-1 1,-1 1 0,1-1-1,-1 1 1,1-1 0,-1 1-1,1-1 1,-1 0-1,1 1 1,0-1 0,-1 0-1,1 1 1,0-1 0,-1 0-1,1 0 1,0 0-1,-1 0 1,1 0 0,0 0-1,-1 0 1,1 0 0,1 0-1,1 0 114,2 0 1233,-7-7-640,1-1 1,1 0-1,0 0 1,0 1-1,1-12 1,0 13-725,0-1 1,-1 0 0,0 1 0,0-1 0,-1 0 0,1 1-1,-4-11 1,-2 0 35,2 9-38,1-1 1,1 1-1,-1 0 0,1-1 0,1 1 0,0-1 1,0-12-1,-1-34-2,1 29-25,0 0 0,2-1-1,6-38 1,1 27 0,-1-1 0,-3 0 0,1-55 0,-5-24 0,0 109 0,1 1 0,0 0 0,0-1 0,1 1 0,0 0 0,5-13 0,-4 14 0,-1-1 0,1 1 0,-1-1 0,-1 0 0,0 0 0,1-12 0,-2 18 0,0 0 0,0 1 0,0-1 0,0 1 0,0-1 0,0 0 0,1 1 0,-1-1 0,1 1 0,-1-1 0,1 1 0,-1-1 0,1 1 0,0-1 0,2-1 0,-3 2 0,1 1 0,-1-1 0,1 1 0,0 0 0,-1-1 0,1 1 0,0 0 0,-1-1 0,1 1 0,0 0 0,-1 0 0,1 0 0,0 0 0,0-1 0,-1 1 0,1 0 0,0 0 0,0 0 0,-1 1 0,1-1 0,0 0 0,-1 0 0,1 0 0,1 1 0,0 0 0,1 1 0,0-1 0,-1 1 0,1 0 0,-1 0 0,0 0 0,0 0 0,0 0 0,0 0 0,0 0 0,0 1 0,0-1 0,-1 1 0,1 0 0,-1-1 0,2 6 0,10 22 0,1-1 0,1-1 0,34 47 0,-27-43 0,-1 1 0,16 35 0,-30-53 0,1 0 0,1 0 0,14 18 0,-13-20 0,-1 0 0,0 1 0,12 27 0,-7-9 0,27 45 0,-35-67 0,0 0 0,1-1 0,0 0 0,1 0 0,0-1 0,0 0 0,0 0 0,1-1 0,10 7 0,-2 0 0,18 13 0,-34-27 0,1 1 0,-1-1 0,0 1 0,0-1 0,0 0 0,0 0 0,0 1 0,1-1 0,-1 0 0,0 0 0,0 0 0,0 0 0,1 0 0,-1-1 0,0 1 0,0 0 0,0 0 0,0-1 0,1 1 0,-1-1 0,0 1 0,0-1 0,0 1 0,0-1 0,0 0 0,0 0 0,0 1 0,0-1 0,-1 0 0,1 0 0,0 0 0,0 0 0,0-1 0,9-15 0,0-1 0,-1 1 0,-1-2 0,7-22 0,-12 31 0,-1 3 0,0-1 0,-1-1 0,0 1 0,0 0 0,-1 0 0,-1-11 0,3-21 0,4 5 0,-3 16 0,0 0 0,0-27 0,-2 24 0,2 1 0,8-39 0,-7 39 0,0 1 0,1-38 0,5-40 0,-1 11 0,-9 17 0,0 69 0,0 0 0,0 1 0,1-1 0,-1 1 0,0-1 0,0 1 0,0-1 0,1 1 0,-1-1 0,0 1 0,1-1 0,-1 1 0,0-1 0,1 1 0,-1-1 0,1 1 0,-1 0 0,1-1 0,-1 1 0,1 0 0,-1-1 0,1 1 0,-1 0 0,1 0 0,-1 0 0,1-1 0,-1 1 0,1 0 0,0 0 0,-1 0 0,1 0 0,-1 0 0,1 0 0,-1 0 0,1 0 0,0 0 0,-1 0 0,1 0 0,-1 1 0,1-1 0,-1 0 0,1 0 0,0 0 0,-1 1 0,1-1 0,-1 0 0,0 1 0,1-1 0,-1 0 0,2 2 0,2 10 0,-1 13 0,44 131 0,-44-144 0,1 1 0,0-1 0,1 0 0,0-1 0,1 1 0,9 13 0,7 15 0,-6-6 0,20 36 0,81 119 0,-103-165-815,1 0-1,0-1 1,2-1-1,1-1 1,22 21-1,11-11-11894,-48-30 12117,0 0-1,0-1 0,0 1 0,1-1 1,-1 0-1,0 0 0,0 0 1,0 0-1,0 0 0,0-1 0,0 1 1,4-2-1,21-11-2722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32.65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150 497 1489,'4'-2'721,"-1"-1"0,1 0 0,-1 1 0,0-2 0,0 1 0,0 0 0,-1-1 0,3-3 0,11-13 1159,8-9 661,-1 1-1251,-18 23-963,0-2 1,0 1-1,0 0 0,-1-1 0,4-7 1,3-4 560,-8 16-588,-1-1 0,0 0 1,0 0-1,0 0 0,0 0 0,0 0 0,-1 0 1,1 0-1,-1 0 0,0-1 0,0 1 0,0 0 1,0-1-1,-1 1 0,1-1 0,-1-3 1,0 5-103,0-1 1,0 1 0,1 0 0,-1 0 0,1-1-1,-1 1 1,1 0 0,0 0 0,0 0 0,0 0 0,0 0-1,0 0 1,0 0 0,2-2 0,-1 2 57,0-1 0,0 1 1,-1-1-1,1 0 0,-1 1 1,0-1-1,0 0 0,0 0 1,0 0-1,0 0 0,-1 0 1,1 0-1,-1 0 0,0-4 1,1-10 831,0 10-744,-1 0 0,1 0 0,-1 0 0,0 0 1,-1 1-1,0-1 0,0 0 0,-4-12 1,-4 12-220,8 7-125,1-1-1,-1 1 0,0-1 1,0 1-1,0-1 1,0 0-1,0 1 0,1-1 1,-1 0-1,0 0 0,1 0 1,-1 1-1,0-1 1,1 0-1,-1 0 0,1 0 1,0 0-1,-1 0 0,1 0 1,0 0-1,-1 0 0,1 0 1,0 0-1,0 0 1,0-2-1,0 1 1,0 1 0,0 0 0,0-1 0,0 1 0,0 0 0,0 0 0,0-1 0,-1 1 0,1 0 0,0-1 0,-1 1 0,1 0 0,-1 0 0,0 0 0,1 0 0,-1-1 0,0 1 0,0 0 0,1 0 0,-1 0 0,0 1 0,0-1 0,0 0 0,0 0 0,0 0 0,0 1 0,-1-1 0,1 0 0,0 1 0,0-1 0,0 1 0,-1-1 0,-1 1 0,1-1 0,0 0 0,0 1 0,0-1 0,1 0 0,-1 0 0,0 0 0,0 0 0,0-1 0,1 1 0,-1 0 0,1-1 0,-3-2 0,3 2 0,0 1 0,0 0 0,-1 0 0,1-1 0,0 1 0,-1 0 0,1 0 0,0 0 0,-1 0 0,1 1 0,-1-1 0,0 0 0,1 1 0,-1-1 0,0 1 0,1-1 0,-1 1 0,0 0 0,-3 0 0,0 0 0,0 0 0,0 1 0,0 0 0,1 0 0,-1 0 0,-10 4 0,2 1 0,-1 0 0,1 1 0,1 1 0,-17 12 0,22-15 0,0 1 0,0 0 0,0 0 0,1 0 0,0 1 0,1 0 0,-1 0 0,1 0 0,0 1 0,-4 11 0,-4 15 0,9-27 0,1 0 0,1 0 0,0 0 0,0 0 0,0 1 0,0-1 0,0 12 0,2 128 0,1-142 0,-1 0 0,1 0 0,0 0 0,0 0 0,1-1 0,-1 1 0,1 0 0,0-1 0,0 1 0,0-1 0,1 0 0,3 5 0,14 31 0,-14-28 0,1 0 0,0 0 0,0 0 0,1-1 0,1 0 0,-1 0 0,2-1 0,0 0 0,0-1 0,14 10 0,-3-1 0,-16-14-276,0-1-1,1 0 1,0 0 0,-1 0 0,1-1-1,0 0 1,0 0 0,0 0-1,1-1 1,-1 0 0,10 1-1,3-1-1581,0-1-1,30-2 0,-24-1-578,-9 2 858,0-1-1,0 0 1,0-1 0,-1-1 0,22-8 0,-5 0-1197,58-16 0,-64 21 1829,0 0-1,0-2 0,-1 0 0,43-25 1,-5-6 138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33.2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388 992 192,'64'-68'1837,"-57"60"-1280,-1 0 0,-1 0 0,1 0 0,-1-1 0,-1 0 0,0 0 1,5-13-1,-7 12 222,1-1 0,1 1 0,0 0 0,9-17 0,-12 26-666,-1-1 0,1 1 0,-1-1 1,1 1-1,-1-1 0,0 1 0,0-1 1,0 1-1,0-1 0,0 0 0,0 1 1,0-1-1,-1 1 0,1-1 0,0 1 1,-1-1-1,1 1 0,-1-1 0,0 1 1,1-1-1,-2-1 0,-23-29 2201,14 19-903,9 11-1257,-1 0-1,0 0 1,1 1-1,-1-1 1,0 1-1,0-1 1,0 1 0,0 0-1,0 0 1,0 0-1,0 0 1,-1 1 0,1-1-1,0 1 1,0 0-1,0 0 1,-1 0 0,1 1-1,-6 0 1,-6 1 615,1 0-1,0 1 1,-17 6 0,1 2 888,1 0 0,1 2 0,-52 32 1,65-35-1286,1 1 0,0 1 0,1 0 0,0 0 0,1 2 0,1-1 0,0 2 1,-12 19-1,16-18-359,0 0 0,1 1 0,-8 33 0,5-15-20,6-25 7,1 1 0,1 0 0,0 0 0,0-1 0,1 1 0,2 16 0,-1 5 0,0-26 0,-1 1 0,2-1 0,-1 1 0,1-1 0,0 1 0,0-1 0,1 0 0,0 0 0,0 0 0,0 0 0,1 0 0,-1-1 0,8 8 0,19 36 0,-22-30 0,-8-16 0,1 0 0,0 0 0,1 0 0,-1 0 0,1 0 0,-1 0 0,1 0 0,0 0 0,0-1 0,0 1 0,0-1 0,0 0 0,1 1 0,-1-1 0,1 0 0,-1 0 0,1 0 0,0-1 0,3 2 0,3 2 2,0-1 0,0 0 0,0-1 0,0 0 0,0-1 0,1 1 0,-1-2 1,1 1-1,18-1 0,-22-1-8,0 0 0,0-1 0,0 0 1,0 0-1,0 0 0,0-1 0,0 0 1,0 0-1,0 0 0,-1-1 0,1 0 1,-1 0-1,0 0 0,0-1 1,0 0-1,0 1 0,4-6 0,11-20-245,-1 0-1,-2-2 0,0 0 1,-3 0-1,15-42 0,-20 43 250,-1 0-1,-1 0 1,-1 0 0,2-42-1,4-21 13,-5 50 3,-1 15 50,-2-2 0,2-41 0,-6-248 1330,-1 299-1393,-1 1 0,0-1 0,-11-37 0,0-3 0,9 44 0,-1 0 0,-1 0 0,0 0 0,-9-14 0,-9-24 0,5 24 0,19 29 0,-1 1 0,1-1 0,0 1 0,-1-1 0,0 1 0,1-1 0,-1 1 0,1 0 0,-1-1 0,1 1 0,-1 0 0,0-1 0,1 1 0,-1 0 0,0 0 0,1 0 0,-1 0 0,0 0 0,1-1 0,-1 1 0,0 0 0,1 0 0,-1 1 0,0-1 0,1 0 0,-1 0 0,0 0 0,1 0 0,-1 1 0,0-1 0,1 0 0,-1 0 0,1 1 0,-1-1 0,0 1 0,1-1 0,-1 0 0,1 1 0,-1-1 0,1 1 0,0-1 0,-1 1 0,1 0 0,-1-1 0,1 1 0,0-1 0,-1 1 0,1 0 0,0-1 0,0 1 0,-1 0 0,0 5 0,-1 0 0,1 0 0,0 0 0,0 0 0,0 0 0,1 0 0,0 1 0,0-1 0,2 11 0,0 18 0,-3 5 0,0-14 0,1 1 0,5 40 0,10 9 0,4-1 0,2 0 0,62 139 0,-57-156 0,-14-28 0,1 0 0,2-2 0,1 0 0,1-1 0,21 28 0,2-2 0,-31-39 0,0-1 0,1 0 0,16 17 0,-22-27 0,0 0 0,-1 0 0,1 0 0,0 0 0,1-1 0,-1 0 0,0 0 0,1 0 0,-1 0 0,1 0 0,0-1 0,-1 0 0,1 0 0,0 0 0,8-1 0,-8 0 0,0-1 0,0 0 0,0 0 0,-1-1 0,1 1 0,0-1 0,-1 0 0,0 0 0,1-1 0,-1 1 0,0-1 0,0 0 0,0 0 0,6-7 0,-5 4 0,1 0 0,-1 0 0,0 0 0,0-1 0,0 0 0,-1 0 0,6-13 0,-1-14-26,7-13-87,-9 32 75,0 2 30,-1 1-1,-1-1 1,1 0 0,5-26-1,3-18 98,-10 43-63,0 1 0,-1-1 0,0 0 0,0-19 0,-3-117-26,-1 187 0,5 32 0,2-43 0,-2 0 0,2 52 0,-6-67 0,1 0 0,0 0 0,1 0 0,0-1 0,8 22 0,5 23 0,-12-45 0,0 0 0,1 0 0,0 0 0,1-1 0,0 0 0,0 0 0,7 9 0,17 29 0,-26-42 0,9 18 0,-1 0 0,15 42 0,-24-60 0,-1-1 0,2 1 0,-1-1 0,0 0 0,1 0 0,0 0 0,0 0 0,0-1 0,0 1 0,5 3 0,18 25 0,-25-30-248,0 0-1,0 0 1,0-1-1,0 1 1,0 0-1,0-1 1,1 0 0,-1 1-1,0-1 1,1 1-1,-1-1 1,1 0-1,0 0 1,-1 0 0,1 0-1,0 0 1,0-1-1,-1 1 1,1 0-1,0-1 1,0 1 0,0-1-1,0 0 1,0 1-1,0-1 1,0 0-1,0 0 1,0 0 0,0-1-1,-1 1 1,1 0-1,0-1 1,0 1-1,0-1 1,0 0 0,0 0-1,-1 1 1,1-1-1,0 0 1,-1 0-1,1-1 1,-1 1 0,1 0-1,-1-1 1,1 1-1,-1 0 1,0-1-1,0 0 1,0 1 0,1-3-1,6-7-2437,-2-1-1,0 0 1,7-19 0,-6 14 585,-3-22-1308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33.3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188 228 5234,'-18'-43'4354,"-10"1"-1472,-19 5-1314,19 11-767,9-1-401,-9 12-240,28-12-368,-19 27-144,19-10-337,19 20-2112,-19 6 736,28-5-672,-28 15-176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34.20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542 312 4738,'6'-3'1056,"-1"0"0,1-1-1,-1 0 1,0 0 0,0 0-1,0-1 1,0 0 0,5-7-1,-7 6-368,0 0-1,0 0 0,0 0 0,-1-1 0,1 1 1,-2-1-1,1 0 0,-1 0 0,0 1 0,0-1 1,-1 0-1,0-10 0,1-2 927,0 13-891,-1-1-1,1 1 1,-1-1 0,-1 1-1,1-1 1,-1 1-1,0 0 1,-4-12 0,1 8-333,2 6-336,1-1 0,-1 1-1,0 0 1,0 0 0,0 0 0,-1 0 0,0 0 0,1 0 0,-1 1-1,-1-1 1,1 1 0,0 0 0,-1 0 0,1 0 0,-1 0 0,0 1 0,0 0-1,0 0 1,0 0 0,-6-2 0,-2 2-53,0 1 0,0 1 0,1 0 0,-1 1 0,0 0 0,0 1 0,1 0 0,-1 0 0,1 2 0,-1-1 0,-19 10 0,-5 5 0,0 1 0,-39 29 0,57-33 0,-1 1 0,2 1 0,0 1 0,1 0 0,1 1 0,-17 30 0,10-19 0,15-19 0,1 0 0,1 0 0,-1 0 0,1 1 0,1 0 0,0 0 0,1 0 0,-2 17 0,-4 13 0,-1-13 0,8-25 0,0 1 0,0 0 0,1 0 0,-1 1 0,1-1 0,0 0 0,1 0 0,-1 0 0,1 1 0,0-1 0,0 0 0,1 1 0,1 4 0,37 123 0,-38-126 0,1-1 0,0 1 0,0-1 0,0 1 0,1-1 0,0 0 0,0 0 0,1 0 0,0 0 0,0-1 0,0 1 0,0-1 0,1 0 0,0-1 0,0 1 0,1-1 0,-1 0 0,7 4 0,-6-4 0,1-1 0,-1 0 0,1 0 0,-1 0 0,1-1 0,0 0 0,0 0 0,0-1 0,0 0 0,12 1 0,-14-3 0,0 0 0,-1 1 0,1-1 0,-1-1 0,1 1 0,-1-1 0,1 0 0,-1 0 0,0 0 0,0 0 0,0-1 0,0 1 0,-1-1 0,1 0 0,-1 0 0,1-1 0,2-3 0,34-36 0,-26 31 0,-2-2 0,0 1 0,0-2 0,-1 0 0,10-18 0,45-116 0,-13 30 0,-50 112 0,0 0 0,0 0 0,0-1 0,-1 1 0,0-1 0,-1 0 0,0 1 0,0-1 0,0-14 0,-1 18 0,0 0 0,0 0 0,1 0 0,0-1 0,-1 1 0,1 0 0,1 0 0,-1 0 0,1 1 0,-1-1 0,1 0 0,4-5 0,0-2 0,-5 10 0,-1 0 0,0 1 0,1-1 0,-1 0 0,0 1 0,1-1 0,-1 0 0,0 0 0,0 1 0,0-1 0,1 0 0,-1 0 0,0 1 0,0-1 0,0 0 0,-1 0 0,1 1 0,0-1 0,0 0 0,0 0 0,0 1 0,-1-1 0,1 0 0,0 1 0,-1-1 0,1 0 0,0 1 0,-1-1 0,1 0 0,-1 1 0,1-1 0,-1 1 0,1-1 0,-1 1 0,0-1 0,1 1 0,-1-1 0,0 1 0,1 0 0,-1-1 0,0 1 0,0 0 0,0-1 0,0 1 0,0-1 0,0 1 0,1-1 0,-1 1 0,0-1 0,0 1 0,1-1 0,-1 0 0,0 1 0,1-1 0,-1 0 0,1 0 0,-1 1 0,1-1 0,-1 0 0,1 0 0,-1 0 0,1 0 0,0 1 0,-1-1 0,1 0 0,0-2 0,0 3 0,0 0 0,0 0 0,0 0 0,0 0 0,0 0 0,-1 0 0,1 0 0,0 0 0,0 0 0,0 0 0,0 1 0,0-1 0,0 0 0,0 0 0,0 0 0,0 0 0,0 0 0,0 0 0,0 0 0,0 0 0,0 0 0,-1 0 0,1 0 0,0 0 0,0 0 0,0 0 0,0 0 0,0 0 0,0 0 0,0 0 0,0 0 0,0 0 0,0-1 0,0 1 0,0 0 0,0 0 0,-1 0 0,1 0 0,0 0 0,0 0 0,0 0 0,0 0 0,0 0 0,0 0 0,0 0 0,0 0 0,0 0 0,0 0 0,0 0 0,0 0 0,0 0 0,0-1 0,0 1 0,0 0 0,-7 13 0,-2 29 0,4-5 0,4-34 0,0-1 0,-1 0 0,1 1 0,0-1 0,0 1 0,1-1 0,-1 1 0,1 0 0,-1-1 0,1 1 0,0 0 0,0-1 0,0 1 0,0 0 0,0-1 0,0 1 0,1 0 0,-1-1 0,1 1 0,0-1 0,1 4 0,2 7 0,3 40 0,-6-46 0,-1 1 0,1 0 0,0 0 0,0 0 0,1-1 0,0 1 0,1-1 0,4 12 0,-1-8 0,25 50 0,4 0 0,62 84 0,-86-131 0,-9-10 0,0 0 0,1-1 0,0 1 0,-1-1 0,1 0 0,0 1 0,1-1 0,-1-1 0,0 1 0,1 0 0,0-1 0,-1 0 0,1 0 0,0 0 0,0 0 0,0 0 0,1-1 0,-1 0 0,0 0 0,0 0 0,1 0 0,4-1 0,5 1 0,-8 0 0,0-1 0,0 0 0,0 0 0,0 0 0,0-1 0,0 0 0,0 0 0,0-1 0,0 1 0,-1-1 0,7-3 0,8-8 0,0-1 0,31-29 0,-25 21 0,-17 13 0,0 0 0,-1-1 0,0 0 0,-1 0 0,0-1 0,0 0 0,-1 0 0,-1 0 0,6-17 0,10-19 0,-5 16-89,-2 1 1,-1-2-1,-2 0 1,12-52-1,-21 74-34,1 0 0,0 0 0,1 0 0,5-9-1,-5 12 54,-1 0 0,0 0 0,0-1-1,-1 1 1,0-1 0,0 1-1,0-1 1,0-11 0,-2 16 68,0-1 0,0 0 0,1 0 0,-1 1 0,1-1 0,0 0 0,0 1 0,0-1 0,1 1 0,-1-1 1,1 1-1,0 0 0,0 0 0,3-4 0,-1 1 4,-2 0 122,-1 1 0,0-1-1,0 0 1,0 1 0,0-1 0,-2-11 0,0 3 462,1 36-321,0 340-265,18-203 0,-18 121 0,0-275 0,-1-24 0,7-33 0,8 11 0,-1-1 0,7-51 0,-9 39 0,22-63 0,-10 47 0,-13 35 0,2 1 0,1 0 0,1 1 0,34-56 0,-17 24 0,-29 63 0,0 0 0,0 0 0,0 0 0,0 0 0,0 0 0,0 0 0,0 1 0,1-1 0,-1 1 0,5-2 0,4-4 0,-9 6 0,0 0 0,-1 0 0,1 0 0,0 0 0,0 1 0,-1-1 0,1 1 0,0-1 0,0 1 0,0 0 0,0-1 0,0 1 0,0 0 0,-1 0 0,1 0 0,0 1 0,0-1 0,0 0 0,0 1 0,0-1 0,-1 1 0,1 0 0,0-1 0,0 1 0,-1 0 0,1 0 0,0 0 0,-1 1 0,1-1 0,-1 0 0,0 0 0,1 1 0,-1-1 0,0 1 0,0-1 0,0 1 0,0-1 0,0 1 0,0 0 0,0 0 0,-1-1 0,2 3 0,8 22 0,3-1 0,0-1 0,19 27 0,23 41 0,-9 7 0,52 95 0,-89-177 0,-1 1 0,8 25 0,-11-27 0,1-2 0,0 1 0,12 19 0,-17-32-321,0 0 0,0-1-1,0 1 1,0 0 0,-1-1 0,1 1 0,-1 0 0,0 0-1,1 0 1,-1 0 0,0-1 0,0 1 0,0 3 0,0-4 128,-1-1 0,1 1 0,0-1 0,0 1 0,0-1 0,0 1 0,0-1 0,0 1 0,0-1 0,0 1 0,0-1 0,0 1 0,0-1 0,0 1 0,0-1 0,0 1 0,1-1 0,-1 1 0,0-1 0,0 1 0,1-1 0,-1 1 0,0-1 0,0 0 0,1 1 0,-1-1 0,0 1 0,1-1 0,-1 0 0,1 1 0,-1-1 0,1 0 0,-1 0 0,0 1 0,1-1 1,-1 0-1,1 0 0,-1 0 0,1 0 0,-1 1 0,1-1 0,-1 0 0,1 0 0,-1 0 0,1 0 0,-1 0 0,1 0 0,-1 0 0,2-1 0,1-15-11674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35.76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7791 162 9668,'16'-24'4746,"13"-15"-5,-27 37-4566,0 1-1,-1-1 0,1 1 1,-1-1-1,1 0 0,-1 1 1,0-1-1,0 0 0,0 0 0,0 0 1,0 0-1,0 0 0,0 0 1,0 0-1,-1 0 0,1 0 1,-1-1-1,0 1 0,0 0 0,0-4 1,0 5-138,0 0 0,0 0 0,0 0 0,0 0 0,0 1 0,0-1 0,0 0 0,1 0 0,-1 0 0,0 0 0,0 1 0,1-1 0,-1 0 0,0 0 0,1 1 0,-1-1 0,1 0 0,-1 0 0,1 1 0,-1-1 0,1 1 0,-1-1 0,1 0 0,0 1 0,-1-1 0,1 1 0,0-1 0,-1 1 0,1 0 0,0-1 0,0 1 0,1-1 0,-2 1 31,1 0 1,0 0-1,0-1 1,-1 1-1,1 0 1,0-1-1,0 1 1,-1-1-1,1 1 1,-1-1-1,1 1 1,0-1-1,-1 1 1,1-1-1,-1 1 1,1-1-1,-1 0 1,0 0-1,1 1 1,-1-1-1,1 0 1,-1 1-1,0-1 1,0 0-1,0 0 1,1 0-1,-1 1 1,0-1-1,0 0 1,0 0-1,0 0 1,0 0-1,0 0-20,0 1 0,-1-1 0,1 1-1,0-1 1,0 1 0,0-1-1,0 1 1,0-1 0,0 1 0,0 0-1,-1-1 1,1 1 0,0-1 0,0 1-1,-1 0 1,1-1 0,0 1-1,-1 0 1,1-1 0,0 1 0,-1 0-1,1-1 1,0 1 0,-1 0-1,1 0 1,-1-1 0,1 1 0,-1 0-1,1 0 1,0 0 0,-1 0 0,1 0-1,-1 0 1,1-1 0,-1 1-1,1 0 1,-1 0 0,1 0 0,-1 1-1,1-1 1,-1 0 0,1 0 0,0 0-1,-1 0 1,1 0 0,-1 1-1,-32 11 3010,8-3-1887,-1-1-1170,1 0 0,-27 14 0,-34 11 0,68-28 0,-26 8 0,-81 12 0,-140 9 0,218-31 0,-210 11 0,-417-14 0,337-16 0,6 8 0,-219-19 0,203 12 0,-34 10 0,212 8 0,-398-3 0,254 15 0,-92-4 0,38 2 0,92-1 0,166-11 0,-26 2 0,-338 21 0,259-8 0,-44-6 0,236-9 0,0 0 0,-25 5 0,-35 2 0,-59 8 0,118-14 0,1 0 0,-1 2 0,-28 9 0,-14 1 0,43-10 0,1 2 0,0 0 0,0 1 0,1 1 0,0 1 0,0 1 0,-19 14 0,24-16 0,7-4 0,0 2 0,0-1 0,0 1 0,1 0 0,0 1 0,0 0 0,0 0 0,1 0 0,0 1 0,1 0 0,-1 0 0,2 0 0,-7 14 0,-12 16 0,19-33 0,1 0 0,-1 1 0,1-1 0,0 1 0,-4 9 0,-13 35 0,12-33 0,1 1 0,1 0 0,0 0 0,2 1 0,0-1 0,-3 39 0,6-49 0,0 1 0,0-1 0,0 1 0,-1-1 0,-1 0 0,-3 10 0,3-10 0,1-1 0,-1 1 0,2-1 0,-1 1 0,1 0 0,-1 9 0,3 7 0,-1-13 0,0 0 0,0 0 0,-1 0 0,-3 18 0,-5-2 0,6-17 0,0 0 0,0 0 0,1 1 0,0-1 0,0 17 0,2 454 0,1-462 0,1 0 0,0 0 0,7 24 0,-4-24 0,-2 1 0,0 0 0,0 26 0,-3 208 0,1-239 0,1-1 0,0 0 0,7 26 0,-5-25 0,-1 0 0,0 0 0,-1 0 0,1 16 0,15 142 0,-16-153 0,0 0 0,1 0 0,8 30 0,3 11 0,-11-34 0,3 0 0,0-1 0,1 0 0,13 29 0,-15-41 0,0-1 0,-1 1 0,3 15 0,-5-16 0,1-1 0,0 0 0,1 0 0,10 19 0,-2-5 0,0 1 0,15 52 0,-23-70 0,-1-1 0,1 0 0,1 0 0,0 0 0,0 0 0,0-1 0,1 0 0,11 11 0,-7-7 0,-4-5 0,11 15 0,1-1 0,1 0 0,1-2 0,1-1 0,25 18 0,-42-33 0,1 0 0,0 0 0,-1 0 0,1-1 0,0 1 0,0-1 0,0 0 0,7 0 0,-7-1 0,-1 1 0,0-1 0,1 1 0,-1 0 0,0 0 0,0 1 0,0-1 0,6 4 0,-1-1 0,1-1 0,-1-1 0,1 1 0,0-1 0,0-1 0,-1 0 0,1 0 0,0-1 0,0 0 0,19-3 0,18 0 0,52-3 0,0-4 0,153-36 0,-113 18 0,-56 12 0,573-80 0,-350 59 0,-16 0 0,38 9 0,-199 20 0,73-1 0,114-2 0,-282 11 0,452-13 0,-177 2 0,172 6 0,-245 8 0,-130-4 0,360 11 0,-298-6 0,71 7 0,-160-6 0,101-6 0,-61-1 0,95-14 0,-22 6 0,-17-8 0,-120 11 0,-27 3 0,0-1 0,-1-2 0,1 0 0,-1-2 0,40-19 0,-44 18 0,83-45 0,-92 46 0,0-1 0,0 0 0,-1-1 0,20-21 0,20-15 0,-47 42 0,0 0 0,0 0 0,-1 0 0,1-1 0,-1 0 0,-1 0 0,8-12 0,17-21 0,-25 35 0,-1-1 0,0 1 0,0-1 0,-1 0 0,0 0 0,1 0 0,1-9 0,-2 8 0,0 0 0,0 1 0,1-1 0,-1 0 0,1 1 0,6-8 0,-6 10 0,-1 0 0,1 1 0,-1-1 0,0-1 0,0 1 0,0 0 0,0 0 0,0-1 0,-1 1 0,0-1 0,0 1 0,0-1 0,0 0 0,0 1 0,-1-1 0,1-6 0,-1 3 0,1 0 0,0 0 0,0 0 0,1 1 0,3-11 0,4-26 0,-9 39 0,0 0 0,1-1 0,-1 1 0,1 0 0,0-1 0,1 1 0,-1 0 0,1 0 0,0 0 0,2-5 0,-2 6 0,0-1 0,0 1 0,-1-1 0,1 1 0,-1-1 0,0 1 0,0-1 0,-1 0 0,1 0 0,0-3 0,-1-6 0,1 0 0,1 0 0,4-19 0,-3 21 0,-1-1 0,0 0 0,0-18 0,-1 23 0,0 0 0,0 0 0,0 0 0,1 1 0,0-1 0,4-11 0,-3 11 0,0 1 0,-1-1 0,0 0 0,-1 0 0,1 0 0,0-13 0,16-110 0,-20 69 0,0 42 0,1 1 0,1-1 0,1 0 0,1 0 0,5-27 0,2 19 0,-6 19 0,0 0 0,-1 0 0,0 0 0,0 0 0,-1-1 0,0-10 0,-1-119 0,0 130 0,-1-1 0,0 1 0,-1 0 0,1-1 0,-2 1 0,-3-10 0,3 11 0,1-1 0,-1 1 0,1-1 0,1 0 0,0 1 0,-1-11 0,2-184 0,1 194 0,0-1 0,0 0 0,1 1 0,0-1 0,6-14 0,-5 15 0,-1 0 0,0 0 0,0 0 0,0 0 0,0-16 0,-1-4 0,1 0 0,11-52 0,-9 54 0,-2 0 0,0 1 0,-5-52 0,1 13 0,2 50 0,0 0 0,-1 1 0,-1-1 0,0 0 0,-8-25 0,9 34 0,0 0 0,0 0 0,1 0 0,0 0 0,0 0 0,1-9 0,0 10 0,0-1 0,-1 1 0,0 0 0,0-1 0,0 1 0,0 0 0,-1-1 0,0 1 0,0 0 0,0 0 0,0-1 0,-2-3 0,-1 1 0,0 0 0,1 0 0,0 0 0,1-1 0,0 1 0,0-1 0,0 0 0,1 1 0,0-1 0,1 0 0,-1 0 0,2-11 0,-1 4 0,1 8 0,0 0 0,-1 1 0,0-1 0,-1 0 0,0 0 0,0 0 0,0 0 0,-1 1 0,0-1 0,0 0 0,-5-9 0,6 14 0,0-1 0,1 1 0,-1 0 0,1-1 0,-1 1 0,1-1 0,0 1 0,0-1 0,0 1 0,0 0 0,1-3 0,0 3 0,-1 1 0,0 0 0,1-1 0,-1 1 0,0-1 0,0 1 0,0 0 0,0-1 0,0 1 0,0-1 0,0 1 0,-1 0 0,1-1 0,0 1 0,-1 0 0,1-1 0,-1 1 0,0 0 0,1 0 0,-1-1 0,-1-1 0,-7 2-2760,-21 1-11344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52.97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1008 385 3346,'-2'-48'10922,"1"43"-10552,0 1 1,0-1 0,0 0 0,0 1 0,-1 0 0,1-1 0,-1 1-1,-1 0 1,1 0 0,-5-7 0,3 5 201,0 0 0,0-1 0,1 1 1,0-1-1,-4-12 0,5 14-235,0-1 1,0 1 0,0 0-1,-1 0 1,1 1-1,-1-1 1,-6-6 0,6 6 76,-1 0 1,1 1 0,0-1 0,0 0-1,1-1 1,-1 1 0,-2-10 0,4 10-181,0 1 1,-1 0 0,0-1-1,1 1 1,-2 0 0,1 0-1,0 0 1,-1 0 0,0 1-1,1-1 1,-2 1 0,1 0-1,0 0 1,-1 0-1,-6-5 1,-60-34 979,66 39-1214,-1 0 0,1 1 0,-1-1 0,0 1 0,0 0 0,0 0 0,0 1 0,0 0 0,0 0 0,-1 0 0,-9 0 0,-14-3 0,17 3 0,1 1 0,0 0 0,0 1 0,-1 0 0,1 1 0,0 0 0,-16 6 0,-74 30 0,70-24 0,0 2 0,1 1 0,1 2 0,1 1 0,0 1 0,1 1 0,2 1 0,0 2 0,-34 44 0,35-36 0,2 0 0,1 2 0,2 0 0,1 2 0,2 0 0,1 0 0,-15 62 0,27-83 0,1 0 0,0 0 0,1 0 0,1 0 0,0 0 0,1 0 0,6 27 0,1-7 0,2-1 0,16 41 0,-18-59 0,1 0 0,1 0 0,1-1 0,0 0 0,1-1 0,19 20 0,-3-3 0,-8-9-247,0-2-1,2 0 1,0-1 0,2 0-1,0-2 1,0-2 0,2 0-1,0-1 1,1-1-1,0-2 1,1-1 0,1-1-1,55 12 1,-25-12-5359,95 5-1,-107-16 3040,1-2 1,-1-3-1,-1-1 1,52-15-1,-25-2 126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53.49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506 1200 2049,'18'-21'1605,"-1"0"0,-1-1 0,-1-1 0,-1 0 0,-1-1 0,-1 0 0,-1-1 0,-1 0 0,-2-1 0,0 0-1,7-47 1,-15 60-1059,0 0 0,0 0-1,-1 0 1,0 0 0,-2 1-1,1-1 1,-1 0 0,-1 1-1,0 0 1,-1 0 0,0 0-1,-1 1 1,-1-1-1,1 1 1,-2 1 0,1-1-1,-2 1 1,1 1 0,-1-1-1,-14-10 1,17 17-546,1 1 0,-1-1 0,1 1 0,-1 0 0,0 1 0,0-1 0,1 1 0,-1 1 0,0-1 0,0 1 0,0 0 0,0 0 0,0 1 0,-6 0 0,-16 1 0,14-1 0,-1 1 0,1 0 0,-1 2 0,1-1 0,0 2 0,1 0 0,-1 1 0,1 0 0,-20 12 0,16-7 0,0 0 0,0 1 0,1 1 0,0 0 0,-26 31 0,17-12 0,2 1 0,-31 56 0,47-74 0,0-1 0,1 2 0,0-1 0,1 1 0,1-1 0,1 1 0,0 1 0,-1 26 0,4 134 0,0-169 0,1 1 0,1 0 0,-1 0 0,1 0 0,0-1 0,1 1 0,0-1 0,6 11 0,12 40 0,-18-47 0,0-1 0,1 0 0,1 0 0,0 0 0,0 0 0,1-1 0,0 0 0,9 11 0,-12-16 0,1-1 0,0 0 0,0 1 0,0-2 0,0 1 0,1 0 0,-1-1 0,1 0 0,0 0 0,0 0 0,0 0 0,0-1 0,1 0 0,-1 0 0,1 0 0,-1-1 0,1 0 0,8 1 0,-8-3 0,0 0 0,0-1 0,0 0 0,0 0 0,0 0 0,0 0 0,-1-1 0,0 0 0,1 0 0,-1-1 0,0 1 0,5-6 0,50-50 0,-53 49 0,-1 0 0,0-1 0,0 1 0,-1-1 0,0-1 0,-1 1 0,0-1 0,-1 1 0,-1-1 0,2-14 0,16-51 0,-4 41 0,-11 26 0,0-1 0,-1 1 0,0-1 0,4-22 0,-7-3 0,-2 28 0,1 1 0,0-1 0,1 1 0,-1-1 0,1 1 0,1-1 0,2-6 0,2-2 0,-3 8 0,0 0 0,0-1 0,-1 1 0,0-1 0,0 1 0,-1-1 0,0-9 0,3 4 0,5 16 0,21 33 0,5 5 0,45 27-197,-51-40-79,2-1-1,64 41 0,-90-64-211,1 1 0,0-2 0,1 1 0,-1-1 0,0 0 0,1 0 0,-1-1 1,1 1-1,0-2 0,-1 1 0,1-1 0,0 0 0,-1 0 0,1-1 0,0 1 0,12-5 0,-4 0-875,-1-1 1,1-1-1,-2 0 0,1-1 0,21-15 0,-31 19 1058,1 0-1,-1 0 0,1 0 1,-1 0-1,-1 0 0,1-1 1,3-6-1,13-15-656,-5 6 702,-1 0-1,-1 0 0,0-1 1,-2-1-1,0 0 0,7-26 1,-13 32 308,-1 0 0,0-1 0,1-19 0,2-17 264,-1 24-100,25-159 2330,-27 154-1019,-2-1-1,-1 0 0,-6-51 1,4 73-920,-2-14 1361,-1 0 1,0 1 0,-2 0-1,-18-47 1,8 18-21,14 48-1843,1 0 0,-1 0 1,0 0-1,-1 0 0,1 1 0,-1-1 0,-1 1 1,1-1-1,-6-5 0,-5-7-101,11 15 0,0 0 0,0 1 0,0-1 0,0 1 0,-1-1 0,1 1 0,-8-5 0,10 8 0,1-1 0,-1 1 0,0 0 0,1 0 0,-1 0 0,0-1 0,1 1 0,-1 0 0,0 0 0,1 0 0,-1 0 0,0 0 0,1 0 0,-1 1 0,0-1 0,0 0 0,1 0 0,-1 0 0,0 1 0,1-1 0,-1 0 0,0 1 0,-15 22 0,13-17 0,1 1 0,0 1 0,0-1 0,1 0 0,-1 11 0,-7 34 0,3-27 0,0 0 0,2 0 0,0 1 0,2-1 0,1 35 0,0 10 0,-1-19 0,10 94 0,31 139 0,-39-278 0,3 25 0,1-1 0,1 1 0,14 45 0,-10-43-1260,-1 0-1,7 69 0,4 20-3548,-9-89 1577,-7-22 1450,0 1 0,0-1 0,-1 0 1,1 20-1,-3 8-3994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53.83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29 584 8260,'-5'-2'9748,"3"1"-9118,1 1-276,-1 0 0,1 0 0,0 0 0,0-1 0,1 1 1,-1-1-1,0 1 0,0-1 0,0 1 0,0-1 0,0 1 0,0-1 0,1 0 0,-1 1 0,0-1 0,0 0 0,1 0 0,-1 0 0,1 1 0,-1-1 0,1 0 0,-1 0 0,1 0 0,-1 0 0,1 0 0,0 0 0,-1 0 0,1 0 0,0 0 1,0-1-1,5-3-211,1 1 0,0 0 0,0 1 0,0-1 1,0 1-1,1 0 0,9-3 0,1-1-59,78-28 275,-68 26-14,0 0-1,40-21 1,-50 21-256,1 1-1,1 1 1,22-6 0,-28 9-67,1 0 0,-1 0 0,0-2 0,-1 1 0,1-2 0,-1 1 0,13-11 0,46-49-22,-66 63 0,3-3 0,-1 1 0,1-1 0,-1 0 0,0-1 0,0 0 0,0 0 0,-1 0 0,5-9 0,8-12 0,-16 24 0,0 0 0,0 0 0,0 0 0,0 0 0,-1 0 0,0 0 0,0-1 0,0 1 0,0-1 0,-1 0 0,0 0 0,0 1 0,1-9 0,-1-1 0,0 10 0,-1-1 0,1 1 0,-1-1 0,0 1 0,0-1 0,0 1 0,-1-1 0,1 1 0,-1-1 0,0 1 0,0-1 0,-3-4 0,-4 0 0,6 7 0,0 0 0,0-1 0,0 1 0,0 0 0,-1 0 0,1 1 0,-1-1 0,1 0 0,-1 1 0,1-1 0,-1 1 0,0 0 0,0 0 0,1 0 0,-1 0 0,0 0 0,0 1 0,0-1 0,0 1 0,0 0 0,0 0 0,-5 1 0,-2 0 0,0 1 0,0 1 0,0-1 0,1 2 0,-1-1 0,1 1 0,0 1 0,-13 8 0,-2 5 0,-38 36 0,37-31 0,12-10 0,1 0 0,0 1 0,1 0 0,-18 29 0,23-33 0,1 0 0,0 0 0,0 1 0,2 0 0,-1 0 0,1 0 0,1 0 0,0 0 0,-1 20 0,2 8 0,-1-27 0,1 0 0,1 1 0,0-1 0,1 0 0,0 0 0,1 0 0,0-1 0,1 1 0,0 0 0,9 18 0,11 16 0,-19-36 0,1 1 0,0-1 0,1 0 0,0-1 0,1 1 0,13 15 0,38 25-2322,-44-39 952,0 0 0,1 0 0,0-2 1,1 1-1,0-2 0,1-1 0,31 11 0,-22-11-895,-8-1 875,1-1 1,-1-1-1,1 0 1,-1-2 0,36 1-1,5-3-1451,-9 0 192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54.84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575 367 2673,'19'-46'3549,"-14"39"-2794,-2 0-1,1 0 0,-1 0 1,0-1-1,0 1 0,-1-1 1,0 0-1,-1 0 0,1 0 1,-2 1-1,1-1 0,-1-1 1,0 1-1,-1 0 0,0 0 1,-3-12-1,0 8 16,-1 0-1,-1 0 1,0 1-1,-1 0 0,0 0 1,-1 0-1,0 1 1,0 0-1,-12-9 1,13 13-368,0 0-1,0 1 1,0 0 0,-1 0 0,1 0-1,-1 1 1,0 1 0,-1-1 0,1 1-1,0 1 1,-1-1 0,0 2 0,0-1-1,-16 0 1,6 2-402,8-1 0,1 0 0,0 1 0,-1 0 0,1 1 0,0 0 0,-1 1 0,1 0 0,0 0 0,0 1 0,0 0 0,1 1 0,-1 0 0,1 1 0,0 0 0,-10 7 0,-73 43 0,23 23 0,64-71 0,0 1 0,0 0 0,1 1 0,0-1 0,0 1 0,1-1 0,0 1 0,1 0 0,-1 0 0,2 1 0,-2 12 0,-1 7 0,1-10 0,1 0 0,1 0 0,2 31 0,0-10 0,-1-30 0,0 0 0,0 0 0,1 0 0,0-1 0,0 1 0,1 0 0,1-1 0,0 0 0,0 1 0,1-1 0,0 0 0,0-1 0,1 1 0,0-1 0,0 0 0,1 0 0,0 0 0,9 7 0,-3-4 0,-9-8 0,0-1 0,-1 1 0,1-1 0,0 0 0,1 0 0,-1 0 0,0 0 0,0 0 0,1 0 0,-1-1 0,1 0 0,0 0 0,-1 0 0,1 0 0,0 0 0,-1-1 0,5 0 0,2 0-47,1-1 0,-1 0 0,0-1-1,0 0 1,0-1 0,-1 0 0,1-1 0,-1 1 0,1-2 0,-1 0 0,0 0-1,-1 0 1,0-1 0,11-9 0,6-9-279,-1 0-1,38-51 1,-50 60 270,-2 1-84,-1 1 1,13-28 0,0 2 53,-20 35 85,14-19 47,-2-1 1,-1 0 0,-1 0-1,17-52 1,-19 26 468,-9 39-349,1-1 1,0 1 0,1 0-1,1 0 1,0 0-1,0 0 1,1 1-1,6-12 1,-9 19-167,-1 1 0,0 0 0,-1-1 0,1 1 0,0-1 0,-1 1 0,1-1 0,-1 0 0,0 1 0,0-5 0,-1-1 0,0 19 0,0 57 0,-1-29 0,2 0 0,6 46 0,10 257 0,-14-293 0,10 61 0,-5-63 0,0 61 0,-7 221 0,-1-293 0,-12 64 0,7-65 0,-2 65 0,8-72 0,-1 0 0,-2 0 0,-1 0 0,-11 46 0,9-57 0,0 0 0,-1 0 0,-1 0 0,-1-1 0,0 0 0,-1-1 0,0 0 0,-16 17 0,22-29 0,1 0 0,-1 0 0,0-1 0,0 1 0,0-1 0,-1 0 0,1 0 0,0-1 0,-1 1 0,1-1 0,-1 0 0,0 0 0,1 0 0,-1-1 0,0 0 0,1 0 0,-1 0 0,-5-1 0,3 1 0,0 0 0,1-1 0,-1 0 0,1 0 0,0-1 0,0 1 0,0-1 0,0-1 0,0 1 0,0-1 0,-8-5 0,-48-40 0,53 40 0,-5-5 0,1 0 0,1-1 0,-14-21 0,-23-26 0,35 46 0,2 0 0,0-1 0,1 0 0,1-1 0,0-1 0,1 1 0,1-1 0,-6-23 0,6 19 0,0 2 0,0-1 0,2 1 0,0-2 0,2 1 0,0 0 0,-1-35 0,5 19 0,1-1 0,2 1 0,1 0 0,15-54 0,-1 23 0,-11 34 0,3 0 0,1 1 0,16-35 0,-4 29 0,3 0 0,0 2 0,59-63 0,-46 59 0,2 2 0,55-40 0,-63 57 0,2 1 0,53-25 0,-38 21 0,-24 12 0,-1 1 0,49-16 0,87-34 0,-114 47 0,-32 9 0,1 1 0,0 1 0,-1 0 0,1 1 0,30-2 0,-15-3 0,-29 7 0,1-1 0,-1 1 0,1 0 0,0 0 0,0 0 0,0 1 0,-1-1 0,1 1 0,0-1 0,0 1 0,0 0 0,0 0 0,0 0 0,0 0 0,0 1 0,-1-1 0,1 1 0,5 1 0,-8-2 0,0 0 0,0 1 0,0-1 0,1 0 0,-1 0 0,0 0 0,0 0 0,0 1 0,0-1 0,1 0 0,-1 0 0,0 1 0,0-1 0,0 0 0,0 0 0,0 0 0,0 1 0,0-1 0,0 0 0,0 0 0,0 1 0,1-1 0,-1 0 0,0 0 0,0 1 0,-1-1 0,1 0 0,0 0 0,0 1 0,0-1 0,0 0 0,0 0 0,0 1 0,0-1 0,0 0 0,0 0 0,-1 1 0,1-1 0,0 0 0,0 0 0,0 0 0,0 0 0,-1 1 0,1-1 0,0 0 0,0 0 0,0 0 0,-1 0 0,1 0 0,0 1 0,0-1 0,0 0 0,-1 0 0,1 0 0,0 0 0,0 0 0,-1 0 0,1 0 0,-1 0 0,1 0 0,-1 1 0,0-1 0,0 0 0,1 1 0,-1-1 0,0 1 0,1-1 0,-1 1 0,0 0 0,1-1 0,-1 1 0,1 0 0,-1-1 0,1 1 0,-1 0 0,1 0 0,0-1 0,-1 1 0,1 0 0,0 0 0,-1 0 0,1-1 0,0 2 0,-1 5 0,-1-1 0,0 0 0,0-1 0,0 1 0,-1 0 0,1-1 0,-2 1 0,1-1 0,0 0 0,-1 0 0,0 0 0,-7 6 0,-19 30 0,16-16 0,9-15 0,0-1 0,-1 0 0,0 0 0,-10 12 0,15-20 0,-7 6 0,-1 2 0,1-1 0,1 1 0,-1 0 0,1 1 0,1 0 0,0 0 0,1 0 0,0 0 0,0 1 0,1 0 0,-5 18 0,9-28 0,-1 10 0,-1 1 0,-1-1 0,0 0 0,0 1 0,-1-1 0,-9 17 0,9-19 0,0 0 0,1 0 0,0 1 0,0 0 0,1-1 0,0 1 0,0 14 0,3 77 0,0-38 0,0-50 0,0 1 0,1 0 0,0 0 0,1-1 0,0 1 0,1-1 0,8 18 0,-9-23 0,1 1 0,1-1 0,0 0 0,0 0 0,0-1 0,1 0 0,0 0 0,1 0 0,-1 0 0,1-1 0,1-1 0,12 9 0,-17-12 0,1 0 0,0 0 0,0-1 0,0 1 0,0-1 0,0 0 0,1 0 0,-1-1 0,0 1 0,0-1 0,1 0 0,-1 0 0,0 0 0,1-1 0,-1 0 0,0 1 0,0-1 0,0-1 0,0 1 0,0-1 0,0 1 0,0-1 0,0 0 0,0-1 0,-1 1 0,7-6 0,1-2 0,0 0 0,-1-1 0,0-1 0,-1 0 0,0 0 0,9-17 0,-15 23 0,0 0 0,0 0 0,-1 0 0,0 0 0,0 0 0,0-1 0,1-12 0,2-12 0,3 2 0,-5 21 0,0-1 0,-1 1 0,0-1 0,-1 0 0,0 0 0,0 0 0,-1 0 0,0 0 0,-2-15 0,-37-162 0,35 160 0,-2 1 0,0 0 0,-2 0 0,-1 0 0,0 1 0,-26-43 0,10-11 0,15 61 0,9 15 0,-1 0 0,1 0 0,0 0 0,-1 0 0,1-1 0,0 1 0,0-1 0,1 1 0,-1-1 0,0 1 0,1-1 0,-1 1 0,1-5 0,0 5 0,-1 1 0,1-1 0,0 1 0,0-1 0,0 1 0,0-1 0,0 1 0,0-1 0,0 1 0,0-1 0,1 1 0,-1-1 0,1 1 0,-1 0 0,1-1 0,-1 1 0,1-1 0,0 1 0,0 0 0,0 0 0,-1-1 0,3 0 0,0 2 0,-1 1 0,1-1 0,-1 1 0,1 0 0,0 0 0,-1 0 0,0 0 0,1 0 0,-1 1 0,0-1 0,1 1 0,-1-1 0,0 1 0,3 4 0,4 2 0,-1 0 0,0 1 0,12 17 0,12 14 0,-15-19 0,-2 1 0,0 0 0,-1 1 0,-1 0 0,16 43 0,-15-33 0,1-2 0,39 60 0,18 5 0,-57-74 0,-15-21 0,1 0 0,-1 0 0,1 1 0,0-1 0,-1 0 0,1 0 0,0 0 0,0 0 0,0 0 0,0 0 0,0 0 0,0 0 0,0 0 0,0-1 0,0 1 0,0 0 0,1-1 0,-1 1 0,0-1 0,0 1 0,1-1 0,-1 1 0,0-1 0,1 0 0,-1 0 0,0 0 0,1 0 0,1 0 0,3 1 0,1-2 0,0 1 0,0-1 0,-1 0 0,1 0 0,0-1 0,-1 0 0,1 0 0,-1 0 0,7-4 0,-1-2 0,0-1 0,-1 0 0,17-16 0,-18 14 0,0 0 0,0-1 0,-1 0 0,-1-1 0,0 0 0,0 0 0,-2-1 0,0 0 0,0 0 0,3-16 0,17-49 0,-5 11 0,-15 45 0,0 0 0,14-30 0,-5 13 0,-12 16 0,-4 56 0,-1 2 0,1 0 0,1 0 0,9 56 0,-1-63 0,-4-16 0,-1 1 0,0-1 0,-1 1 0,-1-1 0,1 17 0,17 144 0,-18-159 0,0-1 0,1 1 0,0-1 0,7 20 0,-6-21 0,0 0 0,0 1 0,-1 0 0,0 17 0,0 1-1252,-1-24 446,0 1 0,-1-1 0,1 0 0,-1 1 1,-1-1-1,1 1 0,-1-1 0,0 0 0,-1 0 0,-2 9 0,-23 37-12533,27-51 12936,-1-1 0,1 1 1,-1-1-1,1 1 0,-1-1 1,0 1-1,1-1 0,-1 0 0,0 1 1,1-1-1,-1 0 0,1 0 0,-1 1 1,0-1-1,0 0 0,1 0 0,-1 0 1,0 0-1,1 0 0,-1 0 0,0 0 1,-1 0-1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55.6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66 304 23835,'0'-1'266,"-1"-1"-1,1 0 1,0 1-1,-1-1 1,1 0 0,0 1-1,-1-1 1,0 1-1,1-1 1,-1 1 0,0-1-1,0 1 1,0-1 0,0 1-1,0 0 1,0-1-1,0 1 1,-1 0 0,1 0-1,0 0 1,-1 0 0,1 0-1,-1 0 1,-1-1-1,1 2-173,1-1 0,-1 0-1,1 0 1,0 1 0,-1-1-1,1 0 1,0 0 0,0-1-1,0 1 1,-1 0 0,1 0-1,0 0 1,1-1 0,-1 1-1,0-1 1,0 1 0,1 0-1,-1-1 1,0 1 0,1-1-1,0 0 1,-1 1 0,1-1-1,0-1 1,-1 1-201,0 1 0,0 0 0,0 0 0,0 0 0,0 0 0,0-1 0,-1 1-1,1 1 1,0-1 0,-1 0 0,1 0 0,0 0 0,-3 0 0,18 6-1739,-13-5 1722,-1 1 0,0-1-1,1 1 1,-1-1 0,1 1-1,-1-1 1,1 1 0,-1-1-1,0 1 1,0-1 0,1 1-1,-1-1 1,0 1 0,0 0 0,1-1-1,-1 1 1,0-1 0,0 1-1,0 0 1,0-1 0,0 1-1,0 0 1,0 0 0,2 10-1205,3-4 447,0 0 0,1 0-1,0 0 1,10 7 0,10 12-2352,21 15-2853,33 3 2224,-12-8 1998,-46-24 1701,1-1 1,25 9-1,0-1 906,-32-13-187,1 0 0,-1-1 0,1-1 1,0-1-1,20 2 0,35 7 3955,-38-7-1210,-21-3-715,0-2 0,1 1 0,-1-2 0,0 0 0,25-5 0,-16 1-2147,-41 15-523,-9 16 87,12-16 0,-6 3 0,0 2 0,-31 27 0,27-12 0,19-21 0,0 0 0,-1-1 0,-16 13 0,14-11 0,-1-1 0,2 2 0,-1-1 0,2 1 0,-1 0 0,-12 25 0,-37 84 0,47-96 0,7-12 0,-1 1 0,2-1 0,0 1 0,0 0 0,1-1 0,1 1 0,0 0 0,1 0 0,0 0 0,1 0 0,1 0 0,0 0 0,0 0 0,1 0 0,1-1 0,0 1 0,1-1 0,0 0 0,1-1 0,0 1 0,1-1 0,0 0 0,11 12 0,-8-14 0,0-1 0,1 1 0,0-2 0,0 0 0,0 0 0,1-1 0,0 0 0,1-1 0,-1 0 0,1-1 0,22 4 0,-6-3 0,0-1 0,1-2 0,0-1 0,48-4 0,-39-2 0,1-2 0,-1-1 0,0-2 0,-1-2 0,0-2 0,41-20 0,-54 22 0,0-1 0,-1-2 0,0 0 0,-1-1 0,-1-2 0,-1 0 0,0-1 0,-1-1 0,27-36 0,-11 5 0,-16 26 0,21-39 0,-37 56 0,0 1 0,0-2 0,-1 1 0,0 0 0,-1-1 0,1 1 0,-2-1 0,1 0 0,0-13 0,-2 18 0,0 0 0,-1 0 0,1 0 0,-1 0 0,0 0 0,0 0 0,0 1 0,0-1 0,0 0 0,-1 0 0,0 1 0,0-1 0,0 1 0,0 0 0,0-1 0,-1 1 0,0 0 0,1 0 0,-1 1 0,0-1 0,0 0 0,-6-2 0,5 3 0,-1 0 0,1 0 0,-1 0 0,0 1 0,1-1 0,-1 1 0,0 1 0,0-1 0,0 1 0,0-1 0,0 2 0,0-1 0,0 0 0,0 1 0,0 0 0,0 0 0,0 0 0,1 1 0,-6 2 0,-18 6 0,14-6 0,0 1 0,1 0 0,-1 1 0,-15 10 0,1 19 0,-1-8 0,18-17 0,1 0 0,0 1 0,0 0 0,1 1 0,-9 15 0,8-6 0,1 1 0,-11 41 0,15-46 0,2 2 0,0 1 0,2-1 0,0 1 0,3 30 0,-1-9 0,-1-37 0,0-1 0,0 1 0,1-1 0,-1 0 0,1 1 0,-1-1 0,1 0 0,0 0 0,0 0 0,1 1 0,-1-1 0,1 0 0,-1 0 0,1-1 0,0 1 0,0 0 0,0-1 0,1 1 0,-1-1 0,1 1 0,-1-1 0,1 0 0,3 2 0,-1-2 0,-1 0 0,1 0 0,0 0 0,0-1 0,1 0 0,-1 0 0,0 0 0,0-1 0,0 1 0,1-1 0,-1-1 0,0 1 0,0-1 0,10-2 0,-13 3 0,1-1 0,-1 0 0,1 0 0,-1 0 0,0-1 0,0 1 0,1-1 0,-1 1 0,0-1 0,0 0 0,0 1 0,1-4 0,17-11 0,-2 5 0,-13 8 0,0 0 0,0 0 0,0-1 0,0 0 0,0 1 0,-1-1 0,1-1 0,-1 1 0,4-6 0,87-113 0,-47 64 0,-37 48 0,-1-1 0,0-1 0,-1 1 0,0-2 0,11-22 0,-17 29 0,0 1 0,0-1 0,0 0 0,1 1 0,0 0 0,0 0 0,1 0 0,0 0 0,8-7 0,-13 13 0,0-1 0,0 1 0,1-1 0,-1 1 0,0 0 0,1-1 0,-1 1 0,0 0 0,0-1 0,1 1 0,-1 0 0,1-1 0,-1 1 0,0 0 0,1 0 0,-1-1 0,1 1 0,-1 0 0,0 0 0,1 0 0,-1 0 0,1-1 0,-1 1 0,1 0 0,-1 0 0,1 0 0,-1 0 0,1 0 0,-1 0 0,1 0 0,-1 0 0,1 1 0,-1-1 0,0 0 0,1 0 0,-1 0 0,1 0 0,-1 1 0,1-1 0,-1 0 0,1 1 0,4 20 0,1 1 0,10-5 0,-14-15 0,1 1 0,-1-1 0,0 1 0,0-1 0,0 1 0,0 0 0,0 0 0,-1 0 0,1 0 0,1 6 0,1 3 0,0 0 0,1-1 0,1 1 0,0-1 0,0 0 0,1 0 0,16 18 0,-4-8 0,0-2 0,31 24 0,-45-38 0,1 1 0,0-2 0,1 1 0,0-1 0,-1 0 0,1 0 0,0 0 0,1-1 0,-1 0 0,1-1 0,-1 0 0,1 0 0,0-1 0,-1 1 0,1-2 0,0 1 0,0-1 0,0 0 0,0-1 0,0 0 0,0 0 0,-1-1 0,1 0 0,-1 0 0,1-1 0,-1 1 0,0-2 0,1 1 0,-2-1 0,1 0 0,10-8 0,0 0 0,-10 9 0,-2-1 0,1 0 0,0 0 0,-1 0 0,0-1 0,0 1 0,9-12 0,2-9 0,-1-1 0,-2 0 0,0-1 0,-2-1 0,-1 0 0,-2 0 0,11-58 0,-13 38 0,-1 0 0,-3-1 0,-2 1 0,-7-60 0,-3 54 0,-2-1 0,-25-67 0,32 105 0,-3-5 0,-1 2 0,-1-1 0,-14-21 0,6 10 0,13 22 0,0 1 0,-1-1 0,-1 1 0,1 0 0,-2 0 0,1 1 0,-1 0 0,0 0 0,-1 0 0,1 2 0,-2-1 0,1 1 0,-1 0 0,-10-4 0,15 7 0,-1-1 0,-1 0 0,1 0 0,-1 0 0,0 1 0,0 0 0,0 1 0,0 0 0,0 0 0,-1 0 0,1 1 0,-1 0 0,1 1 0,-10-1 0,4 3 10,-1 1 1,1 0-1,0 1 0,0 0 1,1 1-1,-1 0 1,1 1-1,0 1 0,1 0 1,0 0-1,0 1 0,0 0 1,1 1-1,-18 20 0,-1 7-160,2 0 0,2 2 0,-22 43 0,35-60-32,-55 110-5660,-12 21-4121,9-49 2976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57.22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716 2895 944,'-13'6'1157,"1"-1"-1,0-1 1,-1 0-1,0-1 0,-16 3 1,0 0-351,-24 1 747,30-6 3223,27 13-2317,6-13-1402,0 1 0,-1-1 0,1-1 0,0 1 1,16-3-1,-7 1-175,340-12 4547,-196 9-3964,78-14-901,163-5 43,-26 13-607,-14-4 0,-151 3 0,288-12 0,442-8 0,-342 15 0,515 16 0,-594-11 0,-186-2 0,-101 7 0,-16 1 0,-137 0 0,102-11 0,94-25 0,-134 8 0,-122 29 0,0 0 0,0-2 0,0 0 0,0-2 0,-1 0 0,-1-1 0,1-1 0,-2-1 0,1-1 0,30-25 0,97-68 0,-128 89 0,-14 12 0,1-1 0,-1 1 0,0-1 0,0 0 0,0-1 0,-1 1 0,6-8 0,-8 8 0,0 1 0,1-1 0,0 1 0,0 0 0,0 0 0,6-6 0,-6 7 0,-1 1 0,1-1 0,-1 0 0,0 0 0,0 0 0,0 0 0,0 0 0,2-5 0,11-32 0,-9 25 0,0-1 0,0 0 0,-2 0 0,0-1 0,-1 1 0,0-1 0,0-17 0,-3-652 0,-19 502 0,19 155 0,1 18 0,-1 0 0,0 0 0,-1 0 0,0 0 0,-3-12 0,0 9 0,-1 0 0,1 0 0,1-1 0,0 0 0,1 1 0,1-1 0,0-21 0,-8-42 0,-1-15 0,10 86 0,-1 0 0,0 0 0,-1 0 0,1 0 0,-1 1 0,-5-14 0,4 14 0,1 0 0,0-1 0,0 1 0,0-1 0,1 1 0,-1-14 0,1 11 0,1 0 0,-1 0 0,-1 0 0,-4-15 0,-3-26 0,9 47 0,0 0 0,0 0 0,-1 0 0,1 1 0,-1-1 0,0 0 0,0 0 0,0 0 0,0 1 0,0-1 0,0 0 0,-1 1 0,-3-5 0,4 5 0,-1 0 0,1-1 0,0 1 0,-1 0 0,1-1 0,0 1 0,0-1 0,0 1 0,1-1 0,-1 1 0,1-1 0,-1 1 0,1-6 0,-1 1 0,0-1 0,0 0 0,-1 1 0,0-1 0,-1 1 0,1 0 0,-1 0 0,-1 0 0,0 0 0,-8-12 0,-3-7 0,14 24 0,0 0 0,-1 0 0,1 1 0,-1-1 0,1 0 0,-1 1 0,1-1 0,-1 1 0,0 0 0,0 0 0,0-1 0,-2 0 0,-20-18 0,18 15 0,1 1 0,-1-1 0,-1 1 0,1 1 0,-1-1 0,1 1 0,-1 0 0,0 0 0,0 1 0,0 0 0,0 0 0,-13-1 0,-16-6 0,1-5 0,26 10 0,-1 0 0,0 1 0,1 1 0,-20-4 0,-37-6 0,28 4 0,-1 1 0,-57-1 0,60 6 0,-57-9 0,56 5 0,-63-1 0,-1231 7 0,1072-16 0,-313 5 0,213-5 0,-10 6 0,103-6 0,32 3 0,10 0 0,-12-1 0,96 3 0,36 4 0,-81-4 0,-48-2 0,19 0 0,-103 3 0,-5-6 0,-39 5 0,302 11 0,-27 1 0,-132-15 0,167 9 0,0 3 0,-65 4 0,28 0 0,50-1 0,-1 1 0,-48 9 0,56-8 0,-47 1 0,-10 0 0,37 4 0,-38 2 0,51-8 0,1 2 0,0 2 0,-67 19 0,-80 44 0,171-63 0,1 0 0,0 0 0,0 2 0,1-1 0,0 2 0,1-1 0,-1 1 0,2 1 0,-1 0 0,1 0 0,1 1 0,0 0 0,0 1 0,1-1 0,1 2 0,0-1 0,1 0 0,0 1 0,1 0 0,0 0 0,1 1 0,0-1 0,1 1 0,0 14 0,1 33 0,0-12 0,6 72 0,42 161 0,0-55 0,-41-195 0,2 0 0,22 61 0,-16-55 0,14 62 0,-20-39 0,-5-36 0,11 46 0,14 11 0,-17-55 0,-1 1 0,-2 0 0,5 31 0,-8-24 0,0-1 0,15 45 0,12 54 0,-20-77 0,-4-16 0,-2 1 0,-1 0 0,-1 52 0,-4-85 0,1 1 0,0-1 0,0 0 0,1 0 0,0 0 0,5 13 0,-4-14 0,0 1 0,-1-1 0,0 1 0,-1-1 0,1 1 0,-1 13 0,-1 82-43,0-101-834,10-6-5717,-9 3 5990,0 0 1,0 0-1,0 0 0,-1 0 0,1-1 1,0 1-1,-1 0 0,1 0 0,-1-1 1,1 1-1,-1-1 0,0 1 0,1 0 1,-1-3-1,0-8-5989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57.8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6258 388 6163,'-2'-45'6864,"-6"8"-3579,2 21-3446,-1 1-1,-1 0 0,-9-16 1,-11-10-2008,-13-25-1091,39 60 3088,-1 0-1,0 1 1,0-1 0,-1 1 0,0 0 0,0-1 0,0 2-1,0-1 1,-1 0 0,1 1 0,-1 0 0,-9-6 0,1 3 481,1 1 0,-1 0 1,0 1-1,-22-5 1,-36 4 1320,53 3-1265,0 0 0,0 0 0,-1 2 1,1 0-1,-32 4 0,-91 21-78,119-20-277,1 1 0,-1 1 0,-38 17 0,-104 31 524,80-16 14,31-13 6,-75 23 1,-132 44 1454,-76 30 1301,-91 23 1842,-123 18-139,-37 11-3615,236-67-1398,130-38 0,-51 14 0,-438 127 0,28-51 0,495-117-473,-56 10-679,181-40 425,44-8-124,0 0 0,-1 0 0,0-2 0,1-1 1,-1 0-1,0-1 0,-25-4 0,43 5 657,0-1-1,0 0 1,0 0 0,0 0-1,0 0 1,0-1-1,0 1 1,0 0 0,0 0-1,0 0 1,0-1-1,1 1 1,-1-1 0,0 1-1,0 0 1,0-1-1,0 0 1,1 1 0,-1-1-1,0 1 1,0-1 0,1 0-1,-1 0 1,0 1-1,1-1 1,-1 0 0,1 0-1,-1 0 1,1 0-1,0 1 1,-1-1 0,1 0-1,0 0 1,-1 0-1,1 0 1,0-2 0,1 1-266,0-1 0,1 1 0,-1 0 0,1-1 0,-1 1 0,1 0 0,0 0 0,0 0 0,0 1 1,0-1-1,0 0 0,4-2 0,38-22-3958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2:58.70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91 1 4786,'-90'16'15575,"99"-16"-15476,0 1 0,0 0-1,1 1 1,16 4-1,29 7 751,184 16 1659,523 105 3155,-13 53-3405,-267-46-1718,-365-106-472,271 104-37,-231-79-35,350 153 4,-133-51 0,-71-12 0,-104-45 0,38 26 0,-207-112 0,0-2 0,32 14 0,-42-20 0,0 0 0,-1 1 0,0 1 0,29 25 0,-30-22 0,2 0 0,24 13 0,34 27 0,-29-16 0,-30-25-70,-13-12-272,-5-18-492,-6 10-1692,-19-13-3683,-22-15-5551,18 18 6881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03.9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 66 2065,'-2'-21'6858,"-12"3"-5491,14 17-1213,-1 0 1,1 0-1,-1-1 1,0-20 18809,1 879-16069,9-768-2895,-5-63 0,2 47 0,-6 126-10359,0-197 9897,1 0 0,0 0 1,-1 0-1,1 0 0,0 0 1,0 0-1,0 0 1,0 0-1,1 0 0,-1 0 1,0-1-1,1 1 0,-1-1 1,1 1-1,0-1 0,-1 1 1,1-1-1,0 0 1,0 0-1,0 0 0,2 1 1,17 0-6258,2-11 4259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04.2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481 298 4738,'4'-14'1219,"-1"8"-620,-1 0-1,0 1 1,0-1-1,-1 0 1,0 0-1,0 0 1,0-1-1,-1 1 1,0 0-1,0 0 1,-2-10-1,-3-4 689,2 12-765,1-1 1,0 0-1,1 1 0,-1-17 0,2 22-400,0-1 1,0 1-1,0-1 0,-1 1 1,1 0-1,-1-1 0,0 1 1,1 0-1,-2 0 0,1-1 1,0 1-1,-1 0 0,1 0 1,-1 0-1,0 1 0,0-1 1,0 0-1,0 1 0,-5-5 1,-12-21 1696,18 27-1737,1-1 0,-1 1 1,0-1-1,1 1 0,-1 0 0,0-1 1,0 1-1,0 0 0,0 0 1,0 0-1,0 0 0,0 0 0,0 0 1,-1 0-1,1 0 0,0 0 1,0 0-1,-1 0 0,1 1 1,-1-1-1,1 1 0,-1-1 0,1 1 1,-2-1-1,-8 0 274,0 0 0,1 0 0,-1 1 0,0 0 0,1 1 0,-1 0 0,1 1 0,-1 0 0,1 1 0,-1 0 0,1 0 0,0 1 0,-18 11 0,16-8 86,0 0 0,1 2 1,0-1-1,0 1 0,1 1 1,0 0-1,1 0 0,0 1 1,-14 22-1,-4 13-442,-29 68 0,48-96 0,2 1 0,0 0 0,1 1 0,1-1 0,0 1 0,-1 38 0,4 43 0,3 124 0,0-194 0,2 0 0,1-1 0,1 0 0,2 0 0,12 32 0,-16-49 0,0 1 0,-1-1 0,3 27 0,2 7 0,13 28 0,-14-56 0,-1 1 0,-1 0 0,0 0 0,-2 1 0,1 23 0,-3-28 1,1-1 0,6 28 0,-6-33-3,1 1 0,-2-1 1,1 0-1,-1 1 0,-1-1 0,0 1 0,0 0 0,-4 17 1,-6 28-1061,4 33-5707,6-87 6497,0 0 0,0 0 0,0 0 0,0 0 0,-1 0 0,1 0 0,-1 0 0,0 0 0,1 0 0,-1 0 0,0 0 0,0 0 0,0 0 0,-1 0 0,1-1 0,-3 4 0,3-4-195,-1 1 0,1 0 0,0-1 0,0 1 0,0 0 0,0 0 0,0 0 0,0 0 0,0 0 0,0 0 0,1 0 0,-1 0 0,1 0 0,0 0 0,-1 0 0,1 4 0,0-6 341,0 1 0,-1 0 0,1-1-1,0 1 1,-1-1 0,1 1-1,0-1 1,-1 1 0,1-1 0,-1 1-1,1-1 1,-1 0 0,1 1 0,-1-1-1,1 0 1,-1 1 0,0-1 0,1 0-1,-1 0 1,1 1 0,-1-1 0,0 0-1,1 0 1,-1 0 0,0 0-1,1 0 1,-1 0 0,1 0 0,-1 0-1,0 0 1,1 0 0,-1 0 0,0 0-1,1-1 1,-1 1 0,1 0 0,-1 0-1,0-1 1,1 1 0,-1 0-1,1-1 1,-1 1 0,1-1 0,-1 1-1,1 0 1,-1-1 0,1 1 0,0-1-1,-1 1 1,1-1 0,0 0 0,-1 1-1,1-1 1,0 1 0,0-1 0,-1 1-1,1-2 1,0-15-2062,0-7-613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04.43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47 280 2241,'0'-5'837,"-1"-1"-1,1 1 1,-1 0 0,0-1-1,-1 1 1,-2-6 0,2 5 491,0 1 1,1-1-1,-1 0 1,1 1-1,0-1 1,0-8-1,1 13-1175,0 1-1,0-1 1,0 0-1,0 0 1,0 0-1,0 0 1,-1 0-1,1 0 1,0 1 0,-1-1-1,1 0 1,0 0-1,-1 0 1,1 1-1,-1-1 1,0 0-1,1 0 1,-1 1-1,1-1 1,-1 1-1,0-1 1,0 0-1,1 1 1,-1-1-1,0 1 1,0 0-1,-1-1 1,1 0-54,0 1-1,0 0 1,1 0-1,-1-1 1,0 1 0,1-1-1,-1 1 1,0-1 0,1 1-1,-1-1 1,0 1 0,1-1-1,-1 0 1,1 1 0,-1-1-1,1 0 1,0 1-1,-1-1 1,1 0 0,0 1-1,-1-1 1,1 0 0,0 0-1,0 0 1,-1 1 0,1-1-1,0-1 1,0-1 1355,0 1 190,5-6 3003,43-6-4055,68-3-592,25-10-112,-35 2-3541,-1 7-5254,24-5-5972,-85 9 9695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05.63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160 64 13558,'-31'-5'9141,"29"5"-8858,0-1 0,0 1 0,-1-1 0,1 1 0,0 0-1,0 0 1,-1 0 0,1 0 0,0 0 0,0 0 0,0 1 0,-1-1 0,1 1 0,-3 1 0,-7 0 285,11-2-527,1 0-1,-1 0 0,0 0 0,0 1 0,0-1 0,0 0 0,0 1 0,0-1 1,1 0-1,-1 1 0,0-1 0,0 1 0,0-1 0,1 1 0,-1-1 0,0 1 1,1 0-1,-1-1 0,0 1 0,1 0 0,-1-1 0,1 1 0,-1 1 0,-20 17 253,19-17-286,0-1 1,0 0 0,0 1-1,0-1 1,0 1-1,1 0 1,-1-1 0,1 1-1,-1 0 1,1 0-1,0 0 1,0 0 0,0 0-1,0 0 1,0 0-1,-1 4 1,-2 7 17,0 1 0,1 0-1,1 0 1,0 0 0,1 1 0,1 24 0,0-35-10,0 0 1,1 0-1,-1 0 0,1 0 1,0 0-1,0-1 1,0 1-1,0 0 1,1 0-1,-1-1 1,1 1-1,0-1 0,0 0 1,0 1-1,1-1 1,-1 0-1,1 0 1,0 0-1,0-1 1,0 1-1,0-1 0,0 1 1,0-1-1,1 0 1,-1 0-1,1-1 1,-1 1-1,8 1 1,1 1-71,0-1 0,0-1 0,1 0 1,0-1-1,-1 0 0,1-1 1,-1 0-1,1-1 0,0 0 1,-1-1-1,15-4 0,-21 4 12,0-1 0,1 1 0,-1-1 0,0 0 0,-1-1 0,1 0 0,0 0 0,-1 0 0,0 0 0,0-1 0,0 0 0,-1 0 0,0 0 0,1-1 0,-2 1 0,6-11 0,16-31-40,-3 2 121,-14 19 95,0 1 1,23-46-1,-29 67-74,-1-1 1,0 1-1,0-1 0,-1 1 1,1-1-1,-1 0 1,0-5-1,-2 3 594,1 30 738,1-19-1285,1 1 0,-1-1 0,1 0 0,0 1 1,0-1-1,0 0 0,1 0 0,-1 0 1,4 6-1,-2-6-36,-1 1 0,0 0 0,0 0 0,-1 0 0,1 0 1,-1 0-1,0 0 0,0 0 0,-1 9 0,19 240-70,-17-207 0,17 91 0,-7-69 0,0 7 0,1 1 0,4 130 0,-15-107 0,0-49 0,-1 1 0,-3 0 0,-2-1 0,-18 85 0,20-131 0,0 1 0,-1-1 0,0 1 0,1-1 0,-2 0 0,-4 6 0,-15 28 0,15-18 0,8-17 0,-1-1 0,0 0 0,1 0 0,-1 0 0,-1 0 0,1 0 0,0 0 0,-1-1 0,0 1 0,1 0 0,-1-1 0,0 1 0,0-1 0,0 1 0,-1-1 0,1 0 0,-1 0 0,1 0 0,-1 0 0,0-1 0,-3 3 0,4-4 0,0 0 0,0 0 0,0 0 0,0-1 0,0 1 0,0-1 0,0 1 0,1-1 0,-1 1 0,0-1 0,0 0 0,0 0 0,1 0 0,-1 0 0,0 0 0,-1-2 0,-33-27 0,26 19 0,0-1 0,1 0 0,0 0 0,1-1 0,0 0 0,2-1 0,-1 0 0,1 0 0,1 0 0,-6-29 0,-11-50 0,14 68 0,2 0 0,1-1 0,1 1 0,-1-34 0,3-12 0,0 42 0,1 0 0,1 0 0,2 0 0,1 0 0,1 0 0,12-45 0,2 27 0,-8 18 0,1 2 0,19-35 0,-12 28-32,-13 24 3,0 0 1,1 0 0,0 0 0,9-9 0,16-23-406,-20 26-871,0 1-1,1 1 1,0 0-1,22-19 1,86-76-6749,-79 76 6199,-21 17 545,41-27 1,-8 17 683,-39 20 602,-1 0 0,0-1 1,0-1-1,23-17 0,-33 23 90,1 0-1,-1 0 1,1 0-1,0 0 1,0 1-1,0-1 1,-1 1-1,7-1 1,20-11 860,-29 12-713,0 0 0,1 0 1,-1-1-1,0 1 1,1 0-1,-1 0 0,1 0 1,0 0-1,-1 1 0,1-1 1,0 0-1,-1 1 1,1-1-1,0 1 0,0-1 1,-1 1-1,1 0 0,0 0 1,0 0-1,2 0 1,11-1 2383,-16 2-2296,-1-1 1,1 1 0,0-1-1,-1 1 1,1 0 0,0 0-1,-1-1 1,1 1 0,0 0-1,0 0 1,-1 0 0,1 0 0,0 0-1,0 0 1,0 1 0,1-1-1,-1 0 1,0 1 0,0-1-1,1 0 1,-1 1 0,0 1-1,-13 40 4360,10-26-4524,-16 29-43,13-32-100,1 0 1,-8 29-1,-7 21 6,15-52 0,2 0 0,-1 0 0,1 1 0,1 0 0,0-1 0,1 1 0,0 0 0,1 0 0,1 0 0,0 0 0,1 0 0,2 15 0,0-14 0,1-1 0,1 0 0,0 0 0,0-1 0,2 1 0,-1-1 0,1 0 0,15 17 0,-14-22 0,0 1 0,0-2 0,1 1 0,0-1 0,0-1 0,13 7 0,-18-11 0,1 0 0,-1 1 0,1-1 0,-1-1 0,1 1 0,-1-1 0,1 0 0,-1 0 0,1 0 0,-1 0 0,1-1 0,-1 0 0,0 0 0,1 0 0,-1 0 0,0-1 0,1 0 0,-1 0 0,5-3 0,-3 2 0,0 0 0,0-1 0,0 0 0,0 0 0,0 0 0,-1-1 0,0 0 0,0 0 0,0 0 0,0 0 0,-1-1 0,0 0 0,0 0 0,-1 0 0,1-1 0,-1 1 0,-1-1 0,1 1 0,-1-1 0,-1 0 0,3-13 0,-2-32 0,-1 35 0,0 0 0,-2 0 0,1 0 0,-6-27 0,2 27 0,-1 1 0,0 0 0,-1 0 0,-1 0 0,-11-19 0,13 27 0,-1 0 0,1 1 0,-1-1 0,-1 1 0,1 1 0,-1-1 0,0 1 0,-1 0 0,1 1 0,-1 0 0,-10-5 0,-23-17 0,37 23 0,-1 1 0,1 0 0,-1 0 0,1 0 0,-1 0 0,0 1 0,0 0 0,0 0 0,-10-3 0,-57-17 0,59 19-229,21 4-545,-5-1-435,24 0-1475,81-6-2351,-76 2 4640,-1-2-1,61-18 1,-89 23 417,1 0 0,0 0 0,0 1 0,0-1 0,0 1 0,0 0 0,0 0 0,8 2 0,-10-2 38,1 1-1,0-1 1,-1 0-1,1 0 1,0 0 0,-1 0-1,1 0 1,0 0-1,0-1 1,-1 1 0,1-1-1,-1 0 1,1 0-1,0 0 1,-1 0-1,0 0 1,1-1 0,-1 1-1,4-4 1,-3 3 134,0 1 0,1-1 0,-1 1 0,1 0 0,-1 0 0,1 0-1,-1 0 1,1 0 0,0 1 0,-1 0 0,1 0 0,0 0 0,-1 0 0,1 0 0,0 1 0,-1-1 0,1 1 0,-1 0 0,1 0 0,-1 1 0,1-1 0,4 3 0,-7-3-32,-1 0 1,1-1-1,-1 1 1,1 0 0,0 0-1,-1-1 1,0 1 0,1 0-1,-1 0 1,1 0-1,-1 0 1,0 0 0,0 0-1,1 0 1,-1 0-1,0 0 1,0-1 0,0 1-1,0 0 1,0 0 0,0 2-1,1 7 652,12 17-353,-9-19-415,1 0 0,-1 1 0,0 0 0,-1-1 0,0 1 0,-1 1 0,0-1 0,1 13 0,-2-15-46,0 1 0,0-1 0,0 0 0,1 0 0,0 1 0,0-1 0,0 0 0,1-1 0,8 14 0,6 17 0,-9-12 0,-6-18 0,1 1 0,0 0 0,0-1 0,0 0 0,6 8 0,-4-6 0,1 0 0,-2 0 0,1 1 0,4 14 0,6 13 0,-11-29 0,0 1 0,1-1 0,1-1 0,-1 1 0,1-1 0,11 10 0,-15-14 0,-2-3 0,0 0 0,0 1 0,1-1 0,-1 0 0,0 0 0,0 1 0,0-1 0,0 0 0,0 1 0,1-1 0,-1 0 0,0 0 0,0 1 0,1-1 0,-1 0 0,0 0 0,0 0 0,1 1 0,-1-1 0,0 0 0,0 0 0,1 0 0,-1 0 0,0 0 0,1 0 0,-1 1 0,0-1 0,1 0 0,-1 0 0,0 0 0,1 0 0,-1 0 0,0 0 0,1 0 0,-1 0 0,0-1 0,1 1 0,-1 0 0,0 0 0,0 0 0,1 0 0,-1 0 0,0 0 0,1-1 0,-1 1 0,0 0 0,0 0 0,1 0 0,-1-1 0,0 1 0,0 0 0,1 0 0,-1-1 0,0 1 0,0 0 0,0 0 0,0-1 0,1 1 0,-1 0 0,0-1 0,0 1 0,0 0 0,0-1 0,0 1 0,0-1 0,11-14 0,57-101 0,-63 108 0,-1 1 0,1-1 0,-2 0 0,1 0 0,2-13 0,14-28 0,-10 32 0,1 0 0,0 1 0,1 1 0,0 0 0,2 0 0,-1 2 0,31-24 0,-42 36 0,1 0 0,-1 1 0,1-1 0,-1 1 0,1 0 0,-1-1 0,1 1 0,-1 0 0,1 1 0,-1-1 0,1 0 0,-1 1 0,1-1 0,-1 1 0,1 0 0,-1 0 0,0 0 0,1 0 0,-1 0 0,0 0 0,0 1 0,4 2 0,0 8 0,18 26 0,-20-33 0,-1 1 0,1-1 0,-1 0 0,-1 1 0,1 0 0,-1-1 0,1 1 0,1 12 0,-2-12 0,-1 1 0,2-1 0,-1 0 0,1 0 0,5 10 0,-2-6 0,0 2 0,0-1 0,-1 1 0,5 19 0,0-2 0,11 37 0,-12-37 0,-9-27 0,0-1 0,1 1 0,0 0 0,-1 0 0,1 0 0,0-1 0,0 1 0,0 0 0,0-1 0,0 1 0,0-1 0,0 1 0,1-1 0,-1 1 0,3 1 0,1 5 0,0-18 0,1 4 0,-4 4 0,-1 1 0,0 0 0,1 0 0,-1-1 0,0 1 0,0-1 0,0 1 0,0-1 0,0 1 0,0-1 0,0 0 0,0 0 0,-1 1 0,1-1 0,-1 0 0,0 0 0,1 0 0,-1 1 0,0-4 0,19-85 0,-19 86 0,0 0 0,1 1 0,-1-1 0,1 0 0,0 1 0,0-1 0,0 1 0,0 0 0,0-1 0,1 1 0,2-4 0,6-16 0,-6 5-1039,-2-1 1,0 1-1,-1 0 0,0-1 1,-4-24-1,1-8-2328,2-27-7638,0 49 5245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06.8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574 271 2337,'-5'-23'6058,"-14"6"-2818,12 9-808,5 2-2044,-17-6 791,13 4 982,4 5-1665,-8-3 722,9 4-995,-1 1 0,0 0 0,0-1 0,0 1 1,0 0-1,0 1 0,0-1 0,0 0 0,-1 1 1,1-1-1,0 1 0,-3-1 0,-1-5 2324,4 3-2026,1 3-355,0-1 0,-1 0 1,1 1-1,-1-1 0,0 1 0,1-1 0,-1 1 0,1 0 0,-1-1 0,0 1 0,1 0 0,-1 0 0,1 1 0,-1-1 0,0 0 0,1 0 1,-1 1-1,1-1 0,-1 1 0,1-1 0,-1 1 0,1 0 0,-3 1 0,-21 5 757,21-6-805,0 0-1,0 0 1,0 1-1,0-1 0,0 1 1,1 0-1,-1 0 1,0 1-1,-5 4 1,-46 36 934,18-13-904,17-13-148,0 1 1,1 1 0,1 1-1,1 0 1,0 1 0,2 1-1,1 0 1,-13 26 0,-26 38-2,46-74 1,0 1 0,1 1 0,1-1 0,0 1 0,1 0 0,0 0 0,1 0 0,1 1 0,0-1 0,1 1 0,0-1 0,3 21 0,-2-33 0,1 0 0,-1 0 0,1 0 0,0 0 0,-1 0 0,1 0 0,0 0 0,0 0 0,1 0 0,-1-1 0,0 1 0,0 0 0,1-1 0,-1 1 0,1-1 0,0 1 0,-1-1 0,1 0 0,0 0 0,0 0 0,0 0 0,0 0 0,-1 0 0,1 0 0,1-1 0,-1 1 0,0-1 0,2 1 0,2 0 0,0 1 0,-1-1 0,1-1 0,0 1 0,0-1 0,0 0 0,-1 0 0,1-1 0,0 0 0,7-2 0,-2-1 0,-1-1 0,0 0 0,1-1 0,-2 0 0,1-1 0,-1 0 0,16-15 0,31-24 0,-45 38 0,-1 0 0,-1-1 0,1-1 0,-2 1 0,1-1 0,-1-1 0,-1 0 0,10-18 0,5-10 0,-2 0 0,-2-1 0,-1-1 0,17-68 0,-31 92 0,-1 0 0,0 0 0,-2-1 0,-2-26 0,1-1 0,1 23 0,1 16 0,-1 0 0,0-1 0,0 1 0,0 0 0,-1 0 0,1-1 0,-2 1 0,1 0 0,-1 0 0,0 0 0,0 0 0,-5-9 0,4-4 0,4 18 0,-1 1 0,0-1 0,0 1 0,0-1 0,0 0 0,0 1 0,0-1 0,0 0 0,0 1 0,0-1 0,0 0 0,0 1 0,0-1 0,0 1 0,0-1 0,-1 0 0,1 1 0,0-1 0,0 1 0,-1-1 0,1 0 0,-1 1 0,1-1 0,0 1 0,-1-1 0,1 1 0,-1 0 0,0-1 0,-18-11 1,20 12-1,-1-1 0,0 1 0,1-1 0,-1 1-1,0-1 1,1 1 0,-1-1 0,1 1 0,-1-1-1,1 1 1,-1 0 0,1-1 0,-1 1 0,1 0 0,-1 0-1,1-1 1,-1 1 0,1 0 0,-1 0 0,1 0-1,0 0 1,-1 0 0,1-1 0,-1 1 0,1 0-1,-1 0 1,1 1 0,0-1 0,-1 0 0,1 0 0,-1 0-1,1 0 1,-1 0 0,1 1 0,0-1 0,4 0-102,-23 0-14574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07.2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422 17 2049,'1'-1'366,"-1"0"1,0 1-1,0-1 0,0 0 1,0 1-1,0-1 1,0 0-1,0 1 0,0-1 1,0 0-1,0 1 1,0-1-1,0 0 0,0 1 1,0-1-1,-1 1 1,1-1-1,0 0 0,-1 1 1,1-1-1,0 1 1,-1-1-1,0 0 0,-7 0 313,0 1 0,0 1-1,0-1 1,0 1 0,0 0-1,0 1 1,1 0 0,-1 1-1,0-1 1,1 1 0,-1 1-1,-9 5 1,-8 6 3301,-39 31 0,23-11-1532,-40 43 1,76-72-2426,0 0 1,1 0-1,0 0 1,0 1-1,0 0 1,0 0-1,1 0 1,0 0 0,1 0-1,-3 12 1,-6 17-38,6-24 14,-3 9 0,1-1 0,1 1 0,1 0 0,0 0 0,-1 35 0,6-50 0,0 0 0,1 0 0,0 0 0,0 0 0,1 0 0,3 10 0,0-1 0,30 67 0,-33-78 0,0 1 0,0-1 0,1 0 0,0 0 0,-1-1 0,2 1 0,-1 0 0,0-1 0,1 0 0,-1 0 0,1 0 0,0 0 0,0-1 0,0 1 0,0-1 0,1 0 0,-1 0 0,1-1 0,7 3 0,28 13 0,-31-13 0,0-1 0,0 0 0,1-1 0,-1 0 0,1-1 0,-1 0 0,1 0 0,0-1 0,18-1 0,-4 0 0,-11 1 0,0-1 0,-1-1 0,22-4 0,13-3 0,-24 6-247,-1-1 0,0-1 0,0 0 0,0-2 0,-1-1 0,38-19 0,-52 22-87,0 1 0,1 0 0,0 0 0,-1 1 0,10-3 0,30-14-1418,88-60-4990,-129 76 6001,0 0 1,0-1-1,0 0 1,0 0-1,0 0 1,-1-1-1,7-9 0,11-11-2349,-13 17 902,0-1 0,-1 0-1,14-20 1,-8 19-456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07.5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391 110 5923,'0'-2'452,"0"0"0,0 0 0,-1 0 1,1 0-1,0 0 0,-1 0 0,1 0 1,-1 0-1,0 0 0,1 0 1,-1 1-1,0-1 0,0 0 0,0 1 1,0-1-1,-1 0 0,1 1 0,0-1 1,-1 1-1,1 0 0,-1 0 0,-3-3 1,2 2-12,-1 0 0,-1 1 0,1-1 0,0 1 0,0 0 0,-1 0 0,1 0 0,0 1 0,-1 0 0,-5 0 0,0 0 148,0 1 0,0 0 1,1 0-1,-1 1 0,0 1 0,1 0 1,-1 0-1,1 1 0,-12 6 0,-53 28 3651,70-36-4075,0 1 0,0 0 0,0 0 0,0 0 0,0 1 0,1-1 0,-6 8 0,-11 9-26,14-14-139,0 0 0,0 0 0,1 1 0,0 0 0,0 0 0,0 0 0,1 0 0,0 0 0,0 1 0,1 0 0,-3 11 0,-2 18 0,3-25 0,4-11 0,1 0 0,-1 0 0,0 1 0,1-1 0,-1 0 0,1 1 0,-1-1 0,1 0 0,0 1 0,0-1 0,-1 1 0,1-1 0,0 1 0,0-1 0,0 0 0,1 1 0,-1-1 0,0 1 0,1-1 0,-1 0 0,0 1 0,1-1 0,0 0 0,-1 1 0,1-1 0,0 0 0,-1 0 0,1 1 0,2 0 0,-2 1 0,0 0 0,1 0 0,-1 0 0,0 1 0,0-1 0,0 1 0,-1-1 0,1 0 0,-1 6 0,0-7 0,0 0 0,0 1 0,0-1 0,1 0 0,-1 1 0,1-1 0,-1 0 0,1 0 0,0 1 0,0-1 0,0 0 0,0 0 0,0 0 0,0 0 0,0 0 0,1 0 0,-1-1 0,3 3 0,5 3 0,1 0 0,-1-1 0,1 0 0,0-1 0,1 0 0,0-1 0,-1 0 0,1-1 0,0 0 0,1 0 0,-1-1 0,0-1 0,1 0 0,-1 0 0,1-1 0,-1-1 0,1 0 0,-1 0 0,1-1 0,-1-1 0,0 0 0,0 0 0,0-1 0,-1-1 0,1 0 0,-1 0 0,0-1 0,0 0 0,-1-1 0,0 0 0,0 0 0,8-10 0,-11 11 0,-1-1 0,0 0 0,-1 0 0,0-1 0,0 1 0,0-1 0,-1 0 0,0 0 0,-1 0 0,1-1 0,-2 1 0,1 0 0,-1-1 0,-1 1 0,1-1 0,-1 0 0,-2-11 0,0 8 0,0 0 0,-1 0 0,0 0 0,-1 1 0,0-1 0,-1 1 0,0 0 0,-1 1 0,0-1 0,0 1 0,-16-17 0,11 15-823,-1 1 1,-1 1-1,0 0 0,-15-9 1,21 14 202,0 1 0,0 0 0,-1 0 1,1 1-1,-1 0 0,0 0 0,0 1 0,0 0 0,-9-1 1,12-11-8786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07.7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0 141 8196,'4'-38'10956,"8"6"-3941,-9-21-2935,-3 35-2299,0 40-1042,-2 28-739,1-31 0,0 0 0,1 0 0,1 0 0,0-1 0,6 23 0,1-16 0,-5-17 0,0 0 0,0 0 0,-1 0 0,-1 1 0,1-1 0,-1 16 0,1 22 0,12 81 0,-13-65 0,-2-52 0,1 0 0,0-1 0,0 1 0,1 0 0,0 0 0,5 15 0,2-3 7,-5-14-14,-1-1 0,1 1 0,-1-1-1,0 1 1,-1 0 0,0 0 0,0 10-1,3 32-374,8-3-3311,0-14-6203,32 62 0,-38-82 7903,10 0-1197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08.4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104 275 3986,'1'-32'5281,"0"25"-4061,0-1 1,0 1-1,-1-1 1,0 1-1,-1-1 1,0 0-1,0 1 0,0 0 1,-4-11-1,-14-10 1523,18 27-2436,0-1 0,0 0 1,-1 1-1,1-1 1,0 1-1,-1-1 0,0 1 1,1 0-1,-1 0 0,0-1 1,1 1-1,-1 0 0,-2 0 1,-9-7 1522,12 8-1768,0 0-1,0 0 1,0 0-1,0 0 0,0 0 1,-1 0-1,1 0 1,0 0-1,0 1 1,0-1-1,0 0 1,0 1-1,0-1 0,0 1 1,0-1-1,0 1 1,0-1-1,0 1 1,0 0-1,1-1 1,-1 1-1,0 0 0,0 0 1,-1 1-1,1 0 7,-1-1 0,0 1 0,1 0 0,-1-1 0,1 1 0,0 0 0,-1 0 0,1 0 0,0 0 0,0 0 0,0 1 0,-1 3 0,2 153-68,1-155 0,-1-1 0,0 1 0,1 0 0,0-1 0,0 1 0,0 0 0,0-1 0,0 1 0,1-1 0,0 1 0,0-1 0,0 0 0,0 0 0,4 5 0,15 29 0,-17-29 0,0 0 0,0-1 0,0 1 0,1-1 0,0 0 0,1 0 0,0-1 0,0 1 0,0-1 0,1-1 0,-1 1 0,1-1 0,1 0 0,-1-1 0,1 0 0,0 0 0,0 0 0,0-1 0,0 0 0,1-1 0,-1 0 0,1 0 0,-1-1 0,1 0 0,0-1 0,-1 1 0,1-2 0,0 1 0,8-3 0,-15 3 0,-1 0 0,0-1 0,1 1 0,-1 0 0,0-1 0,1 0 0,-1 1 0,0-1 0,0 0 0,0 1 0,0-1 0,0 0 0,0 0 0,0 0 0,0 0 0,0 0 0,0 0 0,0 0 0,-1 0 0,1-1 0,0 1 0,-1 0 0,1 0 0,-1-1 0,1 0 0,0-1 0,0 1 0,0-1 0,1 0 0,-1 1 0,0 0 0,1-1 0,0 1 0,0 0 0,0 0 0,0 0 0,2-2 0,0 1-95,-1 0 0,0 0 0,0-1 0,0 1-1,0-1 1,-1 1 0,1-1 0,-1 0 0,0 0 0,0 0 0,-1 0 0,1 0 0,-1-1-1,2-5 1,-1-6-905,0 0 0,-1-28 0,-1 30 426,0 0 0,1 1 0,1-1 0,3-16 0,5 4-713,-7 21 978,-1 0 1,0-1-1,0 1 0,-1-1 1,0 1-1,0-1 1,1-10-1,-2 14 209,3-47-1565,-3 47 1576,1-1-1,0 1 0,0-1 0,0 0 0,1 1 1,-1 0-1,0-1 0,1 1 0,0 0 0,-1 0 1,1 0-1,3-3 0,-4 4 47,0 1 0,-1-1 0,1 1 0,-1-1 0,1 0 0,-1 0 0,1 1 0,-1-1 0,1 0 0,-1 0 0,1 0 1,-1 1-1,0-1 0,0 0 0,1 0 0,-1 0 0,0 0 0,0 0 0,0 0 0,0 0 0,0-1 0,0 2 35,0-1 1,0 1-1,0 0 1,0-1-1,0 1 0,0 0 1,0-1-1,0 1 1,0-1-1,0 1 0,0 0 1,0-1-1,0 1 1,1 0-1,-1 0 1,0-1-1,0 1 0,0 0 1,1-1-1,-1 1 1,0 0-1,0 0 0,1-1 1,-1 1-1,0 0 1,0 0-1,1-1 0,-1 1 1,0 0-1,1 0 1,-1 0-1,0 0 0,1 0 1,-1 0-1,0-1 1,1 1-1,-1 0 1,0 0-1,1 0 0,-1 0 1,0 0-1,1 0 1,-1 0-1,0 0 0,1 1 1,-1-1-1,1 0 1,-1 0-1,0 0 0,1 0 1,-1 0-1,1 1 1,6 28 1173,-1-23-857,-5-4-147,1 0 0,0 0 0,-1 0 0,1 1 0,-1-1 0,1 0 0,-1 1 0,0-1 0,0 1 0,0-1 0,0 1-1,-1 0 1,1-1 0,-1 1 0,1 0 0,-1 3 0,19 103 5307,-20-95-4834,2 1 0,0-1 0,1 1 0,0-1 0,1 0 0,1 1 0,5 13 0,-7-22-422,0 4-153,0 1 0,-1-1 0,0 1 0,-1-1 0,0 1 0,-2 10-1,1-10-72,0 0 1,1 1-1,0-1 0,1 0 0,4 19 0,-1-13 13,0 0 0,-1 0 0,-1 1 0,0 29 0,-1-49 0,-1 0 0,0 1 0,1-1 0,-1 0 0,1 1 0,0-1 0,-1 1 0,1-1 0,0 1 0,0-1 0,0 1 0,0-1 0,2-1 0,-1 1 0,0 0 0,-1 0 0,1 0 0,-1 0 0,0 0 0,0 0 0,0-1 0,0 1 0,0 0 0,0-1 0,0 1 0,-1 0 0,1-1 0,0-4 0,-1-5 0,2 0 0,0-1 0,0 1 0,2 0 0,-1 0 0,1 1 0,11-22 0,-8 17 0,0 0 0,-1-1 0,4-19 0,-6 19 0,0-1 0,1 1 0,1 0 0,1 1 0,1-1 0,16-26 0,20-46 0,-37 73 0,-5 15 0,-1-1 0,0 0 0,1 0 0,-1 1 0,1-1 0,-1 1 0,1-1 0,0 1 0,0 0 0,0-1 0,0 1 0,0 0 0,3-1 0,7-6 0,6-4 0,-17 13 0,0 0 0,-1 0 0,1 0 0,0 0 0,-1 0 0,1 0 0,-1 0 0,1 0 0,-1 0 0,0 0 0,0 0 0,1 0 0,-1 0 0,0 0 0,0 0 0,0 1 0,0-1 0,0 0 0,0 0 0,0 0 0,-1 2 0,1-1 0,0 0 0,0 0 0,1 0 0,-1 0 0,1 0 0,-1 0 0,1 0 0,0 0 0,0-1 0,0 1 0,0 0 0,0 0 0,0-1 0,0 1 0,2 2 0,-1-3 0,-1 1 0,1 0 0,-1 0 0,0 0 0,0-1 0,1 1 0,-2 1 0,1-1 0,0 0 0,0 0 0,-1 0 0,1 0 0,-1 1 0,1-1 0,-1 3 0,1 5 0,0-1 0,1 0 0,0-1 0,0 1 0,1 0 0,0-1 0,1 1 0,0-1 0,9 15 0,15 36 0,-27-54 0,1 0 0,0 0 0,0-1 0,0 1 0,0-1 0,1 1 0,0-1 0,5 6 0,13 25 0,-18-29 0,0-1 0,0 1 0,1-1 0,0 1 0,0-1 0,0 0 0,0-1 0,1 1 0,9 6 0,-13-10 0,0 1 0,0-1 0,0 0 0,1 0 0,-1 0 0,0 0 0,1 0 0,-1-1 0,1 1 0,-1 0 0,1-1 0,0 1 0,-1-1 0,1 1 0,0-1 0,-1 0 0,1 0 0,0 1 0,-1-1 0,1 0 0,0-1 0,-1 1 0,1 0 0,-1 0 0,1-1 0,0 1 0,-1-1 0,1 0 0,-1 1 0,1-1 0,-1 0 0,1 0 0,-1 0 0,0 0 0,1 0 0,-1 0 0,0 0 0,0 0 0,0-1 0,0 1 0,2-2 0,36-53 0,-11-47 0,11-33 0,-25 87 0,-10 37 0,-1-1 0,1 0 0,-2 0 0,0 0 0,0-22 0,-2 24 0,1-20 0,4 26 0,5 14 0,-9-7 0,0-1 0,0 1 0,-1 0 0,1 0 0,-1 0 0,1 0 0,-1 0 0,1-1 0,-1 1 0,0 0 0,0 0 0,0 0 0,0 0 0,0 0 0,-1 3 0,0-2 0,1-1 0,0 0 0,0 0 0,0 0 0,0 1 0,0-1 0,0 0 0,0 0 0,1 0 0,-1 0 0,1 0 0,1 3 0,6 8 0,-6-11 0,0 1 0,-1-1 0,1 0 0,-1 0 0,0 1 0,0-1 0,0 1 0,0-1 0,0 1 0,-1-1 0,1 1 0,-1-1 0,1 1 0,-1 4 0,0-3 0,1 0 0,-1 1 0,1-1 0,0 0 0,0 0 0,0 1 0,0-1 0,1 0 0,0 0 0,0 0 0,0-1 0,0 1 0,5 5 0,12 25 0,9 42-664,-26-72 144,-1 0 1,0 1 0,0-1-1,-1 0 1,1 0 0,-1 1-1,0 5 1,2 18-3527,5-10 739,-5-15 2434,-1 1 0,0-1 0,0 1-1,0-1 1,0 1 0,0 0 0,-1 0 0,1 3-1,4 18-4869,18-8-1234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08.7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50 47 11973,'0'-6'2031,"7"-24"14864,2 39-15027,-7-3-1868,-1 0 0,0 0 0,0 0 0,0 0 0,-1 0 0,0 0 0,0 0 0,0 0 0,-1 0 0,0 0 0,-3 11 0,-2 13 0,1 1 0,2 0 0,1 46 0,2-68 0,-1 0 0,0 0 0,-1-1 0,0 1 0,0 0 0,-4 8 0,3-10 0,0 1 0,1 0 0,0 0 0,1 0 0,-2 15 0,3-3 0,1-9 0,-1 0 0,0 1 0,0-1 0,-1 0 0,-1-1 0,0 1 0,0 0 0,-8 17 0,9-25 0,0-1 0,0 1 0,1-1 0,-1 1 0,0-1 0,1 1 0,0 0 0,-1-1 0,1 6 0,2-7 0,-1-21 0,0 6 0,0 1 0,1 0 0,0-1 0,1 1 0,1 0 0,8-22 0,44-77 0,-23 47 0,-10 23 0,2 1 0,48-60 0,-55 83 0,-14 16 0,-1-1 0,-1 1 0,1-1 0,0 0 0,-1 0 0,1 0 0,2-6 0,12-15 0,-16 24 0,0-1 0,-1 0 0,1 1 0,0 0 0,0-1 0,0 1 0,0-1 0,0 1 0,-1 0 0,1-1 0,0 1 0,0 0 0,0 0 0,0 0 0,0 0 0,0 0 0,0 0 0,0 0 0,0 0 0,0 0 0,0 0 0,0 1 0,-1-1 0,1 0 0,0 1 0,0-1 0,0 1 0,0-1 0,0 0 0,-1 1 0,1 0 0,0-1 0,0 2 0,6 5 0,-1 1 0,0 0 0,-1 0 0,0 0 0,0 1 0,-1-1 0,0 1 0,4 12 0,19 39 0,-19-43 0,0 1 0,-2 1 0,8 32 0,-6-24 0,-2-3-1054,-1-1 1,3 31-1,-4 96-9419,-4-108 7852,0-9-5407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09.55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114 17 6563,'-9'0'1833,"-16"-2"2946,9-9 2719,2 7-3667,-34 6-581,48 50-1057,0-49-2161,-1 53 665,2-1 0,3 0 0,15 74 0,20 60-697,-34-161 0,1 0 0,1-1 0,2 0 0,16 36 0,32 95 0,-54-151 0,0 0 0,-1 0 0,2 0 0,-1-1 0,1 1 0,0-1 0,1 0 0,7 8 0,-4 4 0,-5-13 0,6-15 0,4-6 0,-11 14 0,0 1 0,-1-1 0,1 1 0,-1-1 0,0 0 0,0 0 0,1 0 0,-1 0 0,0 0 0,-1 0 0,1 0 0,0 0 0,0 0 0,-1 0 0,0 0 0,1 0 0,-1 0 0,0-1 0,0-1 0,1-10 0,1 0 0,0 1 0,1-1 0,0 1 0,9-21 0,-7 21 0,0-1 0,-1 0 0,-1 0 0,0 0 0,1-25 0,-1-1 0,2 1 0,2 0 0,20-69 0,-22 60 0,-2 16 0,4 10 0,-5 18 0,-1-1 0,1 0 0,-1 1 0,0-1 0,0 0 0,-1 0 0,1-7 0,-1 12 0,0 1 0,0 0 0,0-1 0,0 1 0,0-1 0,1 1 0,-1 0 0,0-1 0,0 1 0,1-1 0,-1 1 0,0-1 0,1 1 0,-1-1 0,1 1 0,-1-1 0,0 1 0,1-1 0,-1 0 0,1 1 0,-1-1 0,1 0 0,-1 1 0,1-1 0,0 0 0,-1 0 0,1 0 0,-1 1 0,1-1 0,0 0 0,-1 0 0,1 0 0,-1 0 0,1 0 0,0 0 0,-1 0 0,1 0 0,-1 0 0,1 0 0,0-1 0,-1 1 0,1 0 0,-1 0 0,1 0 0,-1-1 0,1 1 0,0 0 0,-1-1 0,1 1 0,-1-1 0,0 1 0,1 0 0,-1-1 0,1 1 0,-1-1 0,0 1 0,1-1 0,-1 1 0,0-1 0,1 1 0,-1-1 0,0 0 0,0 1 0,0-1 0,0 1 0,1-2 0,0 7 0,0 1 0,1-1 0,0 0 0,0 0 0,0 0 0,1 0 0,3 4 0,-2-1 0,46 57 0,-31-33 0,31 47 0,-14-24 0,-24-35 0,29 35 0,4 5-2507,-7 0-3551,-27-40 3645,1-1 0,0-1 0,1 0-1,1-1 1,1 0 0,23 21 0,-17-25-4881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09.91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507 202 14967,'0'-17'3349,"-3"-38"6201,2 50-9138,0 1-1,0 0 1,-1 0 0,1 0 0,-1 0 0,0 0 0,0 1 0,0-1-1,-1 0 1,-4-5 0,-2-1-335,0 0 1,-1 0-1,0 1 0,0 0 0,-17-11 1,23 19-82,1-1 0,-1 0 0,1 1 0,-1-1 0,0 1 1,1 0-1,-1 0 0,0 0 0,0 1 0,0 0 0,0-1 0,0 1 0,0 1 1,1-1-1,-1 0 0,0 1 0,0 0 0,0 0 0,1 0 0,-1 0 1,0 1-1,1-1 0,-5 4 0,-7 3 4,1 1 0,0 0 0,0 1 0,1 1 0,1 1 0,-1-1 0,2 2 0,0 0 0,0 0 0,1 1 0,-14 27 0,-25 34 0,40-64 0,1 1 0,0-1 0,0 1 0,1 0 0,1 1 0,0 0 0,1 0 0,-6 24 0,0 20 0,4-25 0,1 1 0,-2 59 0,8 29 0,0-119 0,0 0 0,1 1 0,-1-1 0,0 0 0,1 0 0,-1 0 0,1 0 0,0 0 0,0 0 0,0 0 0,0 0 0,0 0 0,0 0 0,0 0 0,0 0 0,4 2 0,-4-3 0,0 1 0,0-1 0,0 1 0,0-1 0,0 1 0,0-1 0,0 1 0,0-1 0,0 1 0,-1 0 0,1-1 0,-1 1 0,1 0 0,-1 0 0,0-1 0,0 4 0,0-4 0,1 0 0,-1 0 0,0 0 0,0 0 0,0 0 0,0 0 0,1 0 0,-1 0 0,1 0 0,-1 0 0,1 0 0,-1 0 0,1 0 0,-1 0 0,1 0 0,0 0 0,0 0 0,-1 0 0,1-1 0,0 1 0,0 0 0,0-1 0,0 1 0,0-1 0,0 1 0,0-1 0,0 1 0,0-1 0,0 1 0,0-1 0,0 0 0,0 0 0,0 0 0,0 0 0,0 1 0,0-1 0,0-1 0,1 1 0,-1 0 0,0 0 0,0 0 0,0 0 0,2-1 0,-1 0 0,1 1 0,-1-1 0,1 0 0,0 0 0,-1 0 0,1 0 0,-1 0 0,0 0 0,1-1 0,-1 1 0,0-1 0,0 1 0,0-1 0,0 0 0,0 0 0,0 0 0,2-3 0,16-26 0,-17 27 0,1-1 0,-1 1 0,0-1 0,0 0 0,0 0 0,-1-1 0,3-8 0,35-65 0,-12-65 0,-19 118 0,-6 21 0,-1-1 0,0 1 0,0 0 0,-1-1 0,1 1 0,-1-1 0,-1 0 0,1-6 0,-1-65 0,0 48 0,0 43 0,9 16 0,-8-26 0,1-1 0,-1 0 0,1 1 0,-1-1 0,0 1 0,-1-1 0,1 1 0,0 6 0,-1-5 0,1 0 0,0 0 0,0 0 0,1 0 0,-1-1 0,1 1 0,0 0 0,0-1 0,1 1 0,-1-1 0,4 5 0,15 31 0,-17-27-58,1 0 0,1 0 1,0-1-1,1 0 0,1 0 0,14 17 1,-14-18-234,0 0 0,0 1 1,-1-1-1,-1 1 1,8 19-1,-10-25-900,-1 0-1,2-1 0,-1 1 0,1-1 0,0 0 1,0 0-1,0 0 0,0-1 0,1 0 1,7 5-1,13 10-4638,-18-9 1487,7-9 800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10.1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184 82 4274,'0'-68'17443,"-1"67"-17248,1 0 0,0 1 0,-1-1 0,1 0 0,-1 0 0,1 1 0,-1-1 0,1 0 0,-1 1 0,1-1 1,-1 0-1,0 1 0,1-1 0,-1 1 0,0-1 0,0 1 0,1 0 0,-1-1 0,0 1 0,0 0 0,0-1 0,1 1 1,-1 0-1,0 0 0,0 0 0,0-1 0,0 1 0,0 0 0,1 0 0,-1 1 0,0-1 0,-1 0 0,1 0-170,0 0 0,0 0-1,1 0 1,-1 0-1,0 0 1,0 0 0,0 0-1,0 0 1,0 0 0,0 0-1,1 1 1,-1-1-1,0 0 1,0 1 0,0-1-1,0 0 1,1 1-1,-1-1 1,0 1 0,1 0-1,-1-1 1,0 1-1,1-1 1,-1 1 0,0 0-1,1 0 1,-1-1-1,1 1 1,0 0 0,-1 1-1,0 4 81,1-1-1,-1 1 1,0-1 0,-1 1-1,1-1 1,-3 7-1,2-9-22,0 1-1,1-1 1,0 1-1,0 0 1,0-1-1,0 1 1,1 0-1,-1 0 1,1 0-1,0 0 1,0 0-1,1-1 0,-1 1 1,1 0-1,1 5 1,9 18 189,1 0 0,2-1-1,25 37 1,-4-7-164,-25-36-103,0 1-1,7 24 1,-4-11 9,-11-29 17,-1 1 1,1-1 0,-1 1-1,0 0 1,-1 0 0,1-1-1,-1 1 1,0 0 0,-2 9-1,1 12 211,1-24-238,0-1 0,-1 1 1,1 0-1,-1-1 1,1 1-1,-1 0 0,0-1 1,0 1-1,0-1 0,0 1 1,0-1-1,-1 0 1,1 1-1,-1-1 0,0 0 1,1 0-1,-1 0 0,-3 2 1,-42 25-9,18-14-1,16-7-572,0 0 1,-1-2-1,0 0 0,0 0 0,-1-1 1,0-1-1,0 0 0,0-1 1,0-1-1,-29 1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10.6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405 324 7828,'8'-12'3195,"-3"5"-1082,0-1-1,0 0 0,0 0 0,-1 0 1,0-1-1,3-11 0,6-25 1272,-9 31-2669,0 0 0,0 0 0,-2-1-1,3-28 1,-5-25-715,-1 67 0,1-1 0,0 1 0,-1-1 0,1 1 0,-1 0 0,0-1 0,1 1 0,-1 0 0,0-1 0,0 1 0,0 0 0,0 0 0,0 0 0,0-1 0,0 1 0,0 0 0,0 1 0,-1-1 0,1 0 0,0 0 0,-1 0 0,1 1 0,0-1 0,-1 1 0,1-1 0,-1 1 0,1 0 0,-1-1 0,1 1 0,-1 0 0,1 0 0,-3 0 0,-4-1 0,-1 1 0,1 0 0,-1 0 0,1 1 0,-12 2 0,10-1 0,1 1 0,-1-1 0,1 2 0,0 0 0,1 0 0,-1 0 0,1 1 0,-1 0 0,1 1 0,1 0 0,-1 0 0,-9 11 0,-14 12 0,7-7 0,-41 48 0,49-50 0,0 1 0,2 1 0,1 0 0,0 1 0,2 0 0,1 1 0,0 0 0,2 1 0,1 0 0,1 0 0,1 1 0,1-1 0,1 1 0,1 41 0,2-54 0,0 12 0,1 1 0,7 48 0,-7-69 0,0-1 0,0 1 0,0 0 0,0-1 0,1 0 0,0 1 0,0-1 0,0 0 0,0 0 0,1 0 0,-1 0 0,1 0 0,0-1 0,0 1 0,1-1 0,-1 0 0,1 0 0,0 0 0,-1 0 0,1-1 0,0 0 0,6 3 0,-8-4 0,1 0 0,-1-1 0,1 1 0,-1-1 0,1 1 0,-1-1 0,1 0 0,-1 0 0,1 0 0,-1 0 0,1-1 0,-1 1 0,1-1 0,-1 1 0,1-1 0,-1 0 0,1 0 0,-1 0 0,0 0 0,0 0 0,3-2 0,1-2 0,0-1 0,0 0 0,0 0 0,-1-1 0,5-7 0,11-11 0,-14 15 0,-1 1 0,0-1 0,0 0 0,0-1 0,-1 1 0,-1-1 0,0 0 0,3-13 0,13-34 0,-7 30 0,-2 0 0,-1-1 0,-1 0 0,-2 0 0,-1-1 0,-1 0 0,2-45 0,-7 68 0,0 0 0,1 0 0,1 1 0,-1-1 0,1 0 0,0 0 0,4-8 0,-3 9 0,-1 0 0,0 0 0,0-1 0,-1 1 0,1-1 0,-1 1 0,0-9 0,-1 15 0,0 0 0,0 0 0,0 0 0,0 0 0,0 0 0,0 0 0,0-1 0,0 1 0,0 0 0,0 0 0,0 0 0,0 0 0,0 0 0,0 0 0,0 0 0,0 0 0,0 0 0,0-1 0,0 1 0,0 0 0,0 0 0,0 0 0,0 0 0,0 0 0,0 0 0,0 0 0,0 0 0,0 0 0,0 0 0,0 0 0,1 0 0,-1-1 0,0 1 0,0 0 0,0 0 0,0 0 0,0 0 0,0 0 0,0 0 0,0 0 0,0 0 0,0 0 0,1 0 0,-1 0 0,0 0 0,0 0 0,0 0 0,0 0 0,0 0 0,0 0 0,0 0 0,0 0 0,0 0 0,1 0 0,-1 0 0,0 1 0,0-1 0,0 0 0,0 0 0,0 0 0,0 0 0,0 0 0,0 0 0,0 0 0,0 0 0,0 0 0,1 0 0,8 10 0,9 23 0,29 97 0,-44-121 0,1 0 0,0 0 0,0 0 0,1 0 0,0-1 0,10 12 0,9 16 0,-8-12 0,1 0 0,22 22 0,-20-13 107,-18-31-144,0 1 0,0-1-1,1 1 1,-1-1-1,0 0 1,1 1 0,-1-1-1,1 0 1,0 0-1,0 0 1,0 0 0,0 0-1,0-1 1,4 3-1,0 0-1203,0 0 0,0-1-1,0 0 1,1 0-1,-1-1 1,1 0 0,0 0-1,0-1 1,-1 1-1,1-1 1,0-1 0,0 1-1,0-1 1,0-1-1,12-1 1,5-11-4647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11.53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32 40 4210,'0'-1'269,"0"0"0,0 1 0,0-1 0,0 0 1,0 0-1,0 1 0,0-1 0,-1 0 0,1 0 0,0 1 0,-1-1 1,1 0-1,0 1 0,-1-1 0,1 0 0,-1 1 0,1-1 0,-1 1 1,1-1-1,-1 1 0,1-1 0,-1 1 0,0-1 0,1 1 0,-1-1 1,1 1-1,-1 0 0,0 0 0,0-1 0,1 1 0,-1 0 1,0 0-1,0 0 0,1-1 0,-1 1 0,0 0 0,0 0 0,1 0 1,-1 0-1,0 1 0,0-1 0,1 0 0,-1 0 0,0 0 0,0 1 1,1-1-1,-1 0 0,0 1 0,1-1 0,-2 1 0,1 44 1734,-1-29-1091,1 0 0,1 0-1,1 0 1,0 0-1,6 23 1,1-16-95,-5-15-446,0 0 0,-1 0 0,0 0 0,0 0 1,-1 0-1,1 16 0,17 133 3401,-18-148-3736,0 0-1,0 0 1,1 0 0,0 0-1,5 15 1,-4-16-43,0 1-1,-1 0 1,0-1 0,0 1 0,0 15 0,-2-18 7,1-1 0,-1 1 0,1-1 0,0 1 0,1 0 0,-1-1 0,1 0 0,4 8 0,-4-7 0,1-1 0,-1 1 0,0 0 0,-1 0 0,1 0 0,-1 1 0,-1-1 0,1 9 0,-1 20 0,0-22 0,0-24 0,-1-38 0,0 18 0,1 0 0,5-42 0,1 45 0,-2 0 0,0-1 0,-2-33 0,-1 49 0,0-1 0,1 1 0,1 0 0,4-15 0,-3 15 0,-1 0 0,0 0 0,-1 0 0,0-15 0,-1 16 0,0 0 0,1 0 0,0 0 0,0 0 0,2 0 0,-1 1 0,2-1 0,-1 1 0,9-14 0,0-2 0,-12 25 0,1 0 0,-1 1 0,1-1 0,-1 1 0,1-1 0,-1 1 0,1 0 0,0 0 0,0 0 0,0 0 0,0 0 0,0 0 0,0 0 0,0 0 0,0 1 0,0-1 0,0 1 0,0 0 0,0-1 0,0 1 0,0 0 0,0 0 0,4 1 0,-4-1 0,1 0 0,-1 0 0,0 0 0,1 0 0,-1 1 0,0-1 0,0 1 0,1-1 0,-1 1 0,0 0 0,0 0 0,0 0 0,0 0 0,0 0 0,0 1 0,0-1 0,0 0 0,0 1 0,-1 0 0,3 2 0,1 4 0,0 1 0,1-1 0,0 0 0,14 14 0,-13-15 0,-1 0 0,1 0 0,-2 1 0,1 0 0,7 13 0,65 144 0,-75-159 0,0 2 0,0-1 0,-1 0 0,0 0 0,3 16 0,2 9 0,10 7 0,-13-31 0,0 0 0,-1 0 0,0 0 0,0 0 0,-1 1 0,0-1 0,0 1 0,0 11 0,-2 33 0,-1-67 0,0-8 0,0-1 0,1 0 0,1 0 0,6-34 0,5 20 0,15-75 0,-23 95 0,1-1 0,11-26 0,6-21 0,-21 57 0,1-1 0,0 0 0,0 1 0,1 0 0,1 0 0,-1 0 0,1 0 0,0 0 0,1 1 0,0-1 0,0 1 0,0 0 0,1 1 0,0-1 0,1 1 0,7-5 0,5-5 0,-16 13 0,0 0 0,1 0 0,-1 0 0,1 1 0,-1-1 0,1 1 0,0 0 0,6-2 0,-8 4 0,-1 0 0,0 0 0,1 0 0,-1 0 0,1 0 0,-1 1 0,0-1 0,1 0 0,-1 1 0,0-1 0,0 1 0,1 0 0,-1-1 0,0 1 0,0 0 0,0 0 0,0 0 0,0 0 0,0 0 0,0 0 0,0 0 0,0 0 0,0 0 0,-1 0 0,1 0 0,0 1 0,-1-1 0,1 0 0,-1 0 0,1 1 0,0 2 0,2 3 0,-2-4 0,0 0 0,0-1 0,1 1 0,-1-1 0,0 1 0,1-1 0,0 0 0,0 0 0,0 0 0,0 0 0,0 0 0,0 0 0,3 2 0,-3-2 0,0 0 0,0 0 0,-1 0 0,1 0 0,-1 0 0,1 0 0,-1 1 0,0-1 0,0 0 0,0 1 0,0-1 0,0 1 0,-1-1 0,1 1 0,0 4 0,4 15 0,13 7 0,-15-26 0,0 1 0,-1-1 0,1 1 0,-1 0 0,0 0 0,0 0 0,2 8 0,17 57 0,-15-52 0,0 1 0,-1 0 0,-1 0 0,0 0 0,0 28 0,-3-40-239,-1 1-1,1-1 1,0 0-1,1 1 1,-1-1-1,1 0 1,5 10-1,-5-11-254,1 1 0,-1 0 1,-1-1-1,1 1 0,-1 0 0,0-1 0,0 11 0,-1-7-1254,1 1-1,-1-1 1,2 0-1,-1 0 1,1 0 0,0 0-1,6 13 1,-5 5-2975,-3-16 2066,0 4 21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12.4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1 954 800,'7'-18'1267,"0"-1"-1,-1 0 0,-1-1 0,4-33 0,8-32 4003,-10 63-3870,-3 11-368,-1-1 0,0 0-1,0 0 1,-2-1 0,1 1 0,-1-17 0,-1-51 9475,0 80-10487,0 1-1,0-1 1,-1 1-1,1 0 1,0-1 0,0 1-1,0-1 1,-1 1-1,1 0 1,0-1 0,-1 1-1,1-1 1,0 1-1,-1-1 1,1 0 0,-1 1-1,1-1 1,0 1-1,-1-1 1,1 0 0,-1 1-1,0-1 1,1 0-1,-1 1 1,1-1 0,-1 0-1,1 0 1,-1 0-1,0 1 1,1-1 0,-1 0-1,1 0 1,-1 0-1,0 0 1,1 0 0,-1 0-1,1 0 1,-1 0-1,0-1 1,1 1-1,-1 0 1,1 0 0,-1 0-1,0-1 1,1 1-1,-1 0 1,1-1 0,-1 1-1,1 0 1,-1-1-1,1 1 1,0-1 0,-1 1-1,1-1 1,-1 1-1,1-1 1,0 1 0,-1-1-1,1 1 1,0-1-1,0 1 1,-1-1 0,1 1-1,0-1 1,0 0-1,0 0 1,0 3-19,-1-1 0,1 1 0,0 0 0,-1 0 0,1 0 0,-1-1 0,1 1 0,-1 0 0,0-1 0,1 1 0,-1 0 0,-2 1 0,2-1 0,0 0 0,-1 0 0,1 0 0,0 0 0,0 0 0,1 1 0,-1-1 0,0 0 0,1 0 0,0 0 0,-1 1 0,1 3 0,-3 58 0,1-38 0,1-1 0,2 1 0,0 0 0,6 32 0,15-5 0,3 5 0,-23-52 0,1 0 0,0 0 0,0 0 0,0 0 0,1 0 0,0-1 0,0 0 0,0 0 0,1 0 0,0 0 0,0 0 0,0-1 0,0 0 0,7 4 0,4 1 0,0 0 0,0-1 0,33 12 0,-46-19 0,1 0 0,-1 0 0,1-1 0,-1 1 0,1-1 0,-1 0 0,1 0 0,-1 0 0,1 0 0,-1 0 0,1-1 0,-1 0 0,1 0 0,-1 0 0,0 0 0,1 0 0,-1-1 0,0 1 0,0-1 0,0 0 0,0 0 0,0 0 0,0 0 0,-1-1 0,5-4 0,0-2 0,0 0 0,0 0 0,-1-1 0,0 0 0,-1 0 0,5-13 0,-7 13 0,-1 1 0,-1-1 0,0 1 0,0-1 0,-1 0 0,0 1 0,-1-1 0,0 1 0,0-1 0,-1 1 0,0-1 0,-1 1 0,-7-18 0,-4-21 0,10 35 0,-1 0 0,-1 1 0,0 0 0,0 0 0,-1 0 0,-1 1 0,0 0 0,0 0 0,-1 1 0,0 0 0,-1 0 0,0 1 0,-1 1 0,0 0 0,0 0 0,0 1 0,-1 0 0,-1 1 0,-22-8 0,-3 1 0,-51-10 0,79 20 1,17 4 2,40 8 0,31 6-39,-42-12-443,0-2 0,0-1 1,66-9-1,13 1 105,-91 7 392,0-1 0,0-1 0,23-7 0,26-2 35,12-7 29,-24 4 116,-52 13-25,0-1-1,1 0 0,-1-1 1,-1 0-1,14-9 1,-4 0 435,-20 11-412,-9 5-122,6-1-74,0 0 0,1 0 0,0 1 0,0-1 0,0 1 0,0 0 0,0 0 0,-6 8 0,-15 11 0,18-16 0,0 1 0,0 0 0,1 1 0,0-1 0,-6 12 0,-17 22 0,25-35 0,0 0 0,1 0 0,0 1 0,0-1 0,0 1 0,0 0 0,-1 10 0,-17 38 0,16-45 0,1-1 0,0 1 0,0 0 0,1-1 0,1 2 0,-1-1 0,2 0 0,-2 14 0,4 91 0,0-54 0,0-59 0,0 0 0,-1 1 0,1-1 0,0 0 0,0 0 0,0 0 0,1 0 0,-1 0 0,0 0 0,1 0 0,0 0 0,-1-1 0,1 1 0,0 0 0,0-1 0,-1 0 0,1 1 0,0-1 0,1 0 0,-1 0 0,0 0 0,0 0 0,0 0 0,5 0 0,6-9 0,-11 7 0,0 0 0,0 0 0,0 0 0,0 0 0,0 0 0,0-1 0,-1 1 0,1-1 0,0 1 0,-1-1 0,2-2 0,8-8 0,-8 9 0,1-1 0,-1 1 0,0-1 0,0 0 0,0 0 0,0 0 0,3-9 0,0-1 0,0 1 0,0 0 0,11-15 0,-10 17 0,0 0 0,-1-1 0,0 0 0,7-22 0,15-144 0,-22 148 0,-1 10 0,0-1 0,-2 1 0,1-32 0,5-44 0,-5 68 0,2-51 0,-6-175 0,0 254 0,0 0 0,0 1 0,-1-1 0,1 1 0,0-1 0,0 0 0,0 1 0,-1-1 0,1 0 0,0 1 0,0-1 0,-1 0 0,1 1 0,0-1 0,-1 0 0,1 0 0,0 1 0,-1-1 0,1 0 0,0 0 0,-1 0 0,1 0 0,-1 1 0,1-1 0,0 0 0,-1 0 0,1 0 0,-1 0 0,1 0 0,-1 0 0,1 0 0,0 0 0,-1 0 0,1 0 0,-1 0 0,1 0 0,0 0 0,-1-1 0,1 1 0,-1 0 0,1 0 0,0 0 0,-1-1 0,1 1 0,0 0 0,-1 0 0,1-1 0,0 1 0,-1 0 0,1 0 0,0-1 0,0 1 0,-1 0 0,1-1 0,0 1 0,0-1 0,0 1 0,-1 0 0,1-1 0,-2 56 0,1-35 0,0-1 0,2 1 0,0 0 0,4 22 0,42 188 0,-41-206 0,1 0 0,1-1 0,19 41 0,-11-27 0,-6-11 0,2-1 0,0 0 0,1-1 0,2 0 0,0-1 0,2 0 0,0-2 0,41 39 0,-53-57 0,0 0 0,1-1 0,-1 0 0,1 0 0,-1-1 0,1 1 0,0-1 0,-1 0 0,1-1 0,11 0 0,-3 1 0,1-2 0,-1 0 0,18-3 0,-29 3 0,0 0 0,0-1 0,0 1 0,0-1 0,0 1 0,0-1 0,0 0 0,-1 0 0,1 0 0,3-4 0,10-8 0,-5 7 0,-1 0 0,-1-1 0,0-1 0,0 0 0,0 0 0,-1 0 0,-1-1 0,10-16 0,4-14 0,-1-1 0,-3 0 0,-1-1 0,-3-1 0,11-55 0,-22 85 0,0-1 0,-1 1 0,-2-25 0,1 4 0,-1 31 0,1 1 0,0-1 0,0 0 0,-1 1 0,1-1 0,-1 1 0,0-1 0,0 0 0,0 1 0,0 0 0,0-1 0,-1 1 0,1 0 0,-1-1 0,-2-2 0,3 4 0,0 1 0,1-1 0,-1 0 0,0 1 0,1-1 0,-1 1 0,0 0 0,0-1 0,0 1 0,1-1 0,-1 1 0,0 0 0,0 0 0,0 0 0,0-1 0,0 1 0,1 0 0,-1 0 0,0 0 0,0 0 0,0 1 0,0-1 0,0 0 0,0 0 0,1 0 0,-1 1 0,0-1 0,0 0 0,0 1 0,1-1 0,-1 1 0,0-1 0,0 1 0,1-1 0,-1 1 0,0-1 0,1 1 0,-1 0 0,1-1 0,-1 1 0,1 0 0,-1 0 0,1 0 0,-27 25 0,24-24 0,0 0 0,0 0 0,0 0 0,1 1 0,-1 0 0,1-1 0,-1 1 0,1 0 0,0 0 0,0 0 0,0 0 0,-1 4 0,-4 13 0,-7 18 0,-9 45 0,20-70 0,1 0 0,0 0 0,1 0 0,1 0 0,0 0 0,0 0 0,5 24 0,-3-26 0,1-1 0,-1 0 0,2 0 0,-1-1 0,1 1 0,1-1 0,0 1 0,0-1 0,1-1 0,0 1 0,0-1 0,1 0 0,0 0 0,1-1 0,-1 0 0,2 0 0,-1-1 0,0 0 0,1-1 0,0 0 0,1 0 0,15 5 0,-18-8 0,0-1 0,-1-1 0,1 0 0,0 0 0,0 0 0,0 0 0,-1-1 0,1-1 0,0 1 0,-1-1 0,1 0 0,-1 0 0,1-1 0,-1 0 0,0 0 0,7-5 0,20-7 0,60-40-6379,-86 51 5239,-1 0 0,0 0 0,-1-1-1,1 1 1,-1-1 0,0 0 0,0-1 0,0 1 0,-1-1-1,6-10 1,17-13-5647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14.1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49 301 2033,'0'-2'332,"0"0"1,0 0 0,-1 0-1,1 1 1,0-1-1,-1 0 1,1 1-1,-1-1 1,1 0-1,-1 1 1,0-1-1,0 0 1,0 1-1,0-1 1,0 1-1,0 0 1,0-1 0,-2 0-1,2 0 187,-1 1-1,1-1 1,0 0 0,0 1-1,-1-1 1,1 0 0,0 0-1,1 0 1,-1 0 0,0 0-1,0 0 1,1 0 0,-1 0-1,1 0 1,0 0 0,-1 0-1,1 0 1,0-3 0,1-1-183,-1 3 150,0 1-1,1-1 0,-1 1 0,0-1 1,0 1-1,0-1 0,0 1 1,-1 0-1,1-1 0,-1 1 1,0-1-1,1 1 0,-1 0 0,0-1 1,0 1-1,0 0 0,-1 0 1,1 0-1,0 0 0,-1 0 0,-2-3 1,-1-7 1712,7 22-848,-2 15-1350,1 0 0,1 0 0,10 47 0,-10-63 0,-1 0 0,0-1 0,0 1 0,-1 0 0,-2 12 0,1-13 0,1 0 0,0 0 0,0 0 0,1 0 0,0 0 0,3 14 0,4 1 0,-5-15 0,0 0 0,0 0 0,-1 0 0,-1 1 0,1-1 0,0 12 0,-2-10 0,1-1 0,1 1 0,-1-1 0,1 0 0,1 0 0,5 13 0,6 21 0,-10-28 0,1-1 0,0-1 0,11 20 0,-7-16 0,-1 37 0,-1-43 0,-6-11 0,0 1 0,-1 0 0,1-1 0,0 1 0,-1 0 0,1 0 0,-1 0 0,1 0 0,-1 0 0,1-1 0,-1 1 0,0 0 0,1 0 0,-1 0 0,0 0 0,0 0 0,0 0 0,0 2 0,0-2 0,1 0 0,-1 0 0,0 0-1,0 0 1,1 0 0,-1 0 0,1 0 0,-1 0 0,1 0-1,-1 0 1,1 0 0,0 0 0,-1 0 0,1 0 0,0 0-1,0-1 1,0 1 0,-1 0 0,1 0 0,0-1 0,0 1-1,0-1 1,0 1 0,0-1 0,0 1 0,3 0 0,-1 0-15,-2-3-57,1 1 0,-1-1 0,1 1-1,-1 0 1,1-1 0,0 1-1,-1 0 1,1 0 0,0 0 0,2-1-1,-3 1 42,0-1 0,-1 0 0,1 1-1,-1-1 1,1 0 0,-1 1 0,1-1-1,-1 0 1,0 1 0,0-1-1,0 0 1,0 0 0,0 1 0,-1-1-1,1-2 1,-1-2-64,2 1 51,-1-1 0,1 1-1,0 0 1,0 0-1,1 0 1,-1 0 0,1 0-1,5-9 1,8-27-176,-11 29 148,-1-2 15,0 0 1,0-1-1,0-24 1,-2 29 43,-1 1 1,2-1 0,-1 0 0,2 0 0,4-13 0,-4 13 28,0 0 1,0 0 0,-1 0-1,-1-1 1,1-15-1,-2 9 60,1 0 0,1 0 0,0 0-1,9-29 1,-6 8 54,-5 37-128,0 0 0,0 1 0,0-1 1,0 0-1,0 1 0,0-1 1,-1 0-1,2 1 0,-1-1 1,0 0-1,0 0 0,0 1 1,0-1-1,0 0 0,0 1 1,1-1-1,-1 1 0,0-1 1,1 0-1,-1 1 0,0-1 1,1 1-1,-1-1 0,1 0 1,-1 1-1,1 0 0,-1-1 1,1 1-1,-1-1 0,1 1 1,-1-1-1,1 1 0,0 0 1,-1 0-1,1-1 0,0 1 1,-1 0-1,1 0 0,0 0 1,-1-1-1,1 1 0,0 0 1,-1 0-1,1 0 0,0 0 1,0 0-1,-1 1 0,1-1 1,0 0-1,0 1 0,0-1 0,-1 0 0,1 1-1,0-1 1,-1 0-1,0 1 1,1-1 0,-1 1-1,1-1 1,-1 1 0,0-1-1,1 1 1,-1-1 0,0 1-1,1 0 1,-1-1 0,0 1-1,0-1 1,0 1 0,1 0-1,-1-1 1,0 1 0,0 0-1,0 1 9,39 27 76,-23-4-68,21 28 57,57 43-216,-91-93 87,0 0 0,0 0 1,-1 1-1,0-1 0,1 1 1,-1-1-1,0 1 1,2 5-1,2 4-288,-5-12 283,0 0 0,0 0 0,0 0 0,0 0 0,0 0 0,0 0 0,0 0 0,1-1 0,-1 1 0,0 0 0,0-1 0,1 1 0,-1-1 0,1 1 0,-1-1 0,0 1 0,1-1 0,-1 0-1,4 0 1,6 3-595,-6 3-236,-5-6 812,0 1 0,1-1 0,-1 1-1,0-1 1,1 1 0,-1-1 0,0 1 0,1-1 0,-1 1-1,1-1 1,-1 1 0,0-1 0,1 0 0,-1 1 0,1-1 0,-1 0-1,1 0 1,0 1 0,-1-1 0,1 0 0,-1 0 0,1 0 0,-1 1-1,1-1 1,0 0 0,-1 0 0,1 0 0,-1 0 0,1 0-1,0 0 1,-1 0 0,1-1 0,-1 1 0,1 0 0,-1 0 0,1 0-1,0-1 1,-1 1 0,1 0 0,-1 0 0,1-1 0,-1 1-1,1 0 1,-1-1 0,1 0 0,5-4-475,0 0 0,0 0 0,-1-1 0,0 0 0,0 0 0,0 0 0,-1-1 0,0 1 0,5-11 0,30-69-363,-38 82 928,0 0 0,0 0-1,0 0 1,0 0 0,-1 0 0,1-1-1,-2-6 1,4-21 185,3-8 1026,-1 0 0,-1-66 0,-4-68 9811,0 169-10934,0 5 2,5 31-120,1-20 18,-4-8 0,1 1 0,-1 0 0,0 0 0,-1 0 0,1 0 0,-1 0 0,0 1 0,0-1 0,0 0 0,0 0 0,-1 9 0,2 6 0,0 0 0,1 0 0,1-1 0,0 1 0,2-1 0,0 0 0,13 24 0,-16-33 0,1-1 0,-1 1 0,-1 0 0,0 0 0,0 0 0,1 10 0,3 16 0,3-2 0,-6-22 0,0 0 0,0 0 0,-1 0 0,-1 0 0,1 12 0,-2 49-2518,0 92-8840,0-161 11070,0 0 0,0-1 0,0 1 0,0 0 0,0 0 0,-1 0 0,1-1 0,-1 1 0,0 0 0,0-1 0,0 1 0,0 0 0,-1-1 0,1 1 0,-1-1 0,1 0 0,-1 0 0,0 1 0,-3 1-1,-18 30-3141,23-33 3282,-1 1 0,1-1 0,-1 0 0,1 1 0,-1-1 0,0 0 0,0 0-1,0 1 1,1-1 0,-1 0 0,0 0 0,0 0 0,-1 0 0,1 0 0,0 0-1,0 0 1,0-1 0,-1 1 0,1 0 0,0-1 0,-1 1 0,1-1 0,-2 1-1,-19 8-1509,21-9 1613,0 1 0,-1-1 0,1 0 0,-1 0-1,1 0 1,-1 0 0,1 0 0,0-1 0,-1 1 0,1 0-1,-1-1 1,1 1 0,0-1 0,-1 1 0,1-1 0,0 1-1,-2-2 1,0 0 15,0 2 144,1-1 0,0 0-1,-1 0 1,1 1 0,0-2-1,0 1 1,0 0 0,0 0-1,0-1 1,0 1-1,0-1 1,0 1 0,0-1-1,1 0 1,-1 0 0,1 0-1,-1 0 1,1 0 0,0 0-1,-1 0 1,1 0 0,0 0-1,1-1 1,-2-3 0,0-6 1147,0 1 0,1 0 0,0-1 0,2-15 0,-1 5 1326,1 21-2499,-1-1 0,0 1-1,1 0 1,-1 0 0,1-1 0,-1 1 0,1 0 0,0 0 0,-1 0 0,1-1 0,0 1 0,0 0 0,0 0-1,0 0 1,0 0 0,0 1 0,0-1 0,0 0 0,0 0 0,0 1 0,0-1 0,1 0 0,-1 1 0,0-1 0,3 0-1,15-12 760,-8 3-582,1 0-1,1 1 1,-1 0 0,1 1-1,1 0 1,-1 1 0,1 0 0,25-7-1,-17 5-77,0 0 1,-1-1-1,0-2 0,0 0 0,20-16 0,5 0-64,-40 26-86,-1-1 0,0 1 0,0-1 0,0-1 0,-1 1 0,1 0 0,-1-1 1,8-8-1,3-7 141,-9 14 2,-2 0 0,1 0-1,0 0 1,-1-1 0,0 0 0,-1 0 0,1 0 0,-1 0 0,0-1-1,-1 1 1,1-1 0,-1 0 0,-1 1 0,2-11 0,-2 11 117,-1-1 0,1 1 0,1 0 0,-1-1 0,1 1-1,0 0 1,4-8 0,-4 11-68,0-1-1,0 0 1,0 1-1,-1-1 1,0 0-1,0 0 1,0 0-1,0 0 1,-1-1-1,0 1 1,1 0-1,-1 0 1,-1 0-1,1 0 1,-1 0-1,1 0 0,-3-7 1,-14-18 460,14 24-667,0 0 0,0 0 0,0 0 0,1 0 0,-1 0 0,1-1 0,0 1 0,1-1 0,-1 0 0,0-5 0,3 10-22,-1 1 0,0-1 0,0 1 0,0-1 0,0 1 0,0-1 0,0 1 0,0-1 0,0 1 0,0-1 0,0 1 0,-1-1 0,1 1 0,0-1 0,0 1 0,0-1 0,-1 1 0,1-1 0,0 1 0,0-1 0,-1 1 0,1 0 0,0-1 0,-1 1 0,1 0 0,-1-1 0,1 1 0,0 0 0,-1-1 0,1 1 0,-1 0 0,1 0 0,-1 0 0,1-1 0,-1 1 0,1 0 0,-1 0 0,1 0 0,-1 0 0,1 0 0,-2 0 0,1 0 0,0 1 0,0-1 0,0 0 0,0 1 0,0 0 0,0-1 0,0 1 0,0 0 0,0-1 0,0 1 0,0 0 0,0 0 0,0 0 0,0 0 0,1 0 0,-1 0 0,0 0 0,1 0 0,-1 0 0,0 1 0,-2 5 0,1 0 0,-1 0 0,1 0 0,1 1 0,-1-1 0,1 0 0,0 1 0,1-1 0,0 0 0,0 1 0,3 13 0,3 0 0,-4-15 0,0 1 0,0-1 0,-1 0 0,0 1 0,0 11 0,0-10 0,-1 0 0,2 0 0,-1 0 0,1 0 0,0 0 0,0 0 0,5 8 0,8 29 0,-12-29 0,2-1 0,0 0 0,0 0 0,2-1 0,10 19 0,-9-22 0,-2 0 0,1-1 0,1 0 0,0-1 0,12 12 0,-19-19 0,1-1 0,0 1 0,0-1 0,0 0 0,0 1 0,0-1 0,0 0 0,0 0 0,0 0 0,0-1 0,1 1 0,-1 0 0,0-1 0,1 0 0,-1 1 0,0-1 0,0 0 0,1 0 0,-1 0 0,0-1 0,1 1 0,-1 0 0,0-1 0,1 0 0,-1 1 0,0-1 0,0 0 0,3-1 0,2-3 0,0 0 0,-1-1 0,0 1 0,1-1 0,-2 0 0,1-1 0,-1 1 0,0-1 0,5-8 0,37-108 0,-1-7 0,-43 124 0,0 0 0,-1 0 0,2 0 0,-1 0 0,1 1 0,0-1 0,8-8 0,-11 13 0,-1 0 0,1 0 0,0 0 0,0 0 0,0 1 0,0-1 0,0 0 0,0 1 0,0-1 0,0 0 0,0 1 0,0-1 0,0 1 0,0-1 0,1 1 0,-1 0 0,0-1 0,0 1 0,0 0 0,1 0 0,-1 0 0,0 0 0,0 0 0,1 0 0,-1 0 0,0 1 0,0-1 0,0 0 0,1 1 0,-1-1 0,0 1 0,0-1 0,0 1 0,0-1 0,0 1 0,0 0 0,0 0 0,0-1 0,0 1 0,0 0 0,0 0 0,-1 0 0,1 0 0,0 0 0,0 2 0,68 64 0,15 64-2696,-43-64-2819,97 120 0,-121-161-304,-14 0 72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14.3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37 9140,'0'-7'1523,"2"-14"6867,-2 20-8206,0 1 1,0-1 0,1 1 0,-1-1 0,0 1 0,0-1 0,1 1-1,-1-1 1,1 1 0,-1 0 0,0-1 0,1 1 0,-1 0-1,1-1 1,-1 1 0,1 0 0,-1-1 0,1 1 0,-1 0 0,1 0-1,-1 0 1,1 0 0,-1-1 0,1 1 0,0 0 0,-1 0-1,1 0 1,-1 0 0,2 0 0,1 0 1234,2 2-674,-4-1-716,1 0 1,-1 0-1,1 0 0,0 0 1,-1 0-1,0 1 1,1-1-1,-1 1 1,0-1-1,0 1 1,0-1-1,0 1 1,0-1-1,0 1 1,0 0-1,0 0 1,-1-1-1,1 1 1,-1 0-1,1 0 0,0 3 1,-1-1-18,2 0 0,-1 0 0,0 0 1,1 0-1,0 0 0,0-1 0,0 1 0,5 6 0,-2-1-5,0-1 0,0 1-1,-1 0 1,-1 1 0,1-1-1,-2 0 1,1 1 0,-1 0-1,-1-1 1,1 16 0,4 15-35,-2-12-848,-1 0 1,-2 1 0,-3 40 0,0-5-5242,1-57 4810,1 0 1,-1 0-1,0 0 0,-1 0 1,0 0-1,-5 13 0,5-14-18,-1 21-6102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14.6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18 117 5635,'-2'-30'14325,"2"27"-13836,-1 0 1,1 0 0,-1 0 0,0 0 0,0 0 0,-1 0-1,1 1 1,0-1 0,-1 0 0,-2-2 0,4 4-622,-1 0 1,1 0-1,0 0 1,0 0-1,-1 1 1,1-1-1,0 0 1,0 0-1,0 0 1,0 0 0,0 0-1,0 0 1,0 0-1,1 0 1,-1 0-1,0 1 1,0-1-1,1 0 1,-1 0-1,1 0 1,-1 0 0,0 1-1,1-1 1,0 0-1,-1 0 1,1 1-1,-1-1 1,1 1-1,0-1 1,-1 0-1,1 1 1,0-1 0,0 1-1,0-1 1,-1 1-1,2-1 1,25-12-6299,0 8 1421,2 0 2935,-5 6 1708,-1 2 0,0 0 0,42 13 0,-15-4 1171,-42-10-582,-7-3-177,0 1 0,-1 0 0,1 0-1,0 0 1,-1 0 0,1 0 0,-1 0 0,1 0 0,0 1 0,-1-1 0,1 0 0,0 0 0,-1 0 0,1 1 0,-1-1 0,1 0 0,0 1 0,-1-1 0,1 0 0,-1 1 0,1-1 0,-1 1 0,1-1 0,-1 1 0,0-1 0,1 1 0,-1-1 0,0 1-1,1-1 1,-1 1 0,0 0 0,0-1 0,1 1 0,-1-1 0,0 1 0,0 0 0,0 0 0,16 15 4041,-16-13-3635,0 0-1,0 0 0,0 0 1,-1 0-1,1 1 0,-1-1 1,0 0-1,0 0 0,0 0 0,0-1 1,0 1-1,-1 0 0,1 0 1,-1-1-1,0 1 0,1-1 1,-1 1-1,0-1 0,-3 3 1,-10 17 2135,-13 66 4565,19-70-6394,7-14-678,0 0-1,0 0 1,0 0-1,1 0 1,-1 0-1,1 0 1,0 0-1,1 0 1,-1 0-1,0 9 1,1-4-80,0 0 0,0 0 0,1 0 0,0 1 0,0-1 0,1 0 0,0-1 0,1 1 0,0 0 0,0-1 0,8 14 0,9 13 0,-15-24 0,0-1 0,1 1 0,1-1 0,-1-1 0,2 1 0,-1-1 0,1 0 0,1-1 0,-1 0 0,18 12 0,-15-12 0,-1 0 0,0 0 0,15 17 0,-16-15 0,0-1 0,0-1 0,1 0 0,18 12 0,-5-8 0,25 15 0,-46-26 0,-1 1 0,1-1 0,0 1 0,-1-1 0,1 1 0,-1 0 0,1-1 0,-1 1 0,0 0 0,0 0 0,0 0 0,0 0 0,0 1 0,0-1 0,0 0 0,-1 0 0,1 0 0,-1 1 0,1 2 0,-2-4 3,1 0 0,0-1-1,0 1 1,0 0 0,0 0 0,-1-1 0,1 1 0,0 0-1,-1-1 1,1 1 0,0-1 0,-1 1 0,1 0 0,-1-1-1,1 1 1,-1-1 0,0 1 0,1-1 0,-1 1 0,1-1-1,-1 0 1,0 1 0,1-1 0,-1 0 0,0 1 0,1-1-1,-1 0 1,0 0 0,0 0 0,1 1 0,-1-1-1,0 0 1,0 0 0,-34 0-167,22-1-192,-44 3-2235,32-1-23,-1-1-1,-40-6 1,22 1-470,1 1-2050,-46-11-1,55 0 1189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15.92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4690,'3'10'5555,"8"-2"-2110,-11-8-3248,1 0 0,0 0 1,0 1-1,0-1 0,-1 0 0,1 1 0,0-1 1,0 1-1,-1-1 0,1 1 0,0 0 1,-1-1-1,1 1 0,-1-1 0,1 1 1,-1 0-1,1 0 0,-1-1 0,1 1 0,-1 0 1,0 0-1,1 0 0,-1-1 0,0 1 1,0 0-1,0 0 0,0 0 0,1 0 0,-1-1 1,0 1-1,-1 1 0,3 13 936,0 1 0,1-1 0,0-1 0,1 1 0,1 0 0,1-1 0,0 0 0,9 16 0,-10-19-817,-1 0-1,0 0 1,-1 0 0,0 1 0,2 17 0,-3-14-182,1-1 1,0-1 0,1 1 0,8 19 0,1-1-135,-2 1 0,-1 0 0,8 49 0,-11-43 0,2 0 0,18 47 0,-18-64 0,-2 1 0,7 40 0,-14-63 0,1 5 0,1-1 0,-1 0 0,1 0 0,-1 0 0,1 0 0,0 0 0,1 0 0,-1-1 0,5 6 0,-5-6 0,1-1 0,-1 0 0,-1 1 0,1 0 0,0 0 0,-1-1 0,1 1 0,-1 0 0,0 0 0,0 0 0,0 0 0,-1 0 0,1 1 0,0 5 0,-1-7 0,0 0 0,0 0 0,1 1 0,-1-1 0,1 0 0,-1 0 0,1 1 0,0-1 0,0 0 0,0 0 0,0 0 0,0 0 0,0 0 0,2 2 0,-2-3 0,0-1 0,-1 1 0,1 0 0,0-1 0,0 1 0,-1 0 0,1-1 0,0 1 0,0-1 0,0 0 0,0 1 0,0-1 0,0 1 0,0-1 0,0 0 0,0 0 0,0 0 0,0 0 0,0 1 0,0-1 0,-1-1 0,1 1 0,0 0 0,0 0 0,0 0 0,0 0 0,0-1 0,0 1 0,0 0 0,0-1 0,1 0 0,18-49 0,-12-20 0,-1 48 0,-3 12 0,-1 0 0,0-1 0,-1 1 0,0-1 0,1-19 0,6-67 0,0 5 0,-9-227-5776,1 313 5416,-1-1-1,1 1 1,0 0 0,0 0-1,1-1 1,-1 1-1,1 0 1,4-7 0,-3 8-323,-1 0 0,0-1 0,-1 1 1,1 0-1,-1-1 0,0 1 0,0-1 0,0-6 1,-1 39-4326,0-20 4985,0 1 1,1 0-1,1-1 0,-1 1 0,1-1 1,1 1-1,-1-1 0,7 12 0,-6-12 49,-1-2 30,-1 0 0,1 0-1,-1 1 1,0-1 0,0 1-1,-1-1 1,0 0 0,0 1-1,0-1 1,-1 7 0,2 34 673,1-33-256,1-1 0,1 1 0,0-1 0,0 0 0,1-1 0,1 1-1,8 12 1,7 8 781,38 50 2806,-53-75-3719,1 0-1,0-1 1,0 0 0,0 0-1,1 0 1,0-1 0,0 0-1,12 5 1,-14-8-58,-1 1-1,1-1 1,0 0-1,0-1 1,1 0 0,-1 0-1,0 0 1,0 0-1,1-1 1,-1 0 0,0-1-1,0 1 1,1-1-1,-1-1 1,0 1-1,0-1 1,0 0 0,0 0-1,-1 0 1,1-1-1,0 0 1,-1 0-1,8-7 1,6-5-216,-14 13-67,-2-1 0,1 0 0,0 1-1,0-2 1,-1 1 0,0 0 0,0-1-1,0 1 1,0-1 0,0 0 0,-1 0-1,3-6 1,8-26 0,-9 28 0,-1 0 0,0 0 0,-1 0 0,0 0 0,0-1 0,1-13 0,-2-18 0,0 29 0,0 1 0,-1 0 0,0-1 0,-1 1 0,0 0 0,0 0 0,-4-11 0,-22-56 0,24 69 0,-1 0 0,-1 1 0,0 0 0,0 0 0,0 0 0,-1 0 0,0 1 0,0 0 0,0 0 0,-1 1 0,0-1 0,0 1 0,-10-4 0,14 8 0,-1 0 0,0 0 0,1 0 0,-1 1 0,0 0 0,0 0 0,0 0 0,1 0 0,-1 0 0,0 1 0,0 0 0,1 0 0,-1 0 0,0 0 0,1 0 0,-1 1 0,1 0 0,0-1 0,-1 1 0,1 0 0,0 1 0,0-1 0,0 1 0,-4 4 0,1 5 0,-18 26 0,21-33 0,0-1 0,0 1 0,1 0 0,-1 0 0,1 0 0,0 0 0,1 0 0,-1 0 0,1 1 0,0-1 0,0 1 0,0-1 0,1 1 0,0-1 0,1 10 0,2 9 0,0 0 0,8 27 0,-8-41 0,2 9 0,2-1 0,0 0 0,1 0 0,1-1 0,1 0 0,0 0 0,1-1 0,1-1 0,0 0 0,1 0 0,0-1 0,2-1 0,26 20 0,-37-29-89,0 0 0,0-1-1,1 1 1,-1-1 0,1 0 0,0 0 0,0-1-1,0 1 1,0-1 0,0 0 0,1 0 0,-1-1-1,1 1 1,-1-1 0,1-1 0,-1 1 0,1-1-1,-1 0 1,1 0 0,0 0 0,-1-1 0,7-1-1,-3-1 17,1 0-1,0 0 0,-1-1 0,0-1 0,0 1 1,0-1-1,-1-1 0,1 0 0,-1 0 0,-1 0 0,13-14 1,-8 2 186,-1-1 0,-1 0 0,-1-1 0,-1 0 0,0-1 0,-2 0 0,5-22 0,4-11 741,-12 40-703,0 1 0,-1-1-1,-1 0 1,0 1 0,-1-1 0,-3-19 0,1-16-28,2 12-123,0 34 0,0 6 0,0 24 0,0-14 0,0 0 0,0 1 0,2-1 0,-1 0 0,2 0 0,0 0 0,0 0 0,9 18 0,-5-13 0,-3-6 0,1-1 0,1 0 0,-1 1 0,11 13 0,3 10 0,-17-30 0,0 0 0,0-1 0,0 1 0,1-1 0,0 1 0,-1-1 0,2 0 0,4 6 0,-2-6 0,0 0 0,-1 0 0,1-1 0,1 1 0,-1-1 0,11 3 0,-15-5 0,0-1 0,-1 1 0,1-1 0,0 1 0,0-1 0,0 0 0,0 0 0,0 0 0,0 0 0,0 0 0,0 0 0,0 0 0,-1-1 0,1 1 0,0-1 0,0 1 0,0-1 0,0 0 0,-1 0 0,1 0 0,0 0 0,-1 0 0,1 0 0,-1 0 0,1 0 0,-1-1 0,0 1 0,2-2 0,-1 0 0,0 1 0,1-1 0,-1 1 0,1 0 0,0 0 0,-1 0 0,1 0 0,4-2 0,-4 3 0,-1 0 0,0 0 0,1-1 0,-1 1 0,0-1 0,0 1 0,0-1 0,0 0 0,-1 0 0,1 0 0,0 0 0,-1 0 0,1 0 0,-1 0 0,2-5 0,0 1 0,-1 0 0,1 1 0,1-1 0,-1 1 0,7-8 0,12-25 0,-7-2 0,-8 25 0,-1 0 0,-1-1 0,0 1 0,-1-1 0,-1 0 0,2-23 0,-5 35 0,1 0 0,-1 0 0,1 0 0,-1 0 0,1 0 0,1 0 0,-1 1 0,0-1 0,1 0 0,3-5 0,-3 5 0,0 1 0,0-1 0,-1 1 0,1-1 0,-1 0 0,0 0 0,0 1 0,0-1 0,0 0 0,-1-7 0,0-7 0,0 39 0,0 44 0,0-29 0,0 1 0,3-1 0,10 54 0,-5 5 0,4-43 0,3-1 0,1-1 0,3 0 0,37 69 0,-42-91 0,-12-23 0,1 1 0,-1 0 0,1 0 0,0-1 0,1 0 0,0 1 0,-1-1 0,6 4 0,27 32 0,-35-40 0,0 1 0,0 0 0,0-1 0,0 1 0,0 0 0,0 0 0,0 0 0,0-1 0,-1 1 0,1 0 0,-1 0 0,1 0 0,-1 0 0,0 0 0,0 0 0,0 0 0,0 0 0,0 1 0,0-1 0,0 0 0,-1 0 0,1 0 0,-1-1 0,0 1 0,0 3 0,-210 273 0,199-263 0,-1 0 0,0-1 0,-1 0 0,-28 22 0,37-33 0,1 0 0,-1 0 0,0-1 0,0 1 0,0-1 0,0 0 0,-11 1 0,-3 3 0,16-6 0,0 1 0,1-1 0,-1 1 0,0-1 0,0 0 0,0 0 0,0-1 0,0 1 0,0-1 0,1 1 0,-1-1 0,0 0 0,0 0 0,1 0 0,-1 0 0,1 0 0,-1-1 0,1 1 0,-1-1 0,1 0 0,0 0 0,0 0 0,-3-3 0,0 0 0,0 0 0,1-1 0,-1 1 0,2-1 0,-1 0 0,1 0 0,-1 0 0,-2-8 0,2 3 0,1 0 0,0-1 0,1 1 0,0 0 0,0-1 0,1 0 0,1 1 0,0-1 0,1 0 0,3-20 0,18-77 0,73-208 0,-89 304 3,0 0 1,0 1-1,2 0 1,-1 0-1,11-11 1,-8 9-40,0 0 1,13-25 0,-18 30-342,0 0 1,0 1-1,1-1 1,14-13-1,32-26-5987,-36 34 2987,0 0 0,-1-1 0,14-18 1,-9 5-2013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17.1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71 114 6819,'0'-5'1188,"0"1"-1,-1 0 1,1 0-1,-1 0 1,0 0 0,-1 0-1,-2-6 1,2 6 327,1 0 1,-1 0 0,1 0-1,0-1 1,0 1 0,1 0-1,-1-8 1,1 10-1349,-1 1-1,1 0 1,0 0 0,0-1 0,-1 1-1,1 0 1,-1 0 0,1 0 0,-1-1-1,1 1 1,-1 0 0,0 0 0,0 0-1,1 0 1,-1 0 0,0 0-1,0 0 1,0 1 0,0-1 0,0 0-1,0 0 1,-2 0 0,-4-4 139,5 3-249,-2 0 112,5 3-172,-1 0 1,0 0-1,0 0 1,0 0-1,0 0 1,0 0-1,0 0 1,0 0-1,0 0 1,0 0-1,0 0 1,0 0-1,-1 0 1,1 0-1,0 0 1,-1 0-1,0 1 1,-2 4 2,0 1 0,1 0 0,-1 0 0,1 1 0,1-1 0,-1 0 0,1 1 0,0 10 0,2 72 0,1-40 0,-5 24 0,1-46 0,1 0 0,2 0 0,0-1 0,6 29 0,32 77 0,-38-127 0,1-1 0,-1 1 0,0-1 0,-1 1 0,1 0 0,-2 6 0,4 22 0,-1-22 0,2-1 0,-1 0 0,1-1 0,1 1 0,0-1 0,11 18 0,-11-11 0,-2-6 0,17 10 0,-20-20 0,1-1 0,-1 0 0,1 1 0,-1-1 0,1 0 0,0 0 0,-1 1 0,1-1 0,-1 0 0,1 0 0,0 0 0,-1 0 0,1 0 0,0 0 0,-1 0 0,1 0 0,-1 0 0,1 0 0,0 0 0,-1 0 0,1 0 0,0-1 0,0 1 0,2-3 0,0 1 0,-1-1 0,1 0 0,-1 0 0,0 0 0,1-1 0,-1 1 0,-1 0 0,4-7 0,1-2 0,7-11 0,-8 16 0,0 0 0,-1-1 0,1 0 0,-2 0 0,1 0 0,-1 0 0,-1 0 0,0-1 0,0 1 0,1-14 0,16-111 0,-19 131 0,0 1 0,0-1 0,0 1 0,1-1 0,-1 1 0,0 0 0,1-1 0,-1 1 0,1-1 0,-1 1 0,1 0 0,-1-1 0,1 1 0,0 0 0,0 0 0,0 0 0,0-1 0,0 1 0,0 0 0,0 0 0,0 0 0,1 0 0,-1 0 0,0 0 0,0 1 0,0-1 0,0 0 0,0 0 0,0 1 0,-1-1 0,1 0 0,0 0 0,-1 0 0,1 0 0,-1 0 0,1 0 0,-1 0 0,1 0 0,-1 0 0,0-1 0,1 1 0,-1 0 0,0 0 0,0-2 0,0 3 0,0-1 0,0 1 0,0 0 0,0-1 0,0 1 0,0 0 0,0-1 0,0 1 0,0 0 0,0-1 0,0 1 0,0 0 0,0-1 0,0 1 0,0 0 0,1-1 0,-1 1 0,0 0 0,0-1 0,0 1 0,0 0 0,1 0 0,-1-1 0,0 1 0,0 0 0,1 0 0,-1-1 0,0 1 0,0 0 0,1 0 0,-1 0 0,0-1 0,1 1 0,-1 0 0,0 0 0,1 0 0,-1 0 0,0 0 0,1 0 0,-1 0 0,0 0 0,1 0 0,-1 0 0,0 0 0,1 0 0,-1 0 0,0 0 0,1 0 0,-1 0 0,0 0 0,1 0 0,-1 0 0,0 1 0,1-1 0,-1 0 0,0 0 0,1 0 0,22 16 0,-13-9 0,-7-5 0,0 1 0,0-1 0,-1 1 0,1 0 0,-1 0 0,1 0 0,-1 0 0,0 0 0,0 1 0,0-1 0,0 0 0,1 5 0,11 18 0,6 0-252,1 0 0,1-2 0,1 0 0,1-2 0,1 0 0,31 20 1,-43-32-501,-11-9 495,-1 1 0,1-1 0,0 1 0,0-1 0,0 0 0,0 0 0,0 0 0,0 0 0,0 0 0,0 0 0,0 0 0,0-1 0,0 1 0,0-1 0,3 1 0,5-1-356,-8 0 428,0 0 0,0 0 1,0 1-1,0-2 0,0 1 0,0 0 0,0 0 1,0-1-1,0 1 0,0-1 0,0 1 1,0-1-1,0 0 0,0 0 0,0 0 0,-1 0 1,1 0-1,0 0 0,1-2 0,8-3-327,-9 5 444,1 0 0,-1-1 0,0 1 0,0 0-1,1-1 1,-1 1 0,0-1 0,0 0 0,-1 0 0,1 0 0,0 0-1,1-2 1,7-15-100,-7 14 171,0 0 1,-1 0-1,1-1 1,-1 1-1,0-1 1,0 1-1,-1-1 1,0 0-1,1-9 1,17-88 1359,-19-165 9741,0 264-11104,0 16 0,5 18 0,2-20 0,-5-9 0,-1 1 0,1 0 0,-1 0 0,0 0 0,1 0 0,-1 0 0,0 0 0,0 0 0,0 0 0,0 1 0,-1-1 0,1 0 0,-1 1 0,1-1 0,-1 0 0,0 1 0,0-1 0,0 3 0,2 10-153,0-1 0,0 1 0,2-1-1,0 1 1,0-1 0,1 0 0,11 20 0,-10-22-217,0 0-1,-1 0 1,0 1-1,-1 0 1,-1 0-1,0 0 1,1 18-1,-4-25-507,1-1-1,-1 1 0,1-1 1,0 1-1,0-1 1,1 1-1,2 5 0,-2-6-172,-1 0 0,1 0 0,-1 0-1,0 0 1,0 1 0,-1-1 0,1 6-1,-1 15-4724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17.27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122 96 11813,'-28'-16'7844,"9"-10"-3698,-28 10-2769,47 5-1922,-28-4-1232,28 4-976,28 11-12070,-9 11 12999,9 4 335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17.67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476 120 2161,'32'0'3735,"0"-2"0,-1-1 0,42-10 0,-72 13-3606,0 0 0,-1 0 0,1-1 0,0 1-1,0 0 1,0-1 0,0 1 0,0-1 0,-1 1 0,1-1 0,0 1-1,0-1 1,-1 0 0,1 1 0,0-1 0,-1 0 0,1 1 0,-1-1-1,1 0 1,0-1 0,8-8 1759,1 5-1069,1-3 1449,-9-19 2219,-3 25-4385,0 0 0,-1-1 0,1 1 0,-1 0 0,1 0 0,-1 1 0,0-1 0,1 0 0,-1 0 0,0 1 0,0-1 0,-1 1 0,1 0 0,0 0 0,0-1 0,-1 1 0,1 1 0,0-1 0,-1 0 0,1 1 0,-1-1 0,1 1 0,-4-1 0,-3-1 73,1 1 0,-1-1 0,1 1 0,-1 1 0,-14 0 0,-22 11-175,6-3 0,1 1 0,0 2 0,1 2 0,1 1 0,-48 26 0,59-26 0,2 2 0,0 0 0,0 2 0,-24 25 0,23-20 0,18-18 0,0 0 0,0 1 0,0 0 0,1 0 0,-1 0 0,1 0 0,1 1 0,0 0 0,0 0 0,0 0 0,-3 11 0,-20 50 0,26-66 0,1 0 0,-1 0 0,1 0 0,0 1 0,0-1 0,0 0 0,0 1 0,0-1 0,0 0 0,0 0 0,1 1 0,-1-1 0,1 0 0,0 0 0,-1 0 0,3 3 0,20 37 0,-11-23 0,-10-17 0,0 1 0,0-1 0,0 1 0,0-1 0,0 0 0,1 0 0,-1 0 0,1 0 0,-1 0 0,1-1 0,0 1 0,0-1 0,0 0 0,-1 0 0,1 0 0,0 0 0,1 0 0,-1-1 0,0 1 0,0-1 0,0 0 0,0 0 0,0 0 0,5-1 0,5 0 0,0 0 0,-1-1 0,1-1 0,16-5 0,30-7 0,-46 12 0,0 0 0,0 0 0,0-1 0,21-11 0,6-5 0,-2-2 0,0-1 0,35-30 0,-4 9 0,-63 39 0,0 1 0,0 0 0,0 1 0,1-1 0,0 1 0,-1 0 0,1 1 0,14-4 0,-19 6 0,1-1 0,-1 1 0,1 0 0,-1 0 0,1 0 0,-1 0 0,1 0 0,-1 0 0,1 1 0,-1-1 0,0 1 0,5 1 0,-6-1 0,0 0 0,0-1 0,0 1 0,0 0 0,0 0 0,0 0 0,0 0 0,0 0 0,0 0 0,0 1 0,-1-1 0,1 0 0,0 0 0,-1 0 0,1 1 0,-1-1 0,0 0 0,1 1 0,-1-1 0,0 0 0,0 1 0,0-1 0,0 0 0,0 3 0,0 0 0,0 0 0,1 1 0,-1-1 0,1 0 0,0 1 0,0-1 0,1 0 0,2 6 0,-3-6 0,1 0 0,-1 0 0,1 0 0,-1 0 0,-1 0 0,1 1 0,0-1 0,-1 7 0,0-2 0,1-1 0,0 1 0,1 0 0,0 0 0,0-1 0,5 12 0,9 42 0,-8 7 0,0 112 0,-7-130 0,0-26 0,0 0 0,-2 1 0,0-1 0,-2 1 0,-1-1 0,-10 37 0,1-29 0,-31 59 0,38-83 0,0 1 0,0-1 0,-1-1 0,0 1 0,-1-1 0,0 0 0,0-1 0,0 0 0,-1 0 0,-10 5 0,4-3-97,-1 0 1,-1-2-1,-25 10 1,36-16-73,-1 1 0,0-1-1,0 0 1,0 0 0,0-1 0,0 0 0,-1-1 0,1 1-1,0-1 1,0 0 0,1-1 0,-12-3 0,7 1-843,0 1-995,0-1 0,0 0-1,0-1 1,0 0 0,1-1 0,-1 0 0,-16-13 0,24 14 1188,-1 1 0,1-1 0,0 0 0,0 0-1,1 0 1,-3-6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18.0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6931,'34'5'11710,"-11"10"-4616,-21-12-6791,0 0 0,0 0 1,0 0-1,0 1 0,-1-1 1,1 0-1,-1 1 0,0-1 0,0 1 1,0 0-1,-1-1 0,1 1 1,-1 0-1,0-1 0,0 5 0,9 65 1327,-6-57-1447,0 0 1,0 30-1,-1-27-183,0 1 0,8 36 0,-5-35 0,-1-1 0,1 41 0,-5 192 0,1-240 0,0 0 0,1-1 0,0 0 0,6 18 0,-4-17 0,-1-1 0,0 1 0,-1 0 0,1 20 0,0 4 0,-3-37 0,1 1 0,-1-1 0,0 1 0,0-1 0,0 1 0,1-1 0,-1 0 0,0 1 0,0-1 0,1 0 0,-1 1 0,0-1 0,1 0 0,-1 1 0,0-1 0,1 0 0,-1 0 0,0 1 0,1-1 0,-1 0 0,1 0 0,-1 0 0,1 0 0,-1 0 0,0 1 0,1-1 0,-1 0 0,1 0 0,-1 0 0,1 0 0,-1 0 0,1 0 0,-1 0 0,0-1 0,1 1 0,-1 0 0,1 0 0,-1 0 0,1 0 0,-1 0 0,0-1 0,1 1 0,-1 0 0,1 0 0,-1-1 0,0 1 0,1 0 0,-1-1 0,0 1 0,0 0 0,1-1 0,-1 1 0,0 0 0,0-1 0,1 1 0,-1-1 0,8-5 0,-7 6 0,0 0 0,0-1 0,0 1 0,0-1 0,0 1 0,-1-1 0,1 1 0,0-1 0,0 0 0,-1 1 0,1-1 0,0 0 0,-1 0 0,1 0 0,-1 1 0,1-1 0,-1 0 0,1 0 0,-1 0 0,0 0 0,1 0 0,-1 0 0,0 0 0,0 0 0,0 0 0,1 0 0,-1 0 0,-1-1 0,3-11 0,0 0 0,1 0 0,0 0 0,1 1 0,0-1 0,1 1 0,1 0 0,11-18 0,1-1 0,-1 0 0,-1-1 0,-2-1 0,19-67 0,-29 91 0,0 0 0,0 0 0,1 1 0,0-1 0,0 1 0,13-14 0,17-9 0,-33 31 0,-1-1 0,0 0 0,1 1 0,-1-1 0,0 0 0,1 1 0,-1 0 0,1-1 0,-1 1 0,1 0 0,-1 0 0,1 0 0,-1 0 0,1 0 0,-1 0 0,1 0 0,-1 0 0,0 0 0,1 1 0,-1-1 0,3 2 0,-1 1 0,0 1 0,-1 0 0,1 0 0,-1 0 0,0 0 0,-1 0 0,3 7 0,-3-10 0,6 55 0,0-41 0,-4-10 0,-1 0 0,1 1 0,-1-1 0,-1 1 0,1-1 0,-1 1 0,0 0 0,0 0 0,0 6 0,8 47 0,-6-49 0,-1 1 0,0 0 0,1 19 0,-3-21 0,1-1 0,0 1 0,0-1 0,1 1 0,1-1 0,3 9 0,-3-9 0,-1 0 0,1 0 0,-1 1 0,-1-1 0,0 0 0,1 11 0,-3 19 41,0-17-186,1-1 0,1 0-1,0 0 1,1 1-1,2-1 1,5 21 0,-7-36-889,-1-1 1,0 1 0,-1 0 0,1-1 0,-1 1 0,0 0 0,-1 7-1,0 7-7311,1-4 1633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20.0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378 410 4882,'0'-8'1423,"-1"0"0,0 0 0,0 0-1,-1 0 1,-3-10 0,-18-38 3591,17 45-4505,1 0 0,1 0 0,0-1 1,0 1-1,1-1 0,0 0 0,-1-19 0,4 29-341,0 0 0,0-1 0,0 1 0,-1 0 0,1 0-1,-1 0 1,1 0 0,-1 0 0,0 0 0,0 0 0,0 0-1,0 0 1,0 0 0,0 0 0,-1 0 0,-1-2 0,1 3 27,1-1 1,0 1 0,0-1 0,-1 0 0,1 1-1,0-1 1,1 0 0,-1 0 0,0 0-1,0 0 1,1 0 0,-1 0 0,1 0-1,0 0 1,-1 0 0,1-2 0,0-103 3883,-1 100-4079,-3 9 0,-6 6 0,8-3 0,1 0 0,0 1 0,0-1 0,0 0 0,1 0 0,0 1 0,0-1 0,2 11 0,-2-8 0,-1 65 0,-1-35 0,2-1 0,7 56 0,1-21 0,-1 110 0,-7 1181 0,2-1329 0,10 60 0,-6-60 0,2 60 0,-8 378 0,19-262 0,-19 217 0,0-425 0,0 0 0,0 0 0,1-1 0,-1 1 0,0 0 0,1 0 0,-1 0 0,1 0 0,0 0 0,0-1 0,-1 1 0,1 0 0,0-1 0,0 1 0,1 0 0,-1-1 0,2 2 0,-2-1 0,1-1 0,-1 1 0,0-1 0,0 1 0,0 0 0,1 0 0,-2 0 0,1-1 0,0 1 0,0 0 0,-1 0 0,1 0 0,-1 0 0,1 0 0,-1 0 0,0 1 0,0 1 0,0 15 0,0-38 0,0 18 0,0 0 0,0 0 0,0 0 0,0 0 0,0 1 0,-1-1 0,1 0 0,0 0 0,-1 0 0,1 0 0,0 0 0,-1 0 0,1 1 0,-1-1 0,1 0 0,-1 0 0,0 1 0,1-1 0,-1 0 0,0 1 0,1-1 0,-1 1 0,0-1 0,0 1 0,0-1 0,-1 0 0,1 1 0,0-1 0,1 1 0,-1 0 0,0-1 0,0 1 0,0-1 0,1 0 0,-1 1 0,0-1 0,1 0 0,-1 1 0,0-1 0,1 0 0,-1 0 0,1 0 0,-1 1 0,1-1 0,0 0 0,-1 0 0,1 0 0,0 0 0,0 0 0,-1 0 0,1 0 0,0 0 0,0-1 0,0-5 0,-1 1 0,0-1 0,0 1 0,0 0 0,-1-1 0,0 1 0,0 0 0,-1 0 0,1 0 0,-6-8 0,4 8 0,-2 0 0,1-1 0,1 1 0,0-1 0,0-1 0,0 1 0,-4-13 0,5 12 0,0-1 0,-1 1 0,0 1 0,0-1 0,-1 0 0,1 1 0,-2 0 0,1 0 0,-9-8 0,-7-13 0,18 23 0,-1-1 0,0 1 0,0 0 0,0 1 0,-9-9 0,-34-38 0,31 35 0,13 13 0,0-1 0,0 1 0,-1 0 0,1 0 0,-1 0 0,0 0 0,1 1 0,-1-1 0,0 1 0,-1 0 0,1 0 0,0 0 0,-1 1 0,1 0 0,-1 0 0,1 0 0,-8-1 0,11 3 0,0-1 0,0 1 0,-1-1 0,1 1 0,0-1 0,0 1 0,0 0 0,0 0 0,0-1 0,0 1 0,0 0 0,0 0 0,0 0 0,0 0 0,0 0 0,1 0 0,-1 1 0,0-1 0,1 0 0,-1 0 0,1 0 0,-1 1 0,1-1 0,0 0 0,-1 0 0,1 1 0,0-1 0,0 0 0,0 1 0,0-1 0,0 3 0,1 59 0,0-39 0,0-13 0,1 0 0,1-1 0,0 1 0,0 0 0,1-1 0,0 0 0,1 0 0,0 0 0,10 15 0,2 6 0,-14-27 0,-1 1 0,1-1 0,-1 0 0,1 0 0,0 0 0,1 0 0,-1 0 0,1-1 0,0 0 0,-1 1 0,2-1 0,-1-1 0,0 1 0,0-1 0,1 1 0,-1-1 0,1 0 0,7 1 0,-9-2 0,0-1 0,0 1 0,1-1 0,-1 0 0,0 0 0,0 0 0,0-1 0,0 1 0,1-1 0,-1 0 0,0 1 0,0-1 0,5-3 0,23-5 0,-3 4 0,-1-2 0,1 0 0,-1-2 0,0-1 0,-1-1 0,-1-2 0,1 0 0,38-29 0,-43 28 0,1 1 0,45-20 0,-45 23 0,0-1 0,39-25 0,17-16 1,99-48-1,-80 48-25,-87 48 914,0 6-8289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20.95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0 8516,'-3'3'10031,"2"-1"-9789,-1 0 0,0-1 0,1 1 0,-1 0 0,1 1-1,0-1 1,-1 0 0,1 0 0,0 0 0,1 1 0,-1-1 0,0 0-1,1 1 1,-1-1 0,1 1 0,0-1 0,-1 1 0,1-1 0,1 4 0,9 56 1198,0 2 1166,-12-5-1008,0-37-850,2 1-1,0 0 1,1 0-1,7 41 1,0-37-748,-4-17 0,-1 0 0,0 1 0,-1-1 0,-1 0 0,2 17 0,-2 7 0,1-1 0,10 46 0,-10-51 0,-3-23 0,1-1 0,0 0 0,1 0 0,-1 0 0,1 0 0,-1 0 0,1 0 0,3 7 0,4 4 0,-6-12 0,0 1 0,0-1 0,0 0 0,-1 1 0,0-1 0,1 1 0,-1 0 0,0-1 0,-1 1 0,1 6 0,-1-8 0,0 0 0,1 0 0,-1 0 0,0 0 0,0 0 0,1 0 0,-1 0 0,1 0 0,0 0 0,0 0 0,-1 0 0,1 0 0,0-1 0,2 3 0,-2-2 0,0-1 0,0 1 0,0-1 0,0 1 0,0 0 0,-1-1 0,1 1 0,0 0 0,-1-1 0,0 1 0,1 0 0,-1 0 0,0-1 0,0 4 0,0-5 0,0 1 0,0-1 0,0 1 0,1 0 0,-1-1 0,0 1 0,0-1 0,0 1 0,1-1 0,-1 1 0,0-1 0,0 1 0,1-1 0,-1 1 0,1-1 0,-1 1 0,0-1 0,1 0 0,-1 1 0,1-1 0,-1 0 0,1 1 0,-1-1 0,1 0 0,-1 1 0,1-1 0,-1 0 0,1 0 0,-1 0 0,1 0 0,0 1 0,-1-1 0,1 0 0,-1 0 0,1 0 0,1 0 0,-2-1 0,1 1 0,-1 0 0,0 0 0,1 0 0,-1 0 0,1 0 0,-1 0 0,1 1 0,-1-1 0,1 0 0,-1 0 0,1 0 0,-1 0 0,0 0 0,1 1 0,-1-1 0,1 0 0,-1 0 0,0 1 0,1-1 0,-1 0 0,0 1 0,1-1 0,-1 0 0,0 1 0,1-1 0,-1 1 0,0-1 0,0 0 0,1 1 0,-1-1 0,0 1 0,0-1 0,0 1 0,0 0 0,0-237 0,1 220 0,0 0 0,7-29 0,1-27 0,-9 53 0,1 0 0,0 0 0,1 0 0,1 0 0,1 1 0,1-1 0,1 1 0,0 0 0,1 0 0,1 1 0,1 0 0,11-17 0,-19 32 0,1 0 0,-1 1 0,0-1 0,1 1 0,0-1 0,-1 1 0,1 0 0,0 0 0,-1 0 0,1 0 0,0 0 0,0 0 0,0 0 0,0 0 0,0 1 0,0-1 0,0 1 0,0-1 0,0 1 0,1 0 0,-1 0 0,0 0 0,0 0 0,0 0 0,0 1 0,0-1 0,0 1 0,0-1 0,0 1 0,0 0 0,0 0 0,0 0 0,0 0 0,0 0 0,0 0 0,-1 0 0,1 0 0,0 1 0,-1-1 0,1 1 0,-1-1 0,0 1 0,2 2 0,23 29 0,-22-30 0,-1 0 0,1 1 0,-1-1 0,0 1 0,0 0 0,-1 0 0,1 0 0,-1 0 0,0 0 0,3 6 0,6 24 0,2-1 0,32 58 0,-16-33 0,-6 8 0,-19-52 0,0-1 0,1 1 0,12 24 0,0-8 0,-2 1 0,17 47 0,-28-53 0,0-6 0,13 1 0,-12-23 0,-4-11 0,0-14 0,0 1 0,2-1 0,8-37 0,-9 55 0,0 0 0,-1 0 0,-1 0 0,0-1 0,-1-13 0,0 14 0,1 0 0,0 0 0,0 0 0,1 0 0,3-15 0,2 2 0,-1 5 0,-1 0 0,-1 0 0,2-32 0,-5 28 0,0 0 0,2 1 0,0-1 0,1 0 0,2 1 0,0 0 0,1 0 0,1 1 0,1-1 0,0 1 0,2 1 0,0 0 0,2 0 0,24-31 0,-14 26 0,-20 22 0,-1 1 0,1-1 0,0 1 0,-1 0 0,1 0 0,0-1 0,0 1 0,0 0 0,0 1 0,0-1 0,0 0 0,0 1 0,0-1 0,0 1 0,0-1 0,1 1 0,-1 0 0,0 0 0,0 0 0,0 0 0,0 0 0,1 1 0,-1-1 0,0 1 0,0-1 0,0 1 0,0 0 0,0 0 0,0 0 0,0 0 0,3 2 0,3 2 0,0 0 0,0 0 0,-1 1 0,1-1 0,11 14 0,6 13 0,-1 1 0,-2 2 0,-2 0 0,-1 0 0,15 41 0,38 68 0,-67-136 0,7 11 0,-1 0 0,-1 1 0,-1 0 0,8 24 0,-15-37 0,0 1 0,1-1 0,0 0 0,1 0 0,-1 0 0,6 6 0,12 28 0,-20-38-43,-1-1 0,1 1 0,0-1 0,0 1 1,1-1-1,-1 0 0,0 1 0,1-1 0,-1 0 0,1 0 0,0 0 0,4 3 1,-1 0-393,2 5 746,-7 5-8657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22.66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389 571 2161,'0'0'208,"0"0"-1,0-1 1,0 1 0,0 0-1,1 0 1,-1-1 0,0 1 0,0 0-1,0-1 1,0 1 0,0 0-1,0 0 1,0-1 0,0 1-1,0 0 1,0-1 0,0 1 0,-3-4 3738,3 3-3738,0 1-1,-1 0 1,1 0 0,0 0-1,0 0 1,-1 0 0,1 0-1,0 0 1,-1 0 0,-37-9 4616,36 8-4726,1 0 1,-1 1-1,0-1 1,0 0-1,0 1 1,0-1-1,0 1 1,0-1-1,0 1 1,0 0-1,0 0 1,0 0-1,0 0 1,0 0-1,1 1 1,-1-1 0,0 0-1,0 1 1,0-1-1,0 1 1,0 0-1,0 0 1,1 0-1,-1 0 1,0 0-1,1 0 1,-1 0-1,-2 3 1,-40 11 2777,33-8-2037,0 0 1,0 0 0,0 1-1,1 0 1,0 1 0,0 0-1,1 1 1,0 0 0,1 0-1,-13 22 1,-3 8-265,13-23-507,2-1 0,-1 1 0,2 1 0,0 0 0,1 0 0,-5 24 0,-3 15-68,11-43 0,0-1 0,1 1 0,1 0 0,-2 19 0,3 1 0,0-25 0,0 0 0,1-1 0,0 1 0,0 0 0,1 0 0,0-1 0,1 1 0,2 8 0,0-8 0,0 1 0,0-1 0,0 0 0,1 1 0,1-2 0,11 16 0,-11-17 0,1-1 0,0-1 0,1 1 0,-1-1 0,1 0 0,0-1 0,1 0 0,-1 0 0,1-1 0,-1 0 0,1 0 0,0-1 0,0-1 0,0 1 0,0-1 0,0-1 0,0 1 0,1-2 0,-1 1 0,14-4 0,45-11 0,-60 13 0,1 0 0,0-1 0,-1 0 0,1-1 0,13-7 0,6-3 0,-8 6 0,-1 0 0,0-1 0,-1-1 0,0-1 0,-1 0 0,24-21 0,-36 26 0,0 0 0,0 0 0,0 0 0,-1-1 0,0 1 0,5-13 0,-2 5 0,-6 10 0,0-1 0,1 1 0,-1 0 0,-1 0 0,1-1 0,-1 1 0,0-1 0,0 1 0,0 0 0,-1-6 0,0-3 0,1 9 0,0-1 0,0 1 0,-1 0 0,1-1 0,-1 1 0,0 0 0,-1 0 0,1 0 0,-1 0 0,1 0 0,-4-5 0,-12-31 0,15 32 0,-1 1 0,0 0 0,-1 0 0,1 0 0,-1 0 0,-1 1 0,1-1 0,-1 1 0,-11-10 0,-61-48 0,17 17 0,55 43 0,-1 0 0,0 0 0,0 1 0,0-1 0,0 1 0,0 1 0,-1-1 0,0 1 0,1 0 0,-9-1 0,-6 0 0,0 1 0,-27 1 0,44 1 0,-1 0 0,0 1 0,0-1 0,1 1 0,-1 1 0,-7 2 0,-23 3 0,19-5 5,21 2 0,36-1-55,36-17-3094,148-48 1,-53 11 2203,-115 36 949,79-24 80,10-2 31,36-14 19,-170 50 96,0 1-1,0-1 0,0 2 1,1 0-1,-1 0 1,1 1-1,16 0 1,-25 7 1641,-10 5-568,-5 2-306,5-4-845,3-2-70,-2 0-1,1-1 0,0 0 1,-1 0-1,0 0 0,-1-1 1,-8 7-1,-14 23-86,6-5 0,-79 73 0,82-78 0,1 1 0,2 1 0,-20 40 0,32-59 0,1 0 0,0 1 0,1-1 0,0 1 0,-3 15 0,-1 7 0,-2-5 0,5-15 0,-1 0 0,2 0 0,0 1 0,0-1 0,1 0 0,-1 17 0,2 50 0,0-76 0,1 0 0,-1 0 0,0 0 0,0 0 0,0 0 0,1 0 0,-1 0 0,0 0 0,1 0 0,-1 0 0,1 0 0,-1 0 0,1 0 0,-1 0 0,1 0 0,0 0 0,0-1 0,-1 1 0,1 0 0,0 0 0,0-1 0,0 1 0,0-1 0,0 1 0,1 0 0,34 6 0,-29-7 0,0-1 0,1 1 0,-1-1 0,0 0 0,0-1 0,0 0 0,12-4 0,16-17 0,48-38 0,-71 49 0,-1 0 0,0-1 0,-1 0 0,-1-1 0,0 0 0,-1 0 0,0-1 0,-1 0 0,8-27 0,4-5 0,-10 24-1,-1-1 0,-1-1 1,-1 1-1,4-38 0,-8 44-3,6-126-36,1 103 41,-4 23 9,-2 1 0,0-1-1,1-24 1,-4 14-2,1 16-8,-1 0 0,0 0 0,-1 0 0,-4-20 0,-4 4 0,6 20 0,0 0 0,1 1 0,0-1 0,0-1 0,1 1 0,0-10 0,0 12 0,1 0 0,-1 0 0,0-1 0,-1 1 0,-3-10 0,-4-26 0,9 40 0,-1 0 0,1 0 0,0 0 0,-1 1 0,0-1 0,1 0 0,-1 0 0,0 0 0,0 0 0,0 1 0,0-1 0,0 0 0,0 1 0,0-1 0,-1 1 0,1 0 0,-1-1 0,-2-1 0,4 3 0,-1-1 0,0 0 0,1 1 0,-1-1 0,0 1 0,0 0 0,0-1 0,0 1 0,1 0 0,-1-1 0,0 1 0,0 0 0,0 0 0,0 0 0,0 0 0,0-1 0,0 1 0,0 1 0,1-1 0,-1 0 0,0 0 0,0 0 0,0 0 0,0 1 0,0-1 0,0 0 0,1 1 0,-1-1 0,0 1 0,0-1 0,0 1 0,1-1 0,-1 1 0,0-1 0,1 1 0,-1 0 0,1 0 0,-2 0 0,-1 5 0,0-1 0,0 1 0,0 0 0,1 0 0,0 0 0,0 0 0,0 1 0,1-1 0,0 0 0,0 1 0,1-1 0,-1 1 0,2 6 0,-3 44 0,0-34 0,2-1 0,0 1 0,1 0 0,6 31 0,62 201 0,0-57 0,-40-111-262,-19-53-774,26 57 0,6 16-12565,-34-87 8385,2-8 2610,-1-3 258,-5 8-4234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22.9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10 576 7251,'2'-16'5424,"9"0"-2445,7-8 1435,-10 14-3964,0-1 0,1 1 0,0 0 0,1 1 0,0 0 0,1 1 0,13-8 1,2-4 654,2 0 1283,57-31 0,-72 42-2023,-1-1 0,0 0 0,0-1 0,-1 0 0,-1-1 0,0 0 0,12-18 0,-1 2-68,-11 16-297,-6 8 0,-1 1 0,1-1 0,-1 0 0,0-1 0,0 1 0,0 0 0,-1-1 0,1 0 0,-1 0 0,0 1 0,-1-1 0,1 0 0,-1-1 0,0 1 0,0 0 0,-1 0 0,1 0 0,-1-7 0,0 5 0,0-1 0,0 0 0,-1 0 0,0 1 0,0-1 0,-1 0 0,-4-13 0,4 19 0,1 0 0,0 0 0,-1 0 0,1 0 0,-1 0 0,0 0 0,1 0 0,-1 1 0,0-1 0,0 1 0,0-1 0,0 1 0,0 0 0,-1 0 0,1 0 0,0 0 0,-1 0 0,1 0 0,0 1 0,-1-1 0,1 1 0,-1 0 0,1-1 0,-1 1 0,1 0 0,-1 0 0,1 1 0,-1-1 0,-3 2 0,-5-1 0,1 1 0,0 1 0,0 0 0,0 0 0,1 1 0,-1 0 0,1 1 0,0 0 0,-10 8 0,-4 5 0,2 0 0,-21 23 0,3-2 0,28-28 0,1 2 0,0-1 0,0 1 0,1 1 0,1-1 0,0 1 0,-10 26 0,8-11 0,0 2 0,-11 60 0,19-78 0,0 0 0,1 0 0,1 0 0,0 0 0,0 1 0,1-1 0,1 0 0,0 0 0,1 0 0,0-1 0,1 1 0,1-1 0,0 0 0,0 0 0,1 0 0,15 20 0,-10-16 0,-7-10 0,0 0 0,1 0 0,-1 0 0,1 0 0,0-1 0,1 0 0,-1 0 0,1 0 0,0-1 0,1 1 0,-1-1 0,14 5 0,-4-2 0,0-1 0,1-1 0,0-1 0,0 0 0,0-1 0,1-1 0,-1-1 0,1 0 0,-1-1 0,1-1 0,-1-1 0,20-4 0,83-34-2857,-89 27 893,-1-1 0,-1-2 0,0-1 0,-1-1 0,-1-1 0,35-33 0,-15 11-3622,0 3 533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24.0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6018 226 6691,'1'-7'2214,"-1"6"-1727,0-1 0,1 1 0,-1-1 0,0 1 0,0-1 0,0 1 0,0-1 0,0 1 0,0-1 0,-1 1 0,1-1 0,0 1 1,-1-1-1,1 1 0,-1-1 0,1 1 0,-1 0 0,0-1 0,-1-1 0,-2-1 564,2 3-834,1 0 1,-1 0 0,1 0-1,-1-1 1,1 1-1,0-1 1,0 1 0,0 0-1,0-1 1,0 0 0,0 1-1,0-1 1,1 0 0,-1 1-1,0-1 1,1 0 0,0 0-1,-1 1 1,1-1-1,0-2 1,0 2-161,0 0-1,-1 0 1,1 1-1,0-1 1,-1 0 0,1 1-1,-1-1 1,1 0-1,-1 1 1,0-1 0,0 1-1,0-1 1,0 1-1,0-1 1,0 1 0,0 0-1,0-1 1,-1 1-1,1 0 1,0 0 0,-1 0-1,1 0 1,-1 0-1,1 0 1,-1 0 0,0 1-1,1-1 1,-1 1-1,0-1 1,1 1 0,-4-1-1,3 1-25,0-1 0,0 0-1,0 0 1,0 1 0,0-1-1,0 0 1,0-1 0,0 1 0,1 0-1,-1-1 1,-3-2 0,3 1 72,-1 0 0,0 1 1,0-1-1,0 0 0,0 1 1,-1 0-1,1 0 0,-1 0 1,1 0-1,-1 1 0,0-1 0,1 1 1,-1 0-1,0 0 0,0 0 1,-7 0-1,-22-7 1270,18 4-1002,-1 1-1,0 0 0,1 2 1,-1-1-1,-28 3 1,22 0-49,0-2 1,-26-3 0,-79-10-323,-251 4 0,267 10 0,-228 11 0,-227 32 0,324-17 0,-184 26 0,-601 113 0,293-33 0,309-52 0,-31 1 0,51-19 0,344-48 0,48-10 0,-1-1 0,1 0 0,0-1 0,-18 0 0,23-1 0,1 0 0,-1 0 0,1 1 0,0-1 0,-15 7 0,-15 3 0,29-9 0,0 1 0,0 0 0,0 0 0,0 1 0,-9 5 0,15-8 0,-1 1 0,1-1 0,0 1 0,0-1 0,0 1 0,-1 0 0,2 0 0,-1 0 0,0 0 0,0 0 0,1 0 0,-1 0 0,1 1 0,-1-1 0,1 1 0,0-1 0,0 1 0,0-1 0,0 1 0,0 3 0,1-5 0,0 0 0,0 0 0,0 0 0,0-1 0,0 1 0,0 0 0,0 0 0,-1-1 0,1 1 0,0 0 0,0 0 0,-1-1 0,1 1 0,-1 0 0,1 0 0,-1-1 0,1 1 0,-1-1 0,1 1 0,-1 0 0,1-1 0,-1 1 0,0-1 0,1 1 0,-1-1 0,0 0 0,1 1 0,-1-1 0,-1 1 0,1-1 0,0 1 0,0-1 0,0 0 0,0 1 0,1-1 0,-1 1 0,0-1 0,0 1 0,1 0 0,-1-1 0,0 1 0,1 0 0,-1-1 0,1 1 0,-1 0 0,1 0 0,-1 0 0,1-1 0,-1 1 0,1 0 0,0 0 0,-1 0 0,1 0 0,0 0 0,0 0 0,0 0 0,0 0 0,0 0 0,0-1 0,0 2 0,0 12 0,-1-1 0,-1 0 0,0 1 0,-1-1 0,-4 13 0,6-25 0,1 4 0,-1 0 0,1 0 0,-1 1 0,1-1 0,1 0 0,-1 0 0,1 0 0,0 0 0,0 0 0,4 8 0,1 12 0,2 96 0,18 27 0,-20-116 0,18 62 0,-15-64 0,-1 0 0,5 36 0,4 40 0,5-2 0,51 151 0,-34-128 0,-28-95 0,25 50 0,-21-52 0,17 53 0,-27-67 0,59 181 0,-57-175 0,0 1 0,7 42 0,-13-56 0,2 4 0,1-1 0,0 1 0,1-1 0,0 0 0,1 0 0,14 21 0,-3-3 0,-2 1 0,-13-25 0,1-1 0,-1 1 0,1-1 0,0 0 0,0 0 0,0 0 0,1 0 0,0 0 0,0-1 0,0 1 0,0-1 0,1 0 0,0-1 0,6 5 0,2 2 0,-11-9 0,-1 1 0,1-1 0,0 1 0,-1-1 0,1 0 0,0 0 0,0 0 0,0 0 0,0 0 0,0 0 0,0 0 0,1-1 0,-1 1 0,0-1 0,0 0 0,4 1 0,48-4 0,0-3 0,-1-2 0,0-2 0,81-26 0,-130 35 0,94-38 0,-53 26 0,54-18 0,10-8 0,182-41 0,-235 66 0,293-65 0,815-83 0,-1109 157 0,984-55 0,-580 45 0,-303 15 0,544-9 0,-586 5 0,102-7 0,-48 6 0,-118 6 0,0-2 0,-1-2 0,89-18 0,-95 10 0,-26 8 0,1-1 0,-1-2 0,-1 1 0,1-2 0,20-11 0,-33 16 0,-1-1 0,0 1 0,1-1 0,-1 0 0,0 0 0,-1 0 0,1-1 0,0 1 0,-1-1 0,0 1 0,0-1 0,0 0 0,0 0 0,-1 0 0,1 0 0,-1 0 0,0 0 0,0 0 0,-1 0 0,1-1 0,-1 1 0,0 0 0,0 0 0,0-1 0,-1 1 0,-1-6 0,-5-15 0,-2 1 0,0 0 0,-2 1 0,0 0 0,-2 1 0,-20-28 0,-77-109 0,-133-190 0,225 317 0,-20-47 0,26 49 0,-2 1 0,-25-38 0,15 30 0,1-1 0,2 0 0,-30-79 0,-10-10 0,36 79 0,-26-71 0,36 77 0,4 11 0,1-1 0,1 0 0,-4-34 0,-34-121 0,39 151 0,-23-61 0,30 92 0,0 0 0,0-1 0,0 1 0,1 0 0,0 0 0,1-9 0,-1 8 0,0 1 0,0-1 0,0 0 0,-1 1 0,1-1 0,-4-9 0,2 8 0,-1 0 0,1 1 0,0-1 0,0 0 0,1 0 0,-1 0 0,1-13 0,16 61-1099,-14-40 919,0 0 1,-1 0-1,1 0 1,-1 0-1,1 0 1,-1 0-1,0 0 1,1 1-1,-1-1 0,0 0 1,0 0-1,0 0 1,0 0-1,0 1 1,0-1-1,0 0 1,0 0-1,0 0 1,-1 1-1,1-1 1,-1 2-1,0-2-34,1 0 0,0 0 0,-1-1 1,1 1-1,0 0 0,0 0 0,-1 0 0,1 0 0,0 0 1,0 0-1,0 0 0,0 0 0,1 0 0,-1 0 0,0 0 0,0 0 1,0 0-1,1 0 0,-1 0 0,1 0 0,-1 0 0,0 0 1,1-1-1,0 1 0,-1 0 0,1 0 0,-1-1 0,2 2 1,3 3-569,-3-4 189,-1 0-1,1 0 1,-1 0-1,0 0 0,0 1 1,1-1-1,-1 0 1,0 1-1,0-1 1,0 1-1,-1-1 1,1 1-1,0 0 0,-1-1 1,1 1-1,-1 0 1,1-1-1,-1 1 1,0 0-1,1 3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27.8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68 53 3249,'0'-6'5736,"-1"-6"3016,1 3-4508,-1 8-4084,1 0 1,0 0-1,-1 0 1,1 0 0,-1 0-1,1 0 1,-1 0-1,1 0 1,-1 1 0,1-1-1,-1 0 1,0 0-1,0 1 1,1-1-1,-1 0 1,0 1 0,0-1-1,0 1 1,0-1-1,-1 0 1,-25-8 1047,27 10-1201,0-1-1,-1 0 0,1 0 0,0 0 0,-1 0 0,1 0 1,0 0-1,0 1 0,-1-1 0,1 0 0,0 0 0,0 1 0,-1-1 1,1 0-1,0 0 0,0 1 0,0-1 0,-1 0 0,1 0 0,0 1 1,0-1-1,0 0 0,0 1 0,0-1 0,0 0 0,0 1 0,-1-1 1,1 0-1,0 1 0,0-1 0,0 0 0,0 1 0,1-1 1,-1 0-1,0 1 0,0-1 0,0 0 0,0 1 0,0-1 0,0 1 1,1 2 90,-10 38 1261,7-34-1032,0 0 0,0 0 0,0 0 0,1 0 0,0 9 0,0 22 37,1-1 0,3 1 0,1 0 0,1-1 1,2 0-1,20 61 0,-6-19-363,-17-60 0,0 1 0,14 34 0,3-2 0,22 83 0,-42-130 0,1 0 0,-1 0 0,1-1 0,0 1 0,1 0 0,-1-1 0,1 1 0,6 7 0,-7-9 0,5 16 0,-7-19 0,0 1 0,-1-1 0,1 0 0,0 1 0,0-1 0,0 0 0,0 0 0,0 1 0,0-1 0,0 0 0,0 1 0,0-1 0,0 0 0,0 1 0,0-1 0,0 0 0,0 1 0,0-1 0,1 0 0,-1 1 0,0-1 0,0 0 0,0 0 0,0 1 0,1-1 0,-1 0 0,0 0 0,0 1 0,0-1 0,1 0 0,-1 0 0,0 1 0,0-1 0,1 0 0,-1 0 0,0 0 0,1 0 0,-1 0 0,0 1 0,1-1 0,-1 0 0,0 0 0,0 0 0,1 0 0,-1 0 0,0 0 0,1 0 0,-1 0 0,0 0 0,1 0 0,-1 0 0,0 0 0,1 0 0,-1-1 0,0 1 0,1 0 0,-1 0 0,0 0 0,0 0 0,1 0 0,-1-1 0,0 1 0,0 0 0,1 0 0,-1-1 0,0 1 0,0 0 0,1 0 0,-1-1 0,4-16 0,0-9 0,-2 23 0,1-3 0,0 1 0,-1-1 0,1 1 0,-1-1 0,0 0 0,0 0 0,-1 0 0,0 0 0,0 0 0,0-9 0,18-132 0,-18 133 0,0 1 0,0 0 0,2 0 0,5-20 0,-4 19 0,-1 1 0,0-1 0,-1 0 0,0-22 0,-1 20 0,1 1 0,0-1 0,7-24 0,-5 23 0,0 1 0,-2-1 0,2-29 0,-3 32 0,0 1 0,1-1 0,0 1 0,8-25 0,-9 32 0,1 0 0,-2 0 0,1 0 0,-1 0 0,1 0 0,-2-9 0,0-4 0,14 34 0,5 22 0,-16-33 0,0 0 0,1 0 0,-1 0 0,1 0 0,-1-1 0,1 1 0,4 3 0,11 15 0,85 152 0,-43-67 0,-51-94 0,0 0 0,1-1 0,17 18 0,18 21 0,-40-44 0,1 0 0,0 0 0,0-1 0,0 0 0,12 8 0,4 4 0,-20-16 0,1 1 0,-1-1 0,1 0 0,0 0 0,0 0 0,0 0 0,0 0 0,0-1 0,1 1 0,-1-1 0,0 0 0,1 0 0,-1 0 0,1 0 0,-1-1 0,1 1 0,-1-1 0,1 0 0,-1 0 0,1 0 0,-1 0 0,1-1 0,-1 0 0,1 1 0,-1-1 0,1-1 0,-1 1 0,0 0 0,0-1 0,0 0 0,1 1 0,-2-1 0,1 0 0,0-1 0,0 1 0,-1 0 0,1-1 0,-1 0 0,0 1 0,1-1 0,-1 0 0,-1 0 0,1 0 0,2-5 0,18-45 0,-16 40 0,0 0 0,-1-1 0,0 1 0,-1-1 0,0 0 0,-1 0 0,1-21 0,-4-289 0,0 314 0,-1 18 0,5 23 0,0-23 0,-2-4 0,0-1 0,-1 1 0,1 0 0,-1-1 0,0 1 0,0 0 0,0 0 0,-1-1 0,1 1 0,-1 4 0,0-3 0,1-1 0,-1 1 0,1-1 0,0 0 0,1 0 0,-1 1 0,1-1 0,0 0 0,0 0 0,0 0 0,5 6 0,-3-4 0,-1-1 0,0 1 0,0 0 0,0 0 0,-1 0 0,3 6 0,5 21-171,2-1 0,1 0 1,1-1-1,24 37 0,-27-48-117,-4-9-756,1 1-1,1-1 0,14 16 1,-12-16-1009,-1 1 1,16 24 0,-16-22 106,0-1 0,2 1 1,-1-2-1,17 14 0,-2-1-373,-23-21 1919,1 0 0,0 0 0,0-1 0,0 1 1,0-1-1,1 0 0,-1 0 0,1 0 0,0 0 1,0-1-1,0 0 0,0 0 0,8 2 0,34 7-1387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28.40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510 1012 896,'110'-147'7470,"-104"135"-6795,1-1 0,-2 0-1,1 0 1,-2-1-1,0 1 1,0-1-1,-2 0 1,2-15-1,0 5 437,-1 2 853,-1 0-1,-3-39 0,1 18 1472,-1 36-3194,1 0 0,-1-1 1,-1 1-1,1 0 0,-1 0 0,-1 0 1,1 0-1,-1 0 0,0 1 0,0-1 1,-1 1-1,0 0 0,0 0 1,-1 0-1,1 1 0,-1-1 0,-1 1 1,1 0-1,-7-4 0,5 4-60,1 0-1,-2 0 1,1 1-1,-1 0 1,1 1-1,-1 0 1,0 0-1,0 0 1,0 1-1,-1 1 1,1-1-1,-1 1 1,1 1-1,0-1 1,-1 1-1,-10 2 1,-5 2-181,1 2 0,-1 1 0,1 0 0,0 2 0,0 1 0,1 0 0,1 2 0,0 0 0,0 2 0,1 0 0,1 1 0,1 1 0,0 1 0,1 1 0,-19 24 0,28-32 0,0 1 0,0 0 0,1 0 0,0 1 0,1 0 0,1 0 0,0 1 0,0-1 0,-3 18 0,-3 21 0,5-27 0,1 0 0,1 0 0,-1 40 0,4-31 0,-1-25 0,2 1 0,0-1 0,0 1 0,0 0 0,1-1 0,0 1 0,5 14 0,-6-22 0,3 8 0,1-1 0,0 1 0,0-1 0,1 0 0,7 9 0,-11-16 0,0 1 0,0-1 0,1 0 0,-1 1 0,0-1 0,1 0 0,-1 0 0,1 0 0,-1 0 0,1 0 0,0 0 0,0 0 0,-1-1 0,1 1 0,0-1 0,0 1 0,-1-1 0,1 0 0,0 1 0,0-1 0,0 0 0,0 0 0,0-1 0,-1 1 0,1 0 0,0 0 0,0-1 0,0 1 0,0-1 0,-1 0 0,1 0 0,0 1 0,1-2 0,8-4 0,0-1 0,0 0 0,0 0 0,-1-1 0,-1 0 0,1-1 0,-1 0 0,9-13 0,26-35 0,-29 39 0,-1 0 0,-1-1 0,17-32 0,3-8 0,-21 41 0,-1-2 0,0 1 0,11-34 0,-21 48 0,1 0 0,-1 0 0,1 0 0,0 0 0,0 1 0,1-1 0,0 1 0,5-8 0,-6 9 0,7-20 0,-4 11 0,-4 12 0,0-1 0,-1 1 0,1 1 0,0-1 0,-1 0 0,1 0 0,-1 0 0,1 0 0,0 0 0,-1 1 0,1-1 0,-1 0 0,1 0 0,0 1 0,-1-1 0,1 0 0,-1 1 0,1-1 0,-1 1 0,1-1 0,-1 1 0,0-1 0,1 1 0,0 0 0,70 93 0,-40-48 0,-27-38 0,1 1 0,1-1 0,-1 0 0,1 0 0,9 9 0,1-3-621,0 0 0,1 0-1,1-2 1,0 0 0,35 16 0,-52-27 522,0-1-1,-1 0 1,1 0 0,0 0-1,0 0 1,0 0 0,0 0 0,0 0-1,0 0 1,0 0 0,0 0-1,0 0 1,-1-1 0,1 1-1,0 0 1,0-1 0,0 1 0,0-1-1,-1 1 1,1-1 0,1 0-1,3-2-311,2 2 129,-5 1 203,0 0 0,1-1 0,-1 1 0,0 0 1,0-1-1,0 1 0,0-1 0,0 0 0,1 0 0,-1 0 0,-1 0 0,1 0 0,0 0 0,0 0 0,0-1 0,-1 1 0,1-1 0,0 1 0,-1-1 0,1 0 0,-1 1 0,0-1 0,0 0 1,0 0-1,0 0 0,0 0 0,0 0 0,0 0 0,-1 0 0,2-3 0,37-51-759,-23-9 657,-4 10 346,-5 33-87,-4 12 21,1 0 0,-2-1 0,1 1 0,-1-1 0,0-20 0,-2-211 4181,-2 216-3425,-1-1 0,-1 1 0,-1 0 0,-10-28 0,1-2-176,9 41-679,0 0 0,0 0 0,-1 1 0,-1 0 0,-12-19 0,19 32 0,-1 1 0,1-1 0,0 1 0,0-1 0,0 1 0,-1-1 0,1 1 0,0-1 0,-1 1 0,1 0 0,0-1 0,-1 1 0,1 0 0,0-1 0,-1 1 0,1 0 0,-1-1 0,1 1 0,-1 0 0,1 0 0,-1-1 0,1 1 0,0 0 0,-1 0 0,0 0 0,1 0 0,-1 0 0,1-1 0,-1 1 0,1 0 0,-1 0 0,1 0 0,-1 1 0,1-1 0,-1 0 0,1 0 0,-1 0 0,1 0 0,-1 0 0,1 1 0,-1-1 0,1 0 0,-1 0 0,1 1 0,0-1 0,-1 0 0,1 1 0,-1 0 0,0 0 0,-1 1 0,1 0 0,0 0 0,0 0 0,0 0 0,0 0 0,1 0 0,-1 1 0,1-1 0,-1 0 0,1 0 0,0 1 0,-1-1 0,1 3 0,-1 22 0,0-14 0,1 0 0,0-1 0,1 1 0,0 0 0,4 16 0,34 128 0,-35-133 0,1 0 0,0-1 0,11 25 0,-10-30 21,0 1 1,6 36-1,-8-36-128,0 1 1,11 28-1,-4-12-2800,11 60 1,-12-44-950,2 13-2470,5 16-2165,-16-78 8095,1 0 0,-1 0 0,1 0 0,0 0 0,0 0 1,0-1-1,1 1 0,-1 0 0,4 2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28.8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263 414 5458,'17'-48'5415,"-11"34"-3829,-1 1 0,0-1 0,-1 0 0,-1 0 0,0-1 0,1-28 0,-4-64 3956,-1 98-5105,0 0 1,-1 1-1,0 0 1,0-1-1,-1 1 1,0 0-1,0 0 1,-1 0-1,0 1 1,-1-1-1,-9-11 1,13 17-438,0 0 0,0 1 0,-1-1 0,1 1 0,0-1 0,-1 1 0,1 0 0,-1-1 0,0 1 0,1 0 0,-1 0 0,0 0 0,0 0 0,0 1 0,0-1 0,1 0 0,-1 1 0,0-1 0,0 1 0,0 0 0,0 0 0,0-1 0,0 1 0,0 1 0,0-1 0,-3 0 0,0 2 0,-1 0 0,1 0 0,-1 0 0,1 1 0,0 0 0,0 0 0,0 0 0,0 0 0,-6 6 0,-4 6 0,0 0 0,1 1 0,0 0 0,-19 33 0,23-32 0,1 1 0,1-1 0,1 2 0,1-1 0,0 1 0,-5 34 0,5-7 0,2 80 0,3-114 0,2 0 0,0 0 0,0 0 0,1 1 0,0-2 0,1 1 0,0 0 0,1-1 0,1 1 0,0-1 0,0 0 0,1-1 0,0 1 0,1-1 0,0 0 0,1-1 0,0 0 0,1 0 0,-1 0 0,1-1 0,1-1 0,0 0 0,0 0 0,0-1 0,1 0 0,0 0 0,0-2 0,0 1 0,17 3 0,-14-6 0,1-1 0,0 0 0,0-1 0,0-1 0,-1 0 0,1-1 0,0-1 0,-1 0 0,1-1 0,-1 0 0,0-2 0,-1 1 0,1-2 0,-1 0 0,0 0 0,-1-1 0,0-1 0,0 0 0,14-14 0,-3 0 0,-6 7 0,-1-1 0,0 0 0,-2-1 0,0-1 0,-1 0 0,12-23 0,-16 21 0,-1 4 0,0 0 0,9-35 0,-1-8 0,-12 51 0,-2 1 0,1-1 0,-1 0 0,0 0 0,-1 0 0,0-11 0,-1 17 0,0 0 0,0 0 0,-1 0 0,1 0 0,-1 0 0,0 0 0,0 0 0,0 0 0,0 0 0,0 1 0,-1-1 0,1 0 0,-4-3 0,4 4 0,-1 0 0,1 0 0,-1-1 0,1 1 0,0 0 0,0 0 0,0-1 0,0 1 0,1-1 0,-1 1 0,1-1 0,-1 1 0,1-4 0,0 4 0,-1 1 0,1 0 0,-1-1 0,1 1 0,-1 0 0,0-1 0,0 1 0,1 0 0,-1 0 0,0 0 0,0 0 0,0 0 0,0 0 0,0 0 0,0 0 0,-1 0 0,1 0 0,0 0 0,0 1 0,-1-1 0,1 0 0,0 1 0,-1 0 0,1-1 0,-1 1 0,1 0 0,-1-1 0,1 1 0,0 0 0,-1 0 0,1 0 0,-3 1 0,-1-2 0,0 1 0,0 0 0,0 1 0,1-1 0,-1 1 0,0 0 0,0 0 0,0 0 0,-5 3 0,-3 6 0,0 0 0,1 1 0,1 0 0,0 1 0,0 0 0,1 1 0,1 0 0,0 1 0,-8 15 0,6-7 0,1 0 0,0 1 0,-9 34 0,18-53 0,1 0 0,-1-1 0,1 1 0,0 0 0,-1 0 0,2-1 0,-1 1 0,0 0 0,1-1 0,0 1 0,0 0 0,0-1 0,0 1 0,0-1 0,4 7 0,5 16 0,-5-11 0,1 6 0,1 0 0,1 0 0,19 35 0,-9-24 0,-12-19 0,1 0 0,1-1 0,0 0 0,0 0 0,14 13 0,-12-15-56,2-1 0,-1 0 0,1 0 0,1-1 0,0-1 0,0 0 0,0-1 0,1 0 0,-1-1 0,1-1 0,1 0 0,-1-1 0,1 0 0,-1-1 0,1-1 0,-1 0 0,1-1 0,0-1 0,0 0-1,-1-1 1,27-7 0,19-7-3660,-18 5-3313,76-30 1,-48 15 1063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29.2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62 79 3314,'0'-1'3131,"-3"-11"-1983,-4 9-494,6 3-629,1 0-1,0 0 1,-1 0-1,1 0 1,0 0-1,-1 0 1,1 0-1,-1 0 1,1 0-1,0-1 1,0 1-1,-1 0 1,1 0-1,0 0 1,-1-1-1,1 1 1,0 0-1,0 0 1,-1 0-1,1-1 1,0 1-1,0 0 1,-1-1-1,1 1 1,0 0-1,0-1 1,0 1-1,0 0 1,0-1-1,-1 1 1,1 0-1,0-1 1,0 1 0,0 0-1,0-1 1,-4-4 428,-15-5 201,14 7 266,6-1 796,-2-21 8411,-2 17-11208,-9 8-203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30.4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617 789 1665,'1'-22'14222,"0"-9"-5777,-1 26-7811,0 1-1,0 0 1,-1-1-1,1 1 1,-1-1-1,0 1 1,-3-6-1,-1-2-296,-1 0 0,0 0-1,-1 1 1,-1 0 0,0 0-1,0 1 1,-1 0 0,0 1-1,-15-13 1,3 2-337,-16-11 0,25 25 0,0 0 0,-1 2 0,1-1 0,-1 2 0,0-1 0,0 2 0,0 0 0,0 0 0,0 2 0,-1-1 0,1 2 0,0-1 0,0 2 0,-18 3 0,17-1 0,0-1 0,1 2 0,-1-1 0,1 2 0,0 0 0,0 0 0,0 2 0,1-1 0,0 2 0,1-1 0,0 1 0,0 1 0,-9 11 0,17-17 0,1-1 0,-1 1 0,1 0 0,0 0 0,0-1 0,0 1 0,1 0 0,0 1 0,-1-1 0,1 0 0,0 6 0,-5 17 0,-8 7 0,10-25 0,0 0 0,0 0 0,1 0 0,0 0 0,1 0 0,0 1 0,0-1 0,1 1 0,0 0 0,1-1 0,0 15 0,2-13 0,1 0 0,0 0 0,0 0 0,1 0 0,1 0 0,0-1 0,0 1 0,1-1 0,0 0 0,1-1 0,9 11 0,-6-8 0,1-1 0,0 0 0,21 15 0,-29-23 0,0-1 0,0 0 0,1 0 0,-1 0 0,1 0 0,0-1 0,0 0 0,-1 1 0,1-1 0,0-1 0,0 1 0,0 0 0,0-1 0,0 0 0,0 0 0,0 0 0,0-1 0,0 1 0,7-3 0,2-1 0,0 0 0,-1-1 0,0-1 0,0 0 0,-1-1 0,0 0 0,0 0 0,13-13 0,-8 8 0,-7 5 0,0 0 0,0-1 0,0 1 0,-1-2 0,-1 1 0,1-1 0,8-14 0,14-32 0,40-96 0,-66 137 0,0 0 0,0-1 0,1-25 0,3-8 0,0 12 0,-4 21 0,0-1 0,-1-1 0,-1 1 0,0-19 0,-2-229 0,0 256 0,-1 0 0,0 1 0,-1-1 0,0 0 0,0 1 0,-5-13 0,4 14 0,1 0 0,0 0 0,0 0 0,1 0 0,0-1 0,-1-8 0,2 13 0,0 0 0,0 0 0,0 0 0,0 0 0,-1 0 0,1 0 0,-1 0 0,1 0 0,-1 0 0,0 0 0,0 1 0,0-1 0,0 0 0,0 0 0,0 1 0,0-1 0,-1 0 0,1 1 0,0-1 0,-1 1 0,1 0 0,-1-1 0,-2 0 0,3 1 0,1 1 0,-1 0 0,0 0 0,1 0 0,-1-1 0,1 1 0,-1 0 0,0 0 0,1 0 0,-1 0 0,0 0 0,1 0 0,-1 0 0,1 0 0,-1 1 0,0-1 0,1 0 0,-1 0 0,1 0 0,-1 1 0,1-1 0,-1 0 0,0 1 0,1-1 0,-1 1 0,0 0 0,0 0 0,0 1 0,0-1 0,1 0 0,-1 1 0,0-1 0,1 0 0,-1 1 0,1-1 0,0 1 0,-1-1 0,1 0 0,0 1 0,0-1 0,0 4 0,0 0 0,0 0 0,-1-1 0,0 1 0,0 0 0,0 0 0,0 0 0,-1-1 0,0 1 0,-3 5 0,3-6 0,0 1 0,0 0 0,0-1 0,1 1 0,-1 0 0,1 0 0,0 0 0,1 0 0,-1 7 0,1 239 0,1-233 0,1 0 0,0-1 0,2 1 0,0-1 0,12 33 0,7 27 0,-15-23 0,-6-37 0,1 1 0,9 26 0,-4-19 0,0-1 0,2-1 0,1 1 0,1-2 0,1 1 0,1-2 0,25 31 0,-12-20 0,-24-27 0,0-1 0,0 1 0,0-1 0,1 0 0,-1 0 0,1-1 0,0 1 0,0-1 0,0 0 0,0 0 0,1 0 0,0 0 0,-1-1 0,1 0 0,0 0 0,7 2 0,-6-3-2,0 0-1,1-1 1,-1 1 0,1-2-1,-1 1 1,0-1-1,1 0 1,-1 0 0,0-1-1,0 1 1,0-1 0,0-1-1,0 1 1,0-1-1,10-7 1,-7 3-4,1-2-1,-1 1 1,-1-1 0,0-1 0,0 1-1,-1-1 1,11-19 0,-7 11 5,2-3 16,-1 1-1,0-2 1,-2 1 0,0-2 0,11-41 0,-8 3-15,-8 41 0,0-1 0,-2-1 0,2-39 0,-5-22 0,0 82 0,0 0 0,0 0 0,-1 0 0,1 0 0,0 0 0,-1 0 0,1 0 0,0 0 0,-1 0 0,1 0 0,-1 0 0,0 0 0,1 0 0,-1 0 0,0 0 0,0 0 0,1 1 0,-1-1 0,0 0 0,0 1 0,0-1 0,0 0 0,0 1 0,0-1 0,-1 1 0,-4-4 0,5 5 0,0 0 0,0 0 0,0 0 0,1 1 0,-1-1 0,1 0 0,-1 0 0,1 1 0,-1-1 0,1 1 0,0-1 0,-1 0 0,1 1 0,0-1 0,0 1 0,0-1 0,0 0 0,0 1 0,1 1 0,-1 2 0,-1 0 0,2 1 0,-1-1 0,1 0 0,-1 0 0,1 0 0,4 10 0,34 77 0,-33-77-113,1 0 0,0 0 1,1-1-1,1 0 0,0-1 0,1 0 1,1 0-1,0-1 0,0 0 0,26 19 0,-31-27-484,0 1 0,0-2 0,0 1 0,0-1 0,0 0 0,1 0 0,-1-1 0,1 1 0,0-2 0,0 1 0,0-1 0,0 0 0,0 0 0,0-1 0,0 0-1,13-1 1,-3-2-516,0 1-1,-1-2 0,0 0 0,0-1 0,0-1 0,19-9 1,-31 13 966,0-1 1,-1 1-1,1-1 1,-1 1-1,0-1 1,0 0-1,0-1 1,3-2 0,16-17-663,-11 13 778,0 1-1,-1-2 0,0 1 1,0-2-1,-2 1 0,1-1 0,12-25 1,-14 23 112,0 1 105,0 0 1,-1-1-1,-1 0 1,6-22 0,12-52 1604,-17 69-1156,0 1 0,-2-1 0,0 0 1,-1 0-1,1-25 0,-4 31 66,1 1-1,1-1 1,1 1-1,4-18 1,-3 18 619,-1-1 0,0 0 0,-1 0 0,1-20 0,-3-19 3520,0 774-4832,1-679-8,12 62 0,-7-63 0,2 63 0,7 162 0,-10-190 0,-5 81 0,-1-59 0,1-96 0,0 0 0,0-1 0,0 1 0,-1-1 0,1 1 0,-1 0 0,1-1 0,-1 1 0,0-1 0,0 1 0,0-1 0,0 0 0,0 1 0,-1-1 0,1 0 0,-1 0 0,1 0 0,-1 0 0,0 0 0,0 0 0,0 0 0,0-1 0,0 1 0,0-1 0,0 1 0,-1-1 0,1 0 0,-1 0 0,1 0 0,0 0 0,-1 0 0,0-1 0,1 1 0,-1-1 0,1 0 0,-1 0 0,0 1 0,1-2 0,-1 1 0,1 0 0,-1 0 0,0-1 0,1 0 0,-1 1 0,1-1 0,-1 0 0,1 0 0,0 0 0,-1-1 0,-2-1 0,-28-16-694,1-1 0,1-2 0,1-1 0,0-1 0,-48-53-1,67 64-627,1 3-1271,1-1 1,0-1-1,-10-15 0,16 23 1971,1 0 0,1 0 0,-1-1 0,0 1-1,1 0 1,0-1 0,0 1 0,0 0 0,1-1 0,-1 1 0,1-1 0,0 1 0,1-1-1,-1 1 1,2-6 0,13-32-2875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30.6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94 133 6547,'0'-132'18907,"0"132"-18851,0 1-1,0 0 1,-1-1-1,1 1 1,0-1-1,0 1 1,0 0-1,-1-1 1,1 1-1,0-1 0,-1 1 1,1-1-1,0 1 1,-1-1-1,1 1 1,-1-1-1,1 0 1,0 1-1,-1-1 1,1 1-1,-1-1 1,0 0-1,1 0 1,-1 1-1,1-1 1,-1 0-1,1 0 0,-1 0 1,0 1-1,1-1 1,-1 0-1,1 0 1,-1 0-1,0 0 1,1 0-1,-1 0 1,1 0-1,-1 0 1,0-1-1,1 1 1,-1 0-1,1 0 0,-1 0 1,0-1-1,1 1 1,-1 0-1,1-1 1,-1 1-1,1 0 1,-1-1-1,1 1 1,0 0-1,-1-1 1,1 1-1,-1-1 1,1 1-1,0-1 1,-1 1-1,1-1 0,0 0 1,0 1-1,-1-1 1,1 1-1,0-1 1,0 0-1,0 0 1,0 2 102,0 1 1,0 0 0,-1-1-1,1 1 1,0 0 0,0-1-1,-1 1 1,1-1 0,-1 1-1,0-1 1,1 1 0,-1-1 0,0 1-1,-1 1 1,-6 12 473,0 80-48,2-70-584,1-6 0,1-1 0,1 0 0,-2 38 0,-4 72 0,-1 10 0,10 449 0,19-334-691,-19-111-5970,0-2-9990,0-111 7999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30.85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83 106 20393,'-8'-5'1324,"0"0"0,0 1 0,-1 0 0,-15-5 0,-1-2 2738,27 10-3932,0 0 1,1 0-1,-1 0 0,1 1 0,-1-1 0,1 1 0,-1 0 0,1-1 0,0 1 1,-1 0-1,1 1 0,4 0 0,73-1-130,316-9 0,-291 8 0,-66 2 0,53-6 0,52-8 0,-88 11-2170,56-19-10287,-90 16 10596,-1-4-4622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31.9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49 169 2593,'0'0'158,"0"-1"0,0 1 0,0-1 0,0 1 0,0-1 0,0 1-1,0-1 1,0 1 0,0-1 0,-1 1 0,1 0 0,0-1 0,0 1 0,0-1 0,-1 1 0,1 0-1,0-1 1,-1 1 0,1 0 0,0-1 0,-1 1 0,1 0 0,0-1 0,-1 1 0,1 0-1,-1 0 1,1 0 0,-1-1 0,1 1 0,0 0 0,-1 0 0,1 0 0,-1 0 0,1 0 0,-1 0-1,1 0 1,-1 0 0,1 0 0,-1 0 0,0 0-35,0 0-1,1 0 1,-1 0 0,1 0-1,-1 0 1,0 0-1,1 0 1,-1 0 0,1 0-1,-1-1 1,1 1 0,-1 0-1,1 0 1,-1-1 0,1 1-1,-1 0 1,1-1-1,-1 1 1,1 0 0,-1-1-1,1 1 1,-1-1 0,1 1-1,0 0 1,-1-1 0,1 1-1,0-1 1,-1 0-1,1 1 1,0-1 0,0 1-1,0-1 1,-1 1 0,1-1-1,0 1 1,0-1 0,0 0-1,0 1 1,0-1-1,0 0 1,0-3 392,1 2-353,-1 1 1,0-1-1,1 1 0,-1 0 1,0-1-1,0 1 0,0-1 1,0 1-1,0-1 0,0 1 0,-1-1 1,1 1-1,0 0 0,-1-1 1,1 1-1,-1-1 0,1 1 1,-1 0-1,0 0 0,0-1 1,1 1-1,-1 0 0,0 0 0,0 0 1,0 0-1,0 0 0,0 0 1,-1 0-1,1 0 0,-1 0 1,0-6 988,1 1 1,0-1-1,0 1 0,0-1 1,1 1-1,0-1 1,0 0-1,2-6 1,-1 4 671,-1-5-1412,1 4-8260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32.7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818 710 3009,'-6'-7'1454,"1"1"0,0 0-1,0-1 1,1 0-1,-5-10 1,5 11-560,1-1 0,-1 1 0,0 0 0,0 0 0,0 1 0,-1-1 0,-7-5 0,2 3 54,2 1-350,0 0 0,0 1 1,0 0-1,-1 0 0,0 1 0,0 0 1,-1 1-1,0 0 0,1 1 1,-19-5-1,13 5-142,1 1 0,0 0-1,-1 1 1,1 1 0,-1 0-1,1 1 1,-17 3 0,6 1 221,0 2 0,0 1 1,-29 15-1,29-10-677,1 1 0,0 2 0,1 0 0,1 1 0,1 2 0,0 0 0,-21 26 0,11-13 0,16-16 0,2 1 0,-1 0 0,2 0 0,-16 31 0,21-36 0,1 1 0,1-1 0,0 1 0,1 0 0,0 0 0,1 1 0,1-1 0,-2 22 0,4-11 0,-1-12 0,1 0 0,0 1 0,1-1 0,4 19 0,21 63 0,-24-89 0,0 0 0,0 0 0,1-1 0,-1 1 0,1 0 0,0-1 0,0 0 0,0 0 0,1 0 0,0 0 0,-1-1 0,9 7 0,8 8 0,1 11 0,-19-25 0,1 1 0,0-1 0,1 1 0,-1-1 0,1 0 0,0-1 0,8 8 0,3-2-128,0 1 1,0-2-1,1 0 0,0-1 1,0-1-1,0 0 1,20 4-1,-5-5-248,1 0-1,0-2 1,38-1 0,-51-2 52,11 0-512,-1-1 0,1-1-1,51-10 1,-48 3 179,1 0 0,-1-3 0,-1 0-1,0-2 1,38-23 0,-44 21 726,0 0 0,-1-2 0,-1 0 1,-1-2-1,32-34 0,-42 38 712,0 0 1,0 0-1,-2-2 0,0 1 0,-1-1 1,-1-1-1,-1 0 0,0 0 1,6-28-1,-8 28 106,-4 14-814,0 0 0,-1 1 0,0-1 0,1 0 1,-2 0-1,1 0 0,0 0 0,-1 0 0,0 0 0,0 0 0,-1 0 0,1 0 0,-2-6 0,0 6-73,0 0 0,0 0 0,-1 1 0,1-1 0,-1 0 0,0 1 0,0 0 0,0-1 0,-6-5 0,6 8 0,1 1 0,-1-1 0,1 0 0,-1 1 0,1 0 0,-1-1 0,0 1 0,0 0 0,1 1 0,-1-1 0,0 0 0,0 1 0,0-1 0,0 1 0,0 0 0,0 0 0,0 0 0,0 1 0,0-1 0,-3 1 0,-13 6 0,1 0 0,0 1 0,1 0 0,0 2 0,0 0 0,1 1 0,-26 22 0,36-26 0,1 0 0,0 0 0,0 1 0,1-1 0,-6 16 0,1-4 0,7-12 0,0-1 0,1 1 0,0 0 0,0 0 0,1 1 0,-1-1 0,2 0 0,0 10 0,0 3 0,0-17 0,0-1 0,0 1 0,0 0 0,0-1 0,0 1 0,0-1 0,1 0 0,-1 1 0,1-1 0,0 0 0,0 0 0,0 0 0,0 0 0,0 0 0,4 2 0,10 12 0,-12-13 0,0 0 0,0 0 0,0 0 0,0-1 0,0 0 0,1 1 0,-1-2 0,1 1 0,-1-1 0,1 1 0,0-1 0,0 0 0,-1-1 0,1 1 0,0-1 0,0 0 0,0 0 0,0-1 0,0 1 0,-1-1 0,1 0 0,0-1 0,-1 1 0,1-1 0,8-4 0,4-1 0,16-12 0,-25 14-150,0-1 0,0 2 0,1-1 0,0 1 1,0 1-1,0-1 0,0 2 0,1-1 0,-1 1 0,18-1 0,-4 3-927,-1 1 0,1 2 0,28 6 0,-36-6 308,0-1-1,0 0 1,17 0 0,8 0-930,-9 1-380,1-2-1,-1-2 1,0-1 0,57-10-1,-81 10 1878,0 0-1,0-1 0,0 0 1,0 0-1,0-1 0,10-7 1,2-1-4,-10 7 175,0-1 0,-1-1 1,1 1-1,-1-1 1,0-1-1,-1 1 1,0-2-1,0 1 1,-1-1-1,8-13 0,23-31 250,-32 46-172,0 1 0,-1-1 0,0 1 0,0-1 1,0-1-1,-1 1 0,0 0 0,0-1 0,-1 0 0,0 0 1,2-8-1,16-58 712,-15 61-538,0 0 0,-2-1 0,1 1 0,-2-1-1,0 0 1,0-19 0,0-20 571,-1 20 612,-1 0 1,-7-63-1,0 59-212,0-4 3308,-23-77-1,26 109-4036,-1 0 0,0 0 0,0 1 0,0-1 0,-1 1 0,-1 0-1,-11-10 1,9 8-187,0-1-1,0 1 1,-9-16-1,12 17-275,0 1 0,-1-1 0,0 1 0,0 1 0,-1-1 0,0 2 0,0-1 0,-16-9 0,21 13 0,0 1 0,-1 0 0,1 0 0,-1 1 0,0-1 0,1 1 0,-1-1 0,0 1 0,0 0 0,0 1 0,0-1 0,0 1 0,0-1 0,0 1 0,0 0 0,0 1 0,0-1 0,0 1 0,0 0 0,0 0 0,0 0 0,1 0 0,-1 1 0,0-1 0,1 1 0,-6 3 0,8-4 0,-1 1 0,1-1 0,-1 1 0,1 0 0,0-1 0,-1 1 0,1 0 0,0 0 0,0 0 0,0 0 0,1 0 0,-1 0 0,0 0 0,0 2 0,-7 18 0,-13 13 0,17-30 0,1 0 0,0 0 0,0 0 0,0 0 0,0 0 0,1 1 0,0-1 0,0 1 0,1-1 0,0 1 0,-1 0 0,2 0 0,-1-1 0,1 11 0,-2 54 0,0-20 0,3-1 0,7 60 0,22 52-200,83 254 0,-94-334-2879,-16-65 1332,0 0 0,0 0 0,2-1 0,9 24 0,33 46-10405,-27-47 3767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33.93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25 434 12182,'-7'-39'14152,"-10"12"-9827,17 26-4274,0 0 0,0 0 0,-1 0 0,1 0-1,0 0 1,0 0 0,0 0 0,0 0 0,1 1-1,-1-1 1,0 0 0,0 0 0,0 0 0,1 0 0,-1 0-1,1 0 1,-1 0 0,0 1 0,1-1 0,-1 0-1,1 0 1,0 1 0,-1-1 0,1 0 0,0 1-1,-1-1 1,1 1 0,0-1 0,0 0 0,-1 1-1,1 0 1,0-1 0,0 1 0,0 0 0,0-1-1,1 1 1,0-1 97,1-2-137,-1 0 0,1 0 0,-1 0 0,0 0 0,0 0 0,0 0 0,0 0 0,1-5 0,-2 6-12,1-1-1,-1 1 1,0-1 0,1 0 0,0 1 0,-1 0 0,1 0-1,0-1 1,0 1 0,0 0 0,0 0 0,1 1 0,-1-1-1,1 0 1,3-1 0,35-24 1,-28 18 0,2-1 0,-1 2 0,1-1 0,24-8 0,2 2 0,-2-2 0,0-1 0,53-35 0,-39 22 0,-43 27 0,-6 2 0,-1 0 0,1 0 0,0 0 0,-1 0 0,1-1 0,-1 1 0,4-5 0,20-19 0,-27 26 0,0 0 0,0 0 0,0 0 0,1 0 0,-1 0 0,0 0 0,0 0 0,0 0 0,0-1 0,0 1 0,0 0 0,1 0 0,-1 0 0,0 0 0,0 0 0,0 0 0,0 0 0,0 0 0,0 0 0,0 0 0,0 0 0,0-1 0,0 1 0,1 0 0,-1 0 0,0 0 0,0 0 0,0 0 0,0 0 0,0-1 0,0 1 0,0 0 0,0 0 0,0 0 0,0 0 0,0 0 0,0 0 0,0-1 0,0 1 0,0 0 0,0 0 0,0 0 0,0 0 0,0 0 0,0 0 0,0 0 0,0-1 0,0 1 0,-1 0 0,1 0 0,0 0 0,0 0 0,0 0 0,0 0 0,0 0 0,0 0 0,0-1 0,0 1 0,0 0 0,-1 0 0,1 0 0,0 0 0,0 0 0,-13 2 0,-25 16 0,26-9 0,1-2 0,1 1 0,1 0 0,-1 1 0,1 0 0,1 1 0,-1-1 0,-7 14 0,-78 140 0,90-154 0,0 1 0,1 0 0,0 0 0,0 0 0,1 0 0,0 0 0,1 1 0,0-1 0,1 1 0,0-1 0,2 16 0,-1 9 0,-1-28 0,1-1 0,0 1 0,0-1 0,1 1 0,0-1 0,0 0 0,0 0 0,1 1 0,-1-2 0,2 1 0,3 6 0,47 55 0,-43-54 0,-1-5-27,0-1-1,0 1 1,1-2-1,0 1 1,0-1 0,1-1-1,-1 0 1,1-1-1,0 0 1,17 2 0,-26-5-19,13 3-561,-1 0-1,1-2 1,-1 0 0,1-1-1,-1 0 1,18-2-1,15 0-1543,-2 0 412,0-1 1,0-2-1,72-17 0,-52 2 1219,-32 10 404,0-1-1,-1-1 1,-1-2 0,36-20-1,-12 1 808,-2-3-1,-1-1 0,91-84 0,-135 110-123,1 0-1,-1-1 0,-1-1 0,0 1 0,7-15 0,18-26 2710,-30 47-2932,0 0 0,-1 0 0,1 0 0,-1-1 0,0 1 0,-1-1 0,1 1 0,-1-1 0,0 1 0,0-1 0,-1 0 0,0 1 0,0-1 0,-1-8 0,1-2-131,0 15-213,0-1 0,-1 1 0,1 0 0,0-1 0,-1 1 0,0 0 0,1 0 0,-1-1 0,0 1 0,1 0 0,-1 0 0,0 0 0,0 0 0,0 0 0,0 0 0,0 0 0,0 0 0,0 0 0,0 0 0,0 0 0,-1 1 0,1-1 0,0 1 0,0-1 0,-1 1 0,1-1 0,0 1 0,-1 0 0,1-1 0,-1 1 0,1 0 0,0 0 0,-1 0 0,1 0 0,-3 1 0,-2-2 0,-1 2 0,1-1 0,-1 1 0,1 0 0,-1 0 0,1 1 0,-8 3 0,-42 16 0,38-15 0,1 0 0,-1 1 0,1 1 0,1 1 0,-1 0 0,2 2 0,-26 20 0,14-7 0,2 1 0,1 1 0,1 1 0,-36 57 0,45-63 0,11-15 0,-1-1 0,0 0 0,1 1 0,0 0 0,1-1 0,-1 1 0,1 0 0,0 1 0,0-1 0,1 0 0,0 1 0,-1 6 0,2 7 0,0-13 0,-1-1 0,1 0 0,1 0 0,-1 0 0,1 1 0,2 9 0,-2-15 0,0 1 0,0-1 0,0 1 0,0-1 0,0 0 0,0 1 0,0-1 0,0 0 0,0 0 0,1 0 0,-1 0 0,0 0 0,1 0 0,-1 0 0,1 0 0,-1 0 0,1-1 0,-1 1 0,1-1 0,0 1 0,-1-1 0,1 0 0,-1 1 0,1-1 0,0 0 0,0 0 0,-1 0 0,3-1 0,2 1 0,1 0 0,0-1 0,-1 1 0,1-2 0,-1 1 0,0-1 0,1 0 0,-1 0 0,0-1 0,0 0 0,0 0 0,-1 0 0,1 0 0,-1-1 0,0 0 0,0-1 0,8-8 0,32-19 0,-39 29 0,0 0 0,0-1 0,-1 0 0,1 0 0,-1-1 0,0 0 0,-1 0 0,8-10 0,11-17 0,26-30 0,-43 54 0,1 1 0,0 0 0,1 0 0,0 1 0,0 0 0,0 0 0,1 1 0,-1 0 0,14-5 0,-20 9 0,0 1 0,1-1 0,-1 1 0,0 0 0,0 0 0,0 0 0,1 0 0,-1 1 0,0-1 0,0 1 0,0-1 0,1 1 0,-1-1 0,0 1 0,0 0 0,0 0 0,0 0 0,0 1 0,-1-1 0,1 0 0,0 1 0,0-1 0,-1 1 0,1-1 0,-1 1 0,1 0 0,-1 0 0,0-1 0,0 1 0,0 0 0,1 3 0,4 5 0,-1 0 0,-1 1 0,0 0 0,0 0 0,2 13 0,2 25 0,20 47 0,11 102 0,-26-124 0,-7-44 0,-1 0 0,2 54 0,-6-48 0,0-8 0,-2 0 0,-4 37 0,-22 96 0,22-137 0,-1-1 0,-1 1 0,-1-1 0,-15 32 0,2-5 0,15-35 0,-1-1 0,0 0 0,0-1 0,-2 1 0,1-2 0,-2 1 0,0-1 0,0 0 0,-1-1 0,0-1 0,-16 12 0,20-17 0,0 0 0,-1-1 0,0 1 0,0-1 0,0-1 0,-1 0 0,1 0 0,-1 0 0,1-1 0,-1-1 0,0 1 0,0-1 0,0-1 0,0 0 0,0 0 0,0-1 0,0 0 0,0 0 0,1-1 0,-14-4 0,14 4 0,1-1 0,0 1 0,-1-1 0,1 0 0,1-1 0,-1 0 0,0 0 0,1 0 0,0-1 0,0 0 0,0 0 0,1-1 0,0 1 0,0-1 0,0 0 0,-5-10 0,-8-13 0,2 0 0,1-2 0,-11-34 0,21 50 0,1 0 0,1 0 0,0-1 0,1 0 0,1 0 0,0 1 0,2-1 0,3-27 0,-1 24 0,2 1 0,0 0 0,8-18 0,3-8 0,-5 10 0,2 1 0,1 1 0,2 0 0,1 1 0,2 0 0,0 2 0,37-43 0,-20 31-135,2 2-1,1 1 1,2 2 0,2 2-1,1 1 1,48-26 0,-21 21 172,-1-1 266,2 3 1,146-51-1,-57 37-303,-148 48 0,-13 7 0,-25 14 0,-9 10 0,-6 20 0,27-31 0,-2 0 0,-16 15 0,19-23 0,1 1 0,1 0 0,-1 0 0,2 1 0,-1 0 0,2 1 0,-10 17 0,3 21 0,5-10 0,1-19 0,7-17 0,-1 1 0,1-1 0,0 0 0,1 1 0,0 0 0,-1-1 0,2 1 0,-1 8 0,-1 21 0,0-25 0,2 0 0,-1 0 0,1 0 0,0 0 0,1 0 0,1 0 0,-1 0 0,4 10 0,0-10 0,-1 0 0,2 0 0,-1 0 0,1-1 0,9 11 0,-12-16 0,0-1 0,0 0 0,0 0 0,0 0 0,1 0 0,-1-1 0,1 1 0,0-1 0,-1 0 0,1 0 0,0 0 0,0-1 0,0 1 0,1-1 0,-1 0 0,0 0 0,9 0 0,-10-1 0,0 0 0,1 0 0,-1 0 0,0 0 0,1 0 0,-1-1 0,0 0 0,0 0 0,1 0 0,-1 0 0,0 0 0,3-2 0,-4 1 0,0 0 0,0 0 0,0 0 0,-1-1 0,1 1 0,-1-1 0,1 1 0,-1-1 0,0 1 0,1-5 0,7-11 0,0 0 0,-3 7 0,-1-1 0,0 1 0,0-1 0,4-17 0,-6-37 0,-4 54 0,1-1 0,0 1 0,1-1 0,4-16 0,2 2 0,-3 16 0,-1-1 0,0 1 0,-1-1 0,0 0 0,0-13 0,-2 3 0,1 0 0,2 0 0,0 1 0,6-22 0,-8 35 0,1-1 0,-1 1 0,-1 0 0,0 0 0,0-13 0,-1 3 0,1 18 0,0 1 0,0 0 0,1-1 0,-1 1 0,0-1 0,1 1 0,-1-1 0,0 1 0,1-1 0,-1 1 0,1-1 0,-1 1 0,0-1 0,1 0 0,-1 1 0,1-1 0,-1 0 0,1 1 0,0-1 0,-1 0 0,1 1 0,-1-1 0,1 0 0,0 0 0,-1 0 0,1 0 0,-1 0 0,1 0 0,0 0 0,-1 0 0,1 0 0,-1 0 0,1 0 0,0 0 0,-1 0 0,1 0 0,-1 0 0,1-1 0,0 1 0,-1 0 0,1 0 0,-1-1 0,1 1 0,-1 0 0,1-1 0,-1 1 0,1-1 0,-1 1 0,1-1 0,-1 1 0,0-1 0,1 1 0,-1-1 0,0 1 0,1-1 0,-1 1 0,0-1 0,0 0 0,0 1 0,1-1 0,-1 1 0,0-2 0,0 4 0,0-1 0,0 1 0,1-1 0,-1 1 0,0-1 0,1 1 0,-1-1 0,1 0 0,-1 1 0,1-1 0,0 0 0,0 1 0,0-1 0,-1 0 0,1 0 0,0 0 0,0 1 0,1-1 0,0 1 0,7 9 0,16 57 0,-5-37 0,-10-17 0,-1 1 0,-1 0 0,0 0 0,6 17 0,-7 1 0,-6-26 0,0 0 0,0 0 0,1 0 0,0-1 0,0 1 0,1-1 0,3 7 0,14 36 0,-17-41 0,-1 1 0,2-1 0,-1 0 0,1 0 0,7 11 0,31 55 0,-41-72 0,0-1 0,1 0 0,-1 0 0,0 0 0,0 0 0,1 0 0,-1 0 0,1 0 0,-1 0 0,1-1 0,-1 1 0,1-1 0,-1 1 0,1-1 0,0 1 0,-1-1 0,1 0 0,0 0 0,-1 0 0,1 0 0,-1 0 0,1 0 0,0 0 0,-1-1 0,1 1 0,0 0 0,-1-1 0,1 0 0,-1 1 0,1-1 0,1-1 0,2 0 0,0 0 0,-1 0 0,1 0 0,-1 0 0,0-1 0,1 0 0,-1 0 0,-1 0 0,1 0 0,5-6 0,0-13 0,7-7 0,-8 21 0,0-1 0,0 0 0,-1-1 0,0 1 0,-1-1 0,0-1 0,0 1 0,-1-1 0,-1 0 0,0 0 0,3-13 0,32-61 0,-31 43 0,-7 33 0,1 0 0,0 1 0,0-1 0,0 0 0,1 0 0,6-10 0,30-51 0,-36 62 0,1 16 0,-1-6 0,-1 0 0,0 0 0,-1 0 0,1 0 0,0 0 0,-1 0 0,1 1 0,-1-1 0,1 0 0,0 5 0,2 37 0,5 9 0,-7-43 0,1 0 0,-1 0 0,-1 0 0,1 14 0,-2-13 0,2 0 0,-1 0 0,2 0 0,4 15 0,-3-15 0,-1 0 0,0 0 0,-1 0 0,1 18 0,-3 58-3571,0 107-13073,0-178 10591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34.07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48 254 12886,'-19'-53'8708,"19"11"-4354,-28 0-2849,28 15-1698,0 1-1343,0 16-1522,0-6-1456,0 5-496,28-5 208,-9 6 896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34.4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311 0 8884,'13'9'4672,"16"11"1027,-28-20-5536,-1 0 0,1 1 1,-1-1-1,0 1 0,1-1 1,-1 1-1,1 0 1,-1-1-1,0 1 0,1-1 1,-1 1-1,0 0 1,0-1-1,1 1 0,-1 0 1,0-1-1,0 1 0,0 0 1,0-1-1,0 1 1,0 0-1,0-1 0,0 1 1,0 0-1,0-1 1,0 1-1,-1 0 0,1-1 1,0 1-1,0 0 0,-1-1 1,1 1-1,0-1 1,-1 1-1,1 0 0,-1-1 1,1 1-1,0-1 0,-1 1 1,0 0-1,-23 26 2822,17-18-2144,-1 1-1,0-1 1,-19 15-1,-79 59-373,51-30-467,33-36 0,8-7 0,0 1 0,-21 23 0,31-30 0,1 0 0,0 0 0,0 0 0,1 0 0,-1 0 0,1 1 0,0-1 0,0 1 0,0-1 0,1 1 0,-1 0 0,1 0 0,0 0 0,0 9 0,1 3 0,0 27 0,1-43 0,-1 1 0,0 0 0,1 0 0,-1 0 0,1 0 0,-1-1 0,1 1 0,0 0 0,0 0 0,0-1 0,0 1 0,0-1 0,0 1 0,1-1 0,-1 1 0,0-1 0,1 0 0,-1 0 0,3 2 0,13 9 0,-15-11 0,-1 1 0,1-1 0,0 1 0,0-1 0,0 0 0,0 0 0,0 0 0,0 0 0,1 0 0,-1 0 0,0-1 0,1 1 0,-1-1 0,0 1 0,1-1 0,3 0 0,14 0 0,-1 0 0,0-2 0,0 0 0,37-9 0,11-6-32,-36 1-155,16-5-400,-29 13 376,0 0 0,-1-1 0,0-1 0,0 0 0,-1-1 0,21-20 0,8-3 128,10-17 293,-52 49-193,2-1 39,-1 0 0,1 0 0,-1 0 0,1-1 0,-1 0 0,0 0 0,0 0 0,4-7 0,-4 8 78,0-1-1,1 2 1,-1-1 0,0 0 0,1 1 0,6-3 0,-1 0 174,-9 5-302,-1 0 0,0 0 0,0 0 0,0 0 0,1 0 0,-1 0 0,0 0 0,0 0 0,1 0 0,-1 0-1,0-1 1,0 1 0,0 0 0,1 0 0,-1 0 0,0 0 0,0-1 0,0 1 0,0 0 0,1 0-1,-1 0 1,0-1 0,0 1 0,0 0 0,0 0 0,0-1 0,0 1 0,0 0 0,0 0 0,0-1-1,0 1 1,0 0 0,0 0 0,0-1 0,0 1 0,0 0 0,0 0 0,0-1 0,0 1 0,0 0-1,0 0 1,0-1 0,0 1 0,0 0 0,0 0 0,0 0 0,-1-1 0,1 1 0,0 0 0,0 0 0,0 0-1,0-1 1,-1 1 0,1 0 0,0 0 0,0 0 0,0 0 0,-1 0 0,1 0 0,0-1 0,0 1-1,-1 0 1,1 0 0,0 0 0,-1 0 0,-3 0-6,0-1 0,-1 1 0,1 1 0,0-1 0,-1 0 0,1 1 0,0 0 0,0 0 0,0 1 0,0-1 0,0 1 0,0-1 0,0 1 0,0 1 0,0-1 0,1 0 0,-6 6 0,-35 16 0,31-19 0,9-4 0,-1 1 0,0 0 0,1 0 0,-1 0 0,1 0 0,-1 1 0,1 0 0,0-1 0,0 2 0,1-1 0,-5 5 0,-19 23 0,12-13 0,1 0 0,-18 29 0,28-39 0,0 0 0,0 0 0,1 0 0,0 0 0,1 1 0,0-1 0,0 1 0,1 0 0,0-1 0,1 10 0,0-14 0,0-1 0,0 1 0,0-1 0,1 1 0,0-1 0,0 1 0,0-1 0,0 0 0,0 1 0,1-1 0,0 0 0,-1 0 0,1 0 0,0 0 0,0 0 0,1-1 0,4 6 0,-1-4 0,-1 0 0,1 0 0,0-1 0,0 1 0,0-1 0,1 0 0,-1-1 0,13 3 0,2 0 0,0-2 0,0-1 0,1-1 0,-1 0 0,33-4 0,-19-2-250,-1-1 0,61-19 0,-18-7-6531,-64 25 3168,-1-1 0,1-1 0,18-17 0,-5-2-1520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35.1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434 26 10741,'-3'-21'6440,"-6"17"798,-1 12-1332,1 9-3464,-12 25-2442,18-38 0,0 0 0,1 0 0,-1 1 0,1-1 0,0 1 0,0 0 0,1-1 0,0 1 0,0 0 0,0 0 0,0 0 0,0 0 0,1 5 0,-9 74 0,-1 6 0,10-70 0,-2 1 0,-1-1 0,-5 22 0,3-21 0,1 0 0,1 0 0,0 24 0,3 674 0,0-717 0,-1 1 0,1-1 0,-1 0 0,0 0 0,0 0 0,0 0 0,0 0 0,0 0 0,0-1 0,0 1 0,-1 0 0,1 0 0,-1-1 0,1 1 0,-1-1 0,0 0 0,0 1 0,1-1 0,-1 0 0,0 0 0,0 0 0,0 0 0,0 0 0,0-1 0,0 1 0,-1 0 0,1-1 0,0 0 0,-3 1 0,0-3 0,1 0 0,0-1 0,-1 1 0,1-1 0,0 0 0,1 0 0,-1 0 0,0 0 0,1-1 0,-5-6 0,3 4 0,0 1 0,-1-1 0,1 1 0,-1 0 0,0 1 0,-7-5 0,-19-8 0,-55-20 0,85 36 0,0 1 0,0 0 0,0 0 0,0 0 0,0 0 0,0 0 0,0 0 0,-1 1 0,1-1 0,0 1 0,0-1 0,0 1 0,0 0 0,0-1 0,1 1 0,-1 0 0,-3 3 0,4-4 0,1 0 0,-1 1 0,0-1 0,1 1 0,-1-1 0,0 1 0,1-1 0,-1 1 0,1-1 0,-1 1 0,0 0 0,1-1 0,0 1 0,-1 0 0,1 0 0,-1-1 0,1 1 0,0 0 0,0 0 0,-1-1 0,1 1 0,0 0 0,0 0 0,0 0 0,0 0 0,0-1 0,0 1 0,0 0 0,0 0 0,0 0 0,1-1 0,-1 1 0,0 0 0,0 0 0,1-1 0,-1 1 0,0 0 0,1 0 0,-1-1 0,1 1 0,-1 0 0,1-1 0,-1 1 0,2 0 0,11 7 0,1 0 0,0-1 0,0-1 0,0 0 0,1-1 0,23 4 0,-24-5 0,7 2 0,0 0 0,1-1 0,-1-2 0,1 0 0,44-1 0,143 12 0,-121-9-2860,43-6-6898,-40-1 4317,-69 2 279,4 0 578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35.7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241 1 12070,'-60'27'12565,"-5"3"-5668,59-28-6829,1-1 1,-1 1 0,1 1-1,-1-1 1,1 1 0,0 0-1,0 0 1,1 0-1,-1 1 1,1-1 0,-1 1-1,1 0 1,0 1-1,0-1 1,1 1 0,0 0-1,-4 6 1,0 8-69,1 1 0,1 0 0,1 1 0,1-1 0,1 1 0,0-1 0,2 1 0,0 0 0,1 0 0,5 22 0,4 12 0,3 0 0,30 82 0,-30-106 0,1 0 0,1-1 0,2 0 0,2-1 0,0-1 0,32 34 0,-20-22 0,-27-32 0,1-1 0,1 1 0,-1-1 0,1-1 0,0 1 0,1-1 0,0 0 0,0 0 0,0-1 0,15 8 0,-3-5 0,1-1 0,0-1 0,0 0 0,0-2 0,40 4 0,-50-8 0,0 0 0,0-1 0,0 0 0,0-1 0,0 0 0,-1 0 0,1-1 0,-1 0 0,0-1 0,1 0 0,-2 0 0,1-1 0,0 0 0,13-11 0,-7 4 0,-7 6 0,0 0 0,-1 0 0,1-1 0,-1 0 0,-1 0 0,1-1 0,-1 1 0,-1-2 0,8-13 0,-8 14 0,-1 0 0,-1-1 0,0 0 0,0 0 0,0 0 0,-1 0 0,-1 0 0,0-1 0,1-16 0,-1 11 0,0-1 0,1 1 1,7-25-1,-5 23-1,0 0 0,-1 0 0,1-31 0,-3 3-93,0 19-1143,0-1 0,-2 1 0,-6-34 0,-3 27-579,8 29 1453,0-1 0,1 1 0,-1-1-1,1 0 1,0 0 0,0 0 0,0 1 0,1-1 0,0 0 0,0 0 0,0 0 0,1 0 0,0-7 0,9-14-1727,-7 21 1461,-1 0-1,0-1 1,0 1 0,-1 0 0,0-1 0,0 0 0,1-10 0,-2 12 85,0-1 0,1 1 0,0-1 1,-1 1-1,2-1 0,-1 1 1,0-1-1,1 1 0,0 0 0,0 0 1,0 0-1,1 0 0,-1 0 1,1 0-1,0 0 0,5-5 0,-5 8 392,-1-1-1,0 0 0,0 0 0,1 1 0,-1-1 0,1 1 0,0 0 1,-1 0-1,1 0 0,0 0 0,0 0 0,-1 1 0,1-1 1,0 1-1,0 0 0,0 0 0,0 0 0,0 0 0,-1 0 1,1 1-1,0-1 0,0 1 0,0 0 0,-1-1 0,1 2 1,0-1-1,-1 0 0,4 2 0,7 5 468,0 1 0,0 0 0,19 18-1,-24-19 613,0 0 1,0 1-1,-1 0 0,0 1 0,0-1 0,-1 1 0,-1 1 0,1-1 0,5 17 0,-3 14 2339,-7-32-2349,1 0 0,0 0 0,1 0 1,6 16-1,0-3 434,-1-1 0,-1 1 0,-1 0 0,-1 0 0,-1 1 1,-1 0-1,-1-1 0,-1 31 0,0-37-965,0 1-1,2 0 1,6 25 0,-5-25-222,0 0 1,-2 0-1,2 29 1,5 38-165,-5-61 0,2 46 0,-6-57 0,0 36 0,0-47 0,0 0 0,0 0 0,0 0 0,0 0 0,0 1 0,0-1 0,0 0 0,0 0 0,-1 0 0,1 0 0,0 0 0,-1 0 0,1 0 0,-1 0 0,1 0 0,-1 0 0,1 0 0,-1-1 0,0 1 0,1 0 0,-1 0 0,0 0 0,0-1 0,0 1 0,1 0 0,-1-1 0,0 1 0,0-1 0,-2 1 0,2-8 0,0 0 0,0 0 0,0 0 0,1 0 0,1-12 0,-1 10 0,1-9 0,0 0 0,6-26 0,-3 25 0,-1 0 0,0-30 0,-2 29 0,1 0 0,1 0 0,7-29 0,5-26 0,-12 55 0,1 1 0,1-1 0,1 1 0,1-1 0,0 1 0,1 1 0,19-31 0,70-59 0,-93 104 0,-1 0 0,1 1 0,-1 0 0,1 0 0,0 0 0,1 0 0,-1 0 0,0 1 0,1 0 0,-1 0 0,1 0 0,0 0 0,0 1 0,0 0 0,0 0 0,-1 0 0,1 0 0,0 1 0,1 0 0,-1 0 0,0 1 0,0-1 0,-1 1 0,1 0 0,0 0 0,0 0 0,0 1 0,0 0 0,-1 0 0,1 0 0,-1 1 0,0-1 0,0 1 0,0 0 0,0 0 0,0 1 0,0-1 0,-1 1 0,1-1 0,-1 1 0,5 8 0,34 33 0,-37-41 0,1 0 0,-2 1 0,1 0 0,0 0 0,-1 0 0,0 0 0,0 0 0,-1 1 0,5 9 0,10 32 0,1-1 0,44 74 0,-59-113 0,-1 0 0,0 0 0,0 0 0,-1 1 0,3 11 0,-3-11 0,-1-1 0,2 1 0,-1-1 0,1 0 0,0 1 0,1-1 0,5 9 0,8 12-1920,-12-21 650,-1 1 0,0 0 0,-1-1 0,0 1 0,0 0 0,-1 1 0,2 13 0,0-11-4164,9-7 2170,-6-3 1256,-7 0 1817,1-1 1,-1 0-1,1 1 1,-1-1-1,0 1 1,1-1 0,-1 1-1,0-1 1,1 1-1,-1-1 1,0 1 0,0-1-1,0 1 1,1-1-1,-1 1 1,0 0-1,0-1 1,0 1 0,0-1-1,0 1 1,0-1-1,0 1 1,0 0-1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35.93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88 11013,'4'-4'1923,"1"-1"-1,-1 0 1,-1 0-1,1 0 1,-1-1 0,3-6-1,9-13 3968,-15 25-5844,1-1 1,-1 1 0,1 0 0,-1-1 0,1 1 0,-1-1 0,0 1 0,1 0 0,-1-1-1,0 1 1,1-1 0,-1 1 0,0-1 0,0 1 0,1-1 0,-1 1 0,0-1 0,0 1-1,0-1 1,0 0 0,0 1 0,0-1 0,0 1 0,0-1 0,0 1 0,0-1 0,0 1-1,0-1 1,0 0 0,0 1 0,0-1 0,-1 1 0,1-1 0,0 1 0,0-1 0,-1 1-1,1-1 1,0 1 0,-1-1 0,-2 6 360,11 12-283,-7-15-124,2 2 0,-1 0 0,1-1 0,-1 1 0,0 0 0,0 0 0,-1 0 0,1 1 0,-1-1 0,0 0 0,0 1 0,0-1 0,0 0 0,-1 7 0,19 122 0,-19-123 0,1-1 0,0 0 0,0 1 0,1-1 0,1 0 0,3 12 0,-3-13 0,0 0 0,-1 1 0,0-1 0,0 1 0,-1-1 0,0 12 0,18 128 0,-19-139 6,1 0-1,1 0 1,0 0-1,0 0 1,5 14 0,-4-15-131,0 1 1,-1 0 0,0 0-1,0 0 1,0 14 0,-2-16-568,1 0 1,0 0 0,0-1-1,1 1 1,3 8 0,4 31-5715,-9-44 5850,0 1 0,1 0 0,-1-1 1,1 1-1,0-1 0,0 1 0,0-1 1,0 1-1,0-1 0,1 0 1,-1 0-1,1 1 0,0-1 0,-1 0 1,1 0-1,0-1 0,0 1 1,0 0-1,0-1 0,0 1 0,1-1 1,-1 0-1,0 1 0,1-1 0,-1 0 1,1 0-1,-1-1 0,1 1 1,4 0-1,14 8-4193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36.43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285 83 2753,'-13'-20'4798,"12"18"-4240,1 0 0,-1 0 0,0 0-1,-1 0 1,1 0 0,0 1 0,0-1 0,-1 0 0,1 1 0,-1-1 0,0 1 0,1-1 0,-1 1 0,0 0 0,0 0 0,0 0-1,0 0 1,0 0 0,0 0 0,0 0 0,0 1 0,0-1 0,0 1 0,0-1 0,-1 1 0,1 0 0,0 0 0,0 0 0,-3 0-1,-15 0 1307,14-1-1573,1 1 1,-1 0-1,1 0 0,-1 0 1,1 0-1,-1 1 0,1 0 1,-1 0-1,1 0 0,0 1 0,-1 0 1,1 0-1,0 0 0,0 1 1,0 0-1,1 0 0,-8 6 1,-3 3 133,7-6-290,1 0 0,1 0 1,-1 0-1,1 1 0,0-1 0,-8 13 0,8-1-135,1 0 0,0 0 0,1 0 0,2 1 0,-1-1 0,2 1 0,1 0 0,0-1 0,1 1 0,1 0 0,1-1 0,1 1 0,0-1 0,1 0 0,1 0 0,1-1 0,9 17 0,-7-20 0,1-1 0,1 0 0,0-1 0,0 0 0,1-1 0,22 16 0,-18-18-370,0-1 0,0 0 0,1-2 0,0 0-1,0-1 1,0 0 0,1-1 0,0-1 0,0-1 0,20 0 0,-26-3-221,0-1 0,0 0 0,0-1 1,-1 0-1,1 0 0,-1-1 0,1-1 0,-2 0 1,1 0-1,20-15 0,-5 5-274,-12 6 503,-1-1 0,0 0 0,-1 0 0,0-2 0,-1 1-1,0-1 1,0-1 0,-2 0 0,0-1 0,0 0 0,8-17-1,-8 12 231,2 1 0,19-28 0,-21 36 439,-1-1 1,-1 0 0,0-1 0,-1 0-1,0 0 1,0-1 0,6-22-1,-11 26 106,0 5-83,-1 0-1,1 0 1,0 0 0,0 1-1,0-1 1,0 0 0,1 1 0,-1-1-1,1 1 1,0-1 0,0 1-1,0 0 1,0 0 0,1 0 0,5-5-1,-6 6-98,0 1 106,0-1 1,0 0-1,0 1 0,0-1 0,-1 0 0,1 0 0,0 0 1,-1-1-1,1 1 0,-1 0 0,0-1 0,0 1 1,0 0-1,0-1 0,0 0 0,-1 1 0,1-1 0,-1 1 1,1-1-1,-1 0 0,0-3 0,0 9-169,2 8-138,-2 1 0,1-1 0,-1 0 1,-1 1-1,0-1 0,-5 19 0,0-14-30,3-8 0,0 0 0,0 0 0,1 0 0,0 0 0,1 0 0,-1 1 0,1 11 0,1 240 0,0-254 0,-1 0 0,1 1 0,-1-1 0,0 0 0,-1 0 0,0 0 0,0 0 0,-3 7 0,2-7 0,1 0 0,0 0 0,0 0 0,0 0 0,1 0 0,0 1 0,0-1 0,1 9 0,0 50 0,0-65 0,0 1 0,0-1 0,0 1 0,0 0 0,1-1 0,-1 1 0,0-1 0,0 1 0,1-1 0,-1 1 0,0-1 0,1 1 0,-1-1 0,1 1 0,-1-1 0,1 1 0,-1-1 0,1 0 0,-1 1 0,1-1 0,-1 0 0,1 1 0,-1-1 0,1 0 0,-1 0 0,1 0 0,0 1 0,-1-1 0,1 0 0,-1 0 0,1 0 0,0 0 0,-1 0 0,1 0 0,-1 0 0,1 0 0,0 0 0,-1 0 0,1-1 0,-1 1 0,1 0 0,0 0 0,-1-1 0,1 1 0,-1 0 0,1-1 0,-1 1 0,1 0 0,-1-1 0,1 1 0,-1-1 0,0 1 0,1 0 0,-1-1 0,1 1 0,-1-1 0,0 0 0,0 1 0,1-1 0,-1 1 0,0-1 0,0 1 0,0-1 0,1 0 0,-1 1 0,0-1 0,0 0 0,0-8 0,-1 6 0,1-1 0,0 0 0,0 1 0,0-1 0,0 1 0,1-1 0,0 0 0,0 1 0,2-6 0,4-8 0,0 1 0,0-1 0,-2 0 0,0-1 0,3-19 0,2-5 0,2-1 0,35-79 0,-18 51 0,-18 47 0,0 1 0,30-42 0,-10 17 0,-25 37 0,0 1 0,1 0 0,0 1 0,1-1 0,0 1 0,1 1 0,-1-1 0,2 2 0,-1-1 0,13-7 0,-20 14 0,1 0 0,0 0 0,-1 0 0,1 0 0,0 1 0,-1-1 0,1 0 0,0 1 0,0 0 0,0 0 0,-1 0 0,1 0 0,0 0 0,0 1 0,0-1 0,-1 1 0,1 0 0,0 0 0,-1 0 0,1 0 0,0 0 0,-1 0 0,1 1 0,-1-1 0,0 1 0,0 0 0,1 0 0,-1-1 0,0 1 0,-1 1 0,1-1 0,0 0 0,0 0 0,-1 1 0,0-1 0,2 5 0,30 85 0,-19-49 0,33 129 0,-34-105 0,-11-55 0,0 0 0,0 0 0,7 21 0,0-13 90,-7-15-169,0 0 0,1 1 1,-2-1-1,1 1 0,0-1 0,-1 1 1,0 0-1,0 9 0,8 38-5665,-3-26-632,-3 2-4064,-3-18 932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37.2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146 15 10693,'-9'-15'16190,"-11"22"-11095,-21 26-5419,37-30 1349,-2 6-1014,1-1 1,0 1-1,0 0 1,0 0-1,1 0 1,0 0-1,-2 12 1,3-11-16,-5 21 4,1 0 0,1 1 0,2 0 0,2 0 0,1 1 0,4 47 0,-2-3 0,-1-61 0,1 1 0,0-1 0,1 0 0,0 1 0,2-1 0,0 0 0,1 0 0,0-1 0,1 0 0,1 0 0,1 0 0,0 0 0,0-1 0,2-1 0,-1 0 0,2 0 0,19 18 0,-26-27 0,4 4 0,-1-1 0,1-1 0,1 0 0,-1 0 0,1 0 0,10 4 0,-17-9 0,0 0 0,0-1 0,1 1 0,-1-1 0,0 0 0,0 0 0,0 0 0,1 0 0,-1 0 0,0 0 0,0 0 0,1-1 0,-1 1 0,0-1 0,0 1 0,0-1 0,0 0 0,0 0 0,0 0 0,0 0 0,0 0 0,0-1 0,0 1 0,-1-1 0,1 1 0,0-1 0,-1 1 0,1-1 0,-1 0 0,0 0 0,0 0 0,2-3 0,2-3 0,-1-1 0,-1 0 0,1-1 0,-1 1 0,-1 0 0,0-1 0,0 0 0,-1 1 0,1-16 0,-2 1 0,0 0 0,-8-45 0,6 58 0,-2 0 0,1 0 0,-9-16 0,-6-18 0,11 11 0,6 25 0,-1 0 0,0 1 0,0-1 0,-1 0 0,-5-10 0,-81-124 0,72 118 0,15 23 0,1 1 0,-1-1 0,1 0 0,0 0 0,0 1 0,0-1 0,0 0 0,0 0 0,0 0 0,1 0 0,-1 0 0,1 0 0,-1 0 0,1 0 0,0 0 0,-1 0 0,1 0 0,0-1 0,1-2 0,-1 4 0,0 1 0,0-1 0,1 0 0,-1 0 0,0 1 0,0-1 0,1 0 0,-1 1 0,0-1 0,1 1 0,-1-1 0,1 0 0,-1 1 0,0-1 0,1 1 0,0-1 0,-1 1 0,1-1 0,-1 1 0,1-1 0,0 1 0,-1 0 0,1-1 0,0 1 0,-1 0 0,1 0 0,0-1 0,-1 1 0,1 0 0,1 0 0,35-1 0,-27 2 0,-1 0 0,1 1 0,0 0 0,-1 1 0,10 4 0,-7 1 0,-1 1 0,0 1 0,0 0 0,-1 0 0,-1 1 0,0 0 0,0 0 0,-1 1 0,-1 0 0,0 1 0,0 0 0,-1 0 0,-1 0 0,0 1 0,-1 0 0,0 0 0,-2 0 0,3 28 0,14 105 0,-18-140 0,-1 0 0,1 0 0,1 0 0,-1 1 0,1-2 0,0 1 0,4 7 0,-4-8 0,1 0 0,-1 0 0,0 1 0,-1-1 0,0 0 0,1 13 0,-1-16 0,-1 0 0,0 0 0,1 0 0,-1 0 0,1-1 0,0 1 0,0 0 0,0 0 0,1-1 0,-1 1 0,1-1 0,-1 1 0,1-1 0,0 0 0,0 0 0,0 0 0,0 0 0,0 0 0,0 0 0,0 0 0,1 0 0,-1-1 0,1 0 0,-1 1 0,1-1 0,0 0 0,4 1 0,-2 0 0,0-1 0,0 0 0,0 0 0,0-1 0,1 1 0,-1-1 0,0 0 0,0 0 0,0-1 0,1 0 0,-1 0 0,0 0 0,0 0 0,0-1 0,0 0 0,8-4 0,-4 1 0,1 0 0,-1-1 0,0-1 0,0 1 0,-1-1 0,0-1 0,0 0 0,12-15 0,-3-1 0,-7 10 0,0 0 0,0-2 0,12-27 0,-19 34 0,0 1 0,0 0 0,0 0 0,1 0 0,0 0 0,7-10 0,-7 13 0,-2 3 0,0-1 0,-1 0 0,1 0 0,0 0 0,-1 0 0,0 0 0,0 0 0,0 0 0,0 0 0,0 0 0,0 0 0,-1-1 0,0 1 0,1 0 0,-1-4 0,0 6 0,-1-1 0,2 1 0,-1-1 0,0 1 0,0 0 0,0-1 0,1 1 0,-1 0 0,0 0 0,1-1 0,0 1 0,-1 0 0,1 0 0,0-1 0,-1 1 0,1 0 0,0 0 0,0 0 0,0 0 0,0 0 0,0 0 0,0 1 0,2-2 0,5-5 0,-6 5 0,5-2 0,4 15 0,-3 37 0,36 45 0,-35-81 0,-7-10 0,0 0 0,-1 0 0,1 1 0,-1-1 0,1 0 0,-1 1 0,0-1 0,0 0 0,0 1 0,0-1 0,0 1 0,-1 0 0,1-1 0,-1 1 0,0 4 0,1-1 0,-1 0 0,1 0 0,0 0 0,0 0 0,1 0 0,0-1 0,0 1 0,0 0 0,0-1 0,1 0 0,0 1 0,0-1 0,1 0 0,-1-1 0,1 1 0,0-1 0,8 8 0,-11-12 0,0 0 0,0 0 0,0 1 0,0-1 0,0 0 0,1 0 0,-1 0 0,0 0 0,0-1 0,0 1 0,0 0 0,0 0 0,-1-1 0,1 1 0,0 0 0,0-1 0,0 1 0,0-1 0,0 1 0,0-1 0,0 0 0,-1 1 0,1-1 0,0 0 0,-1 1 0,1-1 0,0 0 0,-1 0 0,1 0 0,-1 0 0,2-1 0,16-35 0,12-37 0,-18 48 0,-1-1 0,11-47 0,-20 70 0,0-1 0,-1 0 0,2 0 0,-1 1 0,0-1 0,1 1 0,4-6 0,10-18 0,-10 6 0,-7 20 0,1-1 0,-1 0 0,1 0 0,0 1 0,0-1 0,0 1 0,0-1 0,0 1 0,1-1 0,-1 1 0,1 0 0,-1 0 0,4-4 0,12-10 0,-13 11 0,0 1 0,0 0 0,0 1 0,1-1 0,-1 1 0,1-1 0,5-1 0,-9 4 0,0 1 0,1 0 0,-1-1 0,1 1 0,-1 0 0,0 0 0,1 0 0,-1 0 0,1 0 0,-1 0 0,0 1 0,1-1 0,-1 0 0,1 1 0,-1-1 0,0 1 0,0-1 0,1 1 0,-1 0 0,0-1 0,0 1 0,0 0 0,0 0 0,1 0 0,-1 0 0,-1 0 0,1 0 0,0 0 0,0 0 0,0 1 0,0-1 0,0 2 0,3 5 0,0 0 0,-1 0 0,0 0 0,0 0 0,-1 0 0,0 0 0,0 1 0,-1-1 0,0 0 0,-1 1 0,0-1 0,-1 17 0,1 310 0,0-333 0,0 1 0,0-1 0,-1 1 0,1-1 0,0 1 0,-1-1 0,0 0 0,1 1 0,-1-1 0,0 0 0,0 1 0,0-1 0,-1 0 0,1 0 0,0 0 0,-1 0 0,0 0 0,1 0 0,-1 0 0,-4 3 0,5-5 0,1 1 0,-1 0 0,0 0 0,1 0 0,-1 0 0,1 0 0,-1 0 0,1 0 0,-1 0 0,1 0 0,0 0 0,-1 0 0,1 0 0,0 0 0,0 0 0,0 0 0,0 2 0,3-22 0,-3 16 0,0 0 0,1 0 0,-1 0 0,1 0 0,0 1 0,0-1 0,0 0 0,1 1 0,-1-1 0,0 1 0,4-5 0,12-26 0,-3-5 0,1 1 0,3 0 0,0 1 0,3 1 0,1 1 0,31-37 0,-41 55 0,1 1 0,0 0 0,1 1 0,28-21 0,-11 3 0,-29 30 0,0-1 0,0 0 0,0 0 0,0 1 0,0 0 0,1-1 0,-1 1 0,1 0 0,0 0 0,-1 0 0,1 0 0,0 1 0,0-1 0,0 1 0,0 0 0,1 0 0,-1 0 0,0 0 0,0 0 0,1 1 0,-1 0 0,0-1 0,1 1 0,-1 0 0,0 1 0,1-1 0,-1 1 0,4 0 0,-5 0 0,0 0 0,0 0 0,-1 0 0,1 0 0,0 0 0,-1 1 0,1-1 0,-1 1 0,1-1 0,-1 1 0,0-1 0,1 1 0,-1 0 0,0-1 0,0 1 0,0 0 0,-1 0 0,1 0 0,0 0 0,-1 0 0,1 0 0,-1 0 0,0 0 0,1 0 0,-1 0 0,0 3 0,-1 72 0,0-44 0,1-21-296,0 98-14959,0-98 7932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37.5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274 2 9556,'1'-2'18635,"-7"3"-15833,-3 2-2593,1 2 0,0-1 0,0 1 0,1 0-1,-1 1 1,1 0 0,0 0 0,-10 12 0,-51 71-347,5-8 135,20-27-5434,38-38 1416,2-2 420,-5-7 1562,24-3-8837,-9-4 10330,0-1-1,0 0 1,0 0 0,0-1 0,0 0-1,9-3 1,43-23 1251,-42 20 673,-1 0-1,1 1 0,25-7 0,-29 11 578,-1 0 0,0 0 0,0-2 0,19-8 0,-31 13-1868,1 0 0,-1 0 0,1 0 0,0 0 0,-1 0 0,1 0 0,-1 0 0,1 0 0,-1 0 0,1 0 0,0 0 0,-1 0 0,1 0 0,-1 0 0,1 1 0,-1-1 0,1 0 0,-1 0 0,1 1 0,-1-1 0,1 0 0,-1 1 0,1-1 0,-1 0 0,1 1 0,-1-1 0,0 1 0,1-1 0,-1 1 0,0-1 0,1 1 0,-1-1 0,0 1 0,0-1 0,1 1 0,-1-1 0,0 1 0,0-1 0,0 1 0,0-1 0,0 1 0,0 0 0,0-1 0,0 1 0,0-1-1,0 1 1,0 0 0,0 2-22,1-1 0,-1 0 0,0 1 0,0-1 0,0 0 0,0 1-1,-1-1 1,1 0 0,-1 1 0,1-1 0,-1 0 0,-2 4 0,-3 1-231,5-6 80,0 0 1,1-1 0,-1 1-1,0 0 1,1 0 0,-1 0-1,0 0 1,1 0 0,-1 0-1,1-1 1,-1 1-1,1 1 1,0-1 0,-1 0-1,1 0 1,0 0 0,0 0-1,0 0 1,0 0 0,0 0-1,0 1 1,0 1-186,-1-1 0,1 0 0,0 0 0,-1 0 0,0 0 0,1 0 0,-1 0 0,0 0 0,0 0 0,0 0 0,0 0 0,0 0 0,0 0 0,-4 2 0,4-2-93,0-1 0,-1 1 0,1 0 0,0-1 0,0 1 0,0 0 0,0 0 0,0 0 0,0 0 0,1 0 0,-1 0 1,1 0-1,-1 0 0,1 4 0,-5 9-3633,-19 9 166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38.14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80 12 6035,'-7'-10'6447,"-8"9"-3373,13 1-2744,-1 0-1,0 1 1,1 0-1,-1 0 0,1 0 1,-1 0-1,1 0 0,-1 0 1,1 0-1,-3 3 0,3-3-264,0 1 0,0 0 1,0 0-1,1 0 0,-1 0 0,0 0 0,1 1 0,0-1 0,-1 0 0,0 4 0,-2 41 188,3-28-210,-1-10-20,2 0-1,-1 1 1,1-1-1,0 0 1,1 0-1,0 0 0,0 0 1,5 13-1,6-2-26,-8-11-166,1-1 0,1 0 1,0 0-1,7 8 0,-5-8-377,23 16-1808,-2-18-2203,-22-17 1255,-1 6 3036,-4 3 213,-1 1 0,1-1-1,-1 1 1,1-1 0,-1 1-1,0-1 1,1 0 0,-1 0 0,0 0-1,0 1 1,-1-1 0,1 0-1,0 0 1,-1 0 0,1-1-1,-1 1 1,1 0 0,-1 0-1,0 0 1,0 0 0,0 0 0,0 0-1,0 0 1,-1-3 0,10-31 1207,-7 32-735,-1-1 0,1-1 0,-1 1 0,0 0 0,0 0 0,1-10 0,-2 14-234,0 0 1,0 0-1,1-1 1,-1 1-1,0 0 0,1 0 1,-1-1-1,1 1 1,0 0-1,-1 0 1,1 0-1,0 0 0,0 0 1,0 0-1,0 0 1,-1 0-1,1 0 1,1 0-1,-1 0 0,0 1 1,0-1-1,0 0 1,0 1-1,0-1 1,1 1-1,-1-1 0,0 1 1,0 0-1,1 0 1,1-1-1,0 14 2012,1-9-2125,1-1 0,-1 1 1,-1 0-1,1 0 0,0 1 0,-1-1 1,0 1-1,0 0 0,0-1 0,-1 1 1,1 1-1,-1-1 0,2 8 1,-2-8-167,0-1 0,0 1 0,1 0 0,0-1 0,0 0 0,0 1 0,0-1 0,4 4 0,-3-5-132,0 1 0,-1 0 0,0 0 0,0 0 0,0 1 0,-1-1 0,1 1 0,-1-1 0,2 8 0,-2-4-192,1 3-445,0 1 0,1-1-1,1 0 1,8 17 0,-10-23 311,0 1 0,-1 0 0,0 1 1,0-1-1,3 12 0,3 11-1720,15 0-518,-23-29 2736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38.41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48 1 7555,'-3'21'16151,"-2"-9"-11172,-2-1-3408,-10 26 647,10 2-2140,2 1 0,2-1 1,2 73-1,2-67-98,0-14 20,1 0 0,2-1 0,13 48 0,1 12 0,-10-17 0,-5-40 0,11 46 0,-2-32 0,-1-5 0,8 56 0,-8-25-688,4-1-1,2 0 1,45 114 0,-56-165-697,0 1 0,2 22 0,-5-27-343,1 0 0,0 0 0,12 30 0,-13-38 607,1 1-1,-1-1 1,0 0-1,-1 1 1,0 0-1,-1-1 1,1 18-1,3 2-3288,18-3-1107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39.0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30 1062 6275,'0'-7'1253,"-1"1"1,0-1-1,-1 1 0,1-1 1,-1 1-1,-1 0 0,-2-7 1,2 9-908,1 0 0,1 0 0,-1 0 0,0-1 0,1 1 0,0 0 0,0-1 0,0 1 0,1 0 0,-1-1 1,1 1-1,0-1 0,1 1 0,-1-1 0,1 1 0,-1-1 0,1 1 0,3-6 0,39-60 529,-38 63-866,0 1-1,1-1 1,0 1 0,0 0-1,0 0 1,0 1 0,1-1-1,0 2 1,0-1 0,14-6-1,-3 0-1,60-34 605,1 3 1,121-45 0,-166 75-127,341-108 4918,90 11-4811,757-77-1,-389 119-592,96 24 0,-603 31 0,652-12 0,-79 28 0,-309 1 0,554-5 0,-1057 0 0,170-24 0,-236 22 0,0 0 0,36 3 0,-14 0 0,-29 2 0,-19 9 0,-9 15 0,10-17 0,-1 0 0,0-1 0,0 0 0,-10 13 0,-15 26 0,-5 30 0,3 1 0,4 2 0,-20 89 0,44-154 0,-2 12 0,-5 56 0,3-21 0,0-16 0,4-30 0,1 1 0,0 0 0,1 0 0,1-1 0,1 1 0,2 18 0,37 234 0,-34-227 0,1 0 0,13 43 0,-5-28 0,6 69 0,-10-60 0,-6-39 0,3 3 0,-3 1 0,0 0 0,-2 0 0,-3 40 0,0-60 0,-2 16 0,0 0 0,-2 0 0,-1-1 0,-1 0 0,-1 0 0,-2-1 0,-14 29 0,11-33 0,-1-1 0,-1-1 0,-1 0 0,-1-1 0,0 0 0,-24 18 0,25-24 0,-2-2 0,1 0 0,-1 0 0,-25 9 0,8-4 0,-21 9-214,-1-2 0,-1-2 0,0-4 0,-88 16 0,-240 15-1440,308-41 1454,-571 28-2245,514-31 1979,-414 0-1277,335-5 1485,-357 1 835,-2131 24 6682,2027-20-7259,648-3 0,-353 3 0,279-7 0,-171-28 0,248 27-1141,0-1-1,0-2 1,1 0-1,-1-1 1,2-2-1,-34-17 1,55 26 711,-1 0 1,1 0 0,-1 1 0,1-1 0,-1 0-1,1 0 1,-1-1 0,1 1 0,0 0-1,-1 0 1,1-1 0,0 1 0,0 0-1,0-1 1,0 1 0,0-1 0,1 0-1,-1 1 1,0-1 0,1 0 0,-1 1 0,1-1-1,-1 0 1,1 0 0,0 1 0,0-3-1,0-9-5538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46.38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31 23 2241,'0'0'204,"0"-1"0,0 1 0,0-1 0,0 0 0,0 1 0,0-1 0,0 0-1,-1 1 1,1-1 0,0 1 0,0-1 0,0 0 0,-1 1 0,1-1 0,0 1 0,-1-1 0,1 1 0,0-1 0,-1 1 0,1-1 0,-1 1 0,1-1-1,-1 1 1,1-1 0,-1 1 0,1 0 0,-1-1 0,1 1 0,-1 0 0,1 0 0,-1-1 0,0 1 0,1 0 0,-1 0 0,0 0 0,1 0 0,-1 0-1,1 0 1,-1 0 0,0 0 0,1 0 0,-1 0 0,0 0 0,1 0 0,-2 1 0,-7-8 7128,10 15-5890,-2 13-345,0-14-671,0-1 0,1 1 1,0-1-1,1 1 0,-1-1 0,1 1 0,1-1 1,1 8-1,4 3 148,-4-10-382,0-1 1,-1 1-1,0 0 0,0 0 1,0 0-1,-1 0 0,0 0 1,0 12-1,14 165 1049,-12-154-1123,-3 44 1,0-50-75,0 0 1,5 37-1,5-17-32,-6-28 5,-1-1 0,0 1 0,1 29 0,-4 120-1025,0 3-4621,-1-147 4205,-1 1 0,-1 0 0,-8 30 0,-4 22-2583,8-25-602,-1 74 0,8-97 2875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47.39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126 388 3746,'-7'-19'2715,"1"1"1,1-1-1,-6-38 1,7 33-726,-1 0 0,-9-27-1,12 45-1841,-2-5 58,0 0 1,1-1-1,0 1 1,0-1-1,1 1 1,0-24-1,2 32-182,-1 1 0,1-1 0,0 1 0,0-1 0,1 0-1,-1 1 1,0-1 0,1 1 0,0-1 0,-1 1 0,1-1 0,0 1 0,0 0 0,1-1-1,-1 1 1,0 0 0,1 0 0,-1 0 0,1 0 0,0 0 0,0 0 0,0 0-1,3-2 1,0 2 225,0 0 0,0 1 0,0 0 0,0 0 0,0 0 0,0 1 0,0 0 0,0 0 0,1 0 0,-1 0 0,0 1 0,7 1 0,9 5 371,-1 1 0,-1 0 0,1 2 0,33 22-1,-53-32-618,16 10 178,-1 2-1,0 0 1,14 15-1,4 4 20,17 17 100,71 90-1,-111-125-254,19 25 167,-2 2 1,-2 1-1,36 79 0,-26-50 24,-33-66-229,6 10 89,1 2 1,-2-1-1,0 1 0,-1 0 1,0 0-1,-2 0 1,0 1-1,0 0 0,-2 0 1,1 34-1,-2 5-79,1-18-11,-7 63 0,4-91-4,-1 1 0,0 0-1,-1-1 1,0 1-1,0-1 1,-1 0 0,-1 0-1,0 0 1,0-1-1,-10 13 1,-14 16 0,19-22 0,-2-1 0,0 0 0,-1-1 0,0 0 0,-1-1 0,0 0 0,-1-1 0,-22 12 0,-4-1-275,-1-3 0,-45 16 1,64-28-48,0-1 1,0-2-1,0 0 1,-1-1-1,-38 1 1,52-4-342,0-1 0,-1 0 0,1 0-1,0-1 1,0 0 0,0-1 0,0 0 0,0-1 0,0 0 0,0 0 0,1-1 0,-12-6 0,-26-12-3970,45 22 4433,0-1 0,-1 1 0,1-1 0,-1 1 0,1-1 0,0 0 0,-1 0 0,1 0 0,0-1 0,0 1 0,0 0 0,0-1 0,0 1 0,0-1 0,0 0 0,0 0 0,1 1 0,-1-1 0,1 0 1,0-1-1,-1 1 0,1 0 0,0 0 0,0 0 0,0-1 0,0 1 0,1 0 0,-1-1 0,1 1 0,-1-1 0,1 1 0,0-1 0,0-3 0,-1-18-1390,0 20 1359,0 0 0,1 0 0,-1 0 0,1 0 0,0 0 0,0 0 0,1 0 0,-1 1 0,1-1 0,0 0 0,0 0 0,0 0 0,0 0 0,0 1 0,1-1 0,0 1 0,0-1 0,0 1 1,0 0-1,5-6 0,6 0 463,1 0 1,0 1 0,0 1-1,1 0 1,0 0-1,0 2 1,0 0 0,1 1-1,17-3 1,24-6 912,-48 10-911,0 1 0,1 0 1,-1 0-1,1 1 0,11 0 1,8 0 768,0-2 0,38-7 0,27-4 1507,-92 13-2466,57-4 2575,60-14 1,-24 3 19,-78 15-2069,-1-1 0,0 0 0,0-2 0,-1 0 0,30-11 0,76-29 1914,-86 34-1504,0-3-1,52-25 1,-79 33-746,-1-1-1,0 1 1,-1-1-1,0 0 1,1-1-1,4-7 1,15-15 215,-22 26-449,0 0 0,0-1 0,0 0 0,-1 0 0,1 0 0,-1 0 0,0 0 0,-1 0 0,1-1 0,-1 0 0,0 1 0,0-1 0,0 0 0,-1 0 0,1 0 0,-1 0 0,0 0 0,-1 0 0,1-1 0,-1 1 0,-1-7 0,1 5 0,1-5 0,-2 0 0,1 0 0,-2 0 0,-2-11 0,3 19 0,0 0 0,0 0 0,-1 0 0,0 1 0,0-1 0,0 1 0,0-1 0,0 1 0,-1 0 0,0 0 0,1 0 0,-1 0 0,0 0 0,0 1 0,-6-4 0,-2-1 0,0-1 0,-1 2 0,0 0 0,0 0 0,-1 1 0,1 0 0,-19-3 0,23 7 0,0 0 0,0 1 0,0 0 0,0 0 0,0 1 0,0 0 0,0 0 0,1 1 0,-1 0 0,0 0 0,1 1 0,0 0 0,-1 0 0,-8 6 0,-14 7 0,18-11 0,1 0 0,1 2 0,-1-1 0,1 1 0,0 0 0,1 1 0,-10 10 0,-1 2 0,13-15 0,1 1 0,-1 0 0,1 0 0,1 0 0,-1 1 0,1 0 0,0 0 0,0 1 0,1-1 0,-6 15 0,-3 27 0,9-39 0,0 0 0,1 1 0,0 0 0,0 0 0,2 0 0,-1 0 0,1 0 0,1 0 0,0 0 0,1 1 0,0-1 0,0 0 0,4 11 0,11 9 0,-12-25 0,0 1 0,0-1 0,-1 1 0,0 0 0,2 8 0,-4-11 0,-1 0 0,1 0 0,0-1 0,1 1 0,-1 0 0,1-1 0,-1 1 0,1-1 0,0 1 0,0-1 0,1 0 0,-1 0 0,1 0 0,-1 0 0,1 0 0,0-1 0,0 1 0,0-1 0,7 4 0,-6-3 0,0 1 0,0-1 0,0 1 0,-1 0 0,1 0 0,4 9 0,17 15 0,34-2 0,-21-12 0,-18-5-945,1-2-1,0 0 1,1-1 0,-1-2 0,1 0-1,38 2 1,-17-6-1836,1-1 1,54-10-1,-80 8 1516,0 0 1,-1-2-1,1 0 0,26-12 0,17-7-1890,-28 13 1740,-2-2 1,0 0-1,57-36 1,4-7 191,-66 42 1308,1-2 1,-2-1-1,0-1 1,40-38 0,-42 32 1940,37-51 0,-54 67-1522,-1 1-1,-1-2 0,1 1 1,-1 0-1,-1-1 0,0 0 1,0 0-1,0 0 0,-1 0 1,-1 0-1,2-15 0,-3-104 7730,0 123-7773,-1-1-1,1 1 1,-1 0-1,0 0 1,0-1-1,0 1 0,-1 0 1,0 0-1,0 0 1,-4-6-1,-9-23 2464,14 31-2806,-1-1 0,0 1 0,0 0 0,-1 0 0,1 0 0,-1 0 0,1 0-1,-1 1 1,0-1 0,0 1 0,0-1 0,0 1 0,0 0 0,-1 0 0,1 1 0,-1-1 0,1 1 0,-1 0-1,0-1 1,1 2 0,-1-1 0,0 0 0,0 1 0,-4-1 0,-5 1 121,1-1 0,-1 1 0,1 1 0,-1 1 0,0-1 0,-15 6 0,15-2-238,0 0 0,0 1 0,0 0 0,1 1 0,0 0 0,0 1 0,1 1 0,-13 12 0,-22 16 0,32-25 0,1 1 0,0 0 0,0 2 0,-18 27 0,6-8 0,19-27 0,1 0 0,0 0 0,1 1 0,0-1 0,0 1 0,1 0 0,0 0 0,0 1 0,-3 14 0,-6 21 0,5-23 0,4-13 0,0 0 0,0 0 0,1 0 0,0 0 0,1 1 0,-1 13 0,1-5 0,0-13 0,1 1 0,0 0 0,0-1 0,0 1 0,0 0 0,1-1 0,0 1 0,0 0 0,2 7 0,2 0 0,-3-6 0,0 0 0,1 0 0,0 0 0,0 0 0,0-1 0,0 1 0,1-1 0,0 1 0,8 7 0,7 3 0,-17-14 0,0 0 0,0 1 0,0-1 0,0 0 0,0-1 0,1 1 0,-1 0 0,1-1 0,-1 1 0,1-1 0,0 0 0,-1 0 0,1 0 0,0 0 0,0 0 0,0 0 0,-1-1 0,1 0 0,0 1 0,0-1 0,0 0 0,0 0 0,0-1 0,0 1 0,0-1 0,4-1 0,7-4-21,0 0 1,0-1-1,-1-1 0,0-1 1,19-16-1,54-52-347,-81 72 334,7-9-221,1 0 0,-2-2-1,20-31 1,-25 36 219,0 0 0,0 1-1,2-1 1,-1 1 0,1 1 0,1 0 0,-1 0 0,2 1-1,-1 0 1,12-8 0,-10 10-32,22-10 186,-31 15-67,-1 1 0,1 0 1,-1-1-1,1 1 0,-1 0 1,1 0-1,-1 0 0,1 0 1,-1 1-1,1-1 0,-1 0 1,0 0-1,1 1 0,-1-1 0,1 1 1,-1 0-1,0-1 0,1 1 1,-1 0-1,0 0 0,0 0 1,2 1-1,2 3 9,-1 1 0,0-1 0,0 1 1,-1 0-1,0 0 0,0 0 0,0 1 0,-1-1 0,0 1 1,2 7-1,6 18-7,-4-16-53,-2-8 0,-1 1 0,-1-1 0,1 0 0,-1 1 0,-1-1 0,0 1 0,1 12 0,16 177 0,-16-101 0,0-29 0,-9 89 0,4-128 0,-1 8 0,-1 0 0,-2 0 0,-16 50 0,8-22 0,14-55 0,0 0 0,-1-1 0,0 1 0,-1 0 0,0-1 0,-1 0 0,0 0 0,0 0 0,-9 13 0,-21 17 0,-49 43 0,81-80 3,0 0 0,-1-1 0,1 1 0,0 0 0,-1-1 0,0 0 0,1 0 0,-1 0 0,0 0 0,1 0 0,-1 0 0,0-1 0,0 1 0,0-1 0,0 0 0,0 0 0,0 0 0,1 0 0,-1 0 0,0-1 0,-5-1 0,-2-1-37,1 0 0,0-1-1,0-1 1,-14-8-1,10 5-136,5 2-544,0-1 1,0 1-1,0-2 1,1 1-1,1-1 1,-1 0-1,1 0 1,1-1 0,-1 0-1,1 0 1,1 0-1,0 0 1,-4-14-1,-2-1-1237,1 1 421,1 0 1,1-1 0,1 0 0,1 0-1,1 0 1,1-1 0,1 1-1,1-1 1,4-27 0,12-28-1077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47.8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1 343 5587,'21'0'2073,"0"1"1,1 0 0,-1 2 0,0 1 0,33 9 0,-45-9-1551,0-1 0,0 1 1,-1 0-1,0 0 0,0 1 0,0 0 1,-1 1-1,1 0 0,-1 0 0,0 1 0,-1-1 1,0 1-1,0 1 0,0-1 0,4 10 0,-4-8 88,0-1 0,0 0 0,0-1 0,15 14-1,-15-17-343,-1 1 0,0 0 0,0 1 0,0-1 0,0 1 0,-1 0-1,0 0 1,0 1 0,-1-1 0,3 8 0,-1 12 95,-4-21-361,0 0 1,0-1-1,0 1 0,0 0 1,1 0-1,0-1 1,0 1-1,0-1 1,5 8-1,-6-10-1,2 2 0,0 0 0,0 0 0,-1 0 0,1 0 0,-1 0 0,0 1 0,0-1 0,-1 1 0,0 0 0,1-1 0,0 11 0,7 11 0,-2-19 0,-4-12 0,-4 0 0,1 1 0,-1 0 0,0 0 0,0-1 0,0 1 0,0 0 0,-3-5 0,2 5 0,1 0 0,-1 0 0,1 0 0,0-1 0,0 1 0,1 0 0,-1-7 0,1-68-1766,0-246-15461,19 194 9765,-19 127 7144,2-1-1,-1 1 1,0-1-1,1 1 1,0 0-1,0 0 1,0 0-1,1 0 1,-1 0-1,1 0 1,0 0-1,0 1 1,0 0 0,1-1-1,6-4 1,-2 8 51,-2 4 790,0 0 1,0 0 0,0 1-1,-1 0 1,0 0-1,0 0 1,0 1 0,0 0-1,-1-1 1,0 2 0,-1-1-1,1 0 1,-1 1-1,4 10 1,-3-8 183,2 0-1,-1-1 1,1 1-1,0-1 1,1 0-1,0-1 1,10 9-1,17 20 2844,-27-27-2925,1-1 1,0 0-1,0 0 1,1-1-1,-1 0 1,2 0-1,-1-1 0,1 0 1,0-1-1,0 0 1,21 7-1,-9-7 278,0 0 0,0-2-1,0 0 1,45-1-1,-61-2-784,0-1-1,0 0 0,0 0 0,0-1 0,0 1 0,0-1 0,0-1 0,0 1 0,-1-1 0,1 0 1,-1 0-1,0-1 0,5-4 0,1-1 159,-1 0-1,0-1 1,16-20 0,-25 28-276,0 1 0,0-1 0,-1 1 0,1-1 0,0 1 0,-1-1 0,1 0 0,-1 1 0,1-1 0,-1 0 0,0 0 0,0 1 0,0-1 0,0 0 0,0 0 0,0 1 0,0-1 0,0 0 0,-1-1 0,-1-8 0,2 3 0,-1 1 0,-1-1 0,1 0 0,-2 1 0,1 0 0,-7-14 0,-4-15 0,12 33 0,-1-1 0,1 0 0,-1 1 0,0-1 0,0 1 0,-1 0 0,1 0 0,0 0 0,-6-5 0,-9-12 0,12 13 0,-1-1 0,0 1 0,0 1 0,-1-1 0,0 1 0,0 0 0,0 1 0,-1-1 0,1 1 0,-1 1 0,-13-6 0,15 8 0,1 0 0,-1 1 0,1-1 0,-1 1 0,0 1 0,1-1 0,-1 1 0,0 0 0,0 0 0,1 1 0,-1-1 0,0 1 0,1 1 0,-1-1 0,1 1 0,-1 0 0,1 0 0,0 0 0,0 1 0,-7 4 0,2-1 0,1 1 0,0 0 0,0 0 0,1 0 0,0 1 0,0 0 0,1 1 0,0 0 0,-9 15 0,-11 21 0,18-32 0,1 0 0,0 1 0,1 0 0,0 0 0,1 1 0,0 0 0,1 0 0,1 0 0,1 0 0,-3 22 0,7-17 0,0 0 0,2 0 0,0-1 0,1 1 0,1-1 0,1 0 0,0 0 0,1-1 0,2 0 0,0 0 0,11 17 0,4 14 0,-21-39 0,1 0 0,0-1 0,1 0 0,0 0 0,0 0 0,1-1 0,0 0 0,1 0 0,0 0 0,0-1 0,8 7 0,15 8-908,-21-14-88,1 0-1,0-1 0,0-1 0,0 1 1,1-2-1,0 1 0,23 7 1,-24-11-692,1 0 0,0 0 0,0-1 1,0 0-1,0-1 0,0 0 1,-1-1-1,1 0 0,20-5 1,12-8-1432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48.14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240 405 6099,'40'-41'9915,"11"-14"5782,-49 45-14758,-2 9-934,0 0 1,0 0 0,0 0 0,0 0 0,0 1 0,0-1 0,0 0 0,1 0-1,-1 0 1,0 1 0,0-1 0,1 0 0,-1 0 0,0 1 0,1-1 0,-1 0-1,1 1 1,-1-1 0,2 0 0,5-6-6,-4 6 0,0-1 0,-1 0 0,1 0 0,-1-1 0,1 1 0,-1 0 0,0-1 0,0 1 0,0-1 0,0 0 0,0 0 0,-1 0 0,1 0 0,-1 0 0,0 0 0,1-3 0,-2 4 0,0 1 0,0-1 0,1 1 0,-1 0 0,0-1 0,1 1 0,-1-1 0,1 1 0,-1 0 0,1-1 0,0 1 0,0 0 0,-1 0 0,1 0 0,0 0 0,0-1 0,0 1 0,2-1 0,-2 1 0,1 0 0,-1 0 0,0-1 0,0 1 0,0 0 0,0-1 0,0 1 0,0-1 0,0 1 0,0-1 0,-1 1 0,1-1 0,-1 0 0,1 1 0,-1-1 0,1 0 0,-1 1 0,0-4 0,1-9 0,-1 10 0,0-1 0,1 1 0,-2-1 0,1 1 0,0-1 0,-1 1 0,0-1 0,0 1 0,-2-6 0,-6-10 0,5 11 0,0 0 0,-1 1 0,1-1 0,-2 1 0,-9-12 0,9 16 0,-1 0 0,0 1 0,0 0 0,0 0 0,0 1 0,-15-3 0,20 4 0,-4 1 0,-1 0 0,1 0 0,0 1 0,0-1 0,0 2 0,-1-1 0,1 0 0,0 1 0,1 0 0,-1 1 0,0-1 0,-8 6 0,2-2 0,2-1 0,-1 1 0,1 0 0,0 0 0,1 1 0,-1 1 0,1 0 0,1 0 0,-14 15 0,7-3 0,1 1 0,1 0 0,-13 28 0,21-37 0,1 1 0,0 0 0,0 1 0,1-1 0,1 0 0,1 1 0,-1 19 0,2-23 0,0 0 0,0-1 0,1 1 0,0 0 0,1-1 0,0 1 0,1-1 0,0 1 0,0-1 0,1 0 0,5 10 0,3 0 0,1-1 0,1 0 0,1-1 0,0-1 0,1 0 0,0-1 0,1-1 0,29 18 0,-30-22 0,-1-2 0,1 0 0,1 0 0,0-2 0,0 0 0,0-1 0,0-1 0,1-1 0,-1 0 0,1-1 0,0-1 0,0 0 0,29-4 0,-25 2 0,1-2 0,0 0 0,-1-2 0,0 0 0,30-11 0,-36 8 3,3 0-23,0 0 1,-1-1-1,0-2 1,-1 1-1,0-2 1,24-22 0,-29 24 95,32-32-3377,-38 36 1579,-1 0-1,0-1 0,0 1 0,-1-1 1,7-14-1,-6-19-5777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48.7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70 247 16023,'0'-16'2542,"-1"0"0,0 0 0,-1 0 0,-9-30 0,-16-18 1492,26 61-4034,0 0 0,0 0 0,0-1 0,1 1 0,0 0 0,-1 0 0,1 0 0,0-6 0,-3-16 0,-8 12 0,11 13 0,-1 0 0,1 0 0,0 0 0,0 0 0,-1 0 0,1 0 0,0 1 0,0-1 0,-1 0 0,1 0 0,0 0 0,0 0 0,-1 1 0,1-1 0,0 0 0,0 0 0,0 0 0,-1 1 0,1-1 0,0 0 0,0 0 0,0 1 0,0-1 0,0 0 0,0 0 0,0 1 0,-1-1 0,1 0 0,0 1 0,0-1 0,0 0 0,0 0 0,0 1 0,0-1 0,0 0 0,0 0 0,0 1 0,1-1 0,-1 0 0,0 1 0,0-1 0,0 0 0,0 0 0,0 1 0,1-1 0,-3 91 0,0-31 0,9 95 0,-3-126 0,1 14 0,1 46 0,-4-51 0,1 1 0,9 41 0,3 20 0,-11-62 0,7 106 0,-8-98 0,12 75 0,-2-31 0,3 188 0,-18-234 67,1-32-163,0 0 1,1-1-1,0 1 0,1 0 0,0 0 1,6 22-1,0-16-814,4 17-2840,-6 5-3371,-11-29 961,-16 2-2279,22-24 2751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49.2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190 375 7796,'0'-7'1883,"-1"0"0,0 0 0,0 0 0,-1 0 0,0 0 0,-5-13 0,4 14-871,1 0 0,0-1 0,0 1 0,0 0 0,1-1 0,-1-12 0,2-91 3694,1 105-4706,0 0 0,1 0 0,0-1 0,0 1 0,0 0 0,0 1 0,1-1 0,-1 0 0,1 1 0,1-1 0,-1 1 0,1 0 0,-1 0 0,1 0 0,0 0 0,1 1 0,-1 0 0,0 0 0,1 0 0,8-4 0,4-2 0,0 0 0,0 2 0,1-1 0,0 2 0,22-5 0,-28 10 0,-1 0 0,0 0 0,1 2 0,-1-1 0,1 1 0,-1 1 0,1 0 0,-1 0 0,0 2 0,0-1 0,0 1 0,-1 1 0,1-1 0,-1 2 0,0 0 0,13 10 0,5 12 0,35 43 0,-45-49 0,-12-15 0,0 0 0,0-1 0,-1 1 0,1 0 0,-2 0 0,1 0 0,-1 1 0,0-1 0,-1 1 0,0 0 0,0 0 0,2 11 0,8 45 0,-7-39 0,-2 0 0,4 45 0,-9-51 0,-1 0 0,-2-1 0,1 1 0,-2-1 0,0 0 0,-2 0 0,0-1 0,-14 27 0,3-4 0,9-23 0,0 0 0,-1-1 0,0 0 0,-2-1 0,0 0 0,0-1 0,-1 0 0,-1-1 0,-1 0 0,1-1 0,-2-1 0,-27 16 0,-14 10 0,47-29 0,0-1 0,0 0 0,-1-1 0,0 0 0,0 0 0,-1-1 0,0-1 0,-12 3 0,16-6 0,10-4 0,20-9 0,36-13 0,-26 15 0,1 2 0,0 2 0,0 0 0,1 3 0,0 1 0,-1 1 0,1 2 0,0 1 0,-1 1 0,1 3 0,-1 0 0,40 14 0,-63-16 0,0 0 0,0 0 0,-1 1 0,0 0 0,0 1 0,0 0 0,-1 1 0,0-1 0,0 1 0,-1 1 0,0 0 0,0 0 0,0 0 0,-1 1 0,-1 0 0,1 0 0,-1 0 0,-1 1 0,0-1 0,0 1 0,-1 0 0,0 1 0,-1-1 0,0 0 0,0 13 0,-1-1 0,0-15 0,-1-1 0,1 1 0,-1-1 0,0 1 0,-1-1 0,0 1 0,0-1 0,0 1 0,-1-1 0,0 0 0,0 0 0,0 1 0,-1-2 0,0 1 0,-5 8 0,-4 0 0,2 0 0,-1-1 0,-1 0 0,0 0 0,-1-1 0,0-1 0,-26 17 0,-8-3 0,6-2 0,0-1 0,-2-3 0,0-2 0,-50 14 0,26-17-25,-1-3-1,0-2 1,0-3 0,-1-4-1,-78-7 1,138 4-558,0 0 1,0-1 0,0-1-1,1 0 1,-14-6-1,11 5-687,10 3 933,-1 1-1,1-1 1,0 1 0,-1-1-1,1 1 1,0-1 0,0 0-1,-1 0 1,1 0-1,0 1 1,0-1 0,0 0-1,0 0 1,0-1 0,0 1-1,1 0 1,-1 0 0,0 0-1,0-1 1,1 1-1,-1 0 1,1-1 0,-1 1-1,1 0 1,0-1 0,-1 1-1,1-1 1,0 1 0,0 0-1,0-1 1,0 1-1,0-1 1,0 1 0,0-1-1,1-1 1,0-11-3709,-1-10-1194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49.6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402 348 9044,'40'-14'4035,"41"-23"0,-54 23-2786,-1-1 1,31-25 0,-47 31-603,0 0 0,0-1 0,-1 0 0,-1-1 0,8-11 0,19-24 4059,-33 45-4582,-1-1 0,0 1 0,1-1 1,-1 1-1,0-1 0,0 1 0,0-1 0,0 0 1,-1 0-1,1 1 0,0-1 0,-1 0 0,1 0 1,-1 0-1,0 0 0,0 0 0,1 0 0,-1-3 0,-16-35 822,13 34-935,1 4-11,1 0 0,0 0 0,-1 1 0,0-1 0,1 0 0,-1 0 0,0 1 0,0-1 0,0 1 0,0 0 0,0 0 0,0-1 0,-1 1 0,1 0 0,0 1 0,0-1 0,-1 0 0,1 1 0,-3-1 0,-50-2 0,42 3 0,-9 2 0,0 0 0,0 1 0,0 2 0,0 0 0,1 1 0,0 1 0,0 1 0,0 1 0,1 1 0,-26 17 0,8-3 0,2 2 0,1 2 0,2 1 0,-35 38 0,54-51 0,1 0 0,0 1 0,1 1 0,2 0 0,-1 1 0,2 0 0,-12 34 0,8-14 0,2 0 0,-7 55 0,17-86 0,0 1 0,1-1 0,0 1 0,1-1 0,0 1 0,0-1 0,5 15 0,-1 0 0,-2-12 0,0 1 0,0 0 0,1-1 0,1 0 0,8 17 0,-10-23 0,0 0 0,1 0 0,-1 0 0,1 0 0,0-1 0,1 0 0,-1 0 0,1 0 0,-1 0 0,1-1 0,0 1 0,0-1 0,1 0 0,6 2 0,-2-1 0,0 0 0,0-1 0,0 1 0,0-2 0,0 1 0,0-1 0,0-1 0,1 0 0,14 0 0,-3-4 0,1-2 0,-1 0 0,-1-1 0,1-1 0,37-17 0,-45 15 0,-1 1 0,0-1 0,0-1 0,-1-1 0,-1 0 0,1 0 0,-2-1 0,14-18 0,-2-5 0,33-71 0,-18 33 0,-31 57 0,0-1 0,-2 0 0,1 0 0,-2 0 0,-1 0 0,0-1 0,-1 1 0,0-1 0,-4-27 0,2-7 0,1 51 0,0 1 0,1 0 0,-1-1 0,0 1 0,0-1 0,0 1 0,0-1 0,0 1 0,0-1 0,0 1 0,0-1 0,0 1 0,0 0 0,-1-1 0,1 1 0,0-1 0,0 1 0,0-1 0,0 1 0,-1 0 0,1-1 0,0 1 0,0 0 0,-1-1 0,1 1 0,0 0 0,-1-1 0,1 1 0,0 0 0,-1-1 0,1 1 0,-1 0 0,1 0 0,0-1 0,-1 1 0,1 0 0,-1 0 0,1 0 0,-1 0 0,1 0 0,-1 0 0,1 0 0,0 0 0,-1 0 0,1 0 0,-1 0 0,1 0 0,-1 0 0,1 0 0,-1 0 0,0 1 0,0-1 0,0 1 0,0-1 0,0 1 0,0 0 0,1-1 0,-1 1 0,0 0 0,0 0 0,1-1 0,-1 1 0,0 0 0,1 0 0,-1 0 0,1 0 0,-1 0 0,1 0 0,-1 0 0,1 0 0,0 0 0,0 1 0,-1-1 0,1 0 0,0 2 0,-1 39 0,0-28 0,0 0 0,1 0 0,0 0 0,1 0 0,1-1 0,0 1 0,1 0 0,0 0 0,1-1 0,11 24 0,16 18 0,33 50 0,-38-64-1767,19 28-4285,-41-63 5433,1-1 0,0 1 0,-1-1 0,2 0 0,-1 0 0,1 0 0,-1-1 0,9 5 0,50 19-8679,-34-19 5441,13-7 772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49.80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476 340 3538,'2'-18'1806,"-2"1"0,0 0 1,-1 0-1,-1 0 1,-1 0-1,0 0 0,-1 0 1,-1 0-1,0 1 0,-2 0 1,-13-26-1,10 26-316,-1 0 0,0 1-1,-1 0 1,-16-15 0,26 28-1484,-1 0 0,0 0-1,1 0 1,-1 0 0,0 1 0,0-1 0,0 1 0,0 0-1,0 0 1,0 0 0,0 0 0,0 1 0,-1-1-1,1 1 1,0 0 0,0 0 0,0 0 0,-5 1 0,-1-1-13,-1 1 7,1-1 0,0 2 0,-1-1 0,1 2 0,0-1 0,0 1 0,0 0 0,1 1 0,-1 0 0,1 1 0,0-1 0,0 1 0,0 1 0,1 0 0,-11 9 0,5-1 0,0 1 0,0 0 0,1 1 0,1 0 0,1 0 0,-9 20 0,15-28 0,1 1 0,0 0 0,1 0 0,0 0 0,-1 10 0,-5 21 0,-1-13 0,7-22 0,-1 0 0,2 1 0,-1-1 0,1 1 0,-1-1 0,2 1 0,-1-1 0,1 1 0,-1 0 0,1-1 0,1 1 0,1 9 0,16 46 0,3-2 0,30 61 0,-50-120 0,4 12-373,1-1-1,0 0 1,1 0 0,1-1-1,9 10 1,-7-8-719,1-2-1,1 0 1,-1 0 0,2-1 0,-1 0 0,1-1-1,16 7 1,-16-9-81,0-1 0,1 0 0,-1-1 0,1-1 0,0 0 0,0 0 0,26 0 0,-29-3 608,1-1 0,-1 0 0,1 0 0,-1-2 0,23-6 0,12-5-2786,17-10 616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50.1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76 333 2897,'16'-85'6105,"-14"62"-3013,-1 0 0,-1-1 0,0 1 0,-2 0 0,-1-1 0,-8-33 0,7 44-2330,-7-20 389,2 29-979,-3 16-136,7-6-36,3-3 0,0 0 0,0 0 0,0 1 0,0-1 0,1 0 0,-1 1 0,1-1 0,0 1 0,0-1 0,0 1 0,0 0 0,1-1 0,-1 1 0,1 6 0,-9 66 0,6-55 0,0-1 0,0 26 0,18 244 0,-12-261 0,-3 54 0,-1-61 0,1 0 0,1 0 0,4 28 0,5-9 0,-7-28 0,1-1 0,-2 1 0,0 0 0,0 18 0,-2 70 0,0-98 0,0 0 0,1 0 0,-1 0 0,0-1 0,1 1 0,-1 0 0,1 0 0,0-1 0,0 1 0,0 0 0,1-1 0,-1 1 0,0-1 0,4 5 0,-3-5 0,-1 0 0,1 0 0,-1 0 0,0 1 0,0-1 0,0 0 0,0 1 0,0-1 0,0 0 0,-1 1 0,1-1 0,-1 1 0,0 0 0,1 4 0,29-47 0,32-54 0,75-105 0,-117 166 0,1 0 0,2 2 0,0 1 0,32-31 0,-48 55 0,0 1 0,0-1 0,0 1 0,0 1 0,1-1 0,0 1 0,0 0 0,0 1 0,0 0 0,1 0 0,-1 1 0,1 0 0,14-1 0,-20 3 0,-1 0 0,1 0 0,0 1 0,0-1 0,0 1 0,-1-1 0,1 1 0,0 0 0,-1 0 0,1 0 0,-1 1 0,1-1 0,-1 1 0,1-1 0,-1 1 0,0 0 0,0 0 0,0 0 0,3 3 0,11 10 0,-9-7 0,1 0 0,-1 1 0,0 0 0,-1 0 0,0 1 0,-1 0 0,0 0 0,0 0 0,6 21 0,22 43 0,-16-46-88,-9-17-360,0 1-1,-2 0 0,1 0 1,-1 0-1,6 21 0,5 17-6438,17-5-3466,-7-19 4265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50.3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0 171 20954,'0'0'7560,"5"0"-3878,164-10-3111,-17-1-571,-71 4 0,162-19 0,368-34 0,-571 50 0,-2 3 0,-30 5-762,-1 1 1,1-1-1,-1-1 0,1 1 1,-1-1-1,0 0 0,0-1 0,-1 0 1,8-5-1,-2 2-1815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51.32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42 47 1169,'-19'0'5634,"14"0"-2723,-13-4 1173,33-4 3732,21-4-849,-14 7-7957,10-1 1853,1 1 0,-1 1-1,1 2 1,0 2-1,63 6 1,-86-3-863,1 0 0,-2 1 0,1 0 0,0 0 0,-1 1 0,0 0 0,0 1 0,0 0 0,-1 0 0,0 1 0,0 0 0,-1 0 0,0 1 0,0 0 0,-1 0 0,1 1 0,6 13 0,-4-7 0,-1 1 0,-1 0 0,0 0 0,-1 1 0,0-1 0,-2 1 0,0 1 0,-1-1 0,2 35 0,-5-26 0,0 0 0,-2 0 0,-1-1 0,-2 1 0,-12 43 0,-51 118 0,58-167 0,0 0 0,-1-1 0,-1-1 0,0 0 0,-29 31 0,21-26 0,-33 51 0,40-54 0,-2 0 0,0-2 0,0 1 0,-2-2 0,-27 23 0,39-36 0,2-3 0,0 1 0,0 0 0,0 0 0,0 0 0,1 1 0,-1-1 0,1 1 0,-1-1 0,1 1 0,0 0 0,0 0 0,0 0 0,0 0 0,1 0 0,-1 1 0,1-1 0,0 0 0,0 1 0,0-1 0,0 5 0,1-7 0,0 0 0,0-1 0,1 1 0,-1 0 0,0-1 0,1 1 0,-1 0 0,0-1 0,1 1 0,-1-1 0,1 1 0,-1-1 0,1 1 0,-1-1 0,1 1 0,0-1 0,-1 1 0,1-1 0,-1 0 0,1 1 0,0-1 0,-1 0 0,1 0 0,0 1 0,0-1 0,-1 0 0,2 0 0,34 4 0,35-8 0,-10-7 0,89-2 0,-122 12 0,1-1 0,49-11 0,2 0 0,-2-6-2082,-55 11 470,-1 0 0,0-2 0,-1 0 0,0-2 0,-1 0 0,33-26 0,-28 19-4703,-5-6 400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51.7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497 96 6675,'0'-2'739,"-1"-1"0,1 1 0,-1 0 1,1-1-1,-1 1 0,0 0 0,0 0 0,0 0 0,0-1 0,0 1 1,0 0-1,-1 1 0,1-1 0,-1 0 0,0 0 0,-1-1 0,-36-27 5331,19 15-4226,14 13-1222,-1-1 0,1 1 0,0 1 0,-1-1 0,1 1-1,-1 0 1,-12 0 0,16 1-597,0 0-1,0-1 0,0 1 0,1 1 0,-1-1 1,0 0-1,0 1 0,0-1 0,1 1 1,-1 0-1,0 0 0,1 0 0,-1 0 0,1 1 1,-1-1-1,1 1 0,0-1 0,-1 1 0,1 0 1,0 0-1,0 0 0,-2 3 0,1 1-16,1-1-1,0 1 0,0-1 1,1 1-1,0 0 0,0 0 1,0 0-1,1 0 0,0 0 1,0 6-1,0-6-7,0-1 0,1 0 0,-1 1 0,1-1 0,0 0 0,1 1 0,-1-1 0,1 0 0,0 0 0,0 0 0,6 9 0,-4-7 0,1 2 0,1 0 0,0 0 0,0-1 0,11 11 0,15 19 0,-27-30 0,1 0 0,1 0 0,-1-1 0,2 0 0,11 9 0,27 25 0,-28-24 0,1-1 0,1-1 0,1-1 0,23 12 0,-20-12 0,0 1 0,-1 1 0,0 1 0,23 23 0,-32-24 0,63 58 0,-74-71 0,1 0 0,-1 0 0,0 0 0,0 0 0,0 1 0,0-1 0,0 1 0,-1 0 0,1 0 0,-1 0 0,0 0 0,1 6 0,0 0 0,-1 0 0,-1 0 0,0 0 0,0 21 0,-2-28 0,1 0 0,-1-1 0,0 1 0,0 0 0,0 0 0,-1-1 0,1 1 0,-1-1 0,1 1 0,-1-1 0,0 0 0,0 0 0,0 0 0,0 0 0,0 0 0,0 0 0,-1 0 0,1 0 0,-1-1 0,1 0 0,-4 2 0,-59 25 0,62-27 0,-10 3 0,0 1 0,0 0 0,1 1 0,0 1 0,-14 9 0,13-7 0,1-3 0,-1-1 0,0 0 0,0 0 0,0-1 0,-22 3 0,-11 4 0,24-5 0,-16 6 0,-2-2 0,1-1 0,-1-2 0,-63 3 0,77-11-1175,0-1 0,0-1-1,-38-9 1,60 10 290,0 1-1,-1-1 1,1 0-1,0-1 1,0 1 0,0-1-1,1 0 1,-1 0-1,-4-4 1,-20-15-4897,11 7 1660,14-13 641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51.9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1 160 3105,'0'-2'658,"0"0"-1,-1 0 0,1 0 0,0 0 0,0-1 1,0 1-1,1 0 0,-1 0 0,1 0 1,-1 0-1,1 0 0,0 0 0,-1 0 0,1 0 1,0 0-1,0 0 0,0 0 0,1 0 0,-1 1 1,0-1-1,1 0 0,-1 1 0,1-1 0,2-1 1,0 0-83,19-19 7155,-18 17-7580,1 1 279,1 0 0,0 0 0,0 1-1,0 0 1,0 0 0,1 0-1,-1 1 1,14-2 0,16-6 488,-32 8-917,0 0 0,1 1 0,-1 0 0,1 0 0,-1 0 0,1 0 0,8 1 0,35-5 0,-2-3 0,0 3 0,0 2 0,78 4 0,-42 1 0,-47-9-3237,-32 6 2542,-1 0 0,0 0-1,0 0 1,1 1 0,-1-1-1,1 1 1,-1 0 0,0 0 0,1 0-1,4 1 1,-27-1-11903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54.3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125 10 8852,'-5'-2'8359,"0"1"-7102,0-1 1,-1 1-1,1 0 1,-1 0 0,1 0-1,0 1 1,-1-1-1,1 1 1,-7 1 0,8 0-1076,0 0 1,0 0 0,0 0-1,0 0 1,0 0 0,0 1-1,0 0 1,1 0 0,-1 0-1,1 0 1,-1 0 0,-3 4-1,7-5-156,-1 1 0,0-1 0,0 0-1,1 1 1,-1-1 0,0 1-1,1-1 1,0 1 0,-1-1 0,1 1-1,0-1 1,0 1 0,0-1-1,0 1 1,0-1 0,0 1 0,0-1-1,0 1 1,1 1 0,0 4 28,-1 154-17,0-154-37,0 0 0,1 0 0,0 0 0,1 0 0,0 0 0,0 0 0,4 8 0,3 14 0,5 40 0,-10-46 0,1-1 0,0 1 0,17 41 0,0-4 0,-18-49 0,-1-1 0,1 1 0,10 18 0,11 37 0,-15-54 0,-9-11 0,0 0 0,1 0 0,-1 0 0,0 1 0,0-1 0,0 0 0,-1 1 0,1-1 0,0 1 0,0-1 0,-1 1 0,1-1 0,-1 1 0,1 0 0,-1-1 0,0 1 0,0 3 0,0-4 0,0 0 0,0 0 0,0 0 0,0-1 0,0 1 0,0 0 0,0 0 0,0 0 0,0 0 0,0 0 0,1 0 0,-1 0 0,0 0 0,1-1 0,-1 1 0,0 0 0,1 0 0,-1 0 0,1-1 0,0 1 0,-1 0 0,1 0 0,-1-1 0,1 1 0,0-1 0,1 2 0,-1-2 0,-1-1 0,1 1 0,-1 0 0,1-1 0,0 1 0,-1-1 0,1 1 0,-1-1 0,1 1 0,-1-1 0,1 0 0,-1 1 0,1-1 0,-1 1 0,0-1 0,1 0 0,-1 1 0,0-1 0,0 0 0,1 0 0,-1 1 0,0-1 0,0 0 0,0 1 0,0-1 0,0 0 0,0 0 0,0 1 0,0-1 0,0 0 0,0 0 0,-1 0 0,-1-67 0,0 41 0,1 1 0,1 0 0,1 0 0,8-43 0,-1 41 0,-4 18 0,-1 0 0,-1 0 0,0 0 0,0-1 0,0-16 0,-2-133 0,1 152 0,-1 1 0,1 0 0,0-1 0,1 1 0,0 0 0,0 0 0,4-8 0,-3 9 0,-1 0 0,0 0 0,0 0 0,-1 0 0,0 0 0,0-1 0,0-6 0,0 9 0,0-1 0,0 1 0,0-1 0,1 1 0,-1-1 0,1 1 0,0 0 0,0-1 0,1 1 0,-1 0 0,1 1 0,0-1 0,0 0 0,0 1 0,0 0 0,1-1 0,-1 2 0,6-5 0,-8 6 0,3 2 0,-1 0 0,1 0 0,-1 0 0,0 0 0,1 0 0,-1 1 0,0-1 0,0 1 0,0 0 0,4 3 0,0 7 0,-7-11 0,1 1 0,-1-1 0,1 1 0,0-1 0,-1 0 0,1 0 0,0 1 0,0-1 0,0 0 0,0 0 0,0 0 0,0 0 0,0 0 0,1 0 0,-1 0 0,3 1 0,8 6 0,0 1 0,-1 0 0,0 0 0,0 1 0,12 15 0,-10-10 0,1-1 0,0-1 0,16 11 0,-11-8 0,0 1 0,31 38 0,15 14 0,12 3 0,-58-50 0,11 9 0,-29-31 0,0 1 0,-1-1 0,1 1 0,0 0 0,0-1 0,0 1 0,0-1 0,0 0 0,-1 1 0,1-1 0,0 0 0,0 0 0,0 1 0,0-1 0,0 0 0,0 0 0,0 0 0,0 0 0,0 0 0,0 0 0,0-1 0,0 1 0,0 0 0,0 0 0,0-1 0,0 1 0,0 0 0,0-1 0,0 1 0,-1-1 0,2 0 0,0 0 0,-1 0 0,0 0 0,0 1 0,0-1 0,0 0 0,0 0 0,0 0 0,0 0 0,0 0 0,-1 0 0,1 0 0,0 0 0,-1 0 0,1-1 0,0 1 0,-1 0 0,1 0 0,-1-1 0,0 1 0,0 0 0,1 0 0,-1-1 0,0 1 0,0 0 0,0-1 0,0 1 0,0 0 0,0-1 0,-1 1 0,1 0 0,0-1 0,-1 1 0,1 0 0,-2-3 0,0 0 0,-1 0 0,1 0 0,0-1 0,1 1 0,-1-1 0,1 0 0,0 1 0,0-1 0,0 0 0,1 0 0,0 0 0,0-8 0,1-4 0,-1 9 0,1 0 0,-1 0 0,-1 0 0,0 0 0,0 0 0,-2-8 0,-11-20 0,7 18 0,0 0 0,1 0 0,1-1 0,1 0 0,0 0 0,-1-33 0,5 46 0,-1 1 0,1-1 0,-1 0 0,-1 0 0,1 1 0,-3-8 0,2 8 0,0-1 0,0 1 0,1-1 0,0 1 0,0-1 0,0-7 0,1 13 0,0-1 0,0 1 0,0 0 0,0-1 0,0 1 0,0 0 0,0-1 0,0 1 0,0 0 0,0-1 0,0 1 0,0 0 0,0-1 0,1 1 0,-1 0 0,0-1 0,0 1 0,0 0 0,0-1 0,1 1 0,-1 0 0,0-1 0,0 1 0,1 0 0,-1 0 0,0-1 0,0 1 0,1 0 0,-1 0 0,0 0 0,1-1 0,-1 1 0,0 0 0,1 0 0,-1 0 0,0 0 0,1 0 0,-1 0 0,0 0 0,1 0 0,-1 0 0,0 0 0,1 0 0,21 10 0,21 28 0,-21-12 0,1-2 0,1 0 0,52 39 0,-67-57 0,0 1 0,-1 0 0,1 1 0,-2 0 0,1 0 0,6 10 0,-9-13 2,-1 0 0,1 0 0,1 0 0,-1-1 0,1 0 0,7 5 0,13 11-85,33 37-2212,-34-32-2829,0 0 0,41 29 0,-26-28 236,-17 0 492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54.75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529 565 7171,'2'-65'7071,"-2"-48"2753,-1 99-8734,0 0 1,-1 0-1,-1 0 1,0 0-1,-9-22 1,2 10-851,-1 0-1,-1 1 1,-1 1 0,-1 0 0,-1 0 0,-1 2-1,-1 0 1,-22-22 0,33 40-240,1 0 0,-1 0 0,0 1 0,0-1 0,0 1 0,0 0 0,-1 1 0,1-1 0,-11-1 0,-6-3 0,20 6 0,0 1 0,0-1 0,0 1 0,0 0 0,0 0 0,0 0 0,0 0 0,0 0 0,0 1 0,0-1 0,0 1 0,1 0 0,-1 0 0,0 0 0,0 0 0,-4 3 0,-3 0 0,-1 2 0,0-1 0,0 1 0,1 1 0,0 0 0,0 0 0,1 1 0,0 0 0,0 1 0,1 0 0,0 0 0,-11 17 0,13-17 0,-1 0 0,2 1 0,0 0 0,0 0 0,1 0 0,0 1 0,-4 15 0,-6 30 0,10-42 0,0-1 0,1 1 0,1 0 0,-2 22 0,2 27 0,1-34 0,0 0 0,2 1 0,7 44 0,18 32 0,-23-96 0,0-1 0,0 0 0,1 1 0,6 10 0,6 17 0,-14-29 0,1 0 0,0 1 0,0-1 0,0-1 0,1 1 0,0 0 0,1-1 0,-1 0 0,1 0 0,12 12 0,-14-15 0,0-1 0,0 0 0,0-1 0,0 1 0,0 0 0,1-1 0,-1 0 0,1 0 0,-1 0 0,1 0 0,0 0 0,0-1 0,0 0 0,0 0 0,0 0 0,0 0 0,0 0 0,0-1 0,0 0 0,0 0 0,5-1 0,-3 0 0,-1 0 0,0 0 0,0-1 0,0 0 0,0 0 0,0-1 0,0 1 0,-1-1 0,1 0 0,-1-1 0,1 1 0,-1-1 0,-1 1 0,1-1 0,0 0 0,3-6 0,0 1 0,-1-1 0,0 0 0,0 0 0,-1-1 0,0 1 0,-1-1 0,-1 0 0,1 0 0,2-17 0,13-19 0,1 2 0,8-59 0,-25 90 0,-1 0 0,0-1 0,-1 1 0,0 0 0,-1 0 0,-3-17 0,1-15 0,3 46 0,-1 1 0,0-1 0,0 0 0,1 1 0,-1-1 0,0 1 0,0-1 0,1 0 0,-1 0 0,0 1 0,1-1 0,-1 0 0,0 1 0,1-1 0,-1 0 0,1 0 0,-1 0 0,0 1 0,1-1 0,-1 0 0,1 0 0,-1 0 0,1 0 0,-1 0 0,0 0 0,1 0 0,-1 0 0,1 0 0,-1 0 0,1 0 0,-1 0 0,0 0 0,1 0 0,-1 0 0,1-1 0,-1 1 0,1 0 0,-1 0 0,0 0 0,1-1 0,-1 1 0,0 0 0,1-1 0,-1 1 0,0 0 0,1 0 0,-1-1 0,0 1 0,0-1 0,1 1 0,-1-1 0,0 2 0,0 0 0,0 0 0,1 0 0,-1 0 0,0 0 0,0 0 0,1 0 0,-1 0 0,1 0 0,-1 0 0,1 0 0,-1 0 0,1-1 0,-1 1 0,1 0 0,0 0 0,-1 0 0,1-1 0,0 1 0,0 0 0,0-1 0,0 1 0,0-1 0,1 1 0,7 7 0,-2 6 0,-6-12 0,0 0 0,0 1 0,0-1 0,0 0 0,1 0 0,-1 0 0,1 0 0,-1 0 0,1-1 0,3 4 0,22 25 0,-21-21 0,2-1 0,-1 1 0,2-1 0,10 8 0,-9-9 0,-1-1 0,1 1-1,-1 1 0,0 0 1,8 9-1,-7-7-763,1 0 0,0 0-1,23 14 1,22 19-8512,-48-36 7619,-5-3 709,1-1-1,0 0 1,-1 0 0,1 0 0,0 0-1,1 0 1,-1-1 0,7 3-1,31 10-3607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54.9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422 149 7988,'0'-7'1224,"-1"0"1,0 0-1,-1 1 1,1-1-1,-1 1 1,0-1 0,-1 1-1,0 0 1,0-1-1,0 1 1,-1 1-1,0-1 1,-8-9 0,3 3 405,6 8-1278,-1 1 1,0-1-1,-1 1 1,1 0 0,0 0-1,-1 1 1,0-1-1,-5-1 1,-5-3 852,12 5-258,3 42-267,1-34-680,1 1 0,-1-1 0,2 0 0,-1 0 0,1 0 0,-1 0 0,2 0 0,-1 0 0,1-1 0,0 1 0,7 7 0,16 26 0,-12-9 0,-9-18 0,0 0 0,0 0 0,13 14 0,24 18 0,26 63 0,-63-98 0,0 0 0,-1 1 0,0-1 0,0 1 0,-1 0 0,0 1 0,-1-1 0,3 18 0,-3 1 0,0 57 0,-3-80 0,0-2 0,0 0 0,-1 0 0,1 0 0,-1 1 0,0-1 0,0 0 0,-1 0 0,1 0 0,-1 0 0,0 0 0,0-1 0,0 1 0,0-1 0,-1 1 0,1-1 0,-1 0 0,0 1 0,0-2 0,0 1 0,-6 4 0,-18 20 0,16-19 0,0 0 0,0-1 0,-1 0 0,0 0 0,0-2 0,0 1 0,-1-2 0,-17 5 0,-7 4 0,-31 8-1866,46-16-591,-1 0 0,-38 1 0,47-5 1410,1-1-1,-1-1 1,0 0-1,1-1 1,0 0-1,-1-1 1,1 0 0,0-1-1,0-1 1,-18-9-1,10 3-3292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55.1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60 11669,'3'-3'1374,"-1"0"0,0 0 0,0-1-1,-1 1 1,1-1 0,-1 1 0,1-1-1,-1 1 1,0-1 0,0 0-1,0-6 1,-1 9-1223,0 0 0,1 1 0,-1-1 0,0 1 0,0-1-1,1 1 1,-1-1 0,0 1 0,1-1 0,-1 1 0,1-1 0,-1 1-1,0 0 1,1-1 0,-1 1 0,1 0 0,-1-1 0,1 1 0,-1 0-1,1-1 1,-1 1 0,1 0 0,0 0 0,-1 0 0,1 0 0,-1-1 0,1 1-1,0 0 1,9-1-68,-8 4-69,-1 0 0,0 0-1,0 0 1,-1 1 0,1-1 0,-1 0-1,1 0 1,-1 1 0,0-1-1,0 0 1,-2 7 0,2-4-24,9 51 10,-6-46 0,-1 0 0,0 0 0,1 20 0,-2-10 0,1 0 0,1 0 0,8 27 0,3 24 0,-2 2 0,40 130 0,-28-110 0,5 15 0,-18-74-1567,9 63 0,-7-29-1443,-10-54 1121,-1 0 1,-1 1 0,0-1-1,-2 27 1,0 1-3568,-4-4 257,3-36 4385,0 0 0,0 1 1,0-1-1,0 0 0,-1 0 0,0 0 1,-4 4-1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55.6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20 475 10293,'-2'-2'905,"0"1"0,1-1 1,-1 0-1,1 1 0,0-1 1,-1 0-1,1 0 0,0 0 1,0 0-1,0 0 0,0 0 1,1 0-1,-1 0 0,0 0 0,1 0 1,0-1-1,-1-3 0,1-13 3165,0 10-3786,23-17 226,28 14 94,-38 10-426,0 0 0,0-1-1,19-7 1,-20 6-178,1 1 0,-1 0 0,19-1 0,34-9 0,95-33 0,-73 24 0,-75 17 0,-1 1 0,0-1 0,17-10 0,19-9 0,-38 21 0,0-1 0,0 1 0,-1-1 0,0-1 0,0 0 0,0 0 0,8-7 0,-13 9 0,0 0 0,0 0 0,-1 0 0,1 0 0,-1 0 0,0-1 0,0 1 0,0-1 0,0 1 0,-1-1 0,1 0 0,-1 0 0,0 0 0,0 1 0,-1-1 0,1 0 0,0-8 0,-1 10 0,0 0 0,0 0 0,0 0 0,0 0 0,0 0 0,-1 0 0,1 0 0,0 0 0,-1 0 0,0 1 0,1-1 0,-1 0 0,0 0 0,0 0 0,0 0 0,0 1 0,0-1 0,0 1 0,-1-1 0,1 1 0,0-1 0,-1 1 0,1 0 0,-1-1 0,0 1 0,1 0 0,-1 0 0,-2-1 0,-17-13 0,14 11 0,1 0 0,-1 1 0,0 0 0,-1 0 0,1 0 0,0 1 0,-1 0 0,0 1 0,1-1 0,-1 2 0,0-1 0,0 1 0,1 0 0,-1 1 0,0-1 0,0 2 0,1-1 0,-10 4 0,-1 1 0,1 0 0,0 2 0,1 0 0,0 1 0,0 1 0,-22 17 0,4 3 0,6-6 0,-38 41 0,59-57 0,1-1 0,0 1 0,1 0 0,0 1 0,0 0 0,0-1 0,1 1 0,1 1 0,-1-1 0,-2 17 0,-7 35 0,8-43 0,1 0 0,1 0 0,0 0 0,2 0 0,0 0 0,1 1 0,3 30 0,24 57 0,-23-92 0,0-1 0,1-1 0,1 1 0,0-1 0,1 0 0,0 0 0,1-1 0,0 0 0,1 0 0,0-1 0,1 0 0,0-1 0,1 0 0,-1 0 0,2-1 0,-1-1 0,1 0 0,0 0 0,1-1 0,20 7 0,-18-11 0,0 0 0,-1-1 0,1 0 0,0-1 0,-1-1 0,1 0 0,0-1 0,-1-1 0,0 0 0,0-1 0,0-1 0,20-9 0,-16 4 0,0-1 0,-2-1 0,1 0 0,-1-1 0,-1-1 0,23-28 0,-19 23 0,-5 2 0,0 0 0,-1-1 0,0-1 0,-2 0 0,0-1 0,12-33 0,-6 9 0,-3-2 0,9-47 0,-8 39 0,-11 44 0,-1 1 0,-1 0 0,0-1 0,0 1 0,-1-1 0,1-15 0,-2 197 0,0-162 0,0-1 0,1 0 0,1 0 0,-1 0 0,1 0 0,1 0 0,3 9 0,10 38 0,-10-28 0,1 0 0,1 0 0,13 31 0,-3-12 0,-16-40 0,0 0 0,1 0 0,0 0 0,0 0 0,0-1 0,1 0 0,5 8 0,12 25 0,-20-35 0,0-1 0,1 1 0,0 0 0,0 0 0,0-1 0,0 1 0,0-1 0,1 0 0,0 0 0,3 4 0,13 3-3299,-15-9 1952,-1 0 0,1 0 0,0 0 0,0-1 0,0 0 0,0 0 0,0 0 0,0 0 1,-1 0-1,1-1 0,4-1 0,18-7-5347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56.0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88 243 20313,'-50'6'8759,"13"-1"-5064,60-7-3695,1-1 0,-1 0 0,43-13 0,-29 6 0,54-7 0,639-65 0,-490 49 0,131-11 0,-357 44 0,41-3 0,69-11 0,-75 6 0,55-2 0,-18 3 0,-51 5-2348,22 2-5956,-27 0 3837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56.87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66 93 2737,'-7'-5'2028,"0"-1"-1,1 0 1,0 0 0,0-1-1,-9-14 1,15 20-1748,0 1-1,0-1 1,0 0 0,0 0 0,0 0 0,0 0-1,0 0 1,-1 0 0,1 1 0,0-1-1,0 0 1,-1 0 0,1 0 0,-1 1 0,1-1-1,0 0 1,-1 0 0,1 1 0,-1-1-1,0 0 1,1 1 0,-1-1 0,0 1 0,0-2-1,-7-7 3791,6-4 2725,2 64-6794,3 0 1,10 58 0,-11-97-2,-1 0 0,0 0 0,-1 1 0,-1 12 0,0-15 0,1 0 0,0 0 0,1 0 0,-1-1 0,5 15 0,4 4 0,-6-21 0,-1 0 0,0 1 0,0 0 0,0-1 0,-1 1 0,1 16 0,17 134 0,-19-148 2,1 1 0,0-1 0,1 0 1,0 0-1,0 0 0,7 15 0,5 23-100,-5 0-1286,-2 23-6481,-7-68 7270,0 0 0,0 0 0,0 0 0,1 0 0,0 0 0,0 0 1,0 0-1,0 0 0,0-1 0,0 1 0,1 0 0,-1-1 0,4 5 1,-4-5 73,1 0 1,-1 0 0,0 0 0,0 0 0,1 1 0,-1-1 0,-1 0 0,1 1-1,0-1 1,-1 1 0,1-1 0,-1 1 0,1 3 0,-1 11-3431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57.21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95 388 1873,'6'-10'1056,"0"0"1,-1-1 0,0 1-1,0-1 1,-1-1 0,-1 1-1,0 0 1,3-18-1,-3-5 5656,-2-57 0,-1 45 913,0 46-7619,0-1 1,0 1-1,0 0 0,0 0 1,0 0-1,0-1 0,-1 1 1,1 0-1,0 0 1,0 0-1,0-1 0,0 1 1,0 0-1,0 0 0,0 0 1,0-1-1,0 1 0,-1 0 1,1 0-1,0 0 1,0 0-1,0 0 0,0-1 1,0 1-1,-1 0 0,1 0 1,0 0-1,0 0 0,0 0 1,-1 0-1,1 0 1,0 0-1,0 0 0,0-1 1,-1 1-1,1 0 0,0 0 1,0 0-1,0 0 1,-1 0-1,1 0 0,0 0 1,0 1-1,0-1 0,-1 0 1,1 0-1,0 0 0,0 0 1,0 0-1,-1 0 1,1 0-1,0 0 0,0 0 1,0 1-1,0-1 0,-1 0 1,1 0-1,0 0 1,0 0-1,0 0 0,0 1 1,0-1-1,0 0 0,-1 0 1,1 1-1,-1 0-11,0-1 0,1 1 0,-1 0 0,0 0 0,0 0 0,1 0 0,-1 0 0,1 0 1,-1 0-1,1 0 0,-1 0 0,1 1 0,0-1 0,-1 0 0,1 0 0,0 2 0,0-2 5,0 1 0,-1 0 0,1 0 0,0-1 0,-1 1 0,1 0 0,-1-1 0,1 1 0,-1 0 0,0-1 0,0 1 0,0-1 0,0 1 0,0-1 0,0 1 0,0-1 0,-2 2 0,-7 10 0,9-8 0,0 0 0,0 0 0,0 0 0,0 0 0,1-1 0,-1 1 0,2 6 0,-3 24 0,-2-19 0,0 1 0,1 1 0,0 0 0,1 0 0,1 0 0,0 0 0,2 0 0,3 27 0,43 127 0,-45-165 0,0 0 0,1-1 0,0 1 0,0-1 0,1 0 0,-1 0 0,1 0 0,1-1 0,-1 1 0,1-1 0,10 9 0,-4-4 0,2-1 0,-1 0 0,2-1 0,20 11 0,-27-16 0,0-1 0,0 1 0,1-1 0,-1-1 0,10 2 0,26 7 0,-40-9 0,1 0 0,-1-1 0,1 0 0,0 1 0,-1-1 0,1-1 0,0 1 0,-1 0 0,1-1 0,-1 0 0,1 0 0,-1 0 0,6-2 0,43-24 0,-40 20 0,-4 2 0,0-1 0,1 0 0,-2-1 0,1 0 0,-1 0 0,0-1 0,9-13 0,9-9 0,-21 25 0,-1 0 0,0-1 0,1 1 0,-2-1 0,1 0 0,-1 1 0,0-1 0,0 0 0,0-1 0,-1 1 0,0 0 0,0-8 0,-1-87 0,-2 49 0,1 39 0,0 0 0,-2 0 0,1 0 0,-1 0 0,-1 0 0,0 0 0,-8-13 0,-45-83 0,42 82 0,11 21 0,0-1 0,-1 1 0,0 0 0,0 0 0,0 0 0,-1 1 0,0 0 0,0 0 0,-1 0 0,1 1 0,-15-7 0,-1 1 0,0 2 0,-33-9 0,45 14 0,-9-3 0,0 1 0,-1 1 0,1 0 0,-1 1 0,0 2 0,-27 0 0,-20 16-376,57-13-1698,0 1 1,0 0-1,-19 9 1,15-6-2791,13-6 4656,1 0 0,0 1 0,-1-1 0,1 0 0,0 0 0,-1 1 0,1-1 0,0 0 0,-1 1 1,1-1-1,0 0 0,0 1 0,0-1 0,-1 0 0,1 1 0,0-1 0,0 1 0,0-1 0,0 0 0,0 1 0,0-1 0,0 1 1,-1-1-1,1 0 0,0 1 0,0-1 0,1 1 0,-1-1 0,0 0 0,0 1 0,0 23-5856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59.1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78 92 8740,'-1'-6'1744,"1"-1"1,-1 1-1,0 0 0,-1 0 0,1-1 1,-1 1-1,-4-8 0,-14-13 6327,2 21-6069,17 6-2002,-1 1 0,1-1 0,-1 1 0,1 0 0,-1 0 0,1 0 0,0-1 0,0 1 0,-1 0 0,1 1 0,0-1 0,0 0 0,0 0 0,0 0 0,0 1 0,0-1 0,1 0 0,-1 1 0,0-1 0,1 1 0,-1-1 0,1 1 0,-1-1 0,1 1 0,0-1 0,-1 1 0,1-1 0,0 1 0,0-1 0,0 1 0,1 2 0,-1 71 0,2-47 0,-3-3 0,0-11 0,1 0 0,1-1 0,0 1 0,3 14 0,2-3 0,-1-7 0,-1 1 0,0 0 0,1 34 0,4 54 0,0-3 0,-9 566-11456,0-662 10347,-1-1-1,0 1 0,0-1 1,-5 15-1,4-14-384,0-1-1,0 1 0,1 0 0,-1 15 0,2 3-2248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59.3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263 103 3682,'20'-37'6979,"-19"33"-6486,1 0 0,0 0 0,0 0 0,0 0 0,0 0 0,1 0 0,0 1 0,0-1 0,0 1 0,0 0 0,0 0 0,0 0 0,1 0 0,7-4 0,-9 6-335,0-1 0,0 2 0,-1-1 0,1 0 0,0 0 0,0 0 0,0 1 0,0-1 0,0 1 0,0 0-1,0 0 1,0-1 0,0 1 0,0 0 0,0 1 0,0-1 0,0 0 0,0 1 0,0-1 0,0 1 0,0-1 0,0 1 0,0 0-1,3 2 1,-1 0 165,-1 0 0,0 0 0,1 0-1,-1 1 1,0 0 0,-1-1 0,1 1 0,-1 0-1,1 0 1,1 7 0,4 10 1072,-1 1 1,-1-1-1,4 34 1,-9-32-1125,-1 0 0,-1 0 0,-1 0 0,-1 0 0,-10 36 0,11-49-267,-5 14-4,-2-1 0,-1 0 0,0 0 0,-2-1 0,-21 32 0,22-37 0,11-16 0,-11 18 0,-1 1 0,-1-2 0,0 0 0,-1 0 0,-1-2 0,-26 23 0,-8 7 33,-21 15-213,34-32-1644,3-2-3444,9-15-5672,21-27 1843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59.5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0 102 5571,'43'-65'16957,"-35"41"-8650,-9 24-8266,1 0-1,0-1 1,0 1 0,0-1 0,0 1-1,0-1 1,0 1 0,0-1 0,1 1 0,-1-1-1,0 1 1,0-1 0,0 1 0,0 0-1,1-1 1,-1 1 0,0-1 0,0 1 0,1 0-1,-1-1 1,0 1 0,0-1 0,1 1-1,-1 0 1,1 0 0,-1-1 0,0 1 0,1 0-1,-1 0 1,1-1 0,-1 1 0,0 0-1,1 0 1,-1 0 0,1 0 0,-1-1 0,1 1-1,-1 0 1,1 0 0,-1 0 0,1 0 0,0 0-1,7 25 139,-5-20-179,0 1 0,0 0 0,0 0 0,-1 0 0,0 0 0,0 0 0,0 0 0,-1 0 0,0 0 0,0 1 0,-1-1 0,1 1 0,-2 6 0,1 360 0,0-366-242,0 0 0,-1 1 0,0-1 0,0 0 0,-1 0 0,0 0 0,-5 12 0,4-12-309,1-1-1,0 1 0,0-1 0,0 1 1,1 0-1,0 0 0,0 12 0,0-10-856,0 0 0,0-1 0,-1 1 0,0-1 0,-1 1-1,0-1 1,0 0 0,0 0 0,-1 0 0,-9 12 0,4-3-431,-12 25-2736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3:59.8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0 535 6419,'47'-20'8984,"2"-1"-5018,-39 17-3778,0 0 0,0 1 0,0 0 0,13-2 0,9-3-85,5-6 125,0 2 0,49-10 0,-5 2 571,153-59 39,-225 77-733,-1-1 0,1 0-1,-1 0 1,0-1 0,0 0 0,0 0 0,-1-1-1,1 0 1,-1 0 0,8-9 0,15-4 1095,-27 16-1021,0 1 1,0 0 0,-1 0-1,1-1 1,0 0-1,-1 1 1,0-1-1,1 0 1,-1 0-1,0 0 1,0 0-1,0-1 1,0 1 0,0-1-1,-1 1 1,3-4-1,10-24 1192,-12 27-1235,1 0-1,-1 0 1,0 0 0,0-1 0,-1 1-1,1-1 1,-1 1 0,0-1 0,0 0-1,0 1 1,0-1 0,-1 0 0,1 0-1,-1 0 1,0 1 0,0-1 0,0 0-1,-1 0 1,1 0 0,-1 0 0,0 1-1,0-1 1,-3-5 0,-1 0-136,3 5 0,-1-1 0,1 1 0,0-1 0,0 0 0,0 0 0,1 0 0,-1 1 0,1-1 0,1 0 0,-1-1 0,1 1 0,0-8 0,-3 1 0,-4 12 0,6 1 0,1 0 0,-1 0 0,0 0 0,0 0 0,0 0 0,1 1 0,-1-1 0,1 0 0,-1 0 0,1 1 0,-1-1 0,1 0 0,0 0 0,-1 1 0,1-1 0,0 1 0,0 1 0,0 3 0,-1 18 0,1 0 0,1 0 0,2 0 0,0 0 0,1-1 0,10 29 0,12 29 0,-23-74-12,0 1 1,1-1-1,0 0 0,0-1 1,0 1-1,1-1 0,0 0 1,0 0-1,1 0 0,7 6 1,-8-7-119,1 0 1,0 1 0,-1 0 0,0 0 0,-1 0-1,1 0 1,-1 1 0,6 14 0,-7-15-788,-1-1 1,1 1-1,0-1 1,0 0-1,0 0 1,1 0-1,0 0 1,0 0-1,0-1 1,1 0-1,-1 0 1,1 0-1,0 0 1,0-1-1,0 0 1,10 5-1,-8-6-1514,17 6-2932,-18-7 4745,-1 0 0,1 0 0,-1 0 0,1 0 0,-1-1 0,1 0 0,-1-1 0,1 1 0,10-3 0,10-6-1287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00.3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169 682 480,'10'-18'1441,"-2"1"0,0-1 1,-1-1-1,-1 1 0,5-23 0,11-23 4629,-18 56-5257,-1 0 0,0 0 1,0 0-1,-1 0 1,0 0-1,0-1 0,-1 1 1,1-10-1,-2-2 1162,1 1 0,1 0-1,1 0 1,6-25 0,-5-13-1505,-4 41-517,0 37 0,-2 7 47,1-21 0,1 1 0,0 0 0,0 0 0,0 0 0,1 0 0,1 0 0,2 12 0,2-3 0,-2-9 0,-1 0 0,-1 1 0,1-1 0,-1 1 0,-1-1 0,0 1 0,1 9 0,-2-7 0,1 0 0,1 0 0,0-1 0,7 21 0,-6-21 0,0 1 0,-1-1 0,1 1 0,0 21 0,-3 329 0,0-358-7,0 0-1,-1 1 1,1-1 0,-1 0-1,1 0 1,-1 0 0,0 0-1,0-1 1,-1 1 0,1 0-1,0 0 1,-1-1 0,-2 5-1,2-5-40,1 0 0,-1 0 0,1 0 0,0 0 0,0 0 0,0 1 0,0-1-1,0 0 1,0 1 0,1-1 0,-1 1 0,1-1 0,0 3 0,0-4-20,0 0 1,0-1-1,0 1 1,0-1-1,0 1 1,0-1 0,-1 1-1,1-1 1,0 1-1,0 0 1,0-1-1,0 1 1,-1-1-1,1 1 1,0-1-1,-1 0 1,1 1 0,0-1-1,-1 1 1,1-1-1,0 1 1,-1-1-1,1 0 1,-1 1-1,1-1 1,-1 0 0,1 1-1,-1-1 1,1 0-1,-1 0 1,1 0-1,-1 1 1,1-1-1,-1 0 1,1 0 0,-1 0-1,0 0 1,1 0-1,-1 0 1,0 0-1,0 0-77,1 0-1,-1 0 1,1 0 0,-1 0-1,1 0 1,-1 0-1,1 0 1,0 0-1,-1 0 1,1 0 0,-1 0-1,1 0 1,-1 1-1,1-1 1,-1 0-1,1 0 1,-1 1 0,1-1-1,0 0 1,-1 1-1,1-1 1,0 0-1,-1 1 1,1-1 0,0 0-1,-1 1 1,1-1-1,0 1 1,0-1-1,-1 1 1,1-1-1,0 0 1,0 1 0,0-1-1,0 1 1,0-1-1,0 1 1,0-1-1,0 2 1,0-93-5374,0-43 5543,0 37-124,1 78 121,1-1 0,8-36-1,-5 36 98,-1-1-1,-1 0 0,0-21 0,-1 1 361,2 1-1,16-63 0,-3 10 751,-16 88-1165,0-4 116,0 0 0,1-1 0,0 1 1,1 0-1,0 0 0,0 0 0,1 1 0,6-12 1,8-26 490,-17 41-585,0 1 1,1-1-1,-1 0 0,1 1 0,0-1 0,0 1 0,1 0 0,-1-1 0,1 1 0,0 1 0,4-6 0,8-5 468,-13 11-474,0 1 1,0-1-1,0 1 0,1 0 0,-1 0 1,0 0-1,1 0 0,-1 0 0,1 1 0,0-1 1,0 1-1,-1 0 0,1 0 0,0 0 0,0 0 1,0 0-1,0 0 0,0 1 0,0-1 1,1 1-1,-1 0 0,0 0 0,0 0 0,0 1 1,0-1-1,5 2 0,-1 0 113,0 1-1,0-1 1,0 2 0,0-1 0,-1 1-1,1 0 1,-1 0 0,11 9 0,46 51 2546,-11-12-1498,-43-45-1240,0 2 0,0-1 0,0 1 0,-1 0 0,-1 1 0,11 16 0,14 21 0,85 151 0,-111-186 0,-1 0 0,-1 0 0,0 0 0,0 1 0,2 18 0,-3-16 0,-1-5 0,-1 0 0,1-1 0,-2 1 0,1 0 0,-1 0 0,-1-1 0,0 1 0,0 0 0,-1 0 0,0-1 0,0 1 0,-1-1 0,-1 0 0,0 0 0,0 0 0,-10 15 0,-1-2 0,8-10 0,-1-1 0,0 0 0,-1-1 0,0 0 0,-1 0 0,-17 13 0,4-6 0,13-8 0,-2 0 0,1-2 0,-1 1 0,-19 8 0,-27 10 0,-5 3 0,-2-3 0,0-2 0,-84 18 0,87-28-594,40-8-293,0 0 1,-1-2-1,0-1 0,1 0 1,-1-2-1,-45-2 1,54-1-1304,6 2 230,0-1 1,0 0 0,1-1-1,-14-4 1,21 6 1707,-1 0 0,1-1 1,-1 1-1,1-1 0,0 1 1,-1-1-1,1 1 0,0-1 1,-1 1-1,1-1 0,0 1 1,0-1-1,0 1 0,-1-1 1,1 1-1,0-1 0,0 0 1,0 1-1,0-1 0,0 1 1,0-1-1,0 1 0,0-2 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00.80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276 159 6387,'-73'23'11737,"-27"9"-3958,15 5-5992,68-25-1071,17-12-695,0 0 0,0 0 0,0 0 0,0 0 0,0 0 0,0 0 0,0 0 0,0 0 0,0 0 0,0 0 1,0 0-1,1 0 0,-1 0 0,0 0 0,0 0 0,0 0 0,0 0 0,0 0 0,0 0 0,0 0 0,0 0 0,0 0 0,0 0 0,0 0 0,0 0 0,0 0 0,0 0 0,0 0 0,0 1 0,0-1 0,1 0 0,-1 0 0,0 0 0,0 0 0,0 0 0,0 0 1,0 0-1,0 0 0,0 0 0,0 0 0,0 0 0,0 0 0,0 1 0,0-1 0,0 0 0,0 0 0,0 0 0,0 0 0,0 0 0,-1 0 0,1 0 0,0 0 0,0 0 0,0 0 0,0 0 0,0 0 0,0 1 0,0-1 0,0 0 0,0 0 0,0 0 0,30-6 2598,-17 2-2181,98-16-438,-11-4 0,171-19 0,-213 35 0,58-8 0,223-20 0,-159 27 0,373-25 0,-485 32 0,-47 2 0,1-1 0,37-7 0,-52 7-64,-6 1 0,-1 0 0,1 0 0,0 0 0,-1 0 0,1 0 0,-1-1 0,1 1 1,-1 0-1,1 0 0,-1 0 0,1 0 0,-1-1 0,1 1 0,-1 0 0,1-1 0,-1 1 0,1 0 0,-1-1 0,1 1 0,-1 0 0,0-1 0,1 1 0,-1-1 0,0 1 0,1-1 0,-1 1 0,0-1 0,0 1 0,1-1 0,-1 1 0,0-1 0,0 1 0,0-1 0,0 0 0,0 1 0,0-1 0,0 1 0,0-1 0,0 1 0,0-1 0,0 1 0,0-1 0,0 0 0,0 1 0,-1-1 0,1 0-170,0 1 0,0-1-1,0 1 1,0 0 0,0-1 0,0 1-1,0-1 1,0 1 0,-1-1-1,1 1 1,0 0 0,0-1 0,-1 1-1,1 0 1,0-1 0,0 1-1,-1 0 1,1-1 0,0 1 0,-1 0-1,1-1 1,-1 1 0,1 0-1,0 0 1,-1 0 0,1-1 0,-1 1-1,1 0 1,-1 0 0,0 0-5,1 0 0,-1 0 1,1-1-1,-1 1 0,1 0 1,-1 0-1,1-1 0,-1 1 1,1 0-1,-1 0 0,1-1 0,0 1 1,-1 0-1,1-1 0,0 1 1,-1-1-1,1 1 0,0-1 1,-1 1-1,1 0 0,0-1 1,0 1-1,-1-1 0,1 1 1,0-1-1,0 1 0,0-1 0,0 1 1,0-1-1,0 0 0,-28-12-9875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02.38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49 341 1345,'-1'0'4874,"-12"0"-4043,4-3 4554,-10-8-3675,18 10-1399,0 0 0,1-1-1,-1 1 1,0-1 0,1 1 0,-1-1 0,1 0-1,-1 1 1,1-1 0,0 0 0,-1 1-1,1-1 1,0 0 0,0 1 0,0-1 0,0 0-1,1 1 1,-1-1 0,1-2 0,0-2 1205,-1 1-995,-1 1-192,0 0 0,1-1-1,0 1 1,0 0 0,0-1 0,1 1-1,-1-1 1,1 1 0,0 0 0,0 0-1,1-1 1,-1 1 0,1 0 0,0 0-1,0 1 1,0-1 0,1 0 0,-1 1-1,6-6 1,23-21 920,-23 21-851,1 1-1,-1 0 1,2 0-1,-1 1 0,15-8 1,-2 3-280,2-3-108,0 2 1,2 0-1,42-14 1,-44 21-11,0-1 0,0 2 0,39-5 0,-58 9 0,1 1 0,-1 0 0,0 0 0,1 0 0,-1 1 0,1 0 0,-1 0 0,0 0 0,0 1 0,0 0 0,1-1 0,-1 2 0,-1-1 0,1 1 0,0 0 0,-1 0 0,5 3 0,-6-3 0,-1 0 0,1 1 0,-1-1 0,0 0 0,0 1 0,0 0 0,-1-1 0,1 1 0,-1 0 0,0 0 0,0 0 0,0 0 0,0 0 0,-1 4 0,1 65 0,-3-40 0,1-21 0,0 1 0,-1-1 0,0 1 0,-1-1 0,-1 0 0,-7 18 0,-7 22 0,9-6 0,-7 20 0,-124 289 0,133-335 0,1 0 0,1 0 0,2 1 0,0 0 0,0 0 0,2 0 0,2 26 0,-1-42 0,0 0 0,1 0 0,0-1 0,0 1 0,0-1 0,0 1 0,1-1 0,-1 1 0,1-1 0,4 6 0,9 26 0,-13-33 0,-1 1 0,1 0 0,0-1 0,0 1 0,1-1 0,-1 0 0,1 0 0,-1 0 0,1 0 0,0 0 0,0 0 0,0-1 0,1 1 0,-1-1 0,1 0 0,-1 0 0,1-1 0,0 1 0,-1-1 0,1 1 0,0-1 0,0 0 0,0-1 0,6 1 0,-4 0 0,0 0 0,-1-1 0,1 0 0,0-1 0,0 1 0,-1-1 0,1 0 0,-1 0 0,1-1 0,0 0 0,-1 0 0,0 0 0,0 0 0,0-1 0,0 0 0,8-6 0,3-5 0,-1-1 0,0 0 0,-1-1 0,14-21 0,-23 29 0,0-1 0,-1 1 0,0-1 0,-1 0 0,1 0 0,-2 0 0,1 0 0,-1 0 0,-1-1 0,0 1 0,0-14 0,-1-2 0,-2 0 0,-1 0 0,-1 0 0,-1 1 0,-1-1 0,-1 1 0,-2 0 0,0 1 0,-21-37 0,22 45 0,-1 0 0,-1 1 0,0 0 0,-1 1 0,-1 0 0,0 1 0,-1 0 0,0 1 0,0 1 0,-1 0 0,-1 0 0,-15-6 0,6 4 0,-1 1 0,0 1 0,0 1 0,-1 2 0,0 0 0,-53-5 0,70 11-72,-130-7-10749,126 8 4880,26 0-780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05.3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667 296 2641,'-23'6'2215,"-1"-1"0,1-1 0,0-1 0,-38-1-1,-20 3-517,-22-1-711,76-4-65,1 1 1,-1 1-1,-29 6 1,42-5 313,-1-1 0,1-1-1,-25 0 1,-24 3 3270,19-2-1997,41-2-1950,6 0-401,19-2-153,0-1 0,1-1 0,-2 0 0,24-9 0,60-13-8,199-30 4,-171 33 0,169-19 0,42 16 0,282-28 0,-246 27 0,-167 11 0,-70 8 0,-101 5 0,58-9 0,-60 8 0,-36 4 0,0 0 0,-1 0 0,1 0 0,0-1 0,-1 1 0,1-1 0,-1 0 0,1 0 0,4-2 0,-8 2-168,0 1-1,1 0 1,-1 0 0,0-1 0,0 1-1,0 0 1,1-1-337,-1 1 337,0 0 0,1 0-1,-1 0 1,0 0 0,0 0-1,0 0 1,1-1 0,-1 1-1,0 0 1,1 0 0,-1 0 0,0 0-1,0 0 1,1 0 0,-1 0-1,0 0 1,0 0 0,1 0 0,-1 0-1,0 0 1,0 0 0,1 0-1,-1 1 1,0-1 0,0 0 0,1 0-1,-1 0 1,0 0 0,0 0-1,1 0 1,-1 1 0,0-1 0,0 0-337,1 1 336,-2-1-275,0 0-1,1 1 1,-1-1-1,0 0 0,0 0 1,1 0-1,-1 0 1,0 0-1,0 0 0,1 0 1,-1 0-1,0 0 1,0 0-1,1-1 0,-1 1 1,0 0-1,1 0 1,-1-1-1,0 1 0,1 0 1,-1-1-1,0 1 0,1-1 1,-2 0-1,-21-12-5854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07.2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123 12 1281,'-24'0'7478,"16"0"-6135,-26-11 10843,44 13-7120,-11-1-4781,0 0-1,0 0 1,0 0 0,1 0 0,-1 0 0,0 0 0,1 0 0,-1 0 0,1 0 0,-1 0 0,1 0 0,-1 1-1,1-1 1,0 0 0,-1 0 0,1 1 0,0-1 0,0 2 0,0 331-285,1-329 0,-1 0 0,1 0 0,0-1 0,1 1 0,-1 0 0,1 0 0,0 0 0,0-1 0,0 1 0,1-1 0,0 0 0,0 0 0,0 0 0,6 7 0,6 8 0,24 8 0,-36-25 0,-1 0 0,1 0 0,-1-1 0,1 1 0,0-1 0,0 1 0,0-1 0,0 0 0,0 0 0,0 0 0,0 0 0,0-1 0,0 1 0,6-1 0,55-1 0,-33 0 0,11 0 0,76 2 0,-107 0 0,0 0 0,0 1 0,0 0 0,0 0 0,0 1 0,0 1 0,15 6 0,-21-6 0,0 0 0,0 0 0,0 1 0,0 0 0,-1 0 0,1 0 0,-1 0 0,0 0 0,-1 1 0,1 0 0,-1 0 0,-1 0 0,4 9 0,-2-7 0,-3-4 0,1 1 0,-1-1 0,0 1 0,0 0 0,-1-1 0,1 1 0,-1 0 0,0-1 0,0 1 0,-1 0 0,0 4 0,-1 17 0,1-18 0,0 0 0,0 0 0,-1 0 0,0-1 0,-1 1 0,0-1 0,0 1 0,0-1 0,-7 11 0,-11 27 0,17-38 0,0 0 0,0 0 0,-1 0 0,0-1 0,0 0 0,0 0 0,-8 7 0,-6 7 0,12-14 0,1 0 0,-1 0 0,0-1 0,0 0 0,-14 7 0,-18 14 0,31-21 0,0 0 0,0 0 0,-1-1 0,0 0 0,0 0 0,-16 3 0,-4 3 0,11-3 0,8-3 0,0-1 0,0 0 0,-1 0 0,1 0 0,-1-2 0,1 1 0,-14-1 0,-19-7-2226,34 3 1197,1-1-1,0 1 0,0-1 0,0-1 1,0 1-1,0-1 0,1-1 0,0 1 1,0-1-1,-9-11 0,-4-3-3045,-10-13-2281,25 6 2167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07.43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1 191 3442,'0'-139'28682,"1"137"-28651,1 0-1,-1 0 1,1 0 0,0 1-1,-1-1 1,1 1-1,0-1 1,0 1 0,0-1-1,0 1 1,0 0-1,0 0 1,0 0 0,1 0-1,-1 1 1,0-1 0,0 0-1,1 1 1,-1 0-1,4-1 1,90-9-31,72-6 0,157 16-2655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08.9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31 35 4098,'-4'-20'12656,"-6"9"-7360,10 11-5247,0 0 1,-1-1-1,1 1 0,0 0 0,0 0 0,-1-1 1,1 1-1,0 0 0,0 0 0,-1 0 1,1-1-1,0 1 0,-1 0 0,1 0 1,0 0-1,0 0 0,-1 0 0,1 0 0,0-1 1,-1 1-1,1 0 0,0 0 0,-1 0 1,1 0-1,-1 0 0,1 0 0,0 1 0,-1-1 1,1 0-1,0 0 0,0 0 0,-1 0 1,1 0-1,0 0 0,-1 0 0,1 1 0,0-1 1,-1 0-1,1 0 0,0 0 0,0 1 1,-1-1-1,1 0 0,0 0 0,0 1 0,0-1 1,-1 0-1,1 1 0,0-1 0,0 1 1,-1 22 1482,0-18-1253,1 0 0,-1 0 0,1-1 0,0 1 0,1 0 0,-1 0 0,1-1 0,0 1 1,0-1-1,3 7 0,-1-4 7,1 1 1,-1-1-1,0 1 1,-1-1 0,1 1-1,-1 0 1,-1 0-1,0 0 1,0 0-1,-1 0 1,0 14 0,0 1-246,2 1 0,0 0 1,10 40-1,-5 25-41,3-62 0,-7-21 0,-1 0 0,0 0 0,0 0 0,-1 0 0,1 1 0,-1-1 0,0 9 0,-1 167 0,0-180 0,0 1 0,0-1 0,0 0 0,1 0 0,-1 1 0,1-1 0,0 0 0,-1 0 0,1 0 0,0 0 0,0 0 0,0 0 0,0 0 0,1 0 0,-1 0 0,2 2 0,-1-3 0,-1 1 0,0-1 0,1 1 0,-1 0 0,0-1 0,0 1 0,0 0 0,0 0 0,-1 0 0,1 0 0,-1 0 0,1 0 0,-1 0 0,1 0 0,-1 0 0,0 2 0,0 0 0,0-13 0,0-37 0,0-67 0,0-85 0,0 191 0,1-1 0,0 1 0,0 0 0,0 0 0,4-10 0,-2 10 0,-1 0 0,-1 0 0,1 0 0,-1-1 0,0-9 0,-1 15 0,0-1 0,0 1 0,0 0 0,1 0 0,-1 0 0,1 0 0,0 0 0,-1 0 0,1 0 0,0 0 0,0 0 0,0 0 0,0 0 0,1 1 0,2-4 0,-3 3 0,1 1 0,-1-1 0,0 0 0,0 0 0,1 0 0,-1 1 0,-1-1 0,1 0 0,0-1 0,0 1 0,-1 0 0,1 0 0,-1 0 0,1 0 0,-1-5 0,0 6 0,0-1 0,0 0 0,1 1 0,-1-1 0,1 1 0,-1-1 0,1 0 0,-1 1 0,1-1 0,0 1 0,0-1 0,0 1 0,0 0 0,0-1 0,0 1 0,0 0 0,0 0 0,0 0 0,1-1 0,-1 2 0,0-1 0,1 0 0,-1 0 0,1 0 0,-1 0 0,1 1 0,-1-1 0,1 1 0,0-1 0,-1 1 0,1 0 0,0 0 0,-1-1 0,1 1 0,1 1 0,0-2 0,-1 1 0,1 0 0,-1 1 0,1-1 0,-1 0 0,1 1 0,-1-1 0,1 1 0,-1 0 0,0 0 0,1 0 0,-1 0 0,0 0 0,0 0 0,0 1 0,0-1 0,0 1 0,0-1 0,0 1 0,0 0 0,-1 0 0,1 0 0,-1 0 0,3 3 0,24 30 0,-24-31 0,-1 0 0,1 0 0,0 0 0,-1 0 0,0 1 0,0-1 0,4 10 0,-2-4 0,0 1 0,1-1 0,0 0 0,12 15 0,16 27 0,14 56 0,-32-78 0,-14-28 0,0 0 0,-1 0 0,1 1 0,-1-1 0,0 1 0,0-1 0,0 1 0,0 0 0,0-1 0,0 1 0,-1 0 0,1 3 0,-1-5 0,0-1 0,0 1 0,0-1 0,0 1 0,0 0 0,0-1 0,0 1 0,0-1 0,0 1 0,0-1 0,0 1 0,1-1 0,-1 1 0,0-1 0,0 1 0,1-1 0,-1 1 0,0-1 0,0 1 0,1-1 0,-1 0 0,0 1 0,1-1 0,-1 0 0,1 1 0,-1-1 0,1 0 0,-1 1 0,1-1 0,-1 0 0,0 0 0,1 1 0,-1-1 0,2 0 0,-2 0 0,1 0 0,-1 1 0,1-1 0,-1 0 0,1 0 0,-1 0 0,1 0 0,-1 1 0,0-1 0,1 0 0,-1 1 0,1-1 0,-1 0 0,0 1 0,1-1 0,-1 0 0,0 1 0,0-1 0,1 1 0,-1-1 0,0 0 0,0 1 0,1-1 0,-1 1 0,0-1 0,0 1 0,0-1 0,0 1 0,0-1 0,0 1 0,0-1 0,0 1 0,0-1 0,0 1 0,0 0 0,0-1 0,0 0 0,0 1 0,0-1 0,0 0 0,0 1 0,0-1 0,0 0 0,0 1 0,0-1 0,0 0 0,0 0 0,0 1 0,0-1 0,0 0 0,1 1 0,-1-1 0,0 0 0,0 0 0,0 1 0,0-1 0,1 0 0,-1 0 0,0 1 0,0-1 0,1 0 0,-1 0 0,0 0 0,0 0 0,1 1 0,-1-1 0,0 0 0,0 0 0,1 0 0,-1 0 0,0 0 0,1 0 0,-1 0 0,0 0 0,0 0 0,1 0 0,-1 0 0,0 0 0,1 0 0,-1 0 0,0 0 0,1 0 0,-1 0 0,0 0 0,0 0 0,1 0 0,-1 0 0,0-1 0,1 1 0,-1 0 0,0 0 0,0 0 0,1 0 0,-1-1 0,0 1 0,0 0 0,0 0 0,1-1 0,17-21 0,3-53 0,-9 47 0,-5 14 0,-1-1 0,-1 0 0,4-15 0,9-33 0,-11 40 0,0-1 0,-1 0 0,-2 0 0,4-38 0,-8 58 0,0-1 0,1 0 0,0 1 0,0-1 0,1 0 0,-1 1 0,1-1 0,0 1 0,0 0 0,0-1 0,1 1 0,4-6 0,-4 7 0,-1-1 0,1 1 0,-1-1 0,0 0 0,0 0 0,-1 0 0,1 0 0,-1 0 0,0 0 0,0 0 0,0 0 0,0-7 0,-1 10 0,1-1 0,-1 0 0,0 1 0,0-1 0,1 1 0,-1-1 0,0 1 0,1-1 0,0 1 0,-1-1 0,1 1 0,0 0 0,0-1 0,0 1 0,0 0 0,0 0 0,0-1 0,0 1 0,0 0 0,0 0 0,2-1 0,4-5 0,-6 5 0,1 0 0,-1 0 0,1-1 0,-1 1 0,1 0 0,0 1 0,0-1 0,0 0 0,0 0 0,0 1 0,0-1 0,1 1 0,-1 0 0,3-2 0,-4 3 0,1 0 0,-1 0 0,0 0 0,1 0 0,-1 0 0,0 0 0,0 0 0,1 0 0,-1 0 0,0 1 0,0-1 0,0 1 0,1-1 0,-1 0 0,0 1 0,0 0 0,0-1 0,0 1 0,0 0 0,0 0 0,1 1 0,5 5 0,-1 1 0,0 1 0,0-1 0,-1 1 0,0 0 0,4 10 0,14 24 0,-21-40 0,0 0 0,1 0 0,-1 1 0,-1-1 0,1 1 0,-1-1 0,1 1 0,-1 0 0,1 5 0,5 13 0,6 10 0,13 46 0,-10-33 0,-13-39 0,-1-1 0,0 1 0,0 0 0,0 0 0,-1 0 0,0 0 0,0 0 0,0 7 0,0-5-665,0 1-1,0-1 1,1 0-1,0-1 1,1 1-1,-1 0 1,1-1-1,8 14 1,-8-15-126,0 0 0,0-1 0,0 2 0,-1-1 0,0 0 0,-1 0 0,1 1 1,0 8-1,-2-13 331,0 0 0,0 0 0,0-1 1,1 1-1,-1 0 0,0 0 0,1 0 1,-1-1-1,1 1 0,0 0 0,0-1 0,-1 1 1,1 0-1,0-1 0,2 3 0,-2-3 73,0 0 0,0 0 0,0 1 0,-1-1 0,1 0 0,0 1 0,-1-1-1,1 1 1,-1-1 0,1 1 0,-1-1 0,0 1 0,1-1 0,-1 1 0,0 1-1,0 9-5609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09.1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67 116 8644,'-2'-3'1469,"-1"-2"0,1 1-1,0 0 1,0 0 0,1-1 0,-1 1 0,1-1-1,0 0 1,0 1 0,0-8 0,1 11-1292,0 0 0,0 1 1,0-1-1,0 0 1,0 0-1,-1 0 1,1 0-1,0 1 0,0-1 1,0 0-1,-1 0 1,1 0-1,0 1 0,-1-1 1,1 0-1,-1 0 1,1 1-1,-1-1 0,1 0 1,-1 1-1,0-1 1,1 1-1,-1-1 0,0 1 1,1-1-1,-1 1 1,0-1-1,1 1 0,-1 0 1,0-1-1,-1 1 1,1-1-107,1 1 1,-1 0-1,0 0 1,0-1-1,1 1 1,-1 0-1,0-1 1,1 1 0,-1-1-1,1 1 1,-1-1-1,0 1 1,1-1-1,-1 1 1,1-1-1,-1 1 1,1-1-1,0 0 1,-1 1-1,1-1 1,0 0 0,-1 0-1,1 1 1,0-1-1,0 0 1,0 0-1,0 1 1,-1-1-1,1 0 1,0 0-1,0 0 1,1 0-72,-1 0 0,0 0 0,0 1 0,0-1 0,0 0 0,0 0 0,0 1 0,0-1 0,0 0 0,-1 0 0,1 0 0,0 1 0,0-1 0,-1 0 0,1 1 0,0-1 0,-1 0 0,1 1 0,0-1 0,-1 0 0,1 1 0,-1-1 0,1 1 0,-1-1 0,0 1 0,1-1 0,-1 1 0,-1-2 0,1 3 0,1-1 0,-1 1 0,0-1 0,1 1 0,-1-1 0,0 1 0,1-1 0,-1 1 0,1 0 0,-1-1 0,1 1 0,-1 0 0,1-1 0,0 1 0,-1 0 0,1 0 0,0-1 0,-1 1 0,1 0 0,0 0 0,0 0 0,0 0 0,0-1 0,0 1 0,0 0 0,0 0 0,0 0 0,0-1 0,0 1 0,1 1 0,0 21 0,0 0 0,2-1 0,7 29 0,-8-43 0,-1 0 0,-1 0 0,1 0 0,-2 15 0,0-17 0,1 1 0,0-1 0,0 1 0,0 0 0,1-1 0,0 1 0,3 10 0,4 2 0,-5-13 0,-1 1 0,1-1 0,-1 0 0,-1 1 0,1 0 0,-1-1 0,1 12 0,-2-4 0,2 0 0,0 0 0,0-1 0,1 0 0,1 1 0,0-1 0,1 0 0,0-1 0,10 17 0,-14-26 6,0 0-1,0 0 1,0 0-1,0 1 1,-1-1-1,1 0 1,-1 0-1,0 1 1,0 5-1,2 14-308,5-7-312,-6-14 286,0 0-1,0 0 0,0 0 0,0 1 0,0-1 0,-1 0 0,1 0 1,-1 1-1,1-1 0,-1 0 0,0 4 0,0-2-318,1 0 1,-1-1-1,1 1 0,0 0 0,0-1 1,0 1-1,0-1 0,1 1 0,0-1 1,2 4-1,6 14-4686,-6 6-4062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09.6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76 322 6803,'-4'-14'5397,"-8"0"-3274,5 7-703,-10-17 1584,13 20-2662,0-1-1,1 0 1,-1 0 0,1-1-1,1 1 1,-1-1 0,1 1-1,-1-1 1,2 0 0,-1 0-1,1 0 1,-1 0 0,2 0-1,-1 0 1,1-11 0,0 13-175,0 1 1,0 0 0,0-1 0,1 1-1,-1 0 1,1 0 0,0 0-1,0-1 1,0 1 0,0 0 0,0 0-1,1 0 1,-1 0 0,1 1-1,0-1 1,0 0 0,0 1 0,0-1-1,1 1 1,-1 0 0,1-1-1,-1 1 1,1 0 0,0 1 0,-1-1-1,1 0 1,0 1 0,0 0-1,1 0 1,-1 0 0,0 0 0,0 0-1,0 0 1,1 1 0,-1-1-1,0 1 1,1 0 0,-1 0 0,0 1-1,0-1 1,1 1 0,-1-1-1,0 1 1,0 0 0,0 0-1,0 0 1,0 1 0,0-1 0,0 1-1,3 2 1,-4-3-168,-1-1 0,0 1 0,0 0 0,1 0 0,-1 0 0,0 0 0,0 0 0,0 0 0,0 0 0,0 1 0,0-1 0,0 0 0,-1 1 0,1-1 0,0 0 0,-1 1 0,1-1 0,-1 1 0,1 1 0,5 13 0,11 9 0,-14-22 0,0 1 0,-1-1 0,0 0 0,1 1 0,-1-1 0,-1 1 0,1 0 0,0 0 0,-1 0 0,0 0 0,0 0 0,0 0 0,0 0 0,-1 0 0,0 7 0,1-4 0,0-1 0,0 1 0,0-1 0,0 0 0,1 1 0,5 11 0,-4-12 0,-1 1 0,1 0 0,-2 0 0,1 0 0,-1 0 0,0 0 0,1 8 0,-2 185 0,-1-226 0,0 19 0,0 0 0,1-1 0,0 1 0,1 0 0,0 0 0,3-14 0,-2 14 0,1 1 0,-1-1 0,0 0 0,0 0 0,-1 0 0,1 0 0,-1-14 0,0 13 0,0-1 0,0 0 0,1 1 0,0-1 0,0 1 0,5-12 0,9-32 0,-11 33 0,2-1 0,14-30 0,5-15 0,-25 60 0,1 0 0,-1 1 0,1 0 0,0-1 0,1 1 0,-1 0 0,1 0 0,0 0 0,0 0 0,0 1 0,0-1 0,6-4 0,16-20 0,4 8 0,-28 19 0,0 1 0,1-1 0,-1 0 0,0 1 0,1-1 0,-1 1 0,1-1 0,-1 1 0,0 0 0,1-1 0,-1 1 0,1 0 0,-1 0 0,1 0 0,-1 0 0,1 0 0,-1 0 0,1 1 0,2 0 0,8 8 0,-9-7 0,0 0 0,1 1 0,-1-1 0,0 1 0,-1 0 0,1 0 0,0 0 0,-1 0 0,0 0 0,0 1 0,3 4 0,29 62 0,5-14 0,-11 51 0,-19-85 0,-6-17 0,-1 1 0,0-1 0,0 1 0,-1-1 0,1 1 0,-1 0 0,1 10 0,-2-8 11,0-1 0,1 1 1,0 0-1,1-1 0,3 12 0,-2-12-67,-2 0 0,1-1 0,-1 1 0,0 0 0,0 11 0,-1 32-3110,0 72-20123,0-105 17262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09.80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22 180 7219,'0'-111'21055,"0"64"-16562,0 46-4493,0 0 0,0-1 0,0 1 0,-1 0 0,1 0 0,0 0 0,-1 0 0,1 0 0,-1 0 0,1 0 0,-1 1 0,1-1 0,-1 0 0,0 0 0,1 0 0,-1 0 0,-1-1 0,2 2 0,-1 0 0,1 0 0,0 0 0,0-1 0,0 1 0,0 0 0,0 0 0,-1 0 0,1 0 0,0 0 0,0-1 0,0 1 0,0 0 0,-1 0 0,1 0 0,0 0 0,0 0 0,-1 0 0,1 0 0,0 0 0,0 0 0,0 0 0,-1 0 0,1 0 0,0 0 0,0 0 0,0 0 0,-1 0 0,1 0 0,0 0 0,0 0 0,-1 0 0,1 0 0,0 0 0,0 0 0,0 0 0,-1 1 0,1-1 0,0 0 0,0 0 0,0 0 0,0 0 0,-1 0 0,1 1 0,0-1 0,0 0 0,0 0 0,0 0 0,0 1 0,0-1 0,0 0 0,0 0 0,-1 0 0,1 1 0,0-1 0,0 0 0,0 0 0,0 0 0,0 1 0,0-1 0,0 0 0,0 1 0,-1 29 0,0-21 0,0 0 0,1 0 0,0 1 0,1-1 0,0 0 0,3 16 0,2-12 0,-4-9 0,-1-1 0,1 1 0,-1-1 0,0 1 0,0 0 0,0 0 0,-1 0 0,1-1 0,-1 6 0,2 3-176,0 1-1,0-1 1,1 0 0,1 0 0,9 21-1,5 15-1628,16 37-11881,-27-71 11565,0 4-395,-5 2-2774,-2 4-953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10.45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1 607 7812,'0'-170'20412,"0"97"-15869,0 64-4543,0 20 0,5 26 0,3-23 0,-6-12 0,0 1 0,0 0 0,-1-1 0,1 1 0,-1 0 0,0 0 0,0 0 0,0 0 0,0 0 0,-1 0 0,1 0 0,-1 1 0,0 3 0,1 2 0,0 1 0,0 0 0,1-1 0,0 1 0,0-1 0,1 1 0,1-1 0,-1 0 0,1 0 0,1 0 0,0-1 0,9 13 0,-6-8 0,0-1 0,-2 1 0,1 0 0,-2 0 0,5 16 0,-8-23 0,1 0 0,0 0 0,0 0 0,1-1 0,-1 1 0,1-1 0,0 0 0,1 0 0,-1 0 0,8 6 0,-11-10 0,0 0 0,0 0 0,0 0 0,1 0 0,-1 0 0,0 0 0,1 0 0,-1 0 0,1 0 0,-1 0 0,1-1 0,-1 1 0,1-1 0,-1 1 0,1-1 0,-1 1 0,1-1 0,0 0 0,-1 0 0,1 0 0,0 0 0,-1 0 0,1 0 0,0 0 0,-1-1 0,1 1 0,-1-1 0,1 1 0,2-2 0,5-9 0,0 0 0,0 0 0,-1-1 0,0-1 0,-1 1 0,-1-1 0,0 0 0,-1-1 0,0 1 0,4-22 0,-6 25 0,0-1 0,0 0 0,-1 0 0,0 0 0,1-16 0,-3 22 0,0 1 0,1-1 0,-1 0 0,1 1 0,0-1 0,1 1 0,-1-1 0,1 1 0,3-8 0,-2 8 0,-1-1 0,0 1 0,0-1 0,-1 1 0,0-1 0,0 0 0,0 0 0,0 0 0,0-9 0,8-29 0,-7 37 0,0 0 0,-1 0 0,1 0 0,-1 0 0,1-12 0,-2 17 0,0 0 0,0 0 0,0 0 0,0 0 0,0 0 0,1 0 0,-1 0 0,0 0 0,1 0 0,-1 0 0,1 0 0,-1 0 0,1 1 0,-1-1 0,1 0 0,0 0 0,-1 1 0,1-1 0,0 0 0,0 1 0,-1-1 0,1 0 0,0 1 0,2-1 0,-3 1 0,0-1 0,1 1 0,-1 0 0,0 0 0,1 0 0,-1 0 0,1 0 0,-1-1 0,0 1 0,1 0 0,-1 0 0,0 0 0,1 0 0,-1 0 0,1 0 0,-1 0 0,0 0 0,1 1 0,-1-1 0,1 0 0,-1 0 0,0 0 0,1 0 0,-1 0 0,0 1 0,1-1 0,-1 0 0,0 0 0,1 0 0,-1 1 0,0-1 0,0 0 0,1 1 0,-1-1 0,0 0 0,0 1 0,1-1 0,-1 0 0,0 1 0,0-1 0,0 0 0,0 1 0,0-1 0,1 1 0,-1-1 0,0 0 0,0 1 0,0-1 0,0 1 0,0-1 0,-1 2 0,1-1 0,0 1 0,0-1 0,0 1 0,0-1 0,1 0 0,-1 1 0,0-1 0,1 1 0,-1-1 0,1 0 0,-1 1 0,1-1 0,-1 0 0,1 1 0,0-1 0,0 0 0,0 0 0,0 0 0,0 0 0,0 0 0,0 0 0,1 1 0,16 22 0,-6-4 0,0 0 0,2-1 0,0 0 0,2-1 0,-1 0 0,2-1 0,27 20 0,-30-24 0,-4-5 0,1 0 0,0-1 0,1 0 0,-1-1 0,1 0 0,0-1 0,1 0 0,15 3 0,3 3 0,-22-8 0,-1-1 0,1 0 0,0 0 0,-1 0 0,1-1 0,0-1 0,0 0 0,0 0 0,0 0 0,-1-1 0,1 0 0,0-1 0,13-4 0,20-4 0,-37 9 0,-1 0 0,1 0 0,0 0 0,0 0 0,0-1 0,-1 0 0,1 0 0,-1 0 0,6-4 0,-6 3 0,0 1 0,0-1 0,0 1 0,0 0 0,0 1 0,1-1 0,-1 1 0,10-2 0,-11 2 0,1 1 0,0-1 0,-1 0 0,1-1 0,-1 1 0,1 0 0,-1-1 0,0 0 0,1 0 0,-1 0 0,0 0 0,0-1 0,3-2 0,10-10 0,0 0 0,24-30 0,-13 11 0,-23 29 0,0 0 0,0 0 0,0 0 0,0-1 0,-1 1 0,0-1 0,0 0 0,0 0 0,2-8 0,8-34 0,-8 35 0,-2 0 0,0 0 0,0 0 0,-1 0 0,0-23 0,0 3 0,-1 24 0,0 1 0,0-1 0,-1 0 0,0 0 0,-1 0 0,0 0 0,0 1 0,-1-1 0,-3-10 0,1 11 0,0 0 0,-1 0 0,0 0 0,-1 1 0,1 0 0,-1 0 0,-9-8 0,10 12 0,0-1 0,0 1 0,0 1 0,0-1 0,0 1 0,-1 0 0,1 0 0,-1 0 0,1 1 0,-1 0 0,0 0 0,1 0 0,-1 1 0,-6 0 0,6 0 0,0 0 0,0 0 0,1 0 0,-1 1 0,0 0 0,0 0 0,1 0 0,-1 1 0,0 0 0,1 0 0,0 0 0,-1 1 0,1 0 0,-5 4 0,6-4 0,1 1 0,0-1 0,1 1 0,-1 0 0,0 0 0,1 0 0,0 0 0,0 1 0,1-1 0,-1 1 0,1-1 0,0 1 0,0-1 0,0 1 0,0 0 0,1-1 0,0 1 0,1 6 0,-3 32 0,1-30 0,0-1 0,1 0 0,0 1 0,0-1 0,1 0 0,1 0 0,1 0 0,-1 0 0,2 0 0,8 21 0,110 217 0,-97-193 0,-16-33 0,-2 0 0,8 35 0,-3-6 0,-9-42 0,-1 0 0,0-1 0,-1 1 0,0 0 0,-1 0 0,-2 20 0,0 8 0,1-30 0,0-1 0,-1 1 0,0-1 0,-1 0 0,1 1 0,-2-1 0,1 0 0,-1-1 0,0 1 0,-1-1 0,0 0 0,-8 9 0,2-1 0,-2-1 0,0-1 0,-1 0 0,-28 21 0,35-30 0,0 0 0,0-1 0,-1 1 0,0-1 0,-9 2 0,-29 13 0,41-16-9,0 1 0,0-1 0,0-1 0,0 1 0,0-1 0,0 0 0,-1 0 0,1 0 0,0-1 0,-1 0-1,1 0 1,0 0 0,-8-2 0,-6-1-277,1-2 0,-26-10-1,-4 0-973,14 2-1484,-12-16-5558,5 3 1710,-6 0 272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10.6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113 43 16808,'-19'-16'13654,"-9"5"-11781,9 11-1665,-9 0-5090,28-16-4114,-19 16 127,19 16-815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22.3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122 53 7091,'0'16'20121,"-28"-16"-14566,9 0-5555,19-16 0,-28 16-3634,28-16 321,-19 16-705,19-11-352,0-4-64,-28 15 336,28-11 368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27.0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1547 205 1297,'0'-2'716,"0"0"0,0 0 1,0 0-1,0-1 0,-1 1 1,1 0-1,-1 0 0,1 0 1,-1 0-1,0 0 0,0 0 1,-1-3-1,-7-4-942,6 6 723,-5-10 3461,-1 6-3819,3 3 366,1 2 367,5 2-825,0-1-1,0 1 0,0 0 1,1-1-1,-1 1 0,0 0 1,0-1-1,0 1 0,0 0 1,-1-1-1,1 1 0,0 0 1,0-1-1,0 1 0,0 0 1,0-1-1,0 1 0,0 0 1,-1-1-1,1 1 0,0 0 1,0 0-1,0-1 0,-1 1 1,1 0-1,0 0 1,0-1-1,-1 1 0,1 0 1,0 0-1,0 0 0,-1 0 1,1-1-1,0 1 0,-1 0 1,1 0-1,0 0 0,-1 0 1,1 0-1,0 0 0,-1 0 1,1 0-1,0 0 0,-1 0 1,1 0-1,0 0 0,-1 0 1,-13-1 492,13 1-506,1 0 0,0 0 0,0 0 0,0 0 0,-1 0-1,1 0 1,0 0 0,0 0 0,-1 0 0,1 0 0,0-1 0,0 1 0,-1 0 0,1 0 0,0 0-1,0 0 1,0-1 0,0 1 0,-1 0 0,1 0 0,0 0 0,0-1 0,0 1 0,0 0 0,0 0-1,0 0 1,-1-1 0,1 1 0,0 0 0,0 0 0,0-1 0,0 1 0,0 0 0,0 0 0,0-1-1,0 1 1,0 0 0,0 0 0,0-1 0,0 1 0,0 0 0,1 0 0,-1-1 0,0 1 0,0 0-1,0-1-3,0 1 0,0 0 0,0 0 0,0 0 0,1 0 0,-1-1 0,0 1 0,0 0-1,0 0 1,0 0 0,0-1 0,0 1 0,0 0 0,0 0 0,0 0 0,0-1 0,0 1 0,0 0-1,0 0 1,-1 0 0,1-1 0,0 1 0,0 0 0,0 0 0,0 0 0,0-1 0,0 1 0,0 0-1,0 0 1,-1 0 0,1 0 0,0 0 0,0-1 0,0 1 0,0 0 0,-1 0 0,1 0 0,0 0-1,0 0 1,0 0 0,0 0 0,-1-1 0,-2 1 321,0-1 1,0-1-1,0 1 1,1 0-1,-1-1 0,0 1 1,1-1-1,-1 0 0,-2-3 1,-4-1-211,-2-4 968,2 7-783,8 3-307,1-1 0,0 1 0,0 0 0,0 0 0,-1 0-1,1 0 1,0 0 0,0 0 0,0 0 0,0 0 0,-1 0 0,1-1 0,0 1 0,0 0 0,0 0-1,0 0 1,0 0 0,-1-1 0,1 1 0,0 0 0,0 0 0,0 0 0,0 0 0,0-1-1,0 1 1,0 0 0,0 0 0,0 0 0,0-1 0,0 1 0,0 0 0,0 0 0,0 0 0,0-1-1,0 1 1,0 0 0,0 0 0,0 0 0,0-1 0,0 1 0,0 0 0,0-1 0,1 1-6,-1 0 1,0 0-1,0 0 1,0-1-1,0 1 1,0 0 0,0 0-1,0-1 1,0 1-1,0 0 1,0 0-1,0-1 1,0 1 0,0 0-1,0 0 1,0-1-1,0 1 1,0 0-1,0 0 1,0-1-1,0 1 1,0 0 0,0 0-1,-1-1 1,1 1-1,0 0 1,0 0-1,0 0 1,0-1-1,-1 1 1,1 0 0,0 0-1,0 0 1,0 0-1,-1 0 1,1-1-1,0 1 1,0 0-1,0 0 1,-1 0 0,1 0-1,0 0 1,0 0-1,-1 0 1,1 0-1,-1 0 1,0 0 2,1 0 0,-1 0 0,0 0 0,0 1 1,1-1-1,-1 0 0,0 0 0,0 0 0,1 0 0,-1-1 0,0 1 0,0 0 0,1 0 1,-1 0-1,0-1 0,0 1 0,1 0 0,-1 0 0,0-1 0,1 1 0,-1-1 0,1 1 1,-1-1-1,0 1 0,1-1 0,-1 1 0,1-1 0,-1 1 0,1-1 0,0 0 0,-1 1 1,1-1-1,-1 0 0,1 1 0,0-1 0,0 0 0,-1 0 0,1-2 305,-3 3-169,3 0-127,-1 0-1,1 1 1,-1-1 0,1 0 0,-1 0 0,1 0 0,-1 0 0,1 0 0,0 0 0,-1 0 0,1 0 0,-1 0 0,1 0 0,-1 0 0,1 0 0,-1 0-1,1 0 1,-1 0 0,1-1 0,0 1 0,-1 0 0,1 0 0,-1-1 0,1 1 0,0 0 0,-1 0 0,1-1 0,0 1 0,-1 0 0,1-1-1,0 1 1,-1 0 0,1-1 0,0 1 0,0-1 0,0 1 0,-1 0 0,1-1 0,0 1 0,0-1 0,0 1 0,0-1 0,0 0 0,-29-1 512,29 3-531,0-1 0,0 0 0,-1 1 0,1-1 0,-1 0 0,1 0 0,0 0 0,-1 1 0,1-1 1,0 0-1,-1 0 0,1 0 0,-1 0 0,1 0 0,-1 1 0,1-1 0,0 0 0,-1 0 0,1 0 0,-1 0 0,1 0 0,-1-1 0,1 1 1,0 0-1,-1 0 0,1 0 0,-1 0 0,1 0 0,0 0 0,-1-1 0,1 1 0,0 0 0,-1 0 0,1-1 0,0 1 0,-1 0 1,1-1-1,0 1 0,-1 0 0,1-1 0,0 1 0,0 0 0,-1-1 0,1 1 0,0 0 0,0-1 0,0 1 0,0-1 0,0 1 0,-1-1 1,1 1-1,0 0 0,0-1 0,0 1 0,0-1 0,-6-7 196,-33 8 328,36 0-287,-2 0-154,-14 0 75,15 0 24,-12-2-59,10-1-128,0 1 0,-1 0 0,1 0 0,-1 1 0,1 0 0,-1 0 0,1 0 0,-9 1 0,-67 2 0,32 0 0,16-2 0,0 1 0,-41 7 0,58-7 0,-9 2 0,20 1 0,0 0 0,0-1 0,0 0 0,-1-1 0,-12 5 0,13-6 0,0 1 0,0 1 0,0-1 0,1 1 0,-10 5 0,5-1 0,0 0 0,-1-1 0,1 0 0,-15 5 0,-32 17 0,13-14 0,8 8 0,18-11 0,-50 24 0,43-10 0,0-11 0,20-11 0,-1 0 0,0 0 0,1 0 0,0 1 0,0 0 0,0 0 0,0 1 0,-5 5 0,-37 31 0,-1-3 0,40-31 0,6-5 0,-1 0 0,0 0 0,1 1 0,-1-1 0,1 0 0,-1 1 0,1 0 0,0-1 0,0 1 0,1 0 0,-1 0 0,0 0 0,1 0 0,0 1 0,0-1 0,-1 4 0,2-6 0,0 0 0,0 0 0,-1 0 0,1 0 0,0 0 0,0 0 0,-1 0 0,1 0 0,-1 0 0,1 0 0,-1 0 0,1-1 0,-1 1 0,1 0 0,-1 0 0,0 0 0,1-1 0,-1 1 0,0 0 0,0-1 0,0 1 0,0 0 0,1-1 0,-3 1 0,-6 7 0,0 12 0,8-17 0,-1 0 0,1 0 0,0 0 0,-1-1 0,0 1 0,1 0 0,-1 0 0,0-1 0,-3 3 0,-3 0 0,7-4 0,0-1 0,0 1 0,0-1 0,0 0 0,1 1 0,-1 0 0,0-1 0,0 1 0,1-1 0,-1 1 0,0 0 0,1 0 0,-1-1 0,1 1 0,-1 0 0,1 0 0,-1 0 0,1 0 0,-1 0 0,1-1 0,0 1 0,-1 0 0,1 0 0,0 0 0,0 0 0,0 1 0,0 0 0,-1 0 0,1 0 0,0 0 0,-1 0 0,1 0 0,-1 0 0,0 0 0,0 0 0,0 0 0,0 0 0,-2 3 0,2-4 0,0 1 0,0 0 0,0-1 0,0 1 0,0 0 0,1 0 0,-1 0 0,0 0 0,1 0 0,0 0 0,-1 3 0,1-4 0,0 0 0,0 1 0,0-1 0,0 0 0,0 0 0,-1 0 0,1 0 0,0 0 0,-1 1 0,1-1 0,0 0 0,-1 0 0,0 0 0,1 0 0,-1 0 0,1 0 0,-1 0 0,0-1 0,0 1 0,0 0 0,0 0 0,1 0 0,-3 0 0,2 0 0,-1 0 0,1 0 0,0 0 0,0 0 0,0 0 0,0 0 0,1 0 0,-1 0 0,0 0 0,0 0 0,1 0 0,-1 0 0,0 1 0,1-1 0,-1 0 0,1 0 0,0 1 0,-1-1 0,1 0 0,0 1 0,0-1 0,0 0 0,0 1 0,0 0 0,0 0 0,0-1 0,0 1 0,-1 0 0,1-1 0,0 0 0,-1 1 0,1-1 0,-1 1 0,1-1 0,-1 1 0,0-1 0,0 0 0,0 0 0,-1 2 0,1-1 0,0-1 0,0 1 0,0 0 0,0-1 0,0 1 0,0 0 0,1 0 0,-1 0 0,1 0 0,-1 0 0,1-1 0,0 1 0,-1 0 0,1 3 0,0-3 0,0 0 0,0-1 0,0 1 0,0 0 0,0-1 0,-1 1 0,1 0 0,-1-1 0,1 1 0,-1 0 0,0-1 0,0 1 0,1-1 0,-1 1 0,0-1 0,0 0 0,-1 1 0,1-1 0,0 0 0,0 0 0,-1 0 0,0 2 0,-4 2 0,5-5 0,0 1 0,1 0 0,-1 0 0,1 0 0,-1 0 0,1 0 0,-1 0 0,1 0 0,-1 0 0,1 0 0,0 0 0,0 0 0,-1 0 0,1 0 0,0 0 0,0 1 0,0-1 0,0 0 0,0 0 0,1 0 0,-1 2 0,-2 15 0,0-14 0,-1-1 0,1 1 0,1 1 0,-1-1 0,0 0 0,1 0 0,0 0 0,0 1 0,0-1 0,1 1 0,-1-1 0,1 1 0,0-1 0,1 7 0,-1-2 0,0-8 0,0-1 0,0 1 0,0 0 0,0 0 0,0 0 0,0-1 0,0 1 0,-1 0 0,1 0 0,0-1 0,0 1 0,-1 0 0,1 0 0,-1-1 0,1 1 0,0 0 0,-1-1 0,0 1 0,1-1 0,-1 1 0,1-1 0,-1 1 0,0-1 0,1 1 0,-1-1 0,0 1 0,1-1 0,-1 0 0,0 1 0,-1-1 0,1 0 0,1 1 0,-1-1 0,0 0 0,1 1 0,-1-1 0,0 0 0,0 1 0,1-1 0,-1 1 0,0-1 0,1 1 0,-1-1 0,1 1 0,-1-1 0,1 1 0,-1 0 0,1-1 0,-1 1 0,1 0 0,0 0 0,-1-1 0,1 1 0,0 0 0,0 0 0,0-1 0,-1 1 0,1 0 0,0 0 0,0 0 0,0 1 0,0 213 0,0-213 0,0 0 0,1 0 0,-1 0 0,1 0 0,-1 0 0,1 0 0,-1 0 0,1 0 0,0 0 0,0 0 0,0 0 0,0 0 0,0-1 0,1 1 0,1 2 0,-1-3 0,-1 1 0,0 0 0,1 0 0,-1-1 0,0 1 0,0 0 0,0 0 0,0 0 0,0 0 0,-1 1 0,1-1 0,-1 0 0,1 0 0,-1 0 0,0 4 0,0-2 0,1 0 0,-1 1 0,1-1 0,0 0 0,0 1 0,0-1 0,4 7 0,-3-7 0,-1-1 0,1 1 0,-1 0 0,0 0 0,0 0 0,-1 0 0,1 7 0,-1-10 0,0 0 0,0 0 0,1 0 0,-1 0 0,0 0 0,0 0 0,1 0 0,-1 0 0,1 0 0,-1 0 0,0 0 0,1-1 0,0 1 0,-1 0 0,1 0 0,0 0 0,-1-1 0,1 1 0,0 0 0,0-1 0,0 1 0,-1 0 0,1-1 0,1 1 0,8 7 0,-2 11 0,-7-16 0,0 0 0,0 0 0,0-1 0,1 1 0,-1 0 0,1-1 0,-1 1 0,1-1 0,0 0 0,4 5 0,0-1 0,0 2 0,0-1 0,-1 1 0,8 14 0,-7-12 0,0 0 0,1 0 0,0 0 0,1-1 0,12 13 0,6 9 0,-24-26 0,1-1 0,0 0 0,0 0 0,0 0 0,1 0 0,-1-1 0,1 0 0,0 1 0,0-1 0,0 0 0,7 3 0,-9-5 0,-1 0 0,1 0 0,0 0 0,0 0 0,-1 0 0,1 1 0,-1-1 0,1 1 0,-1-1 0,0 1 0,1-1 0,-1 1 0,0 0 0,0 0 0,1 3 0,-1-3 0,0 0 0,0 0 0,1 0 0,-1 0 0,0 0 0,1 0 0,-1 0 0,1-1 0,0 1 0,-1 0 0,1-1 0,0 0 0,3 3 0,9 6 0,0 0 0,-1 2 0,0 0 0,-1 0 0,11 14 0,-20-23 0,0-1 0,0 1 0,0-1 0,1 0 0,-1 0 0,1 0 0,-1-1 0,1 1 0,6 1 0,24 14 0,-31-14 0,0-1 0,0 0 0,0 1 0,1-1 0,-1 0 0,1 0 0,-1-1 0,1 1 0,0-1 0,0 0 0,-1 0 0,6 1 0,6 2 0,0 1 0,26 12 0,-32-12 0,1-1 0,-1 0 0,1-1 0,-1 0 0,1 0 0,0-1 0,0 0 0,10 0 0,-18-2 0,-1 0 0,1 0 0,-1 0 0,1 1 0,-1-1 0,1 0 0,-1 1 0,1-1 0,-1 1 0,1-1 0,-1 1 0,0 0 0,1-1 0,-1 1 0,1 1 0,-1-1 0,1 0 0,-1 0 0,0-1 0,0 1 0,1 0 0,-1-1 0,0 1 0,1-1 0,-1 1 0,0-1 0,1 0 0,-1 1 0,1-1 0,-1 0 0,2 0 0,113 16 0,78-16 0,-193 0 0,1 0 0,-1 0 0,1 0 0,-1-1 0,1 1 0,-1 0 0,1-1 0,-1 1 0,0-1 0,1 1 0,-1-1 0,0 0 0,1 1 0,-1-1 0,2-1 0,-2 1 0,0 0 0,0 0 0,0 0 0,1 1 0,-1-1 0,0 0 0,1 1 0,-1-1 0,0 1 0,1 0 0,-1-1 0,1 1 0,-1 0 0,0 0 0,3 0 0,12 1 0,0-2 0,1 0 0,-1 0 0,0-1 0,24-7 0,29-3 0,3-3 0,44-22 0,-63 17 0,-45 18 0,1-1 0,-1-1 0,1 1 0,-1-1 0,-1-1 0,14-9 0,2-1 0,24-27 0,-24 31 0,-19 9 0,0 0 0,0 1 0,0-2 0,0 1 0,0 0 0,-1-1 0,1 0 0,-1 0 0,4-4 0,40-45 0,-25 37 0,-20 14 0,0 0 0,1 0 0,-1 0 0,0 0 0,0 0 0,0 0 0,0-1 0,0 1 0,0-1 0,0 1 0,0-1 0,-1 0 0,1 0 0,-1 0 0,1 0 0,-1 0 0,0 0 0,0 0 0,0 0 0,2-5 0,6-20 0,-8 25 0,0 0 0,0 0 0,1 0 0,-2-1 0,1 1 0,0 0 0,0-1 0,-1 1 0,1-1 0,-1-3 0,0 5 0,0 0 0,0 0 0,0 0 0,1 1 0,-1-1 0,0 0 0,0 0 0,0 0 0,1 1 0,-1-1 0,0 0 0,1 1 0,-1-1 0,0 0 0,1 1 0,-1-1 0,1 0 0,-1 1 0,1-1 0,-1 1 0,1-1 0,0 0 0,-1 1 0,1 0 0,0-1 0,-1 1 0,1-1 0,0 1 0,0 0 0,0-1 0,0 1 0,0 0 0,0 0 0,0-1 0,-1 1 0,1 0 0,0-1 0,-1 1 0,1-1 0,0 1 0,-1-1 0,1 1 0,-1-1 0,1 1 0,-1-1 0,1 0 0,-1 1 0,1-1 0,-1 0 0,1 1 0,-1-1 0,0 0 0,1 0 0,-1 1 0,0-1 0,0 0 0,0 0 0,0 1 0,1-1 0,-1 0 0,0-1 0,0 0 0,0 0 0,0 0 0,1 0 0,-1 0 0,1 0 0,-1 0 0,1 0 0,0 0 0,0 1 0,0-1 0,0 0 0,0 0 0,0 1 0,1-1 0,-1 1 0,0-1 0,1 1 0,-1 0 0,1-1 0,2-1 0,-2 2 0,0 0 0,0 0 0,-1-1 0,1 1 0,-1-1 0,1 1 0,-1-1 0,1 0 0,-1 0 0,0 1 0,0-1 0,0 0 0,0 0 0,0 0 0,0 0 0,-1-1 0,1 1 0,-1 0 0,1 0 0,-1-4 0,0 4 0,0 0 0,0-1 0,0 1 0,1 0 0,-1 0 0,0 0 0,1 0 0,-1 0 0,1 0 0,0-1 0,0 1 0,0 1 0,0-1 0,0 0 0,0 0 0,3-3 0,-1 1 0,0-15 0,-3 18 0,-1 0 0,1 0 0,0-1 0,0 1 0,0 0 0,0 0 0,0 0 0,1 0 0,-1 0 0,0 0 0,0-1 0,1 1 0,-1 0 0,1 0 0,-1 0 0,1 0 0,-1 0 0,2-1 0,0 0 0,0 1 0,0-1 0,0 0 0,0 0 0,0-1 0,-1 1 0,1 0 0,-1 0 0,1-1 0,-1 1 0,0-1 0,0 0 0,0 1 0,0-1 0,-1 0 0,1 1 0,-1-1 0,1 0 0,-1 0 0,0 1 0,0-1 0,0 0 0,-1 0 0,0-3 0,0-8 0,1 10 0,-1 0 0,1-1 0,-1 1 0,1-1 0,1 1 0,-1-1 0,1 1 0,-1 0 0,1-1 0,2-5 0,0 5 0,0 0 0,-1 0 0,0-1 0,-1 1 0,1 0 0,-1-1 0,0 1 0,0-1 0,0 1 0,-1-1 0,0 0 0,-1-8 0,1 12 0,0 1 0,0 0 0,0 0 0,0 0 0,1 0 0,-1 0 0,0 0 0,1 0 0,-1 0 0,1 0 0,-1 0 0,1 0 0,-1 0 0,1 1 0,-1-1 0,1 0 0,0 0 0,-1 0 0,1 1 0,0-1 0,0 0 0,0 1 0,1-1 0,-1 0 0,0 0 0,0 0 0,0 0 0,0 0 0,0 0 0,0 0 0,0 0 0,0 0 0,0 0 0,0 0 0,-1-1 0,1 1 0,0 0 0,-1-1 0,1 1 0,-1 0 0,0-1 0,1 1 0,-1 0 0,0-1 0,0 1 0,0-1 0,0-1 0,0-118 0,0 119 0,0 0 0,1 1 0,-1-1 0,0 1 0,0-1 0,1 1 0,-1 0 0,1-1 0,0 1 0,-1-1 0,1 1 0,0 0 0,0-1 0,1 0 0,-1 0 0,0 1 0,0-1 0,0 0 0,0 1 0,0-1 0,0 0 0,-1 0 0,1 0 0,0 0 0,-1 0 0,0 0 0,1 0 0,-1 0 0,0-2 0,0-158 0,0 162 0,0-1 0,0 1 0,0-1 0,0 1 0,0-1 0,0 1 0,0-1 0,0 1 0,0-1 0,0 1 0,-1-1 0,1 1 0,0 0 0,0-1 0,0 1 0,-1-1 0,1 1 0,0 0 0,-1-1 0,1 1 0,0-1 0,-1 1 0,1 0 0,0 0 0,-1-1 0,1 1 0,0 0 0,-1 0 0,1-1 0,-1 1 0,1 0 0,-1 0 0,1 0 0,-1-1 0,0 1 0,1 0 0,-1 0 0,1 0 0,-1 0 0,1-1 0,-1 1 0,1 0 0,-1 0 0,1-1 0,0 1 0,-1 0 0,1-1 0,-1 1 0,1 0 0,0-1 0,-1 1 0,1-1 0,0 1 0,-1-1 0,1 1 0,0-1 0,0 1 0,0-1 0,-1 1 0,1-1 0,0 1 0,0-1 0,0 1 0,0-1 0,0 1 0,0-1 0,0 1 0,0-1 0,0 0 0,0-93 0,0 93 0,0 1 0,0-1 0,0 1 0,0-1 0,0 1 0,0-1 0,0 1 0,0-1 0,-1 1 0,1-1 0,0 1 0,0-1 0,0 1 0,-1 0 0,1-1 0,0 1 0,-1-1 0,1 1 0,0 0 0,-1-1 0,1 1 0,0 0 0,-1-1 0,1 1 0,-1 0 0,1 0 0,-1-1 0,1 1 0,0 0 0,-1 0 0,1 0 0,-1 0 0,1 0 0,-1-1 0,1 1 0,-1 0 0,1 0 0,-1 0 0,0 1 0,0-1 0,1 0 0,-1 0 0,0 0 0,1 0 0,-1 0 0,1 0 0,-1-1 0,1 1 0,-1 0 0,1 0 0,-1 0 0,1 0 0,-1-1 0,1 1 0,-1 0 0,1 0 0,-1-1 0,1 1 0,-1 0 0,1-1 0,0 1 0,-1-1 0,1 1 0,-1 0 0,1-1 0,0 1 0,0-1 0,-1 1 0,1-1 0,0 1 0,0-1 0,-1 1 0,1-1 0,0 0 0,0 1 0,0-1 0,0 1 0,0-1 0,0 1 0,0-2 0,1-10 0,-1 9 0,0 1 0,1-1 0,-1 0 0,0 0 0,0 0 0,0 0 0,-1 0 0,1 0 0,-1 0 0,0 0 0,-1-4 0,0 6 0,1 0 0,0 0 0,-1 0 0,1-1 0,0 1 0,0 0 0,0-1 0,0 1 0,0-1 0,0 0 0,0 1 0,1-1 0,-1 0 0,1 1 0,-1-1 0,1 0 0,-1 0 0,1 1 0,0-1 0,0 0 0,0 0 0,0 0 0,0 1 0,0-1 0,1-3 0,-1 5 0,0-1 0,0 1 0,0-1 0,0 1 0,0-1 0,0 1 0,0 0 0,0-1 0,0 1 0,-1-1 0,1 1 0,0-1 0,0 1 0,-1-1 0,1 1 0,0 0 0,0-1 0,-1 1 0,1-1 0,0 1 0,-1 0 0,1-1 0,-1 1 0,1 0 0,0 0 0,-1-1 0,1 1 0,-1 0 0,1 0 0,-1 0 0,1-1 0,-1 1 0,1 0 0,-1 0 0,1 0 0,-1 0 0,1 0 0,-1 0 0,0 0 0,0 0 0,1 0 0,-1 0 0,1 0 0,-1 0 0,0 0 0,1 0 0,-1 0 0,1 0 0,-1 0 0,1 0 0,-1 0 0,1-1 0,-1 1 0,1 0 0,-1 0 0,1-1 0,-1 1 0,1 0 0,-1-1 0,1 1 0,0 0 0,-1-1 0,1 1 0,0-1 0,-1 1 0,1-1 0,0 1 0,-1-1 0,1 1 0,0-1 0,0 1 0,0-1 0,-1 1 0,1-1 0,0 1 0,0-1 0,0 1 0,0-1 0,0 0 0,0 0 0,-1-4 0,-1 1 0,0-1 0,0 1 0,-1 0 0,1-1 0,-1 1 0,0 0 0,0 0 0,0 1 0,0-1 0,-1 1 0,0-1 0,-4-2 0,-11-14 0,17 18 0,0 0 0,0 0 0,0 0 0,0 0 0,0 1 0,-1-1 0,1 1 0,0-1 0,-1 1 0,-4-2 0,-11-7 0,6 1 0,0 1 0,0 0 0,-1 1 0,-21-9 0,24 13 0,8 3 0,0 0 0,0-1 0,0 1 0,0-1 0,0 1 0,0-1 0,1 0 0,-1 0 0,0 0 0,1 0 0,-1 0 0,0 0 0,1 0 0,-3-3 0,-17-12 0,8 7 0,11 8 0,-1 0 0,1 0 0,0 0 0,0 0 0,0 1 0,-1-1 0,1 1 0,0-1 0,0 1 0,-1 0 0,-2 0 0,3 0 0,-1 0 0,1-1 0,0 1 0,-1 0 0,1-1 0,0 1 0,-1-1 0,1 0 0,0 0 0,0 0 0,-3-1 0,2-1 0,-1 0 0,0 1 0,0-1 0,0 1 0,0 0 0,0 0 0,0 1 0,-1-1 0,1 1 0,0 0 0,-1 0 0,1 0 0,-1 1 0,1 0 0,-1-1 0,-4 2 0,4-1 0,0-1 0,0 1 0,0-1 0,1 0 0,-1 0 0,-7-3 0,-22-4 0,-35-2 0,61 10 0,5 0 0,0 1 0,0-1 0,0 0 0,0 0 0,0 0 0,0-1 0,1 1 0,-1-1 0,-5-1 0,4 0 0,1 0 0,0 0 0,-1 1 0,1-1 0,-1 1 0,1 0 0,-1 0 0,0 0 0,1 1 0,-1-1 0,-5 1 0,-56 0 0,32 1 0,32-1 0,1 0-72,-1 0 1,0 1 0,0-1 0,0 0 0,1 0 0,-1 0 0,0 0 0,0 0-1,0 0 1,1 0 0,-1 0 0,0 0 0,0 0 0,0 0 0,1-1-1,-1 1 1,0 0 0,0 0 0,1-1 0,-1 1 0,0-1 0,0 1 0,1-1-1,-1 1 1,1-1 0,-1 1 0,0-1 0,1 1 0,-1-1 0,1 0-1,-1 1 1,1-1 0,0 0 0,-1 0 0,1 1 0,0-1 0,-1 0 0,1 0-1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28.5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75 38 2065,'-4'0'2566,"3"0"-2471,0-1 19,1 1 1,-1 0-1,0 0 0,0 0 1,1 0-1,-1 0 1,0 0-1,0 0 1,1 0-1,-1 0 0,0 0 1,0 0-1,1 0 1,-1 1-1,0-1 0,0 0 1,1 0-1,-1 1 1,0-1-1,1 1 0,-1-1 1,1 0-1,-1 1 1,0-1-1,1 1 1,-1 0-1,1-1 0,-1 1 1,1-1-1,0 1 1,-1 0-1,1-1 0,0 1 1,-1 0-1,1 0 1,0-1-1,-1 2 0,-2-1 201,-1-1-1,0 1 0,0-1 1,0 1-1,0-1 0,0 0 1,0-1-1,0 1 0,0-1 1,-4 0-1,9 0-165,-1 0-1,0 1 1,0-1-1,0 0 1,0 1-1,0-1 1,1 0 0,-1 1-1,0-1 1,1 1-1,-1-1 1,0 0-1,1 1 1,-1-1 0,1 1-1,-1-1 1,1 1-1,-1-1 1,1 1-1,-1 0 1,1-1 0,-1 1-1,1-1 1,0 1-1,-1 0 1,1 0-1,0-1 1,-1 1 0,1 0-1,0 0 1,-1 0-1,1 0 1,0 0-1,-1 0 1,1 0 0,0 0-1,-1 0 1,1 0-1,0 0 1,-1 0-1,1 1 1,0-1 0,1 1-1,3-1-506,-2-9 1521,36 7 478,-35 2-1238,23-13 69,13 10-263,-36 3-245,0 0-14,-3 0 21,-1 1 1,0-1 0,1 0 0,-1 0 0,0 1-1,0-1 1,1 0 0,-1 0 0,0 0-1,1 0 1,-1 1 0,0-1 0,1 0-1,-1 0 1,1 0 0,-1 0 0,0 0 0,1 0-1,-1 0 1,0 0 0,1 0 0,-1 0-1,0 0 1,1 0 0,-1 0 0,1-1-1,-1 1 1,0 0 0,1 0 0,-1 0 0,0 0-1,0-1 1,1 1 0,-1 0 0,0 0-1,1-1 1,-1 1 0,0 0 0,0 0 0,1-1-1,-1 1 1,6-6-4072,-26 3-6547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29.3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2516 1697,'18'0'8897,"-13"-11"-7560,7 4-315,-10 6-757,1 0 0,-1-1-1,1 1 1,-1-1 0,0 1 0,0-1 0,0 0-1,1 0 1,-2 0 0,4-3 0,1-8 1165,-4 9-1032,0 0 0,0 0 0,0 0 0,0 1 0,1-1 0,-1 1 0,1-1 0,0 1 0,5-4 0,30-32 2392,36-46 1,-45 49-821,1 2 0,61-53 0,265-213-1970,2-2 0,265-132 0,31 49 0,-510 299 0,44-24 0,458-216 0,-480 253 0,51-26 0,-166 75 0,-40 20-5797,-30 5-2901,-3-1 2976,2 0 375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31.4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62 144,'0'0'2398,"0"-53"12391,1 53-14605,0 1-1,1-1 1,-1 0 0,0 0 0,0 0 0,0 0 0,10-9 9788,-11 14-11240,0-2 1212,0 25 280,0 344 5053,0-365-5277,1 0 0,-1 0 0,1-1 0,1 1 0,-1 0 0,1-1 0,5 13 0,-4-12 0,-1-1 0,1 1 0,-2 0 0,1 0 0,-1 0 0,0 0 0,0 14 0,-1 316 0,0-332-32,-1 1 0,0-1 0,0 0-1,0 1 1,-1-1 0,1 0 0,-6 9 0,5-9-133,0 0 0,0 0 0,0 0 0,0 0 0,1 0 0,0 0 0,-1 10 0,3 4-1649,-1-17 1241,1 1 0,-1 0 1,1-1-1,-1 1 0,0 0 1,0 0-1,0-1 0,-1 1 1,1 0-1,0 0 1,-1-1-1,0 1 0,0 0 1,0-1-1,0 1 0,0-1 1,0 1-1,-1-1 0,1 0 1,-1 0-1,0 1 0,-1 1 1,-1 11-8432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32.0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94 204 11013,'-8'-5'2044,"0"-1"0,0 1-1,1-1 1,0-1 0,0 1 0,0-1 0,1 0 0,-6-9-1,-8-17 1317,19 32-3360,1 0 0,-1 0 0,1-1 0,0 1 0,-1 0 0,1-1 0,0 1 0,0 0 0,0 0 0,0-1 0,0 1 0,0 0 0,0-1 0,0 1 0,0 0 0,1-1 0,-1 1 0,1 0 0,-1 0 0,1 0 0,-1-1 0,1 1 0,1-2 0,1 0 0,0-1 0,0 1 0,0 0 0,0 0 0,1 0 0,-1 0 0,6-2 0,1-1 0,0 1 0,1 0 0,-1 0 0,21-5 0,-13 6 0,0 0 0,1 1 0,-1 0 0,1 2 0,-1 0 0,1 1 0,0 1 0,-1 1 0,0 1 0,22 5 0,-6 0 0,-20-6 0,1 1 0,-1 1 0,0 0 0,0 1 0,-1 1 0,1 0 0,18 11 0,-24-10 0,5 1 0,-1 0 0,0 1 0,-1 1 0,0 0 0,-1 0 0,0 1 0,0 0 0,13 22 0,-8-3 0,-7-17 0,-1 1 0,0-1 0,-1 1 0,-1 0 0,0 1 0,-1-1 0,-1 1 0,0 0 0,1 19 0,-3 3 0,0-24 0,0-1 0,-1 0 0,0 1 0,-1-1 0,-1 0 0,1 0 0,-2 0 0,0 0 0,0 0 0,-7 14 0,-4-1 0,-2-1 0,0 0 0,-1-1 0,-2-1 0,-37 35 0,41-44 0,0-1 0,-1-1 0,0 0 0,-1-1 0,0-1 0,0 0 0,-1-2 0,0 0 0,-30 7 0,2 1 0,45-15 0,1 0 0,0 1 0,0-1 0,-1 0 0,1 0 0,0 0 0,0 1 0,-1-1 0,1 0 0,0 0 0,-1 0 0,1 0 0,0 0 0,-1 0 0,1 0 0,0 1 0,-1-1 0,1 0 0,0 0 0,-1 0 0,1 0 0,0-1 0,0 1 0,-1 0 0,1 0 0,0 0 0,-1 0 0,1 0 0,0 0 0,-1 0 0,1 0 0,0-1 0,0 1 0,-1 0 0,1 0 0,0 0 0,0-1 0,-1 1 0,1 0 0,0 0 0,0-1 0,-1 1 0,9-15 0,22-17 0,-23 26 0,1 0 0,0 1 0,0 1 0,1-1 0,-1 1 0,1 1 0,16-5 0,8-4 0,-9 2 0,0 2 0,1 1 0,0 0 0,0 2 0,0 1 0,0 1 0,1 1 0,-1 2 0,1 0 0,29 5 0,-48-4 0,0 1 0,-1 0 0,1 1 0,0-1 0,-1 1 0,1 1 0,-1-1 0,0 1 0,0 0 0,-1 0 0,1 1 0,-1 0 0,0 0 0,0 0 0,-1 1 0,1-1 0,-1 1 0,0 0 0,-1 0 0,0 1 0,0-1 0,0 1 0,0-1 0,-1 1 0,0 0 0,-1 0 0,0 0 0,0 0 0,0 0 0,-1 0 0,0 1 0,0-1 0,-1 0 0,0 0 0,0 0 0,0 0 0,-4 9 0,-4 1 0,0-1 0,-1 0 0,0-1 0,-2 0 0,-15 17 0,13-16 0,4-3 0,-1-2 0,0 0 0,-1 0 0,0-1 0,-1 0 0,0-1 0,0 0 0,-17 7 0,-5 8 0,26-18 0,0 1 0,0-2 0,0 1 0,0-1 0,-20 8 0,-124 27 0,138-35 0,13-4 0,-1 1 0,1-1 0,-1 0 0,0 0 0,0-1 0,0 1 0,1-1 0,-1 1 0,0-1 0,0 0 0,0 0 0,0 0 0,0 0 0,0-1 0,-4 0 0,-34-11-2141,32 10 446,1 0 0,-1-1 1,1 0-1,-1 0 1,1-1-1,-10-6 0,15 8 1260,1 0 1,-1 0-1,1-1 0,0 1 0,0-1 0,0 1 0,0-1 0,0 0 0,1 0 1,-1 0-1,1 0 0,0 0 0,0 0 0,0 0 0,0 0 0,0-1 1,1 1-1,-1 0 0,1-1 0,0 1 0,0-4 0,0-6-3703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32.4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482 291 5651,'15'-5'1043,"0"0"0,0-1 0,-1-1 0,1 0 0,-1-1 0,-1 0 1,0-2-1,18-14 0,-4 1-344,-14 13-64,0-1 1,-1 0-1,11-15 0,-19 22 127,-1 0 0,0-1 0,0 0 0,-1 0 0,1 1 0,-1-1 0,0-1 0,0 1 0,-1 0 0,0 0 0,0-1 0,0 1 0,0-10 0,-1 13-661,0 1 0,0-1 0,0 0 0,0 1 0,-1-1 0,1 0 0,0 1 0,-1-1 0,0 1 0,1-1 0,-1 0 0,0 1 0,0 0 0,1-1 0,-1 1 0,0-1 0,-1 1 0,1 0 0,0 0 0,0 0 1,0 0-1,-1 0 0,1 0 0,0 0 0,-4-1 0,-33-7 1037,30 8-1083,-16-1-55,0 0 0,0 2 0,-1 1 0,1 1 0,0 0 0,0 2 0,0 1 0,1 1 0,-40 16 0,20-4 0,1 2 0,1 2 0,-76 55 0,102-64 0,-1 0 0,1 1 0,1 0 0,1 1 0,-14 19 0,21-26 0,0 0 0,1 1 0,0 0 0,0 0 0,1 1 0,0-1 0,1 1 0,0 0 0,0 0 0,1 0 0,-2 17 0,3-4 0,0-17 0,1 0 0,0 0 0,-1 0 0,2 0 0,-1 0 0,1 0 0,0-1 0,0 1 0,3 9 0,23 42 0,-26-54 0,0-1 0,0 1 0,0-1 0,1 1 0,0-1 0,-1 1 0,1-1 0,0 0 0,0 0 0,0 0 0,0 0 0,0 0 0,1 0 0,-1-1 0,0 1 0,1-1 0,4 2 0,53 15 0,-19-8 0,-31-6 0,-9-3 0,1 0 0,0 0 0,0 0 0,0 0 0,0 0 0,0-1 0,0 1 0,1-1 0,-1 1 0,0-1 0,0 0 0,0 0 0,0 0 0,1 0 0,-1 0 0,0-1 0,3 0 0,28-6 0,-18 5 0,0-1 0,-1-1 0,1 0 0,-1-1 0,17-8 0,10-5 0,-36 16 0,1 0 0,-1 0 0,0 0 0,0 0 0,-1-1 0,1 0 0,0 0 0,-1 0 0,0-1 0,7-6 0,23-26 0,-22 25 0,-1-1 0,0-1 0,12-18 0,-20 25 0,1 0 0,-1-1 0,-1 1 0,1-1 0,-1 0 0,0 0 0,-1 0 0,0 0 0,0 0 0,0-15 0,-1-35 0,0 48 0,0 38 0,0-23 0,1 1 0,0 0 0,0-1 0,0 1 0,0-1 0,1 1 0,0-1 0,1 1 0,0-1 0,0 0 0,4 7 0,12 26 0,-18-35 0,1-1 0,0 0 0,-1 0 0,1 0 0,0 0 0,1 0 0,-1 0 0,0 0 0,6 4 0,14 20 0,-19-22-331,0-1 1,0 0-1,0 1 1,1-1-1,-1 0 1,1-1-1,0 1 1,0-1-1,7 5 1,5 4-1949,-9-7 999,0 0-1,1-1 1,0 0 0,0 0 0,0-1-1,0 0 1,0 0 0,1-1-1,-1 0 1,1-1 0,0 0-1,12 0 1,19 4-2843,-9 9 1037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33.0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402 559 2945,'1'-9'2286,"-2"-1"0,1 0-1,-1 1 1,0-1 0,-3-9 0,2 14-1734,0 1 1,0 0-1,0 0 1,0 0-1,-1 0 1,1 1-1,-1-1 1,0 1-1,0-1 1,-1 1 0,1 0-1,0 0 1,-7-3-1,-6-6 130,1 1 507,-1 0 0,0 1 0,-26-12-1,37 20-1041,1 0 0,-1 1 0,1-1-1,-1 1 1,0 0 0,0 0 0,1 1-1,-1-1 1,0 1 0,0 0-1,0 1 1,1-1 0,-1 1 0,0 0-1,0 0 1,1 0 0,-1 0 0,1 1-1,-7 3 1,-1 1-147,1 1 0,-1 1 0,1 0 0,0 1 0,-16 16 0,23-21 0,1 1 0,-1 0 0,1 0 0,0 0 0,0 1 0,0-1 0,1 1 0,-1 0 0,1-1 0,1 1 0,-1 0 0,1 0 0,0 0 0,1 0 0,-1 8 0,1-8 0,-1 0 0,0 1 0,0-1 0,-1 0 0,1 0 0,-1 0 0,-4 7 0,4-8 0,0-1 0,0 0 0,1 1 0,-1-1 0,1 1 0,0-1 0,0 1 0,1 0 0,-1-1 0,1 1 0,0 0 0,0 0 0,1-1 0,0 1 0,1 5 0,24 95 0,-23-96 0,-1-1 0,2 1 0,-1-1 0,8 14 0,5 12 0,-14-27 0,0 0 0,0 0 0,1 0 0,0 0 0,0-1 0,1 0 0,-1 1 0,1-1 0,1 0 0,-1-1 0,10 10 0,-6-6 0,0 1 0,-1 1 0,9 15 0,-12-18 0,0-1 0,1 1 0,0-1 0,0-1 0,0 1 0,1-1 0,0 0 0,0 0 0,10 8 0,-7-9-271,0 1 0,1-1 0,-1 0 0,1-1 1,0-1-1,0 1 0,0-1 0,0-1 0,1 0 0,-1 0 0,1-1 0,-1-1 0,1 1 1,0-2-1,-1 1 0,1-2 0,-1 1 0,0-2 0,1 1 0,-1-1 0,0-1 1,0 1-1,-1-2 0,1 0 0,-1 0 0,0 0 0,10-9 0,-7 5 31,-2-1 0,1 0 0,-1-1 0,-1 0 0,0 0 0,0-1-1,10-21 1,10-25 388,-4 0-1,26-85 1,10-123 3617,-56 221-2302,-2 0 0,-4-74 0,-1 31-554,2 82-909,-1 0 0,0-1 0,0 1 0,0 0 0,0 0 0,-1 0 0,0 0 0,0 1 0,-1-1 0,0 1 0,-4-7 0,0-20 0,8 30 0,-1 1 0,0 0 0,0 0 0,0 0 0,0 0 0,0 0 0,0 0 0,0 0 0,0 0 0,0 0 0,0 0 0,-1 0 0,1 0 0,0 0 0,-1 0 0,1 0 0,-1 0 0,1 0 0,-1 0 0,1 0 0,-1 0 0,0 1 0,1-1 0,-1 0 0,0 0 0,0 1 0,1-1 0,-1 0 0,0 1 0,0-1 0,0 1 0,0-1 0,0 1 0,0 0 0,0-1 0,0 1 0,0 0 0,-2-1 0,2 3 0,1-1 0,-1 1 0,0-1 0,0 1 0,1-1 0,-1 1 0,1 0 0,0-1 0,-1 1 0,1 0 0,0-1 0,0 1 0,0 0 0,0 0 0,0-1 0,1 1 0,-1 1 0,1 3 0,-2 3 0,1 0 0,-1 0 0,-1 0 0,-3 15 0,2-15 0,1 1 0,0 0 0,0 0 0,1 17 0,20 246 0,-18-234 0,3 0 0,15 66 0,-11-61 0,11 21 0,1 8 0,15 99 0,-34-166 0,1 0 0,0-1 0,0 1 0,1-1 0,-1 0 0,1 1 0,4 4 0,-4-6 0,-1-1 0,1 1 0,-1 0 0,0-1 0,0 1 0,-1 0 0,1 1 0,-1-1 0,0 0 0,0 0 0,0 0 0,0 8 0,-1-9 0,0 0 0,1 0 0,-1 0 0,1 0 0,0 0 0,0 0 0,0 0 0,0 0 0,1 0 0,-1-1 0,1 1 0,0-1 0,-1 1 0,1-1 0,3 3 0,-5-4 0,1-1 0,0 1 0,0 0 0,-1 0 0,1-1 0,0 1 0,0-1 0,0 1 0,0-1 0,0 1 0,0-1 0,0 1 0,0-1 0,0 0 0,0 0 0,0 0 0,0 1 0,1-1 0,-1 0 0,0 0 0,0 0 0,0-1 0,0 1 0,0 0 0,0 0 0,0-1 0,0 1 0,0 0 0,0-1 0,0 1 0,0-1 0,0 1 0,0-1 0,0 0 0,0 1 0,-1-1 0,1 0 0,0 1 0,0-1 0,-1 0 0,1 0 0,0 0 0,0-1 0,5-6 0,0 0 0,0 0 0,-1-1 0,1 0 0,-2 1 0,1-1 0,4-15 0,0-5 0,1 1 0,1-1 0,20-32 0,-19 39 0,-1-1 0,-1 0 0,-1-1 0,10-39 0,-13 31 0,1 2 0,20-51 0,-20 61 0,-6 16 0,0 1 0,1-1 0,-1 1 0,1-1 0,0 1 0,0-1 0,1 1 0,-1 0 0,4-4 0,-2 3 0,-3 3 0,-1 1 0,1 0 0,-1-1 0,1 0 0,-1 1 0,0-1 0,1 1 0,-1-1 0,0 1 0,0-1 0,1 0 0,-1 1 0,0-1 0,0 0 0,0 1 0,1-1 0,-1 1 0,0-1 0,0 0 0,0 1 0,0-1 0,0 0 0,-1 1 0,1-1 0,0 0 0,0 1 0,0-1 0,-1 0 0,1 0 0,2 1 0,0 1 0,-1 0 0,0-1 0,-1 0 0,1 1 0,0-1 0,0 1 0,-1-1 0,1 1 0,0-1 0,-1 1 0,1 0 0,-1-1 0,1 1 0,-1 0 0,1-1 0,-1 1 0,1 0 0,-1 0 0,1-1 0,-1 1 0,0 0 0,0 0 0,1 0 0,-1 0 0,0 0 0,0-1 0,0 3 0,7 21 0,62 95 0,-64-112 0,-1 1 0,0 0 0,0 0 0,-1 0 0,4 13 0,13 28 0,28 28 0,-44-72-169,0 0 1,-1 1-1,0-1 1,0 1-1,0-1 0,3 13 1,-4-10-494,1-1 0,0 1 0,1-1 0,7 12 0,17 31-6449,-25-44 5529,0 0 0,-1 0-1,0 0 1,0 1 0,0-1-1,1 14 1,2-6-2237,10-5 2379,-11-7 734,0 0-1226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33.5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1264 1105,'11'-6'1028,"0"-1"1,0 0 0,0-1-1,-1 0 1,0 0 0,0-1 0,-1 0-1,0-1 1,-1 0 0,9-14-1,7-14 4850,31-69-1,-34 64-2818,26-92 2474,-41 118-5533,-1-1 0,0 1 0,-1-1 0,-1 0 0,-1 0 0,0 0 0,-1 0 0,-3-24 0,2 30 0,0 11 0,0 0 0,1 0 0,-1 0 0,0 1 0,-1-1 0,1 0 0,0 0 0,0 0 0,0 0 0,0 1 0,-1-1 0,1 0 0,0 0 0,-1 0 0,1 1 0,-1-1 0,1 0 0,0 1 0,-1-1 0,0 0 0,1 1 0,-1-1 0,1 1 0,-1-1 0,0 0 0,0 1 0,1 0 0,-1-1 0,0 1 0,0-1 0,1 1 0,-1 0 0,0 0 0,0-1 0,0 1 0,-1 0 0,0 0 0,0 0 0,0 0 0,0 1 0,0-1 0,1 0 0,-1 1 0,0 0 0,0-1 0,0 1 0,0 0 0,1 0 0,-1 0 0,1 0 0,-1 0 0,-1 1 0,-5 6 0,1-1 0,0 1 0,0 0 0,1 1 0,0-1 0,0 1 0,1 1 0,1-1 0,-1 1 0,1-1 0,1 1 0,0 0 0,-3 17 0,-33 94 0,36-110 0,1 0 0,0 0 0,1 0 0,0 0 0,1 1 0,0-1 0,1 0 0,0 0 0,1 0 0,3 14 0,42 110 0,-44-130 0,0 1 0,0-1 0,0 0 0,0 0 0,1 0 0,0 0 0,0-1 0,1 0 0,-1 0 0,1 0 0,0 0 0,0-1 0,0 1 0,0-1 0,1-1 0,7 4 0,6 1 0,1-1 0,0-1 0,29 4 0,-40-9 0,1 0 0,0 0 0,0-1 0,0-1 0,-1 0 0,1 0 0,0 0 0,-1-2 0,0 1 0,16-9 0,-1 2 0,-9 2-102,0-1 0,-1-1 1,0 0-1,-1-1 0,0 0 0,19-22 1,-16 13-658,27-42 1,-34 47 573,-1 2 18,-1 0 0,-1-1 0,8-24 0,6-16-54,-2 15 112,-5 13 112,-1-1 0,-1 0 0,-2 0 0,-1-1 0,7-38 0,-10 18 731,20-74 0,-20 99-576,0-1 0,-1 0 0,-1 0-1,-1 0 1,-2 0 0,0 0 0,-6-40 0,-2 18 63,-3 0 0,-26-73 0,35 115-221,0-1 0,0 1 0,0 0 0,-1 0 0,0 0 0,0 0 0,0 1 0,-6-6 0,-5 0 0,13 9 0,1 0 0,0 0 0,0 0 0,0 0 0,-1 0 0,1 0 0,0 0 0,0 0 0,-1 0 0,1 0 0,0 0 0,0 0 0,0 0 0,-1 0 0,1 1 0,0-1 0,0 0 0,-1 0 0,1 0 0,0 0 0,0 0 0,0 0 0,0 1 0,-1-1 0,1 0 0,0 0 0,0 0 0,0 1 0,0-1 0,0 0 0,0 0 0,0 0 0,-1 1 0,1-1 0,0 0 0,0 0 0,0 0 0,0 1 0,0-1 0,0 0 0,0 0 0,0 1 0,0-1 0,0 0 0,0 0 0,0 1 0,0 0 0,0 1 0,0-1 0,0 1 0,0-1 0,-1 1 0,1-1 0,-1 0 0,1 1 0,-1-1 0,1 0 0,-1 1 0,0-1 0,0 0 0,0 0 0,0 1 0,0-1 0,0 0 0,-2 1 0,-7 12 0,7-3 0,1 0 0,0 1 0,1-1 0,0 0 0,1 0 0,0 1 0,2 14 0,0 14 0,-1-21 0,1 0 0,0 0 0,7 26 0,-4-27 0,-2 1 0,0-1 0,0 27 0,-1-10 0,2-1 0,16 69 0,-3-21 0,-10-22 0,-4-36 0,0 0 0,9 29 0,13 27 0,18 68 0,-37-119 0,-3-12 0,1-1 0,0 0 0,11 26 0,10 40 94,-7-19-1314,-15-56 261,1 1-1080,-1 0 0,0 0 0,0 0-1,-1 1 1,0-1 0,2 16 0,-4-23 1850,0 0 0,0-1 0,0 1 0,0 0 0,0-1 0,0 1 0,0 0 0,0-1 0,0 1 1,0 0-1,0-1 0,1 1 0,-1 0 0,0-1 0,1 1 0,-1-1 0,0 1 0,1 0 0,-1-1 1,1 1-1,-1-1 0,1 1 0,-1-1 0,1 0 0,-1 1 0,1-1 0,-1 1 0,1-1 0,0 0 1,-1 1-1,1-1 0,-1 0 0,1 0 0,0 0 0,-1 0 0,1 1 0,0-1 0,0 0 0,-1 0 1,1 0-1,0 0 0,-1 0 0,1-1 0,0 1 0,0 0 0,2 0-520,2 0-2810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34.0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65 507 5667,'5'-11'1671,"0"0"1,-1 0 0,0 0 0,-1 0 0,0-1-1,-1 1 1,0-1 0,0 0 0,-2 0 0,1 1-1,-4-22 1,3 5 519,0 25-2001,0 1-1,0 0 0,-1 0 0,1 0 0,-1 0 0,1 0 0,-1 0 0,0 0 1,0 0-1,0 0 0,0 0 0,0 0 0,0 1 0,0-1 0,-1 0 0,-1-1 1,2 1-88,0 1 0,-1 0 0,1-1 0,0 1 0,0-1 0,0 1 0,0-1 0,1 1 0,-1-1 0,0 0 0,1 1 0,-1-1 0,1 0 0,0 0 0,-1-3 0,1 6-102,0-1 0,0 1 0,0 0 0,0-1 0,0 1 0,0-1 0,-1 1 0,1 0 0,0-1 0,0 1 0,-1-1 0,1 1 0,0-1 0,-1 1 0,1-1 0,0 1 0,-1-1 0,1 1 0,0-1 0,-1 0 0,1 1 0,-1-1 0,0 1 0,0 0 0,0-1 0,0 1 0,0 0 0,0 0 0,1-1 0,-1 1 0,0 0 0,0 0 0,1 0 0,-1 0 0,1 0 0,-1 0 0,1 0 0,-1 0 0,1 0 0,0 0 0,-1 1 0,1-1 0,0 0 0,0 0 0,0 0 0,0 0 0,0 0 0,0 2 0,1 8 0,0-6 0,-1 0 0,0 0 0,0 0 0,0 0 0,-1 0 0,1 0 0,-1 0 0,0 0 0,-2 5 0,-4 5 0,4-10 0,1 0 0,-1 1 0,1-1 0,1 1 0,-1-1 0,1 1 0,0 0 0,0-1 0,0 10 0,-8 62 0,6-62 0,1-1 0,0 1 0,1-1 0,0 1 0,1 0 0,2 16 0,4-5 0,4 43 0,-9-56 0,0 0 0,1 0 0,0 0 0,1 0 0,8 22 0,0 1 0,-9-31 0,0 0 0,1 0 0,-1 0 0,1 0 0,0-1 0,0 1 0,4 3 0,7 14 0,-12-17 0,-1 0 0,1 0 0,0-1 0,0 1 0,1-1 0,-1 0 0,1 0 0,0 1 0,0-2 0,0 1 0,1 0 0,-1-1 0,1 1 0,0-1 0,0 0 0,0 0 0,0-1 0,0 1 0,1-1 0,5 2 0,15 4 0,-20-6 0,0-1 0,0 1 0,0-1 0,0 1 0,1-1 0,-1-1 0,0 1 0,1-1 0,-1 0 0,0 0 0,1-1 0,6-1 0,-7 1 0,-1 0 0,1 0 0,-1-1 0,1 0 0,-1 0 0,0 0 0,0-1 0,0 1 0,0-1 0,-1 0 0,1 0 0,-1 0 0,1 0 0,-1-1 0,0 0 0,0 1 0,3-7 0,3-1 0,-6 7 0,0 0 0,1 0 0,-1 0 0,-1 0 0,1-1 0,-1 1 0,1-1 0,-1 0 0,0 1 0,-1-1 0,1 0 0,-1 0 0,0 0 0,-1 0 0,1-9 0,2-67 0,-1 42 0,-2 0 0,-8-71 0,3 92 0,-1 0 0,-1 0 0,-1 0 0,-14-23 0,6 10 0,-18-22 0,-1-5 0,29 37 0,5 18 0,0 0 0,0 0 0,0 0 0,0 0 0,0 0 0,0 0 0,-1 0 0,0 1 0,1-1 0,-1 1 0,0-1 0,0 1 0,-5-5 0,6 7 0,-1-1 0,1 0 0,0 0 0,-1 0 0,1 0 0,0 0 0,0 0 0,0 0 0,0 0 0,0 0 0,0 0 0,0-1 0,0 1 0,0 0 0,1-1 0,-1 1 0,0-1 0,1 1 0,-1-1 0,1 1 0,0-1 0,-1 1 0,1-1 0,0 1 0,0-1 0,0 1 0,0-1 0,0 0 0,1-1 0,-1 3 0,0-1 0,0 1 0,0 0 0,0 0 0,0-1 0,0 1 0,0 0 0,0-1 0,0 1 0,0 0 0,1 0 0,-1-1 0,0 1 0,0 0 0,0 0 0,0 0 0,0-1 0,1 1 0,-1 0 0,0 0 0,0 0 0,0-1 0,1 1 0,-1 0 0,0 0 0,0 0 0,1 0 0,-1 0 0,0 0 0,0-1 0,1 1 0,-1 0 0,0 0 0,0 0 0,1 0 0,-1 0 0,0 0 0,1 0 0,-1 0 0,0 0 0,0 0 0,1 0 0,-1 0 0,0 1 0,0-1 0,1 0 0,-1 0 0,22 10 0,20 24 0,-8 1 0,-25-27 0,-1 0 0,0 1 0,-1 0 0,0 0 0,0 1 0,7 14 0,31 44 0,-35-55 0,-1 0 0,0 0 0,12 25 0,13 38 0,-15-37 0,18 56 0,12 28 0,-46-94 0,-3-21 0,0-17 0,0 7 0,0 1 0,0-1 0,1 1 0,-1-1 0,0 1 0,1-1 0,-1 1 0,1-1 0,-1 1 0,1 0 0,0-1 0,0 1 0,0 0 0,-1 0 0,1-1 0,0 1 0,1 0 0,-1 0 0,1-1 0,7-9 0,-6 4 0,-2 0 0,1 0 0,-1 0 0,0 0 0,0 0 0,-1 0 0,0 0 0,0 0 0,-2-8 0,3-45 0,3 40 0,0 3 0,-1 0 0,2-33 0,-4 33 0,0 0 0,1-1 0,1 1 0,6-19 0,6-35 0,32-117 0,-44 176 0,1-1 0,0 1 0,9-18 0,10-35 0,-21 59-598,0-1-1,1 1 1,-1-1-1,1 1 1,1 0-1,4-7 1,15-30-6194,-22 40 6101,0 1 0,0 0-1,0 0 1,0 0 0,0 0 0,1 0-1,-1 0 1,1 0 0,0 1 0,2-3-1,22-9-6271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34.1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11013,'28'11'14871,"-28"4"-10821,0-4-3522,18-11-3698,-18-11-959,29-4-7253,-29 4 5828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38.0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43 265 2641,'0'1'191,"0"-1"-1,0 1 1,0 0-1,0-1 1,0 1-1,0 0 1,0-1 0,0 1-1,-1 0 1,1-1-1,0 1 1,0 0-1,-1-1 1,1 1-1,0-1 1,-1 1-1,1 0 1,-1-1 0,1 1-1,-1-1 1,1 1-1,-1-1 1,1 0-1,-1 1 1,1-1-1,-1 1 1,1-1-1,-1 0 1,0 1 0,0-1-91,1 0 0,-1 0 0,1 1 1,-1-1-1,1 0 0,-1 0 1,1 1-1,0-1 0,-1 0 1,1 1-1,-1-1 0,1 0 1,0 1-1,-1-1 0,1 1 0,0-1 1,0 1-1,-1-1 0,1 1 1,0-1-1,0 1 0,0-1 1,0 1-1,-1-1 0,1 1 1,0-1-1,0 1 0,0 3 2391,-4-4-1611,3 0-805,0-1 0,0 1-1,0 0 1,0 0 0,1 0-1,-1 0 1,0 0 0,0 0 0,0 0-1,1 0 1,-1 1 0,0-1-1,0 0 1,0 0 0,1 1-1,-1-1 1,0 1 0,0-1-1,1 0 1,-1 1 0,0-1 0,0 2-1,1-1-6,1-1 1,0 1-1,-1-1 0,1 1 0,0-1 1,-1 1-1,1-1 0,0 0 0,0 1 0,-1-1 1,1 0-1,0 0 0,0 1 0,0-1 0,-1 0 1,1 0-1,0 0 0,0 0 0,0 0 1,-1 0-1,1 0 0,2-1 0,1 1 1434,-1 0 923,258-9 8591,-101 4-11016,30-4 0,-163 6 0,-1 2 0,41 3 0,-45-1 0,0 0 0,0-2 0,31-4 0,-16 0 0,64-3 0,-3-2 0,-88 10 23,14-1 25,-23 1-60,-1 0 0,1 0 1,-1 0-1,1 0 0,-1-1 0,1 1 1,-1 0-1,1 0 0,-1 0 0,1-1 0,-1 1 1,1 0-1,-1-1 0,0 1 0,1 0 1,-1-1-1,1 1 0,-1-1 0,0 1 1,1-1-1,-1 1 0,0-1 0,0 1 0,1 0 1,-1-1-1,0 0 0,0 1 0,0-1 1,0 1-1,0-1 0,1 1 0,-1-2 1,-7-1-3976,6 3 3837,1 0 1,-1 0-1,1 0 0,-1 0 1,1 0-1,-1 0 1,1 0-1,-1 0 0,1-1 1,-1 1-1,1 0 0,0 0 1,-1 0-1,1-1 0,-1 1 1,1 0-1,0 0 1,-1-1-1,1 1 0,-1 0 1,1-1-1,0 1 0,0 0 1,-1-1-1,1 1 0,0-1 1,0 1-1,-1-1 1,1 1-1,0-1 0,-78-45-16604,77 46 16739,0-1 0,0 1-1,0-1 1,0 1 0,0-1 0,0 0 0,0 0-1,0 1 1,1-1 0,-1 0 0,0 0 0,1 0-1,-1 0 1,0 0 0,1 0 0,-1 0 0,1 0 0,0 0-1,-1 0 1,1 0 0,0 0 0,-1 0 0,1 0-1,0 0 1,0-2 0,0 3 36,-1-1 0,1 0 1,0 0-1,-1 0 0,1 0 0,-1 1 1,1-1-1,-1 0 0,0 0 0,1 1 0,-1-1 1,0 0-1,1 1 0,-1-1 0,0 1 0,0-1 1,1 1-1,-1-1 0,0 1 0,0-1 1,-1 1-1,-14-12 798,11 6-565,4 4-95,0 1 1,0-1-1,-1 0 1,1 0 0,0 0-1,1 1 1,-1-1 0,0 0-1,0 0 1,1 0-1,0-1 1,-1 1 0,1 0-1,0 0 1,0 0-1,0 0 1,0-4 0,0 3 226,0 0 1,0-1-1,1 1 1,-1 0-1,1 0 1,-1 0-1,1-1 1,0 1-1,1 0 1,-1 0-1,0 0 1,1 0-1,-1 0 1,4-3-1,4-12 2024,-5 11-1386,13 5-232,9-4 1403,-24 5-2057,0 0 0,1 0 1,0 1-1,-1-1 0,1 1 0,-1-1 0,1 1 0,0 0 0,-1 0 0,1 0 0,0 0 0,-1 0 0,1 1 0,3 0 0,3 1 15,-1 0-1,0 0 1,0 1 0,0 0 0,-1 0-1,1 1 1,-1 0 0,0 0 0,0 1-1,0 0 1,0 0 0,-1 0 0,0 1-1,0 0 1,0 0 0,-1 1-1,0 0 1,0 0 0,-1 0 0,0 0-1,0 1 1,-1-1 0,4 11 0,-6-13-109,2 5 20,0 0 1,0 0-1,-1 0 0,-1 0 0,0 0 0,0 0 0,-1 0 0,0 1 0,-3 12 0,-56 174 307,58-190-610,-1-1-1,0 0 0,0 0 1,0 1-1,0-1 0,-1-1 1,0 1-1,-1 0 1,1-1-1,-1 0 0,0 1 1,0-1-1,-1-1 1,1 1-1,-9 5 0,10-7-423,0-1 1,1 1-1,-1 0 0,0 0 0,1 0 0,0 0 0,0 0 0,-2 5 0,3-6 199,0-1-1,0 1 0,0 0 1,-1 0-1,1 0 1,0-1-1,-1 1 0,1-1 1,-1 1-1,0-1 1,-3 3-1,1 9-8496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39.4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67 133 976,'0'-1'96,"0"1"0,0 0-1,0 0 1,0-1 0,0 1-1,0 0 1,0 0-1,0-1 1,0 1 0,0 0-1,0-1 1,0 1-1,0 0 1,0 0 0,0-1-1,0 1 1,0 0-1,0 0 1,0-1 0,0 1-1,0 0 1,0 0 0,-1-1-1,1 1 1,0 0-1,0 0 1,0-1 0,0 1-1,-1 0 1,1 0-1,0 0 1,0 0 0,0-1-1,-1 1 1,1 0-1,-1 0 1,-5-3 423,5 3-366,1 0 0,-1 0 0,1 0 1,-1 0-1,1 0 0,0 0 0,-1-1 1,1 1-1,0 0 0,-1 0 1,1 0-1,-1-1 0,1 1 0,0 0 1,-1 0-1,1-1 0,0 1 1,0 0-1,-1-1 0,1 1 0,0 0 1,0-1-1,-1 1 0,1-1 0,0 1 1,0 0-1,0-1 0,0 1 1,0-1-1,0 1 0,-1 0 0,1-1 1,0 1-1,0-1 0,0 1 1,0-1-1,1 1 0,-1-1 0,-24-2 1894,20 3 314,4-29 12640,0 28-14950,1 0-1,0-1 1,0 1-1,-1 0 1,1 0 0,0 0-1,0-1 1,0 1-1,0 0 1,1 0-1,-1 1 1,0-1 0,0 0-1,1 0 1,-1 1-1,0-1 1,1 0-1,-1 1 1,2-1-1,38-14 797,-32 12-658,55-11 112,-35 7-301,1 0 0,0 2 0,0 1 0,0 2 0,50 2 0,-64 0 0,-13 0 0,0 1 0,0 0 0,0 0 0,0 0 0,-1 0 0,1 0 0,-1 0 0,1 1 0,-1-1 0,1 1 0,-1 0 0,0 0 0,1 0 0,-1 0 0,0 0 0,-1 0 0,1 0 0,0 1 0,1 3 0,-1-4 0,0 1 0,0 1 0,0-1 0,-1 0 0,1 0 0,-1 1 0,0-1 0,0 1 0,0-1 0,-1 1 0,1-1 0,-1 1 0,0-1 0,0 1 0,0 7 0,-7 8 0,1 0 0,-2-1 0,-1 1 0,0-2 0,-1 1 0,-13 16 0,-82 93 0,99-120 0,-18 15 0,20-20 0,1 0 0,0 1 0,0-1 0,0 1 0,0-1 0,0 1 0,0 0 0,1 0 0,0 1 0,-1-1 0,1 0 0,0 1 0,1-1 0,-1 1 0,1 0 0,-2 6 0,4-8 0,0 0 0,1 0 0,-1 0 0,1 0 0,0 0 0,-1-1 0,1 1 0,0-1 0,0 1 0,0-1 0,1 0 0,-1 1 0,0-1 0,0 0 0,0-1 0,1 1 0,3 1 0,48 14 0,88 30 0,-98-29 0,-39-15 0,1 2 0,-1-1 0,0 0 0,0 1 0,-1 0 0,1 0 0,-1 1 0,1-1 0,-1 1 0,-1 0 0,1 0 0,-1 0 0,0 0 0,0 1 0,0-1 0,-1 1 0,0 0 0,0 0 0,0 0 0,1 10 0,-3-12 0,0 0 0,-1 0 0,1-1 0,-1 1 0,0-1 0,0 1 0,0 0 0,0-1 0,-1 0 0,1 1 0,-1-1 0,-4 6 0,-1 3 0,3-5 0,-1 1 0,0-1 0,-1-1 0,0 1 0,0-1 0,0 0 0,-1 0 0,0 0 0,0-1 0,-1 0 0,-11 6 0,-12 3 0,-55 19 0,27-12 0,45-16 0,0-1 0,-1-1 0,1 0 0,-1-1 0,-26 0 0,-15 3 0,49-4-409,0 0 0,0 0 0,0 0 0,0-1 0,0 0 0,0-1-1,0 1 1,0-2 0,0 1 0,0-1 0,-10-3 0,2-5-8346,14 9 8366,0 0 0,0 0 0,1 0 0,-1 0 0,0 0 0,1 0 0,-1 0 0,1 0 0,-1 0 0,1 0 0,-1 0 0,1 0 0,0 0 0,0 0 0,-1 0 0,1 0 0,0 0 0,0-1 0,0 1 0,0 0 0,0 0 0,1 0 0,-1 0 0,0 0 0,0 0 0,1 0 0,-1 0 0,1-1 0,0 0 0,15-10-3266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39.6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263 156 3298,'73'-38'9120,"-8"6"2729,-62 26-7483,-3 16-1406,-3-2-2837,0 1-1,-1-1 0,0 0 1,0-1-1,-1 1 1,1-1-1,-2 0 1,-10 13-1,-3 3-50,9-8-72,0 0 0,1 1 0,0 0 0,1 0 0,1 1 0,1-1 0,0 2 0,-5 29 0,4-20 0,6-22 0,-1 0 0,1 1 0,-1 0 0,2-1 0,-1 1 0,1-1 0,-1 1 0,2 0 0,-1-1 0,1 7 0,4 11 0,-3-7 0,1-1 0,1 1 0,0-1 0,1 0 0,1 0 0,8 15 0,-8-19 0,0 1 0,0-1 0,1 0 0,0-1 0,1 1 0,0-2 0,1 1 0,0-1 0,20 16 0,-16-16 0,0 0 0,0 0 0,1-2 0,1 0 0,-1 0 0,1-1 0,0-1 0,0-1 0,25 5 0,-30-8 0,0 1 0,0-1 0,0 0 0,0-1 0,0 0 0,0-1 0,0 0 0,0 0 0,11-4 0,-12 3 0,0-1 0,-1 0 0,1 0 0,-1-1 0,1 0 0,-1-1 0,-1 0 0,1 0 0,-1-1 0,0 1 0,0-2 0,0 1 0,-1-1 0,0 0 0,0 0 0,-1-1 0,0 1 0,0-1 0,4-12 0,-4 9 0,0-1 0,-1 1 0,0-1 0,-1 0 0,-1 0 0,0-1 0,0 1 0,-1 0 0,-1-18 0,-3-9 0,-14-64 0,5 33 0,7 53 0,-1 1 0,0 0 0,-1 0 0,-1 0 0,0 0 0,-1 2 0,-1-1 0,0 1 0,-15-15 0,16 18 0,-1 1 0,0 0 0,0 1 0,-1 0 0,0 0 0,-1 1 0,0 1 0,0 0 0,0 1 0,-24-9 0,-6 2 0,-1 1 0,-45-5 0,54 11 0,-52-2-2146,43 9-1873,-1 3-1,-67 13 1,38-5-3371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40.6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59 23 8196,'-5'-13'10538,"-11"10"-2808,10 2-2762,4-2-3720,-2 0-1273,3 4 29,-1-1 1,1 1-1,0-1 0,-1 1 1,1 0-1,0 0 1,-1-1-1,1 1 0,0 0 1,0 0-1,0 0 0,0 1 1,0-1-1,0 0 1,0 0-1,0 1 0,0-1 1,1 0-1,-1 1 0,0-1 1,1 0-1,-1 1 1,1-1-1,0 1 0,-1-1 1,1 1-1,0-1 1,0 1-1,0 0 0,0-1 1,0 2-1,0 4-7,0 0-1,0 0 1,0 0-1,1 0 1,0 0-1,0 0 1,3 6-1,2 4 4,-3-9 0,0 0 0,0 1 0,-1-1 0,0 1 0,0-1 0,-1 1 0,0 12 0,0 5 0,2 0 0,11 48 0,-1-2 0,-8-48 0,1 0 0,1 0 0,1-1 0,11 24 0,-7-19 0,-1 0 0,7 31 0,-11-19 0,-6-28 0,1-1 0,0 1 0,0-1 0,9 22 0,1-7 0,-5-13 0,-1 1 0,0 0 0,5 22 0,-9-27 0,0 0 0,1-1 0,0 1 0,0-1 0,0 0 0,7 10 0,-9-16 0,2 14 0,-3-14 0,-1-1 0,1 0 0,0 1 0,0-1 0,1 0 0,-1 0 0,0 1 0,0-1 0,1 0 0,-1 0 0,1 1 0,-1-1 0,1 0 0,-1 0 0,2 2 0,9 9 0,-6-11 0,-5-28 0,-1 0 0,-7-27 0,5 42 0,0 0 0,1 0 0,0-21 0,2 8 0,1 10 0,-1 0 0,0-1 0,-1 1 0,-4-18 0,-39-180 0,21 116 0,16 61 0,-2 1 0,-24-62 0,30 90 0,-1-1 0,2 0 0,-1 0 0,1 0 0,0 0 0,0-1 0,1 1 0,0-11 0,1 17 0,0 0 0,0-1 0,-1 1 0,1 0 0,-1 0 0,1 0 0,-1 0 0,0 0 0,0 0 0,0 0 0,0 0 0,0 1 0,0-1 0,0 0 0,0 0 0,-3-1 0,3 2 0,0-1 0,-1 1 0,1-1 0,0 1 0,0-1 0,0 1 0,0-1 0,1 0 0,-1 0 0,0 1 0,1-1 0,-1 0 0,1 0 0,-1 0 0,1 1 0,0-3 0,0 3 0,0 1 0,0-1 0,0 1 0,0-1 0,0 1 0,0-1 0,0 1 0,0-1 0,0 1 0,0-1 0,1 1 0,-1-1 0,0 1 0,0-1 0,0 1 0,1-1 0,-1 1 0,0-1 0,1 1 0,-1 0 0,0-1 0,1 1 0,-1 0 0,1-1 0,-1 1 0,0 0 0,1-1 0,-1 1 0,1 0 0,-1 0 0,1 0 0,0-1 0,20 4 0,22 22 0,-18-8 0,1-1 0,0 0 0,1-2 0,0-2 0,55 18 0,-19-5 0,-51-19 0,0-1 0,0-1 0,1 0 0,23 5 0,-9-5 0,0-1 0,0-1 0,1-1 0,52-7 0,-57 6 0,-19 0 0,0 0 0,0 0 0,0 0 0,0 0 0,0 0 0,0-1 0,0 0 0,0 0 0,0 0 0,-1 0 0,1-1 0,0 1 0,-1-1 0,1 0 0,-1 0 0,4-3 0,62-57 0,-69 61 0,1 0 0,0 1 0,0-1 0,-1 0 0,1 0 0,-1 0 0,1 1 0,-1-1 0,1 0 0,-1 0 0,1 0 0,-1 0 0,0 0 0,0 0 0,1 0 0,-1 0 0,0 0 0,0 0 0,0 0 0,0 0 0,0 0 0,0 0 0,0 0 0,-1 0 0,1 0 0,0 0 0,0 0 0,-1 0 0,1 0 0,-1 0 0,1 1 0,-1-1 0,1 0 0,-1 0 0,1 0 0,-1 1 0,0-1 0,1 0 0,-1 0 0,0 1 0,0-1 0,0 1 0,1-1 0,-1 1 0,0-1 0,0 1 0,0-1 0,0 1 0,0 0 0,0 0 0,0-1 0,0 1 0,0 0 0,0 0 0,0 0 0,0 0 0,0 0 0,0 0 0,0 0 0,0 1 0,-1-1 0,-5 3 0,0 0 0,0 0 0,1 0 0,-1 1 0,1 0 0,0 0 0,0 1 0,0-1 0,1 1 0,0 1 0,0-1 0,-5 7 0,-7 10 0,-24 40 0,15-22 0,18-29 0,0 1 0,1 0 0,1 0 0,-11 25 0,9 4 0,1 0 0,1 0 0,3 0 0,3 78 0,1-56 0,1-51 0,3-13 0,8-18 0,-10 12 0,2 3 0,-1-1 0,-1 0 0,1 0 0,-1 0 0,1 0 0,-2-1 0,4-6 0,13-25 0,-16 31 0,0 0 0,-1 0 0,0 0 0,0-1 0,0 1 0,0-9 0,7-25 0,7-20 0,7-62 0,-9 51 0,-8 48 0,-2 0 0,0 0 0,0-25 0,14-114 0,-19 153 0,7 18 0,-4-8 0,0 1 0,0 0 0,0-1 0,-1 1 0,1 0 0,-1 0 0,1 0 0,-1 0 0,0 0 0,1 0 0,-1 0 0,0 0 0,0 1 0,-1-1 0,1 0 0,0 1 0,-1-1 0,0 0 0,1 1 0,-1-1 0,0 1 0,0 4 0,2 22 0,2-1 0,1 1 0,1-1 0,2 0 0,12 31 0,33 126 0,-32-105 0,33 79 0,-38-114 0,-4-12 85,-4-13-336,-1 1 1,8 35-1,7 38-7019,29 35-8274,-48-123 14790,18 47-7714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40.9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95 22394,'0'-10'10373,"28"10"-10373,-28-16 0,19 16 0,9 0 0,-9 0 0,9 0 0,-10-16 0,11 16 0,-11-11 0,29 11 0,-19-15-192,19 15-5987,-19-11-1056,-9 11-129,28-16 1538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41.2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188 1 11845,'-11'0'4305,"-17"1"4031,26 0-8024,0 0 0,0 0 1,0 0-1,0 0 0,0 0 0,0 0 1,0 1-1,0-1 0,1 1 1,-1-1-1,0 1 0,1-1 1,0 1-1,-1 0 0,1 0 1,-2 3-1,-9 12 523,6-9-478,1-1-1,0 2 0,0-1 0,1 0 0,-6 17 0,-3 8-356,8-22 0,0 0 0,1 1 0,0-1 0,1 1 0,0 0 0,1 0 0,-1 17 0,2-17 0,0 1 0,-1-1 0,0 0 0,-6 19 0,4-19 0,1-1 0,1 1 0,0 0 0,-1 19 0,3 130 0,0-154 0,0 0 0,1 1 0,0-1 0,0 0 0,1 0 0,0 0 0,5 12 0,-4-12 0,-1-1 0,0 1 0,0-1 0,0 1 0,-1 0 0,0 0 0,0 12 0,18 117-1894,-19-135 1518,0 1 1,0 0 0,0-1 0,0 1-1,0 0 1,1-1 0,-1 1-1,1-1 1,-1 1 0,1-1-1,-1 1 1,1-1 0,0 1-1,0-1 1,0 0 0,0 1-1,0-1 1,0 0 0,0 0-1,2 2 1,-2-2-322,0 0 0,0 0 0,0 0-1,1 1 1,-1-1 0,0 0 0,-1 1 0,1-1 0,0 1-1,0-1 1,-1 1 0,1 0 0,-1-1 0,1 1 0,-1-1-1,1 1 1,-1 0 0,0-1 0,0 1 0,0 2-1,0 11-3490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41.5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497 106 8612,'0'-77'23421,"0"79"-23381,-1 0 0,1 0 0,-1 0 0,0 0 0,0 0 0,0-1 0,0 1 0,0 0 0,0-1 0,0 1 0,-1-1 0,1 1 0,0-1 0,-1 1-1,0-1 1,-2 2 0,-17 20 15,-10 48-55,28-64 0,0 0 0,0 0 0,1 1 0,0-1 0,1 1 0,-1-1 0,1 1 0,1 15 0,-8 38 0,-1-34 0,7-23 0,0 1 0,0 0 0,0 0 0,1 1 0,0-1 0,0 0 0,0 0 0,1 1 0,0-1 0,0 0 0,0 1 0,0-1 0,2 6 0,1-2 0,5 25 0,2 0 0,1-1 0,28 56 0,-31-76 0,1-1 0,1 1 0,12 11 0,-1-1 0,-12-12 0,1-1 0,0 0 0,1 0 0,0-1 0,0 0 0,1-1 0,0-1 0,1 0 0,0 0 0,0-1 0,0-1 0,0 0 0,1-1 0,0-1 0,0 0 0,0 0 0,0-2 0,1 1 0,-1-2 0,0 0 0,1-1 0,15-3 0,-24 4 0,0-1 0,-1 0 0,1-1 0,-1 1 0,1-1 0,-1 0 0,1 0 0,-1-1 0,0 0 0,0 0 0,0 0 0,-1 0 0,1-1 0,-1 1 0,0-1 0,0-1 0,0 1 0,0 0 0,-1-1 0,0 0 0,0 0 0,0 0 0,0 0 0,2-8 0,8-32 0,-9 33 0,0 0 0,-1 0 0,0-1 0,-1 1 0,1-20 0,-3 3 0,0-12 0,-6-57 0,3 81 0,-1 0 0,0 0 0,-1 0 0,0 0 0,-2 1 0,-11-22 0,7 20-266,-1 1 1,0 1-1,-1 0 0,-1 0 0,0 1 1,-2 1-1,1 1 0,-2 0 1,1 1-1,-2 1 0,1 0 1,-2 2-1,1 0 0,-1 0 0,-38-9 1,3 4-1157,0 2 0,-1 2 1,0 3-1,-105 0 0,-7 21-11144,77-12 3773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42.2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48 120 4546,'0'0'187,"0"-1"0,0 1 0,0-1 0,-1 1 0,1 0 0,0-1 0,0 1 0,0-1 0,0 1 0,0-1 0,-1 1 0,1-1 0,0 1 0,0 0 0,-1-1 0,1 1 0,0-1-1,-1 1 1,1 0 0,0-1 0,-1 1 0,1 0 0,-1 0 0,1-1 0,0 1 0,-1 0 0,1 0 0,-1 0 0,1-1 0,-1 1 0,1 0 0,-1 0 0,1 0 0,-1 0 0,1 0 0,-1 0 0,1 0 0,0 0 0,-1 0 0,0 0-73,0 0 0,1 0 0,-1 0 1,1 0-1,-1 0 0,1 0 0,-1 0 1,0 0-1,1 0 0,-1 0 0,1-1 1,-1 1-1,1 0 0,-1 0 0,1-1 1,-1 1-1,1 0 0,-1-1 0,1 1 1,-1 0-1,1-1 0,0 1 0,-1-1 0,1 1 1,0 0-1,-1-1 0,1 1 0,0-1 1,0 1-1,-1-1 0,1 0 0,0 1 1,0-1-1,0 1 0,0-1 0,0 1 1,-1-1-1,1 1 0,1-2 0,-2 0 189,1 1 0,0-1 0,0 0-1,0 1 1,-1-1 0,1 0 0,-1 1-1,1-1 1,-1 1 0,0-1 0,0 0 0,1 1-1,-3-3 1,1 2-137,1 1 0,0-1 1,0 0-1,0 1 0,1-1 0,-1 0 0,0 0 0,1 0 0,-1 0 1,1 0-1,-1 1 0,1-1 0,0 0 0,0-3 0,0-1-1722,1-6 5342,1-10 3548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42.7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163 201 4962,'0'-2'633,"0"0"-1,0 1 1,-1-1 0,1 0-1,0 0 1,0 0-1,-1 0 1,0 0 0,1 0-1,-1 1 1,0-1-1,0 0 1,1 0 0,-2 1-1,1-1 1,0 1-1,0-1 1,0 1 0,-1-1-1,1 1 1,-2-2-1,-22-9 3302,21 11-2112,-2-4 69,6 5-1859,0-1-1,-1 0 0,1 1 1,-1-1-1,1 1 1,0-1-1,-1 1 1,1-1-1,-1 1 0,1-1 1,-1 1-1,1 0 1,-1-1-1,1 1 1,-1 0-1,0-1 0,1 1 1,-1 0-1,1 0 1,-1-1-1,0 1 1,1 0-1,-1 0 1,0 0-1,1 0 0,-1 0 1,0 0-1,1 0 1,-1 0-1,-1 0 1,0 2 44,0 0 0,0 0 0,0 0 0,0 0 0,0 0 1,0 0-1,1 0 0,-1 0 0,1 1 0,0-1 1,-1 1-1,0 3 0,-19 28 1215,18-30-1138,1 0 0,-1 0 1,0 0-1,1 0 1,0 1-1,0-1 0,0 1 1,1-1-1,-1 1 0,1 0 1,0-1-1,0 1 1,1 0-1,0 0 0,0 7 1,-4 31 377,-2-14-531,1 0 0,1 0 0,2 1 0,1 0 0,1-1 0,5 35 0,42 191 0,-44-243 0,0-1 0,1 0 0,7 18 0,-7-21 0,0 0 0,-1 0 0,0 0 0,-1 0 0,0 1 0,0-1 0,-1 1 0,1 9 0,-2-11 0,1 1 0,0-1 0,0 0 0,0 0 0,4 10 0,-2-10 0,-2 0 0,1 0 0,-1 1 0,0-1 0,1 10 0,-2-15 0,0 0 0,0 0 0,0 0 0,0-1 0,0 1 0,1 0 0,-1-1 0,1 1 0,-1 0 0,1 0 0,0-1 0,0 1 0,0-1 0,0 1 0,0-1 0,0 1 0,0-1 0,0 0 0,0 1 0,1-1 0,2 2 0,1 2 0,-6-7-655,-2-2 64,1 0 1,-1 0-1,1 0 0,0 0 0,0 0 1,0-1-1,0 1 0,1-1 1,0 1-1,-1-9 0,1 3 199,0 0 0,0 1 0,-1-1 0,-3-10 0,3 11 260,-1-1-1,2 1 1,-1-1-1,1-10 1,0 2 35,-1 0 0,0 1 0,-7-24 1,5 23 99,0 1 0,1-1 1,0-24-1,3-410 3791,0 435-3475,1 1 0,1-1 0,1 1 0,0-1 0,7-17-1,2-13 528,-9 38-744,1 1-1,0 0 1,0 0 0,0 0 0,1 1 0,1 0 0,-1 0-1,9-8 1,1-3 108,-12 14-152,0 1 0,1 0-1,-1 0 1,1 0 0,0 0 0,0 1 0,0 0 0,0-1 0,0 1 0,0 1 0,1-1 0,-1 1 0,1-1 0,8 0 0,0 1 200,0 0 1,0 0-1,27 4 0,-30-2-213,1 1 0,-1 1 0,0 0 0,0 0 0,0 1 1,-1 0-1,1 1 0,12 8 0,65 53 117,-77-56-162,-1 0 0,0 0 0,-1 1 0,0 0 0,-1 0 0,0 1 0,10 23 0,2 2 0,-14-24 0,0 0 0,0 0 0,-1 1 0,-1-1 0,0 1 0,-1 0 0,-1 0 0,0 0 0,-1 0 0,-1 15 0,1-7 0,-1-9-127,0 0-1,-1 0 1,-1 0-1,0 0 1,0-1-1,-2 1 1,1-1-1,-1 0 1,-1 0-1,0-1 1,-1 1-1,0-1 1,-1-1-1,0 0 1,-1 0 0,0 0-1,-20 16 1,-2-2-899,-1-1 1,0-2-1,-2-1 0,-59 26 1,85-43-330,-1 0 1,0 0-1,0 0 0,0-1 0,-1-1 1,1 0-1,0 0 0,-12-1 1,-26 0-4468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42.8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23 8868,'15'-5'2686,"-5"1"-571,1 1 1,-1 0 0,0 0 0,17-1 0,-23 4-1773,-1 0-1,1 0 1,0 0 0,0 1 0,-1 0-1,1-1 1,0 1 0,0 1 0,-1-1-1,1 0 1,-1 1 0,0 0 0,1 0-1,-1 0 1,0 0 0,6 5-1,-3 0-40,0 0 0,0 0 0,-1 0 0,0 1-1,0 0 1,-1 0 0,0 0 0,0 1-1,-1-1 1,0 1 0,0 0 0,-1 0 0,2 16-1,8 27 282,-3-25-583,-6-19 0,-1 0 0,1 0 0,-1 0 0,-1 1 0,1-1 0,-1 11 0,2 40 13,-2-43-26,0 1 0,0-1 0,-2 0 0,0 1 0,-1-1 0,-5 20 1,1-13-168,-14 47-5062,17-62 3680,0 0-1,0 0 0,-1 0 0,0 0 0,-10 13 0,3-3-1348,-10 20-3361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43.2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1 723 7411,'1'0'877,"1"0"-1,0 0 1,0-1-1,0 1 0,0-1 1,-1 1-1,1-1 0,0 1 1,0-1-1,-1 0 0,4-2 1,16-6 2165,30-13 52,37 8-92,-52 3-1593,48-7 1,34-10-88,-106 24-1205,-1 0 0,0-1 1,0 0-1,-1 0 0,1-1 1,-1-1-1,15-12 0,-3 1 151,-15 13-210,0-1 1,-1 1-1,0-1 1,1-1 0,7-10-1,-12 13-57,3-2-1,0-1 0,0 1 0,-1-1 1,0 0-1,-1 0 0,0 0 0,0-1 0,0 1 0,-1-1 1,0 0-1,0 0 0,0-9 0,-2-16 0,-1 0 0,-2 1 0,-8-43 0,7 61 0,0 0 0,-1 0 0,0 0 0,-1 1 0,-1 0 0,0 0 0,0 0 0,-1 1 0,-16-18 0,7 0 0,17 29 0,-1-1 0,1 0 0,0 1 0,-1-1 0,0 1 0,1-1 0,-1 0 0,0 1 0,0-1 0,0 1 0,0 0 0,0-1 0,0 1 0,0 0 0,0 0 0,-1-1 0,1 1 0,0 0 0,-1 0 0,1 1 0,-1-1 0,1 0 0,-1 0 0,0 1 0,1-1 0,-1 1 0,0-1 0,1 1 0,-1 0 0,0-1 0,1 1 0,-1 0 0,0 0 0,0 1 0,1-1 0,-1 0 0,0 0 0,-2 2 0,2-1 0,-1 0 0,1 0 0,-1 0 0,1 1 0,0 0 0,-1-1 0,1 1 0,0 0 0,0 0 0,0 0 0,1 0 0,-1 0 0,0 0 0,1 1 0,-1-1 0,1 1 0,0-1 0,0 1 0,0-1 0,0 1 0,1 0 0,-1-1 0,0 1 0,1 5 0,-3 11 0,1 1 0,2 27 0,0-34 0,0 28 0,3-1 0,1 0 0,1 1 0,3-1 0,17 53 0,-3-5 0,-17-62 0,15 44 0,2 9 0,-18-60 0,0-1 0,13 30 0,0 4-126,-16-44-116,2 0 0,-1 0 0,1 0 0,0 0 0,1-1 0,0 1 0,6 8 0,54 57-13490,-64-72 13593,0-1 0,0 0 0,1 1 0,-1-1 0,0 0 0,1 1 0,-1-1 0,0 0 0,1 1 0,-1-1 0,0 0 0,1 0 0,-1 0 0,1 1 0,-1-1 0,0 0 0,1 0 0,-1 0 0,1 0 0,-1 0 0,1 0 0,-1 0 0,0 0 0,1 0 0,-1 0 0,1 0 0,-1 0 0,1 0 0,-1 0 0,1 0 0,6 0-502,-1 1 0,0-1 0,-1 0 0,1 0 0,-1 0 0,1-1 0,0 0 0,-1 0 0,1 0 0,-1-1 0,0 1 0,1-1 0,-1-1 0,8-4 0,8-17-2392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43.6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50 474 1793,'6'-17'1225,"-1"0"-1,0 0 1,2-23 0,-5 23 335,2 1 1,0-1 0,0 1-1,8-17 1,7-15 2967,-17 39-2932,0 1 0,-1-1-1,0 0 1,0-13 0,-1-17 2229,0 32-2432,0 28-846,0 352-547,9-289 0,-5-61 0,2 46 0,-6-6 0,0-62-4,0 0 0,0 0 0,0 0 0,0 1-1,-1-1 1,1 0 0,0 0 0,0 0 0,-1 0 0,1 0 0,-1 0 0,1 0-1,-1 0 1,1 0 0,-1 0 0,0 0 0,0 0 0,1-1 0,-1 1 0,0 0-1,-2 1 1,3-2-9,-1 1 1,1-1-1,-1 0 0,1 1 0,-1-1 0,1 1 1,-1-1-1,1 0 0,0 1 0,-1 0 0,1-1 0,-1 1 1,1-1-1,0 1 0,0-1 0,-1 1 0,1 0 0,0-1 1,0 1-1,0-1 0,0 1 0,0 0 0,0-1 1,0 1-1,0 0 0,0-1 0,0 1 0,0 0 0,0-1 1,0 1-1,-23-12-1391,19 4 1271,1-1 0,0 1 0,1-1-1,-1 0 1,-1-12 0,2 13 100,0-2 34,0 0 0,1-1 0,0 1-1,0-1 1,1 1 0,2-19 0,0-16 121,-2 42-118,0-66 792,2-1 1,20-121-1,4 71-593,-22 108-203,0-1 0,1 1 0,0-1 0,1 1 0,0 1 0,1-1 0,0 1 0,1 0 0,0 1 0,0 0 0,13-11 0,-17 18 0,0 0 0,-1 0 0,1 0 0,0 0 0,0 0 0,0 1 0,0 0 0,0 0 0,1 0 0,-1 0 0,0 1 0,7 0 0,55 5 0,-64-4 0,15 3 0,1 2 0,-2 0 0,1 1 0,-1 1 0,0 0 0,0 1 0,-1 1 0,0 0 0,-1 1 0,0 1 0,-1 0 0,0 1 0,14 18 0,-12-8 0,-2-3 0,1-1 0,22 23 0,-23-26 0,0 1 0,-1 1 0,-1 0 0,0 0 0,-2 1 0,8 21 0,8 13 0,-18-37 0,0 1 0,0 0 0,-2 1 0,0-1 0,-1 1 0,-1 0 0,0 0 0,-2 1 0,0-1 0,-1 0 0,-1 0 0,0 1 0,-2-1 0,0 0 0,-1 0 0,0-1 0,-2 1 0,0-1 0,-1 0 0,-1-1 0,-10 17 0,13-25 0,-1 0 0,0-1 0,-1 1 0,1-1 0,-2-1 0,1 1 0,-1-1 0,-12 7 0,-74 36 0,84-45 0,-1-1 0,1 1 0,-1-2 0,0 1 0,0-2 0,0 1 0,0-1 0,0-1 0,-20-2 0,-10 1 0,17 1 0,0-2 0,0 0 0,1-2 0,-1-1 0,1 0 0,0-2 0,0-1 0,0 0 0,1-2 0,1 0 0,-1-2 0,-34-25 0,40 27 77,-19-13-18,33 22-104,1-1 0,-1 1 0,1 0 0,-1-1 0,1 1 0,0-1 0,-1 0 1,1 1-1,0-1 0,0 0 0,0 1 0,1-1 0,-1 0 0,0 0 0,1 0 0,-1 0 1,0-3-1,1-10-2232,-1 10 1259,0 1 0,1-1 0,0 0 0,0 1 0,0-1 0,0 1 0,1-1 0,0 0 0,0 1 0,0-1 0,1 1 0,2-7 0,32-18-5033,-5-6 784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43.8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69 13878,'0'5'1583,"0"-1"-1,0 1 0,1 0 1,-1-1-1,1 1 0,0-1 1,0 1-1,0-1 0,3 6 1,11 5 1482,-8-13-3065,1-1 0,-1 0 0,1-1 0,0 1 0,-1-1 0,1-1 0,0 0 0,-1 0 0,1 0 0,-1-1 0,13-4 0,21-2 0,220-40 0,-197 34 0,7-3-2870,56-9-9406,-30 11 4483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4:44.1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384 555 4258,'0'-1'687,"0"-1"1,0 1-1,0 0 1,0 0-1,-1 0 1,1-1-1,-1 1 1,1 0-1,-1 0 1,1 0-1,-1 0 1,1 0-1,-1 0 1,0 0-1,0 0 1,-1-1-1,-33-20 7667,6 4-4221,23 13-3905,0-1-1,1 0 1,0 0 0,0 0 0,0-1 0,1 1 0,0-1 0,0 0 0,1-1 0,0 1 0,0-1 0,-3-11-1,2-4 115,2 1 0,0-1 0,2-27 0,0 42-337,0 0-5,1-1 0,1 1 0,0 0 0,0 0 0,0 0 0,1 0 0,0 0 0,0 0 0,1 1 0,0-1 0,1 1 0,9-12 0,8-15 0,-17 27 0,0 0 0,1 0 0,-1 1 0,2-1 0,-1 1 0,1 0 0,-1 1 0,2 0 0,-1 0 0,0 0 0,1 1 0,12-5 0,7-1 0,1 1 0,35-7 0,-41 11 0,-18 4 0,-1 0 0,1 1 0,-1-1 0,1 1 0,-1 0 0,1 0 0,-1 0 0,1 0 0,-1 1 0,1-1 0,-1 1 0,0 0 0,1 0 0,-1 0 0,0 0 0,0 1 0,4 1 0,2 2 0,-4-3 0,0 0 0,-1 1 0,1 0 0,0-1 0,-1 2 0,0-1 0,0 0 0,0 1 0,0 0 0,0 0 0,-1 0 0,0 0 0,0 0 0,0 1 0,0 0 0,-1-1 0,0 1 0,1 0 0,-2 0 0,1 0 0,-1 1 0,0-1 0,0 0 0,0 0 0,-1 1 0,1-1 0,-1 1 0,-1-1 0,0 6 0,-3 14 0,0 0 0,-2 0 0,-1-1 0,-17 40 0,19-53 0,-13 30 0,-3-2 0,-1 0 0,-2-2 0,-2-1 0,-33 37 0,47-57 0,1 0 0,1 1 0,-10 22 0,3-7 0,-18 24 0,23-5 0,7-34 0,-14 56 0,18-67 0,0 0 0,1 0 0,-1 0 0,1 0 0,1 0 0,-1 0 0,1-1 0,0 1 0,0 0 0,3 7 0,21 36 0,-23-48 0,-1 1 0,1 0 0,-1 0 0,1-1 0,0 1 0,-1-1 0,1 1 0,0-1 0,0 0 0,0 0 0,0 0 0,1 0 0,-1 0 0,0 0 0,0 0 0,0-1 0,1 1 0,-1-1 0,0 0 0,3 1 0,0-1 0,0 0 0,-1 0 0,1-1 0,0 1 0,0-1 0,0 0 0,-1 0 0,1-1 0,-1 1 0,1-1 0,8-4 0,-10 3 0,0 0 0,0 0 0,0 0 0,-1 0 0,1 0 0,-1 0 0,0-1 0,0 0 0,0 1 0,0-1 0,0 0 0,-1 0 0,0 1 0,1-7 0,3-5 0,-3 10 0,0 0 0,-1 1 0,1-1 0,-1 0 0,0 0 0,-1 0 0,1 0 0,-1-1 0,0 1 0,-1 0 0,0-6 0,-3-16 0,2 10 0,0 0 0,-2 1 0,-8-26 0,2 16 0,-3 0 0,0 1 0,-1 1 0,-1 0 0,-2 1 0,0 1 0,-1 0 0,-30-26 0,-51-28-3867,77 62 1901,-1 1-1,0 0 1,0 2-1,-1 1 1,-40-12-1,9 7-6442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02.3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56 3714,'24'0'4885,"-19"0"-841,-10 0-1459,4 0-2524,0 0 0,0 0 0,0 0 0,0 0 0,1 0-1,-1 0 1,0 1 0,0-1 0,0 0 0,0 0 0,0 1-1,1-1 1,-1 1 0,0-1 0,0 0 0,1 1 0,-1 0 0,0-1-1,1 1 1,-1-1 0,0 1 0,1 0 0,-1-1 0,1 1-1,-1 0 1,1 0 0,0-1 0,-1 1 0,1 0 0,0 0 0,-1 1-1,-1 34 903,2-19-690,0 317 11207,1-321-11095,0-1-1,1 1 1,0-1 0,7 22-1,-6-23-204,0 0-1,0 1 0,-1-1 1,1 21-1,-3-22-165,-1 24-3,2 0-1,1 0 1,11 56-1,-10-72-10,-1 0 0,-1 0 0,-3 33 0,1-9 0,1-42 0,0 0 0,0 0 0,1 0 0,-1 0 0,0 0 0,0 0 0,0 0 0,0 0 0,0-1 0,0 1 0,0 0 0,0 0 0,0 0 0,0 0 0,0 0 0,1 0 0,-1 0 0,0 0 0,0 0 0,0 0 0,0 0 0,0 0 0,0 0 0,0 0 0,0 0 0,1 0 0,-1 0 0,0 0 0,0 0 0,0 0 0,0 0 0,0 0 0,0 0 0,0 0 0,0 0 0,1 0 0,-1 0 0,0 0 0,0 0 0,0 1 0,0-1 0,0 0 0,0 0 0,0 0 0,0 0 0,0 0 0,0 0 0,0 0 0,0 0 0,0 0 0,1 0 0,-1 0 0,0 1 0,0-1 0,0 0 0,9-18 0,-6 12 0,-1 0 0,1 0 0,-2 0 0,1 0 0,-1-1 0,1-7 0,-1-2 0,0 1 0,7-31 0,-5 32 0,0-1 0,0-29 0,-2 26 0,1 0 0,1 0 0,0 0 0,11-29 0,-7 24 0,7-45 0,-10 31 0,2-1 0,14-47 0,23-101 0,-40 152 0,-3 31 0,0 0 0,0 0 0,0-1 0,1 1 0,-1 0 0,1-1 0,0 1 0,1-5 0,15-14 0,-16 22 0,-1 0 0,0 0 0,1 0 0,-1 0 0,0 0 0,1 0 0,-1 0 0,1 0 0,-1 0 0,1 0 0,-1 0 0,0 0 0,1 0 0,-1 0 0,0 0 0,1 0 0,-1 1 0,1-1 0,-1 0 0,0 0 0,1 0 0,-1 1 0,0-1 0,1 0 0,-1 0 0,0 1 0,0-1 0,1 0 0,-1 1 0,0-1 0,0 0 0,1 1 0,-1-1 0,0 1 0,14 49 0,-10-33 0,35 68 0,14 85 0,-19-80 0,42 104 0,-64-167 0,2-1 0,0 0 0,2-1 0,31 38 0,-37-53 0,-9-9 0,-1-1 0,1 1 0,0 0 0,0 0 0,-1-1 0,1 1 0,0 0 0,-1 0 0,1 0 0,-1-1 0,1 1 0,-1 0 0,1 0 0,-1 0 0,0 0 0,0 0 0,1 0 0,-1 0 0,0 0 0,0 0 0,0 2 0,0-3 0,0 1 0,1 0 0,-1-1 0,0 1 0,0 0 0,1-1 0,-1 1 0,0-1 0,1 1 0,-1 0 0,1-1 0,-1 1 0,1-1 0,-1 1 0,1-1 0,-1 0 0,1 1 0,-1-1 0,1 1 0,-1-1 0,1 0 0,0 0 0,-1 1 0,1-1 0,0 0 0,-1 0 0,1 0 0,0 0 0,-1 1 0,1-1 0,0 0 0,0 0 0,-1-1 0,1 1 0,0 0 0,-1 0 0,1 0 0,0 0 0,-1 0 0,1-1 0,0 1 0,2-1 0,-1 1 0,0-1 0,1 1 0,-1-1 0,0 0 0,0 0 0,0 0 0,0 0 0,1-1 0,-1 1 0,2-2 0,-1-2 0,0-1 0,-1 1 0,0-1 0,1 1 0,-2-1 0,1 0 0,-1 0 0,1-6 0,7-22 0,7-3 0,-12 29 0,0 1 0,0-1 0,-1 0 0,0 0 0,2-13 0,0-11 0,1 1 0,12-37 0,-13 50 0,0 0 0,-2 0 0,-1-1 0,0 1 0,-1-24 0,6-52 0,2 52 0,-4 21 0,-1 1 0,2-42 0,-6 32 0,-1 13 0,1-1 0,0 0 0,2 0 0,0 0 0,1 1 0,7-23 0,-7 6 0,-3 22 0,0 18 0,-1 22 0,0-16 0,0 0 0,1 0 0,0-1 0,1 1 0,5 22 0,63 177 0,-63-194 0,-1-1 0,5 34 0,-9-38 0,2 1 0,-1-1 0,2-1 0,-1 1 0,12 22 0,-1-5-76,0 0 1,-2 1-1,-1 0 1,-2 1-1,9 47 0,-15-66-984,1 1-1,1-1 0,0 1 1,10 17-1,12 33-5812,-26-58 6150,0 0 0,0 0 0,1-1 0,-1 1 0,1 0-1,0-1 1,1 1 0,-1-1 0,1 0 0,0 0 0,0 0 0,0 0-1,0 0 1,1 0 0,-1-1 0,1 0 0,0 0 0,6 4 0,32 10-2426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03.0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127 997 4898,'5'-11'1490,"0"0"0,-1 0 0,0 0 0,-1-1 0,0 1 0,-1-1 0,-1 0-1,1 0 1,-2 0 0,-1-21 0,1 31-1292,1-1 0,-1 1 0,-1 0 0,1-1 0,0 1 0,0-1 0,-1 1 0,0 0 0,1-1 0,-1 1 0,0 0 0,0-1 0,0 1 0,0 0 0,-1 0 0,1 0 0,0 0 0,-4-3 0,-2-4 816,4-6 450,-2-6 244,4 20-1663,1 1-1,0 0 1,-1-1 0,1 1-1,-1-1 1,1 1 0,-1 0-1,1-1 1,-1 1 0,1 0-1,-1 0 1,1-1-1,-1 1 1,1 0 0,-1 0-1,0 0 1,1 0 0,-1 0-1,1 0 1,-1 0 0,1 0-1,-1 0 1,0 0 0,1 0-1,-1 0 1,1 0-1,-1 0 1,1 1 0,-1-1-1,1 0 1,-1 0 0,1 1-1,-1-1 1,1 0 0,-1 1-1,1-1 1,-1 1-1,-6 4 75,1 0 0,0 0 0,0 1 0,1 0 0,0 0 0,0 1 0,0-1-1,-6 13 1,-27 62 647,35-65-766,0 0 0,1 1 0,1-1 0,1 0 0,2 31 0,0-4 0,-2-37 0,1 0 0,-1 0 0,1-1 0,0 1 0,1 0 0,-1-1 0,1 1 0,5 9 0,2 6 0,-8-14 0,2 0 0,-1-1 0,1 1 0,0-1 0,0 1 0,1-1 0,0 0 0,0-1 0,0 1 0,1-1 0,7 8 0,28 28 0,-35-34 0,1 0 0,0-1 0,1 1 0,-1-2 0,1 1 0,10 5 0,12 6 0,-18-9 0,2-1 0,-1-1 0,1 0 0,24 8 0,-33-13 0,0 0 0,-1 0 0,1-1 0,0 0 0,0 0 0,0 0 0,-1 0 0,1-1 0,0 1 0,0-1 0,-1 0 0,1 0 0,0-1 0,-1 1 0,1-1 0,-1 1 0,0-1 0,0 0 0,1 0 0,-1-1 0,4-3 0,-4 3 0,7-5 0,-1-1 0,0 0 0,10-14 0,-16 19 0,-1 0 0,0 1 0,0-1 0,0 0 0,-1-1 0,0 1 0,1 0 0,-1 0 0,-1-1 0,1 1 0,-1 0 0,0-7 0,1-29 0,0 25 0,0-1 0,-1 0 0,-1 1 0,-1-1 0,0 0 0,-1 1 0,0 0 0,-9-22 0,4 18 0,-2-6 0,-1 0 0,-1 0 0,-2 1 0,0 1 0,-1 0 0,-21-23 0,6 17 0,-1 1 0,-2 2 0,0 0 0,-2 3 0,-39-21 0,58 34 0,18 8 0,33 11 0,11 3 0,99 9 0,46 4 0,-92-13 0,-61-6 0,64 1 0,275-7 0,-358-1 0,0-1 0,0 0 0,0-1 0,19-7 0,-9 3 0,-28 7 0,0 0 0,0 0 0,0-1 0,0 1 0,0 0 0,0 0 0,0-1 0,0 1 0,0-1 0,0 1 0,0-1 0,0 0 0,-1 1 0,1-1 0,0 0 0,0 1 0,-1-1 0,1 0 0,-1 0 0,1 1 0,0-1 0,-1 0 0,1 0 0,0-2 0,-2 2 0,1 1 0,0-1 0,0 0 0,0 1 0,-1-1 0,1 1 0,0-1 0,-1 0 0,1 1 0,0-1 0,-1 1 0,1-1 0,-1 1 0,1-1 0,-1 1 0,1-1 0,-1 1 0,1 0 0,-1-1 0,1 1 0,-1 0 0,0-1 0,1 1 0,-1 0 0,0 0 0,1 0 0,-1-1 0,0 1 0,1 0 0,-1 0 0,0 0 0,1 0 0,-1 0 0,0 0 0,1 0 0,-1 1 0,-1-1 0,-15-1 0,0 1 0,0 1 0,0 1 0,0 0 0,0 1 0,0 1 0,1 0 0,0 2 0,-1 0 0,2 0 0,-1 1 0,-24 16 0,7-5 0,25-14 0,-1 0 0,1 1 0,0 0 0,0 0 0,-10 10 0,6-2 0,0 1 0,0 1 0,2 0 0,0 1 0,0 0 0,2 0 0,0 1 0,1 0 0,1 0 0,0 1 0,1 0 0,1 0 0,-3 36 0,7-46 0,1-1 0,-1 1 0,2-1 0,-1 1 0,1-1 0,0 0 0,1 1 0,-1-1 0,1-1 0,1 1 0,0 0 0,-1-1 0,2 1 0,-1-1 0,1-1 0,0 1 0,0 0 0,11 7 0,-9-8 0,1-1 0,0-1 0,0 0 0,0 0 0,0-1 0,0 1 0,0-2 0,1 1 0,-1-1 0,1-1 0,-1 1 0,12-2 0,0-4 0,0-1 0,-1 0 0,0-2 0,-1 0 0,1-1 0,-1-1 0,-1-1 0,0 0 0,-1-1 0,0-1 0,-1-1 0,0 0 0,17-22 0,46-70 0,-62 84 0,-2 0 0,-1-1 0,0-1 0,-2 0 0,10-31 0,2-2 0,-7 16 0,-2 0 0,16-82 0,1-88 0,-28 189 0,-2 0 0,0 0 0,-2 0 0,-1 0 0,0 0 0,-2 0 0,-9-34 0,-8 20 0,3 5 0,16 26 0,0 1 0,0-1 0,-1 1 0,1-1 0,-1 1 0,-5-6 0,8 9 0,-1 0 0,0 1 0,1-1 0,-1 0 0,1 0 0,-1 1 0,0-1 0,0 1 0,1-1 0,-1 1 0,0-1 0,0 1 0,0-1 0,0 1 0,1 0 0,-1-1 0,0 1 0,0 0 0,0 0 0,0 0 0,0 0 0,0 0 0,0 0 0,0 0 0,0 0 0,0 0 0,0 0 0,1 0 0,-1 0 0,0 1 0,0-1 0,0 0 0,0 1 0,0-1 0,0 1 0,1-1 0,-1 1 0,-1 0 0,-11 7 0,-18 15 0,25-15 0,1 1 0,0-1 0,0 1 0,1 0 0,0 0 0,0 0 0,1 1 0,0-1 0,-2 17 0,-1-1 0,-41 187 0,46-199 0,0-1 0,1 1 0,0-1 0,1 1 0,1 0 0,0-1 0,5 19 0,2 14 0,5 38 0,25 87 0,-30-141-13,55 170-847,-50-163 208,1-1 0,2-1-1,30 46 1,-41-72-758,0 0-1,1 0 1,-1-1-1,2 0 0,-1-1 1,1 0-1,0 0 1,0 0-1,1-1 1,13 6-1,6-7-4114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03.4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96 550 5955,'-27'0'8263,"-8"0"-2269,32 0-3374,2 0-2497,1 0-1,0-1 1,0 1 0,0 0-1,0-1 1,0 1 0,0 0 0,0-1-1,0 1 1,0 0 0,0-1-1,0 1 1,0 0 0,0-1 0,0 1-1,0 0 1,0-1 0,0 1 0,0 0-1,0-1 1,0 1 0,1 0-1,-1 0 1,0-1 0,0 1 0,0 0-1,1-1 1,-1 1 0,0 0-1,0 0 1,1 0 0,-1-1 0,1 1-1,6-1 644,1 0-1,-1-1 1,1 0-1,-1 0 1,10-5-1,15-3 197,-23 8-919,1 0-1,0-1 1,-1 0 0,1 0 0,12-8-1,25-8-90,-36 16 48,1 0 0,-1-1 0,0-1 0,0 0 0,-1 0 0,1-1 0,-1 0 0,0-1 0,-1 0 0,11-11 0,34-18 0,-44 31 0,0-1 0,0 0 0,-1-1 0,1 0 0,-1 0 0,-1-1 0,0 0 0,0 0 0,0-1 0,11-18 0,-11 13 0,-1 0 0,-1-1 0,0 0 0,-1 0 0,-1-1 0,0 1 0,-1-1 0,0 0 0,-1-18 0,-2 32 0,0-1 0,0 0 0,0 1 0,-1-1 0,1 1 0,-1-1 0,0 0 0,1 1 0,-1-1 0,0 1 0,-1 0 0,1-1 0,0 1 0,-1 0 0,-1-3 0,-6-8 0,7 10 0,1 0 0,-1 1 0,0-1 0,0 0 0,0 1 0,0-1 0,0 1 0,-1 0 0,1 0 0,-1 0 0,0 0 0,1 0 0,-1 0 0,0 1 0,0-1 0,0 1 0,-4-1 0,1 0 0,-1 1 0,0 1 0,1-1 0,-1 1 0,0 0 0,0 0 0,1 1 0,-1 0 0,-8 2 0,-3 3 0,1 0 0,-1 1 0,1 0 0,0 2 0,-18 12 0,-77 58 0,94-64 0,1 0 0,1 2 0,1 0 0,0 1 0,1 0 0,1 1 0,1 0 0,0 1 0,2 1 0,-14 36 0,17-35 0,1-1 0,1 1 0,1 1 0,1-1 0,1 0 0,0 28 0,2-36 0,1 0 0,1-1 0,0 1 0,0-1 0,1 1 0,1-1 0,0 0 0,1 0 0,1 0 0,0-1 0,13 21 0,54 61 0,-63-85 0,1 1 0,-1-2 0,1 1 0,1-1 0,0-1 0,0 0 0,0-1 0,1 0 0,22 7 0,-15-5 0,7 2 0,1-1 0,0-2 0,0-1 0,33 3 0,-39-8 0,-1 0 0,1-2 0,-1-1 0,1 0 0,21-7 0,108-31 0,-98 18-1731,-40 14-9,0 0 0,0 0 1,12-12-1,4-6-4193,35-43-1,-54 58 5393,12-15-3821,-17-1 737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03.7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490 217 8948,'-11'3'1589,"-159"42"13697,115-33-12043,-62 5-1,-19 3-2783,817-104-459,-350 53 0,266-19 0,262 7 0,-346 19 0,37 13 0,-419 11 0,-93 1 0,0-1 0,0-1 0,73-14 0,-72 14 0,-37 1 0,0 0 0,0 1 0,0-1 0,0 0 0,0 0 0,0 0 0,0-1 0,0 1 0,0 0 0,0-1 0,0 1 0,3-2 0,-12-2-1457,2 0 17,-1 0 1,0 0 0,0 1-1,-1 0 1,1 0-1,0 1 1,-1-1-1,-9-1 1,-48 0-6373,-4-9-2619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03.9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59 15111,'-17'18'8173,"-4"5"-1422,12 0-4019,9-23-2732,0 1 0,0 0 0,0 0 0,1-1 0,-1 1 0,0 0 0,1-1 0,-1 1 0,0 0 0,1-1 0,-1 1 0,1-1 0,-1 1 0,1 0 0,-1-1 0,1 1 0,-1-1 0,1 1 0,0-1 0,-1 0 0,1 1 0,0-1 0,-1 0 0,1 1 0,0-1 0,-1 0 0,1 0 0,0 0 0,0 0 0,-1 1 0,1-1 0,1 0 0,34 1 0,-12-1 0,477 11 0,-319-13 0,-85 2 0,710-25 0,-561 11 0,79-11 0,7-14-27,-290 35-764,-1 0-3963,-5-8-5617,-33 2 3354,-3-4-2662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09.0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20 195 4418,'-4'-63'11593,"-8"6"-8256,9-15 2969,3 69-5397,0 8-416,0 14-769,4 59 2665,28 153 0,-6-57-1754,-5-34-462,-9-67-61,5 123 1,-16-173-107,2 1-1,8 42 1,-6-45-170,-2 0 0,3 39 0,-6-36-789,-1-1 0,-1 0 0,-1 1 1,0-1-1,-12 35 0,7 24-7038,2-61 5615,-3 24-4524,9-27 2778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09.4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17 106 22682,'-10'-26'5746,"10"25"-5656,-1 0 1,0 0-1,1 1 0,-1-1 1,1 0-1,-1 0 1,1 0-1,-1 1 0,1-1 1,0 0-1,0 0 1,-1 0-1,1 0 0,0 0 1,0 0-1,0 0 1,0 0-1,0 0 0,0 0 1,0 0-1,0 0 1,0 0-1,0 0 0,0 0 1,1 0-1,-1 1 1,0-1-1,1 0 0,-1 0 1,1 0-1,-1 0 1,1 1-1,-1-1 0,1 0 1,0 0-1,-1 1 1,1-1-1,0 0 0,0 1 1,-1-1-1,1 1 1,0-1-1,0 1 0,0-1 1,0 1-1,0 0 1,1-1-1,17-11-90,-14 8 0,0 1 0,0-1 0,0 1 0,0 1 0,1-1 0,-1 1 0,1 0 0,10-3 0,-1 4 0,1 0 0,0 1 0,-1 1 0,1 0 0,-1 1 0,1 0 0,-1 2 0,0 0 0,0 0 0,0 2 0,-1-1 0,0 2 0,0 0 0,0 1 0,-1 0 0,0 1 0,-1 1 0,0-1 0,0 2 0,10 12 0,-3-5 0,-14-14 0,0 0 0,0 1 0,-1-1 0,1 1 0,-1 0 0,-1 0 0,1 1 0,-1-1 0,1 1 0,2 9 0,0 4 0,-1 0 0,-1 0 0,-1 1 0,-1 0 0,-1-1 0,-1 34 0,-4-37 0,-1 0 0,-1-1 0,0 0 0,-1 0 0,-1 0 0,0-1 0,0 0 0,-2-1 0,-14 17 0,-4 9 0,15-22 0,0 0 0,-1-1 0,-1 0 0,-1-1 0,0-1 0,0 0 0,-22 12 0,36-25 0,1 0 0,-1 0 0,1 0 0,-1 0 0,1 0 0,-1 1 0,1-1 0,0 1 0,0-1 0,-1 1 0,1-1 0,0 1 0,0-1 0,1 1 0,-2 3 0,-5 6 0,-3-4 0,1 3 0,36-7 0,66 0 0,0 5 0,163 33 0,-244-38 0,-1 0 0,1 0 0,-1 1 0,0 1 0,0 0 0,19 12 0,-27-15 0,1 0 0,-1 1 0,1 0 0,-1 0 0,0 0 0,0 0 0,0 1 0,-1-1 0,1 1 0,-1-1 0,0 1 0,0 0 0,0 0 0,0 0 0,-1 0 0,0 0 0,0 0 0,0 1 0,0-1 0,0 8 0,0-7 0,-1-1 0,0 0 0,1 1 0,-2-1 0,1 0 0,0 1 0,-1-1 0,0 0 0,0 0 0,0 1 0,-1-1 0,1 0 0,-1 0 0,0 0 0,0 0 0,-1-1 0,1 1 0,-1-1 0,0 1 0,1-1 0,-1 0 0,-1 0 0,1 0 0,0 0 0,-1-1 0,-4 3 0,-32 13 0,-1-1 0,0-3 0,-1-1 0,-1-2 0,-79 10 0,92-18-1238,0-2-1,1-1 1,-1-2 0,-44-7-1,7 1-2024,61 7 2294,-36-6-3958,40 6 4391,0 1-1,1-1 1,-1 0 0,0 0 0,0 0-1,1 0 1,-1 0 0,0-1 0,1 1 0,0 0-1,-3-4 1,1-6-4682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09.8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377 243 18408,'9'-5'922,"94"-57"8207,-91 54-8514,-1 0 1,0-1-1,-1-1 1,1 0-1,-2 0 1,10-13-1,13-7-615,-29 28 0,-1 1 0,0-1 0,1 1 0,-1-1 0,0 0 0,0 0 0,0 0 0,0-1 0,0 1 0,0 0 0,-1-1 0,1 1 0,-1-1 0,1 1 0,-1-1 0,0 0 0,0 1 0,0-1 0,-1 0 0,2-5 0,-2 8 0,-1-1 0,1 0 0,0 1 0,0-1 0,0 0 0,0 1 0,-1-1 0,1 0 0,0 1 0,0-1 0,-1 1 0,1-1 0,0 1 0,-1-1 0,1 0 0,-1 1 0,1-1 0,-1 1 0,1 0 0,-1-1 0,1 1 0,-1-1 0,0 1 0,1 0 0,-1-1 0,1 1 0,-1 0 0,0 0 0,1 0 0,-1-1 0,-1 1 0,-31 0 0,21 2 0,0 1 0,0 0 0,-17 7 0,26-8 0,-62 26 0,2 2 0,-100 67 0,134-77 0,16-13 0,0 2 0,1 0 0,0 0 0,-21 23 0,3 16 0,7-18 0,16-23 0,1 1 0,-1-1 0,2 1 0,-1 1 0,1-1 0,0 1 0,1 0 0,0 0 0,0 0 0,1 0 0,0 1 0,1-1 0,0 1 0,-1 15 0,2 7 0,0 32 0,1-61 0,1 0 0,-1 1 0,1-1 0,-1-1 0,1 1 0,0 0 0,0 0 0,0 0 0,1 0 0,-1 0 0,1-1 0,-1 1 0,1-1 0,0 1 0,0-1 0,2 3 0,15 10 0,-15-10 0,1-1 0,-1 0 0,1-1 0,0 1 0,0-1 0,0 0 0,1 0 0,-1-1 0,1 1 0,-1-1 0,1 0 0,0-1 0,7 2 0,-1-2 0,1 0 0,0-1 0,0 0 0,-1-1 0,1 0 0,0-1 0,-1 0 0,1-1 0,-1-1 0,0 0 0,0 0 0,-1-1 0,1-1 0,-1 0 0,0-1 0,0 0 0,-1 0 0,0-1 0,-1 0 0,17-19 0,-15 16 0,4-3 0,-2-1 0,0 0 0,0-1 0,19-33 0,32-107 0,-63 140 0,-1 14 0,0 1 0,0-1 0,0 1 0,0-1 0,0 1 0,0-1 0,1 1 0,-1-1 0,0 1 0,1-1 0,-1 1 0,1 0 0,-1-1 0,1 1 0,1-3 0,8-5 0,2 1 0,-10 34 0,-2-18 0,0-6 0,0 3 0,-1 0 0,1 0 0,1 0 0,-1 0 0,1 0 0,0 0 0,0 0 0,0 0 0,1-1 0,-1 1 0,1 0 0,0-1 0,1 1 0,3 5 0,15 36 0,-18-37 0,1 1 0,0-1 0,0-1 0,7 11 0,61 75 0,-69-89-316,0-1-1,0 0 1,1 0-1,0 0 1,0 0-1,0 0 1,0-1-1,0 0 1,1 0-1,8 5 1,-8-5-446,1 0 1,0 1-1,-1 0 1,0 0-1,0 0 0,9 10 1,27 27-7745,-36-36 7785,1-1 1,-1 0 0,1-1 0,0 0-1,0 0 1,0 0 0,1 0 0,-1-1-1,1 0 1,-1-1 0,10 2 0,51 12-3359,-24-12 2761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0.2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290 876 1024,'4'-8'509,"-1"0"-1,1 1 0,1-1 0,0 1 0,0 0 0,0 0 0,8-7 0,-8 9-32,0 0 1,-1 0-1,0-1 1,0 1-1,0-1 1,0 0-1,-1 0 0,0 0 1,-1 0-1,1 0 1,-1-1-1,2-8 0,9-46 3287,-8 41-2022,0 0-1,-2 0 1,2-31-1,-6 39-530,0-1 0,-1 1 0,0 0-1,-1 0 1,-8-23 0,0 1 1693,9 29-2845,0 1-1,-1-1 1,0 0-1,1 1 1,-2-1-1,1 1 1,0 0-1,-1 0 1,0 0-1,0 1 0,0-1 1,-7-4-1,1 1-86,-1 1-1,1 0 0,-1 1 0,-15-6 0,21 10 30,1 0 0,0 0 0,-1 0 0,1 1 0,-1-1 0,1 1 0,-1 0 0,1 0 0,-5 2 0,-6-1 0,9-1 0,0 1 0,0 0 0,0 0 0,0 0 0,0 1 0,0 0 0,1 0 0,-1 0 0,1 1 0,-1 0 0,1 0 0,-9 7 0,4-1 0,-1 0 0,1 1 0,0 0 0,-12 17 0,13-11 0,1 1 0,0 0 0,1 0 0,0 0 0,-4 21 0,10-29 0,0 0 0,0 1 0,1-1 0,0 1 0,0-1 0,1 1 0,0-1 0,1 1 0,0-1 0,1 0 0,5 13 0,-3-5 0,6 17 6,0-1 0,31 58 0,-36-80-14,1 1 0,0-1-1,1 0 1,0 0 0,0-1 0,1-1 0,1 1 0,-1-1-1,2-1 1,14 11 0,-21-17-159,0 0-1,0-1 1,1 1-1,-1-1 1,0 0 0,1 0-1,-1 0 1,1-1 0,7 1-1,1 0-530,-5-2 293,0 1 0,0-2 0,0 1 0,0-1 0,-1 0 0,1-1 0,-1 1 0,1-2 0,-1 1 0,0-1 0,0 0 0,-1 0 0,13-11 0,-13 11 358,4-3-22,-1 0 0,0-1 0,-1 0 0,1 0 1,-1-1-1,-1 0 0,0 0 0,9-16 0,2-3 62,9-4 84,-21 26 2,-1-1 0,1 0 0,-1 0 0,0 0 0,-1-1 0,7-14 0,4-21 420,-8 23-140,0 0-1,16-30 0,-10 28-129,-5 8-60,1-1 1,-2 1-1,0-1 0,0-1 0,-2 1 0,6-22 1,1-57 1234,4-25 1780,-7 85-2790,8-45-168,-16 74-229,0 0 0,-1 0 0,0-1-1,0 1 1,0 0 0,0-1 0,-1 1 0,0 0 0,0 0-1,-1 0 1,-2-8 0,-23-24 3,27 37 0,-1 0 0,0 0 0,1 1 0,-1-1 0,1 0 0,-1 0 0,1 1 0,-1-1 0,1 1 0,-1-1 0,1 0 0,-1 1 0,1-1 0,-1 1 0,1-1 0,0 1 0,-1-1 0,1 1 0,0 0 0,-1-1 0,1 1 0,0-1 0,0 1 0,0 0 0,-1-1 0,1 1 0,0-1 0,0 2 0,-4 31 0,-1 5 0,-1-21 0,2-9 0,1 0 0,1 0 0,-1 1 0,2-1 0,-1 1 0,1-1 0,0 14 0,-1 28 0,1-20 0,1 0 0,7 59 0,32 134 0,-32-182 0,1-2 0,2 1 0,2-1 0,28 62 0,-24-48 0,-14-45 0,0 0 0,0-1 0,0 1 0,1-1 0,0 0 0,1 0 0,-1 0 0,7 8 0,11 15 0,-21-29 0,1 0 0,0 1 0,-1-1 0,1 0 0,0 0 0,0 0 0,0 1 0,0-1 0,0 0 0,0 0 0,1 0 0,-1-1 0,0 1 0,0 0 0,1 0 0,-1-1 0,0 1 0,3 0 0,5-8 0,-2-1 0,1-1 0,-1 1 0,0-1 0,-1-1 0,0 1 0,-1-1 0,8-17 0,-11 19 0,0 1 0,1 0 0,0 0 0,0 0 0,1 1 0,0-1 0,0 1 0,0 0 0,7-7 0,-4 4 0,0 1 0,-1-1 0,-1 0 0,9-18 0,0-6 0,-6 13 0,0-1 0,2 1 0,0 0 0,17-23 0,-9 21 0,-4 6 0,-1-1 0,-1-1 0,0 0 0,13-28 0,-24 44 0,0 0 0,0 0 0,0 0 0,1 0 0,-1 0 0,1 1 0,-1-1 0,1 1 0,0-1 0,0 1 0,0-1 0,0 1 0,3-2 0,-4 3 0,0-1 0,0 1 0,0-1 0,0 1 0,1 0 0,-1 0 0,0 0 0,0 0 0,0 0 0,0 0 0,0 0 0,0 0 0,0 0 0,0 0 0,0 0 0,0 1 0,1-1 0,-1 0 0,0 1 0,0-1 0,-1 1 0,1-1 0,0 1 0,0 0 0,0-1 0,0 1 0,0 0 0,-1 0 0,1-1 0,0 1 0,0 0 0,-1 0 0,1 0 0,0 2 0,15 18 0,4 13 0,7 8 0,-20-34 0,-2 0 0,1 0 0,-1 1 0,0-1 0,6 15 0,-6 7 0,-4-23 0,0 0 0,1 0 0,-1-1 0,1 1 0,0-1 0,1 1 0,5 9 0,39 71-1955,24 38-5924,-53-93-242,-15 8 784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0.4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95 10213,'46'0'19208,"-25"0"-15862,268 13-3346,-21-8 0,-153-7 0,94-14 0,-45 7 0,-90 8 0,-72 0-251,0 1-1,0 0 1,0 0-1,0-1 1,0 1 0,0-1-1,0 1 1,0-1 0,0 0-1,-1 0 1,1 0-1,0 0 1,0 0 0,-1 0-1,2-2 1,-1 1-583,0 0 0,0 0 0,0 0 0,-1 0 1,1-1-1,-1 1 0,1-1 0,-1 1 0,0-1 0,0 1 0,0-1 1,0 0-1,-1 0 0,1 1 0,-1-1 0,0-5 0,0-17-13655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1.9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48 124 4802,'-2'-1'374,"0"0"-1,0 0 0,0 0 0,1 0 1,-1-1-1,0 1 0,1 0 1,-1-1-1,1 1 0,-1-1 1,1 0-1,0 1 0,-2-5 1,-1-31 7213,4 37-7500,0-1 0,0 1 0,0 0 0,0-1 0,0 1 0,0-1 0,0 1 0,-1 0 0,1-1 0,0 1 0,0 0 0,0-1 0,0 1 0,0 0 0,-1-1 0,1 1 0,0 0 0,0 0 0,-1-1 0,1 1 0,0 0 0,0 0 0,-1-1 0,1 1 0,0 0 0,-1 0 0,1 0 0,0 0 0,-1-1 0,1 1 0,0 0 0,-1 0 0,1 0 0,-1 0 0,1 0 88,-1 0 0,0-1-1,1 1 1,-1 0 0,1 0-1,-1-1 1,1 1 0,-1 0-1,0-1 1,1 1 0,0 0-1,-1-1 1,1 1 0,-1-1-1,1 1 1,-1-1 0,1 1-1,0-1 1,-1 1 0,1-1-1,0 1 1,0-1 0,-1 0-1,1 1 1,0-1 0,0 1 0,0-1-1,0 0 1,0 1 0,0-1-1,0 1 1,0-1 0,0 0-1,0 0 1,0-1 0,0 0-1,-1 1 1,1-1 0,0 1-1,0-1 1,0 0 0,1 1-1,-1-1 1,0 1 0,1-1-1,-1 1 1,1-1 0,-1 0-1,1 1 1,0 0 0,-1-1-1,1 1 1,1-2 0,1 2 63,0 0 0,0 0-1,-1 0 1,1 1 0,0-1 0,0 1 0,-1 0 0,1 0 0,0 0 0,4 0 0,1 1-182,28-2-56,-12 0 0,0 1 0,0 0 0,0 2 0,-1 1 0,1 1 0,-1 1 0,33 11 0,-26-4 0,-3-2 0,44 24 0,-62-28 0,0 0 0,0 1 0,0 0 0,-1 0 0,0 1 0,0 0 0,-1 0 0,7 11 0,-8-12 0,-1 1 0,0-1 0,-1 1 0,0 0 0,0 0 0,0 0 0,-1 1 0,-1-1 0,1 1 0,-1 0 0,-1-1 0,2 14 0,-3-4 0,-1 0 0,0 0 0,-5 20 0,4-31 0,0 1 0,0-1 0,-1 1 0,0-1 0,-1 0 0,0 0 0,0 0 0,0-1 0,-10 12 0,-25 21 0,-61 47 0,54-48 0,-94 65 0,55-52 0,49-31 0,1 9 0,27-20 0,7-9 0,1 1 0,0-1 0,-1 0 0,1 0 0,0 0 0,0 1 0,0-1 0,-1 0 0,1 0 0,0 1 0,0-1 0,0 0 0,-1 1 0,1-1 0,0 0 0,0 0 0,0 1 0,0-1 0,0 0 0,0 1 0,0-1 0,0 0 0,0 1 0,0-1 0,0 0 0,0 1 0,0-1 0,0 0 0,0 1 0,0-1 0,0 0 0,0 1 0,0-1 0,1 0 0,-1 0 0,0 1 0,0-1 0,0 0 0,1 1 0,-1-1 0,0 0 0,0 0 0,0 0 0,1 1 0,-1-1 0,0 0 0,0 0 0,1 0 0,-1 0 0,0 1 0,1-1 0,-1 0 0,0 0 0,1 0 0,-1 0 0,0 0 0,1 0 0,-1 0 0,0 0 0,1 0 0,-1 0 0,0 0 0,0 0 0,1 0 0,-1 0 0,0 0 0,1 0 0,35 1 0,-32-1 0,45-3 0,0-3 0,0-2 0,62-19 0,-23 2 0,144-63 0,-194 70 0,-2-1 0,-1-2 0,0-1 0,-2-2 0,0-1 0,36-37 0,-55 46 0,-1 0 0,18-30 0,-19 29 0,-1 0 0,19-19 0,-24 27 0,1 1 0,-1-1 0,-1 0 0,0 0 0,0-1 0,0 0 0,4-16 0,16-29 0,-24 53 0,0 0 0,0 0 0,0 0 0,-1-1 0,1 1 0,-1 0 0,1 0 0,-1 0 0,0-1 0,0 1 0,0 0 0,0 0 0,0 0 0,-1-3 0,1-2 0,0 7 0,0-1 0,0 1 0,-1-1 0,1 0 0,0 1 0,0-1 0,0 1 0,0-1 0,-1 0 0,1 1 0,0-1 0,-1 1 0,1-1 0,0 1 0,-1-1 0,1 1 0,0-1 0,-1 1 0,1 0 0,-1-1 0,1 1 0,-1-1 0,1 1 0,-1 0 0,1 0 0,-1-1 0,0 1 0,1 0 0,-1 0 0,1 0 0,-1-1 0,0 1 0,1 0 0,-1 0 0,1 0 0,-1 0 0,0 0 0,1 0 0,-1 0 0,1 1 0,-1-1 0,0 0 0,1 0 0,-1 0 0,1 1 0,-1-1 0,1 0 0,-1 0 0,0 1 0,1-1 0,-1 1 0,1-1 0,0 0 0,-1 1 0,1-1 0,-1 1 0,1-1 0,0 1 0,-1-1 0,1 1 0,0-1 0,0 1 0,-1 0 0,1-1 0,0 1 0,0-1 0,0 2 0,-9 24 0,2-9 0,-1 8 0,3-8 0,0-1 0,1 1 0,1-1 0,0 1 0,0 34 0,1-8 0,0-28 0,1 0 0,1 1 0,0-1 0,1 0 0,0 1 0,6 21 0,-1-23 0,0 0 0,1 0 0,0-1 0,1 0 0,0-1 0,1 1 0,1-2 0,20 21 0,-23-25 0,0-1 0,1 0 0,0 0 0,0-1 0,0 0 0,1 0 0,-1-1 0,1 0 0,0-1 0,0 0 0,1 0 0,-1-1 0,0 0 0,20 1 0,-22-4 0,-1 0 0,1 0 0,0 0 0,-1-1 0,1 0 0,-1 0 0,0 0 0,1-1 0,-1 0 0,0 0 0,-1-1 0,1 1 0,-1-1 0,1-1 0,-1 1 0,9-11 0,-9 9 0,0 0 0,0-1 0,-1 1 0,1-1 0,-1 0 0,-1 0 0,0-1 0,0 1 0,0-1 0,-1 0 0,0 1 0,0-1 0,-1 0 0,1-12 0,-2-2 0,0 1 0,-1-1 0,-2 1 0,0-1 0,-1 1 0,-1 0 0,-1 0 0,-1 1 0,-1 0 0,-1 0 0,-15-27 0,15 33 0,1 1 0,-2 0 0,0 0 0,0 1 0,-1 0 0,0 1 0,-1 0 0,-1 1 0,-15-11 0,3 9-654,0 0 0,0 2 1,-31-8-1,31 12-927,-1 2-1,1 0 1,-51 0 0,-19 4-5951,-1 0 169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3.0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84 6259,'0'-63'22111,"0"43"-17714,-1 63-4397,-1-27 0,2 0 0,0 0 0,0 0 0,6 30 0,-3-34 0,1 2 0,-1 0 0,0 0 0,0 26 0,-2-22 0,1 1 0,1 0 0,1-1 0,8 27 0,-1-5 0,6 8 0,-12-35 0,0 1 0,-1-1 0,4 20 0,6 32 0,-9-46 0,-1 0 0,-1 0 0,2 35 0,14 155 0,-19-192-231,0 47-2827,0-57 1400,0-38 800,-1 20 739,1 1 0,-2-1 0,-5-19 0,-2-29 170,10 30 9,-1 11 15,0 0-1,-1 0 1,-3-20-1,1 28-28,-34-195 1527,24 130-668,7 43 101,1 0 1,-2-39 0,7 56-925,-2 0 0,0 0 0,0 0 0,-6-15 0,4 16-98,1 0-1,0 0 1,1 0-1,0-16 1,1 23 16,1 15 0,6 19 0,19 15 0,-17-27 0,0-1 0,1-1 0,16 19 0,115 94 0,-128-116 0,1 0 0,-1-1 0,1-1 0,1 0 0,-1-1 0,2 0 0,-1-1 0,0 0 0,20 4 0,-5-3 0,0-2 0,1 0 0,-1-2 0,33 0 0,-49-3 0,0-1 0,0 0 0,0-1 0,-1 0 0,1-1 0,-1 0 0,1-1 0,-1 0 0,0-1 0,-1 0 0,1-1 0,-1-1 0,0 0 0,-1 0 0,1-1 0,8-9 0,48-60 0,-59 68 0,-1 0 0,0 0 0,0-1 0,-1 1 0,0-1 0,-1-1 0,0 1 0,-1-1 0,0 0 0,3-11 0,-3-2 0,0 0 0,-1 0 0,-2-38 0,-1 61 0,-3-52 0,2 53 0,1-1 0,0 0 0,0 0 0,0 1 0,0-1 0,-1 0 0,1 0 0,0 1 0,-1-1 0,1 0 0,0 0 0,-1 1 0,1-1 0,-1 1 0,1-1 0,-1 0 0,0 1 0,1-1 0,-1 1 0,-1-1 0,1 1 0,0 0 0,0 0 0,1 0 0,-1 1 0,0-1 0,0 0 0,0 1 0,0-1 0,0 1 0,1-1 0,-1 1 0,0-1 0,0 1 0,1-1 0,-1 1 0,0 0 0,1 0 0,-1-1 0,0 1 0,1 0 0,-1 0 0,1 0 0,-1 0 0,-18 21 0,16-19 0,0 0 0,1 0 0,-1 0 0,1 0 0,0 0 0,0 0 0,0 1 0,0-1 0,1 1 0,-1 0 0,1-1 0,-2 7 0,-2 4 0,-1 0 0,0 0 0,-1 0 0,-11 15 0,9-15 0,1 0 0,0 2 0,-11 28 0,4 40 0,2-9 0,5-46 0,4-16 0,1 1 0,0-1 0,1 1 0,-1 22 0,2-1 0,-2-1 0,-9 42 0,10-61 0,1 0 0,1 29 0,0-23 0,0-20 0,0 1 0,0-1 0,0 0 0,0 0 0,0 1 0,0-1 0,0 0 0,1 0 0,-1 0 0,0 1 0,1-1 0,-1 0 0,1 0 0,-1 0 0,1 0 0,0 2 0,0-3 0,-1 0 0,1 0 0,-1 0 0,1 0 0,-1 1 0,0-1 0,1 0 0,-1 0 0,1 0 0,-1 0 0,1 0 0,-1 0 0,1 0 0,-1 0 0,0 0 0,1 0 0,-1 0 0,1 0 0,-1-1 0,1 1 0,-1 0 0,0 0 0,1 0 0,-1-1 0,1 1 0,-1 0 0,0 0 0,1-1 0,2-1 0,0-1 0,0 0 0,-1 1 0,1-1 0,-1 0 0,0 0 0,0 0 0,2-4 0,3-10 0,-1 1 0,-1-1 0,5-28 0,12-36 0,-17 66 0,-1 1 0,-1-1 0,2-24 0,3-13 0,31-145 0,-24 124 0,-10 52 0,-1 0 0,-1-1 0,2-33 0,4 19 0,-3 26 0,-3 20 0,-1 9 0,0-1 0,1 1 0,1 0 0,9 28 0,7 30 0,-5 0 0,3 1 0,29 73 0,-40-127 0,-1 0 0,4 35 0,-6-32 0,1-2 0,10 32 0,6 21-3541,0 41-7248,-21-119 10752,3 56-7638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3.3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589 444 8468,'7'-19'3479,"-1"0"0,-1-1 0,-1 1 0,-1-1 0,2-29 0,-12-15-377,-19-45-2779,24 103-323,-1 0 0,1 0 0,-1 0 0,-1 0 0,1 1 0,-1-1 0,0 1 0,0 0 0,0 0 0,-1 0 0,0 1 0,0 0 0,0 0 0,0 0 0,-1 0 0,1 1 0,-11-4 0,-10-10 0,22 15 0,1 0 0,-1 0 0,0 0 0,0 0 0,0 1 0,0-1 0,0 1 0,0 0 0,0 1 0,0-1 0,0 1 0,-1-1 0,1 1 0,0 1 0,0-1 0,-6 1 0,-3 3 0,0-1 0,0 2 0,-20 9 0,31-13 0,-10 4 0,1 0 0,0 1 0,0 0 0,1 1 0,0 0 0,0 1 0,1-1 0,-17 19 0,18-18 0,-15 13 0,12-11 0,0 0 0,0 1 0,1 0 0,1 1 0,0 0 0,0 1 0,1-1 0,-9 21 0,-2 12 0,2-1 0,2 2 0,1 0 0,-10 79 0,23-110 0,0-1 0,2 1 0,-1-1 0,2 1 0,4 19 0,-1-6 0,16 64 0,-8-38 0,-11-49 0,-1 0 0,1 0 0,0 0 0,0 0 0,0-1 0,1 1 0,-1 0 0,1-1 0,0 0 0,0 0 0,1 0 0,0 0 0,-1 0 0,1 0 0,0-1 0,1 0 0,-1 0 0,0 0 0,1-1 0,0 1 0,0-1 0,-1 0 0,1 0 0,0-1 0,1 0 0,-1 0 0,0 0 0,0 0 0,0-1 0,1 0 0,-1 0 0,0 0 0,1 0 0,6-3 0,-3 2 0,1 0 0,0-2 0,-1 1 0,0-1 0,1 0 0,-1-1 0,0 0 0,-1-1 0,1 1 0,-1-2 0,0 1 0,0-1 0,0 0 0,-1-1 0,0 0 0,0 0 0,7-11 0,30-50 0,-29 46 0,-1 0 0,-1-1 0,0 0 0,10-31 0,-2-10 0,22-126 0,-29 130 0,-9 42 0,-1 0 0,-1-1 0,0 1 0,-1-23 0,-3 20 0,1 21 0,0 0 0,0 0 0,0 0 0,0 0 0,0 0 0,0 0 0,0 0 0,0 0 0,0 0 0,0 0 0,0 0 0,-1 0 0,1 0 0,0 0 0,0 1 0,0-1 0,0 0 0,0 0 0,0 0 0,0 0 0,0 0 0,0 0 0,0 0 0,0 0 0,0 0 0,0 0 0,0 0 0,0 0 0,0 0 0,-1 0 0,1 0 0,0 0 0,0 0 0,0 0 0,0 0 0,0 0 0,0 0 0,0 0 0,0 0 0,0 2 0,0 1 0,0 0 0,0 0 0,0 0 0,1 0 0,-1 0 0,1-1 0,0 1 0,0 0 0,1 3 0,13 30 0,-13-28 0,1 0 0,0 0 0,1 0 0,0-1 0,8 12 0,-4-7 0,0 0 0,-1 1 0,9 22 0,13 24 0,0-3 136,16 23-867,-15-34-3492,-13-19-4341,31 36 0,-21-36 3714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3.6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235 228 4242,'1'-43'7723,"1"30"-5834,-1 1 0,-1-1 0,0 0 0,-1 0 0,0 1 0,-6-25 0,5 32-1561,-1 0 0,0 0 0,0 0 1,0 0-1,-1 1 0,0-1 1,0 1-1,0 0 0,0 0 0,0 1 1,-1-1-1,0 1 0,-9-5 1,12 6-251,0 1 1,0 1-1,0-1 1,0 0-1,0 0 1,0 1-1,0-1 1,0 1-1,0 0 1,0-1-1,0 1 1,-1 0-1,1 0 1,0 1-1,0-1 1,0 0-1,0 1 1,0-1-1,0 1 1,0-1-1,0 1 1,0 0-1,0 0 1,0 0-1,0 0 1,1 1-1,-1-1 1,0 0-1,1 1 1,-1-1-1,1 1 1,-1-1-1,1 1 1,0 0-1,0 0 1,-1-1-1,0 4 1,0 3-79,1-1 0,0 1 0,0 0 0,0 0 0,1 0 0,1-1 0,-1 1 0,1 0 0,0 0 0,1-1 0,0 1 0,0 0 0,0-1 0,1 0 0,6 12 0,15 24 0,-17-30 0,0 1 0,1-1 0,0 0 0,1 0 0,1-1 0,14 14 0,-1-6 0,0 1 0,-1 0 0,27 33 0,11 13 0,-35-40 0,37 50 0,-57-70 0,0 1 0,0 0 0,-1 0 0,0 0 0,-1 1 0,1 0 0,-2-1 0,1 1 0,-1 0 0,0 1 0,0 14 0,-2-20 0,-1 1 0,1 0 0,-1-1 0,0 1 0,-1-1 0,1 1 0,-1-1 0,0 0 0,0 0 0,0 1 0,0-1 0,-1-1 0,0 1 0,1 0 0,-1-1 0,-1 1 0,1-1 0,0 0 0,-1 0 0,0 0 0,0 0 0,0-1 0,0 0 0,0 0 0,0 0 0,0 0 0,-1 0 0,-6 1 0,-16 4 0,0-1 0,0-1 0,-48 2 0,52-5 0,-20-1-1829,-36-11-5464,70 8 6374,1 1-1,-1-2 1,1 1-1,0-1 0,0 0 1,1 0-1,-1-1 1,0 0-1,1-1 0,0 0 1,0 0-1,-8-8 1,-6-18-4353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3.8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1 266 5891,'54'-99'12492,"-16"27"-2375,-10 31-6237,-26 39-3858,0 0-1,-1 1 1,1-1-1,0 0 1,-1 0-1,0-1 1,1 1-1,-1 0 1,0 0-1,0-1 1,0 1-1,0 0 1,-1-1-1,1 1 1,-1-1-1,1 1 1,-1-5-1,0 7-21,0-1 0,0 1 0,0-1 0,0 1 0,0 0 0,0-1 0,0 1 0,0 0 0,1-1 0,-1 1 0,0-1 0,0 1 0,0 0 0,0-1 0,1 1 0,-1 0 0,0 0 0,0-1 0,0 1 0,1 0 0,-1-1 0,0 1 0,1 0 0,-1 0 0,0 0 0,1-1 0,-1 1 0,0 0 0,1 0 0,-1 0 0,0 0 0,1-1 0,-1 1 0,0 0 0,1 0 0,-1 0 0,1 0 0,-1 0 0,0 0 0,1 0 0,-1 0 0,0 0 0,1 0 0,-1 1 0,1-1 0,-1 0 0,0 0 0,1 0 0,-1 0 0,0 0 0,1 1 0,-1-1 0,1 1 0,0-1 0,0 1 0,0-1 0,0 1 0,0 0 0,0 0 0,-1-1 0,1 1 0,0 0 0,-1 0 0,1 0 0,0 0 0,-1 0 0,1 0 0,-1 0 0,1 0 0,-1 0 0,0 0 0,1 0 0,-1 0 0,0 0 0,0 0 0,0 2 0,9 39 0,-2-16 0,15 62 0,-13-56 0,7 44 0,8 45 0,-16-84 0,7 48 0,-14-73 0,3 29 0,2 1 0,14 50 0,-8-42 0,-2-1 0,6 81 0,-10-77 0,-2 191-713,-5-144-1189,0-77-2005,-1 1-1,-7 32 0,5-36 1174,1 33-4445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4.2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1 160 15255,'0'-3'680,"0"0"-1,0 1 1,0-1 0,0 1-1,1-1 1,-1 1-1,1-1 1,0 0 0,0 1-1,0 0 1,0-1 0,0 1-1,0 0 1,1-1-1,-1 1 1,3-2 0,12-23 36,-14 24-808,0 0 0,1 0 0,-1 1 0,1-1 0,-1 0 0,1 1 0,0 0 0,0-1 0,0 1 0,0 1 0,1-1 0,-1 0 0,0 1 0,5-2 0,63-19-3312,-52 17 2158,-9 2 642,12-3-1190,1 0 1,44-5 0,-59 11 1665,1-1 1,0 2 0,0-1-1,-1 2 1,1-1 0,0 1-1,-1 0 1,1 1 0,-1 0-1,0 0 1,12 7-1,53 23 353,-54-26 655,0 1 1,0 2-1,20 12 0,-36-20-482,0 0 0,1 0 0,-1-1 1,1 1-1,-1-1 0,1 0 0,-1 0 0,1 0 0,6 1 0,26-1 7979,-35-2-8303,1 0 1,-1 0-1,0 0 1,1 0-1,-1-1 1,0 1-1,0 0 1,0-1-1,0 1 1,0-1-1,0 1 1,0-1-1,0 1 0,-1-1 1,1 1-1,0-1 1,-1 0-1,0 1 1,1-1-1,-1 0 1,0 0-1,0 1 1,0-1-1,0 0 1,0 0-1,0 1 1,0-1-1,-1 0 1,1 1-1,-1-1 1,1 0-1,-1 1 1,0-1-1,1 1 1,-3-3-1,0-1-74,0 1 0,-1 0 0,1 0 0,-1 0 0,0 0 0,0 1 0,-1 0 0,1-1 0,-1 2 0,1-1 0,-1 0 0,0 1 0,0 0 0,0 0 0,0 1 0,-1-1 0,1 1 0,0 0 0,-1 0 0,1 1 0,-1 0 0,1 0 0,0 0 0,-1 1 0,1-1 0,0 1 0,-1 0 0,1 1 0,0-1 0,0 1 0,0 0 0,0 1 0,-6 3 0,-5 4 0,1 1 0,0 0 0,1 1 0,0 1 0,0 0 0,2 1 0,-17 23 0,23-21 0,1-1 0,0 1 0,2 1 0,0-1 0,1 1 0,-1 31 0,3-31 0,-1-3 0,1 0 0,0 0 0,2 1 0,-1-1 0,1 0 0,1 0 0,1 0 0,5 15 0,6 5 0,-10-19 0,2 1 0,0-1 0,1 0 0,0-1 0,19 25 0,-10-18 0,-10-12 0,0 0 0,1 0 0,0-1 0,14 11 0,-11-11 0,1-1 0,0 0 0,1-1 0,-1 0 0,15 3 0,-20-7 0,0 0 0,0 0 0,1-1 0,-1 0 0,1 0 0,-1 0 0,1-1 0,-1-1 0,1 1 0,-1-1 0,0 0 0,12-4 0,16-7 0,-22 9 0,0-1 0,0-1 0,0 0 0,-1-1 0,0 0 0,0-1 0,0 0 0,-1-1 0,11-10 0,2-2 0,-2-1 0,0-1 0,-2-1 0,0-1 0,-2 0 0,0-2 0,21-42 0,-20 21 0,-8 17 0,2 1 0,1 1 0,24-39 0,-34 62 0,-1 2 0,-1 0 0,1-1 0,-1 1 0,0-1 0,0 1 0,0-1 0,0 0 0,-1 1 0,0-1 0,1 0 0,-1 0 0,-1 0 0,2-6 0,-1 6 0,0 0 0,0 0 0,1 0 0,-1 0 0,1 0 0,0 1 0,1-1 0,2-4 0,-5 49 0,-1 0 0,0-18 0,1 0 0,0 0 0,7 38 0,32 120 0,-32-143 0,1-1 0,2 1 0,2-2 0,28 60 0,-21-37-136,-16-47-405,0 0 0,1 0 0,1-1 0,7 16 0,0 4-4221,1 4-4680,11-18 2412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4.4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79 7027,'25'0'7250,"18"-1"6994,-14 5-9998,-12 1-4246,-11-3 0,-1 0 0,0-1 0,1 0 0,-1 0 0,1 0 0,-1-1 0,1 1 0,5-2 0,479 1 0,-275-16 0,-51 8 0,-88 6 0,-75 2-78,-1 0-1,1 0 1,0 1-1,-1-1 1,1 0-1,0 0 1,-1 0-1,1 0 1,0 0 0,-1 0-1,1 0 1,0 0-1,-1 0 1,1-1-1,-1 1 1,1 0-1,0 0 1,-1-1 0,1 1-1,-1 0 1,1 0-1,0-1 1,-1 1-1,1-1 1,-1 1-1,1-1 1,-1 1 0,0-1-1,1 1 1,-1-1-1,1 1 1,-1-1-1,0 1 1,1-1-1,-1 1 1,0-1 0,0 0-1,0 1 1,1-2-1,-12-22-7066,6 15 3803,2-15-6100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4.8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190 43 14935,'-26'-15'9788,"-7"7"-4931,26 6-3636,-24-10 669,31 12-1887,-1-1 0,0 0 0,0 1 0,0-1 0,1 1 0,-1 0-1,0-1 1,0 1 0,0 0 0,0-1 0,0 1 0,0 0 0,1 0 0,-1 0 0,0 0 0,0 0 0,0 0 0,0 0 0,0 0-1,0 0 1,0 1 0,0-1 0,0 0 0,0 0 0,-1 1 0,-1 2-3,-1-1 0,1 0 0,0 1 0,-1-1 0,1 1 0,1 0 0,-1 0 0,0 1 0,1-1 0,-1 0 0,1 1 0,0-1 0,0 1 0,0 0 0,1 0 0,0 0 0,-1 0 0,1 0 0,0 0 0,1 0 0,-1 6 0,-18 150 0,18-64 0,5 127 0,56 207 0,-48-343 0,-4-32 0,3 83 0,-11-69-2335,0 34-5420,0-99 6983,0 1 0,-1-1 0,1 0 1,-1 1-1,0-1 0,0 0 0,0 0 0,-1 0 0,1 0 0,-1 0 0,0 0 0,-3 5 1,-2 2-1345,3 16-3033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5.2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404 519 6643,'6'-17'1764,"0"-1"0,-2 0 0,0 0 1,0 0-1,-2-1 0,0 1 0,-2-31 0,19-86 6379,-19 128-7751,0-1 0,1 1 0,0 0 0,1 0 0,0 0 0,0 0 0,0 0 0,6-10 0,5-16-52,-9 26-340,0-1 0,0 1 0,1 0 0,0 0 0,1 0 0,6-6 0,7-11 0,-17 22 0,0 0 0,-1 0 0,1 1 0,0-1 0,0 0 0,0 1 0,1-1 0,-1 1 0,0-1 0,0 1 0,1 0 0,2-1 0,-5 2 0,1 0 0,0 0 0,0 0 0,-1 0 0,1 0 0,0 0 0,0 0 0,0 0 0,-1 0 0,1 0 0,0 0 0,0 1 0,-1-1 0,1 0 0,0 1 0,-1-1 0,1 0 0,0 1 0,-1-1 0,1 1 0,0-1 0,-1 1 0,1-1 0,-1 1 0,1-1 0,-1 1 0,1-1 0,-1 1 0,0 0 0,1-1 0,-1 1 0,0 0 0,1 0 0,-1-1 0,0 1 0,0 0 0,0 0 0,1-1 0,-1 1 0,0 0 0,0 0 0,0-1 0,0 1 0,-1 0 0,1 0 0,0 0 0,0-1 0,-1 2 0,1 1 0,1-1 0,-1 1 0,0-1 0,1 0 0,0 1 0,-1-1 0,1 0 0,0 1 0,0-1 0,1 0 0,-1 0 0,2 3 0,9 18 0,-10-14 0,1 1 0,-2 0 0,1 0 0,-2 0 0,1 0 0,-1 0 0,-3 18 0,-15 74 0,11-67 0,-2 28 0,-7 21 0,6-50 0,1-8 0,2 1 0,1-1 0,1 1 0,-3 48 0,6-9 0,1-30 0,1 0 0,6 49 0,-4-74 0,0 1 0,1-1 0,0 1 0,1-1 0,0 0 0,1-1 0,0 1 0,1-1 0,0 0 0,1 0 0,10 12 0,-13-18 0,0 0 0,1-1 0,-1 1 0,1-1 0,-1 0 0,1 0 0,0-1 0,1 1 0,-1-1 0,8 2 0,27 13 0,-37-16 0,1 0 0,-1 0 0,1 0 0,-1 0 0,1-1 0,0 1 0,-1-1 0,1 0 0,0 0 0,-1-1 0,1 1 0,0-1 0,-1 0 0,1 0 0,-1 0 0,1 0 0,-1 0 0,0-1 0,1 1 0,-1-1 0,0 0 0,0 0 0,0-1 0,-1 1 0,1 0 0,0-1 0,-1 0 0,1 1 0,-1-1 0,0 0 0,0 0 0,0-1 0,-1 1 0,1 0 0,-1 0 0,2-5 0,0 0 0,0-1 0,-1 0 0,1 0 0,-2 0 0,1 0 0,-2-1 0,1 1 0,-1 0 0,0-1 0,-1 1 0,0 0 0,-4-16 0,-3-13 0,7 30 0,0 0 0,-1-1 0,0 1 0,0 0 0,-1 0 0,-6-13 0,-3 1 0,0 0 0,-2 0 0,0 2 0,0 0 0,-2 0 0,0 2 0,-2 0 0,1 1 0,-2 0 0,0 2 0,0 0 0,-1 1 0,-1 1 0,0 1 0,-1 1 0,-36-11 0,25 12 0,0 1 0,0 1 0,-1 2 0,0 1 0,-36 2 0,-26 7-4701,88-5 3642,1 1 0,-1-1 0,0 1 1,1 1-1,-1 0 0,1 0 0,0 0 0,0 1 0,0 0 0,-11 8 0,-8 13-15343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6.2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77 120 5635,'1'-18'3960,"-3"-31"10540,-5 32-8356,-8 10-3616,14 10-2528,0 0 0,0 0 0,0 0 0,0 1 0,0-1 0,1 0 0,0 1 0,0-1 0,0 0 0,0 1 0,1 4 0,-1-3 0,-2 68 0,0-39 0,2 1 0,1-1 0,7 46 0,23 21 0,-19-69 0,11 50 0,-11-6 0,4-34 0,-10-27 0,-1 1 0,0 0 0,5 29 0,11 31 0,-3-16 0,-10-21 0,0-4 0,-1-1 0,-2 2 0,0 36 0,-5 16 0,0-86-72,0-1 0,-1 0 0,1 0 0,0 1 0,-1-1-1,1 0 1,-1 0 0,1 0 0,-1 0 0,1 0 0,-1 0 0,0 0 0,0 0 0,0 0 0,1 0 0,-1 0 0,0 0-1,0 0 1,0-1 0,0 1 0,0 0 0,0-1 0,-1 1 0,1-1 0,0 1 0,0-1 0,0 1 0,-1-1 0,1 0-1,0 0 1,0 0 0,-1 0 0,1 1 0,0-2 0,0 1 0,-1 0 0,1 0 0,0 0 0,0-1 0,-1 1 0,1 0-1,0-1 1,0 1 0,0-1 0,0 1 0,0-1 0,0 0 0,0 0 0,0 1 0,0-1 0,0 0 0,-1-2 0,-23-47-2823,20 45 2782,2-1 1,-1 1-1,1-1 0,0 0 1,0 0-1,0-1 0,1 1 1,0 0-1,-2-12 0,-11-32 34,7 31 126,2-1-1,-8-38 1,-5-19 229,8 37 107,2 0 0,1-1 0,-2-51 1,-2-14 938,1 50-226,7 40-721,0-1 0,2 0-1,0 0 1,0 0 0,2 0 0,0-1-1,1 1 1,4-21 0,22-96-194,-26 125-181,1-1 0,1 1 0,0 0 0,0 0 0,1 0 0,0 0 0,0 1 0,1 0 0,0 0 0,0 0 0,1 0 0,0 1 0,1 0 0,0 0 0,0 1 0,0-1 0,0 2 0,1-1 0,0 1 0,1 0 0,-1 1 0,1 0 0,0 0 0,0 1 0,0 0 0,0 0 0,0 1 0,1 1 0,-1-1 0,1 2 0,-1-1 0,11 2 0,-7 0 0,0 2 0,0 0 0,-1 1 0,1 0 0,-1 1 0,0 0 0,0 1 0,0 0 0,-1 1 0,13 9 0,-3 1 0,-1 1 0,-1 0 0,-1 1 0,16 23 0,-29-35 0,0 1 0,-1 0 0,0 0 0,0 0 0,-1 1 0,0-1 0,0 1 0,-1 0 0,0 0 0,-1 0 0,0 0 0,0 0 0,-1 0 0,0 0 0,-3 17 0,2-13 0,-2-1 0,0 1 0,0 0 0,-1-1 0,-1 1 0,0-1 0,0-1 0,-1 1 0,-1-1 0,-14 19 0,0-6-247,-1-2-1,-1 0 1,-1-2 0,0-1-1,-2 0 1,-34 18 0,31-22-605,-1 0 1,0-3-1,0 0 1,-1-2-1,-61 12 1,90-21 188,-1-1 1,1 0-1,0 1 1,-1-1-1,1 0 1,0 0-1,-1 0 1,1-1 0,0 1-1,-1-1 1,1 1-1,0-1 1,0 1-1,-1-1 1,1 0 0,0 0-1,0 0 1,0-1-1,-2-1 1,-1-12-4733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6.4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 15111,'4'-2'876,"0"0"1,0 1-1,0 0 1,1 0-1,-1 0 1,1 1-1,-1-1 1,0 1-1,1 0 1,-1 0-1,1 0 1,-1 1-1,0 0 1,1 0-1,4 1 1,-6 0-697,0 0 1,0-1 0,0 1 0,0 0 0,0 0-1,-1 1 1,1-1 0,-1 0 0,0 1 0,1 0 0,-1-1-1,0 1 1,-1 0 0,1 0 0,0 0 0,-1 0 0,0 0-1,1 1 1,-1 3 0,22 53-161,-17-45-21,-1 0 0,0 0 0,3 18 0,6 29 1,-9-44 0,-1 0 0,-1 1 0,0-1 0,0 23 0,-3 252 0,-1-282 21,0 0-1,0 1 1,-1-1 0,0 0-1,-7 19 1,-7 31-751,15-54 52,-1 1-1,-1-1 0,0 1 1,0-1-1,-4 8 0,-28 39-9631,25-40 6823,-16 26-2977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6.7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0 765 4274,'7'-6'2278,"1"-1"0,-2 0-1,1-1 1,9-14 0,-14 18-1822,0 1 0,1-1-1,0 1 1,0 0 0,0 0 0,0 0 0,0 0-1,0 0 1,1 1 0,-1-1 0,1 1-1,0 0 1,4-2 0,56-17 106,-51 17 88,55-20 551,-49 16-936,0 1 1,0 1-1,28-5 0,128-32 3094,-41 9-675,-99 26-2483,0-1 0,-1-1 0,0-2 0,-1-2 0,55-30 0,-63 29-201,-16 11 0,0-1 0,0 0 0,-1 0 0,1-1 0,-1 0 0,-1-1 0,1 0 0,-1 0 0,0 0 0,-1-1 0,0 0 0,0-1 0,6-12 0,-8 12 0,0-1 0,-1 0 0,0 0 0,0-1 0,-2 1 0,1-1 0,-1 1 0,-1-1 0,0-16 0,-7 9 0,-1 1 0,-1 0 0,0 0 0,-1 1 0,-1 1 0,-24-28 0,32 40 0,0-1 0,0 2 0,0-1 0,0 0 0,0 1 0,-1-1 0,1 1 0,-1 0 0,1 0 0,-1 0 0,0 1 0,0-1 0,0 1 0,1 0 0,-1 0 0,-1 0 0,1 1 0,-8-1 0,9 1 0,0 1 0,0 0 0,-1-1 0,1 1 0,0 0 0,0 0 0,0 1 0,0-1 0,0 1 0,0-1 0,0 1 0,1 0 0,-1 0 0,1 0 0,-1 1 0,1-1 0,0 0 0,0 1 0,0 0 0,0-1 0,-3 7 0,-2 8 0,1 1 0,0 0 0,2 0 0,0 0 0,1 1 0,0 0 0,2-1 0,0 1 0,3 27 0,-2-16 0,1-13 0,1 0 0,1 0 0,1 0 0,0-1 0,1 1 0,0-1 0,1 0 0,1 0 0,10 15 0,6 18 0,-11-25-955,0-1 0,2-1 0,1 0 0,0-1-1,21 22 1,94 83-7849,-125-122 7621,0-1 0,0 0-1,0 0 1,0 0 0,0 0-1,1-1 1,-1 0-1,12 3 1,27-3-2637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7.0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47 378 2177,'6'-8'1000,"0"-1"1,0 0-1,-1 0 1,0-1-1,-1 0 1,0 1-1,-1-1 1,0-1-1,0 1 1,-1 0-1,1-16 0,2 2 2874,1 2 0,1-1-1,15-33 1,-3 7-784,-17 20-3090,-2 25 0,6 9 0,2 2 0,-6-6 0,-1 0 0,0-1 0,0 1 0,0 0 0,0 0 0,0 0 0,0 0 0,0 1 0,0-1 0,-1 0 0,1 0 0,0 0 0,-1 1 0,1-1 0,-1 0 0,1 1 0,-1-1 0,1 0 0,-1 1 0,0-1 0,0 1 0,0-1 0,0 1 0,0-1 0,0 3 0,2 18 0,1 1 0,0 0 0,2-1 0,11 30 0,-3-7 0,-4-12 0,-1 0 0,-2 1 0,-2 0 0,2 49 0,-5-46 0,1-24 0,-2 0 0,0 1 0,0-1 0,-1 0 0,0 0 0,-5 17 0,4-25 0,-4 13 0,-1 0 0,0-1 0,-1 0 0,-17 26 0,24-42 0,0 0 0,0 1 0,0-1 0,0 0 0,0 0 0,-1 0 0,1 1 0,0-1 0,-1-1 0,1 1 0,-1 0 0,1 0 0,-1-1 0,0 1 0,1 0 0,-1-1 0,0 0 0,1 1 0,-1-1 0,0 0 0,1 0 0,-1 0 0,-3 0 0,1-1 0,0 0 0,0 0 0,0 0 0,0-1 0,0 1 0,1-1 0,-1 0 0,1 0 0,-1-1 0,-3-3 0,2 3 0,0-1 0,1 0 0,0 0 0,0 0 0,0-1 0,1 1 0,-1-1 0,1 0 0,0 0 0,0 0 0,1-1 0,0 1 0,0 0 0,0-1 0,0 0 0,0-6 0,1-12 0,1 1 0,2 0 0,0 0 0,1 0 0,1 0 0,12-35 0,-5 30 0,-2 0 0,1 2 0,2-1 0,0 2 0,2-1 0,0 2 0,2 0 0,33-39 0,-29 43 0,0 0 0,2 1 0,0 2 0,1 0 0,0 1 0,1 2 0,34-16 0,-41 23 0,0 0 0,0 1 0,1 1 0,-1 1 0,1 0 0,0 1 0,1 1 0,-1 1 0,0 1 0,0 0 0,1 1 0,24 5 0,-32-2 0,0-1 0,-1 2 0,1-1 0,-1 2 0,0-1 0,0 1 0,15 13 0,-7-6 0,-12-9 0,10 6 0,0 1 0,0 0 0,-1 1 0,-1 1 0,0 0 0,-1 1 0,-1 0 0,12 18 0,-14-13 0,-2-1 0,0 2 0,-2-1 0,0 1 0,-1 0 0,-1 0 0,0 1 0,-2-1 0,-1 1 0,0 0 0,-1-1 0,-2 1 0,-4 25 0,3-37 0,0-1 0,-1 1 0,0-1 0,0 1 0,-1-1 0,0-1 0,0 1 0,-9 9 0,-4 6 0,5-7 0,0-1 0,-1-1 0,0 0 0,-1-1 0,0 0 0,-1-1 0,-1-1 0,0-1 0,0 0 0,-1-1 0,0-1 0,-22 6 0,-7 1 0,0-2 0,-1-3 0,-82 9 0,100-16-59,-1-1-1,1-1 1,-1-1-1,1-2 1,-1-1-1,1-2 1,0-1 0,0-1-1,1-1 1,-56-25-1,81 32-367,0-1 0,0 0 0,1 0 0,-1-1 0,1 1 0,0-1 0,0 0 0,-5-5 0,4 3-1330,1 0 0,-1-1 0,1 0 0,1 0-1,-1 1 1,1-2 0,0 1 0,-2-10 0,1-26-10603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7.8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423 15 2513,'-4'-3'11888,"3"2"-11707,-1 0 0,0-1 0,1 1 0,-1 0 0,0 0 0,0 0 0,0 1 0,0-1 0,0 0 0,0 1 0,0-1 0,0 1 0,0 0 0,0 0-1,0-1 1,0 1 0,0 1 0,0-1 0,-1 0 0,1 0 0,0 1 0,0-1 0,-2 2 0,-2 0 565,1 1 1,-1 0-1,1 0 0,-1 1 1,1-1-1,0 1 0,-8 9 1,-7 8 1928,2 1 1,-25 39-1,40-57-2649,-3 5-26,0 0 0,0 1 0,1 0 0,0 0 0,1 1 0,0-1 0,-2 12 0,5-15 0,0 0 0,1-1 0,-1 1 0,1 0 0,1-1 0,-1 1 0,1-1 0,1 1 0,-1-1 0,1 1 0,0-1 0,1 0 0,4 9 0,8 14 0,1 0 0,2-2 0,1 0 0,27 29 0,105 92 0,-91-96 0,-25-24 0,-2 2 0,0 1 0,44 56 0,-75-83 0,1-1 0,-1 1 0,0-1 0,0 1 0,-1 0 0,1 0 0,-1 0 0,1-1 0,-1 2 0,0-1 0,-1 0 0,1 0 0,-1 0 0,0 7 0,0-8 0,-1 0 0,0 0 0,0 0 0,0 0 0,0 0 0,0 0 0,-1 0 0,1 0 0,-1-1 0,0 1 0,0-1 0,0 1 0,0-1 0,0 0 0,-4 3 0,-5 3 0,-1-1 0,0 0 0,0-1 0,0 0 0,-1-1 0,0-1 0,-16 4 0,-27 3-1032,0-2-1,0-2 1,-1-4-1,0-1 1,-90-10-1,122 5-3229,1-1-1,-41-13 1,18 6-1615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7.9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1 427 6547,'4'-12'1807,"2"0"0,-1 0 0,2 1 0,9-16 0,3 4 2685,43-43 1,-25 28-788,-13 14-3256,2 2 1,1 0-1,0 2 1,2 1-1,0 1 1,1 2-1,1 1 1,0 1-1,55-16 1,-55 22-450,0 2 0,0 1 0,41-2 0,-29 12-2328,-34-3 685,-1 1-1,0 0 0,0 0 1,12 7-1,-2 4-5533,-15 10 345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7.3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1 254 5747,'42'44'6427,"-31"-29"-5016,-8-12-1175,0 0 1,-1 0-1,1 0 1,-1 1-1,0-1 1,0 1-1,3 6 0,-5-9-34,0 0 0,0 0-1,0 0 1,0 0-1,0 0 1,1 0-1,-1-1 1,0 1 0,1 0-1,-1 0 1,1 0-1,-1 0 1,1-1-1,-1 1 1,1 0-1,-1-1 1,1 1 0,0 0-1,-1-1 1,1 1-1,0-1 1,0 1-1,-1-1 1,1 1 0,0-1-1,0 1 1,0-1-1,0 0 1,-1 0-1,1 1 1,0-1 0,0 0-1,0 0 1,0 0-1,0 0 1,0 0-1,0 0 1,0 0-1,0 0 1,-1 0 0,2-1-1,0 1 176,1 0-1,-1-1 1,0 1 0,0-1-1,0 1 1,0-1-1,0 0 1,0 0 0,0 0-1,0 0 1,0 0 0,0 0-1,0-1 1,-1 1-1,1-1 1,1-1 0,-1 0-218,1 0 0,-1 0 0,1 1 0,0-1 0,-1 1 0,1 0 0,0-1 1,1 1-1,-1 1 0,0-1 0,0 0 0,5-1 0,27-17 195,11-13-354,-39 29 0,0 0 0,-1-1 0,0 1 0,0-1 0,9-10 0,18-14 0,-30 28 0,0-1 0,0 0 0,0 0 0,0 0 0,-1-1 0,1 1 0,-1 0 0,1-1 0,-1 0 0,0 0 0,0 0 0,0 0 0,0 0 0,-1 0 0,1 0 0,-1 0 0,0-1 0,0 1 0,0-1 0,0 1 0,0-6 0,-1-5-444,1 9-445,-1 1 0,1-1 0,-1 1 0,0-1-1,-1 0 1,1 1 0,-1-1 0,0 1 0,0 0 0,0-1-1,0 1 1,-1 0 0,0-1 0,0 1 0,0 0 0,0 1-1,-1-1 1,0 0 0,-5-6 0,-20-16-6224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18.3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229 96 2929,'-22'7'2165,"0"-2"-1,0 0 0,0-1 0,-28 1 0,45-4-1570,-1-1 1,0 1-1,0 0 0,0 0 0,-10 5 0,-12 0 2404,10-3-417,26 5 1629,29 5 1453,-17-11-5663,0 0 0,0-2 0,0 0 0,0-2 0,37-6 0,18-1 0,247-33 0,-167 18 0,-1 5 0,144-24 0,-274 35-319,-18 6-361,1 0 0,0 0 0,-1 1 0,1 0 0,9-1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25.1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28 323 8772,'-4'0'5112,"3"0"-4934,0 0 0,0 0 0,0 0 0,1 0 0,-1 0 0,0 0 0,0 0 0,0 0 0,0 1 0,1-1 0,-1 0 0,0 0 0,0 1 0,1-1 0,-1 1 0,0-1 0,0 0 0,1 1 0,-1-1 0,0 1 0,1 0 0,-1-1 0,1 1 0,-1-1 0,1 1 0,-1 0 0,1 0 0,-1 0 0,-2 31 2022,3-21-2532,1-5 533,-1-1 1,1 1 0,0-1-1,0 1 1,1-1 0,0 1-1,0-1 1,2 5 0,-1-5 72,-1 1 0,0-1 1,0 0-1,-1 1 1,1-1-1,-1 1 0,0-1 1,-1 7-1,1 15 1156,0 0-1,2 0 0,8 38 0,-3 28 362,7-43-1723,-9-33-69,0 0-1,-2 0 1,0 0 0,-1 1 0,1 20 0,-3-29 1,-1-1 0,2 1 0,-1-1 0,1 1 0,6 14 0,-5-15 0,0 1 0,-1 0 0,0 0 0,0 0 0,0 17 0,-2 12 0,0-45 0,-2-33 0,2 1 0,5-52 0,2 55 0,-3-1 0,1-63 0,-3 72 0,1 1 0,1-1 0,12-43 0,3-11 0,-18 73 0,0 1 0,1-1 0,0 1 0,1 0 0,-1-1 0,2 1 0,-1 0 0,1 1 0,0-1 0,1 1 0,0 0 0,0 0 0,12-12 0,0-5 0,-16 22 0,0 0 0,0 0 0,0 1 0,0-1 0,0 0 0,0 1 0,1-1 0,-1 1 0,1-1 0,-1 1 0,1 0 0,0-1 0,-1 1 0,1 0 0,0 0 0,0 0 0,-1 1 0,1-1 0,0 0 0,0 1 0,0-1 0,0 1 0,0-1 0,0 1 0,0 0 0,0 0 0,0 0 0,4 1 0,2 0 0,0 0 0,0 0 0,0 1 0,-1 0 0,1 1 0,-1 0 0,1 0 0,-1 1 0,0-1 0,0 2 0,-1-1 0,11 9 0,-2 0 0,0 0 0,-1 2 0,24 29 0,109 171 0,-141-204 0,0-1 0,0 1 0,7 22 0,-1-1 0,-2-8 0,-9-20 0,1 0 0,-1 0 0,1 0 0,0 0 0,0 0 0,1-1 0,3 6 0,18 4 0,-23-13 0,0 0 0,-1 0 0,1 0 0,0 0 0,0 0 0,-1 0 0,1 0 0,0-1 0,-1 1 0,1 0 0,0 0 0,-1-1 0,1 1 0,0 0 0,-1-1 0,1 1 0,-1 0 0,1-1 0,-1 1 0,1-1 0,-1 1 0,1-1 0,-1 1 0,1-1 0,-1 0 0,1 1 0,-1-1 0,0 0 0,1 1 0,-1-1 0,0 0 0,0 1 0,0-1 0,1 0 0,-1 1 0,0-1 0,0 0 0,0 1 0,0-1 0,0 0 0,0 0 0,-1 1 0,1-1 0,0 0 0,0 0 0,0-2 0,0 1 0,1-1 0,-1 1 0,1-1 0,-1 1 0,1 0 0,0-1 0,0 1 0,0 0 0,1-1 0,-1 1 0,2-3 0,8-14 0,-7 6 0,0 0 0,-1-1 0,0 1 0,-2-1 0,2-22 0,-3 18 0,2 0 0,6-30 0,-2 26 0,-1 7 0,-1 1 0,-1-1 0,-1 1 0,2-27 0,-3 19 0,1 1 0,0 0 0,7-21 0,-5 21 0,0 1 0,-1-1 0,0-21 0,-3 26 0,2 1 0,5-29 0,3-28 0,-10 69 0,0 1 0,0-1 0,0 1 0,1 0 0,-1-1 0,1 1 0,0 0 0,0-1 0,-1 1 0,2 0 0,-1 0 0,0 0 0,0 0 0,1 0 0,1-3 0,-1 4 0,-1-1 0,0 0 0,1 1 0,-1-1 0,0 0 0,0 0 0,0 0 0,-1 0 0,1 0 0,0 0 0,-1 0 0,1 0 0,-1 0 0,0 0 0,1-2 0,-1 3 0,-1 0 0,1 1 0,0-1 0,0 1 0,0-1 0,0 1 0,0-1 0,0 1 0,0-1 0,0 1 0,0-1 0,0 1 0,1-1 0,-1 1 0,0-1 0,0 1 0,0-1 0,1 1 0,-1-1 0,0 1 0,1-1 0,-1 1 0,0-1 0,1 1 0,-1 0 0,0-1 0,1 1 0,-1 0 0,1-1 0,-1 1 0,1 0 0,-1-1 0,1 1 0,-1 0 0,1 0 0,-1 0 0,1 0 0,-1-1 0,1 1 0,-1 0 0,1 0 0,-1 0 0,1 0 0,0 0 0,-1 0 0,1 0 0,-1 1 0,1-1 0,-1 0 0,1 0 0,-1 0 0,1 0 0,-1 1 0,1-1 0,-1 0 0,1 0 0,-1 1 0,0-1 0,1 0 0,-1 1 0,1-1 0,-1 1 0,0-1 0,1 1 0,36 31 0,-29-24 0,-4-5 0,0 0 0,0 1 0,-1-1 0,1 0 0,-1 1 0,0 0 0,0 0 0,0 0 0,0 0 0,-1 0 0,4 9 0,6 20 0,1-1 0,2 0 0,37 59 0,8 16 0,-51-84 0,-1 1 0,8 33 0,-6-17 0,7 37-2533,-12-23-4543,-3 75-1,-2-81 4602,0-9-2727,0-10 992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25.3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0 243 6675,'7'-24'2297,"-2"0"0,-1 0-1,-1 0 1,-1-1 0,-2 1-1,-1-27 1,0 7 1587,3 44-3766,-1-1 0,0 1 0,1-1 0,-1 1 0,1 0 0,-1-1 0,0 1 0,1 0 0,-1 0 0,1 0 0,-1 0 0,1 0 0,-1 1 0,1-1 0,-1 0 0,0 1 0,3 0 0,-4 24 550,1-1 0,1 0-1,1 1 1,2-1 0,8 29 0,2 3-668,9 61 0,-3-18 0,-13-65 0,0 0 0,-3 0 0,3 47 0,-8-69 0,1-1 0,1 0 0,0 0 0,6 20 0,-4-19 0,-1 0 0,0 0 0,-1 1 0,1 23 0,-3 28 0,0-64-61,0 1 0,0 0 0,0 0 0,0 0 1,0 0-1,0-1 0,0 1 0,-1 0 0,1 0 0,0 0 0,0 0 0,-1-1 0,1 1 0,0 0 1,-1 0-1,1-1 0,-1 1 0,1 0 0,-1-1 0,0 1 0,1-1 0,-1 1 0,1 0 1,-1-1-1,0 1 0,0-1 0,1 0 0,-1 1 0,0-1 0,0 0 0,-1 1 0,2-1-94,-1 0-1,0 1 0,0-1 1,1 0-1,-1 1 0,0-1 0,1 0 1,-1 1-1,0-1 0,1 1 1,-1-1-1,1 1 0,-1-1 0,1 1 1,-1 0-1,1-1 0,-1 1 1,1-1-1,0 1 0,-1 0 1,1 0-1,0-1 0,-1 1 0,1 0 1,0-1-1,0 1 0,0 0 1,0 0-1,0-1 0,0 1 1,0 1-1,0 7-4324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25.7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0 210 8452,'3'-4'1023,"-1"0"0,0 0 0,0 0 0,0-1 0,0 1-1,-1-1 1,1 1 0,-1-1 0,0-7 0,1-43 3810,-3 31-4323,1 21-369,1 0-1,-1 0 1,1 1-1,0-1 1,0 0-1,0 0 1,0 1-1,0-1 1,0 0-1,1 1 1,-1-1-1,1 1 1,0 0 0,0-1-1,0 1 1,0 0-1,3-3 1,40-25 3455,-44 30-3532,0 0 42,1 0-1,-1 0 1,0 0 0,1 0-1,-1 0 1,1 0 0,-1 0 0,0 0-1,1 1 1,-1-1 0,0 0-1,1 1 1,-1-1 0,0 1 0,0 0-1,1-1 1,-1 1 0,0 0-1,2 2 1,-1-2 106,4 3-194,1 0 1,-1 0-1,0 1 0,0 0 0,0 0 0,-1 0 0,0 1 0,0 0 1,0 0-1,-1 0 0,1 1 0,-2-1 0,1 1 0,3 8 1,-1 5-24,0 1 0,-1 0 0,3 34 0,5 22-21,-6-49 26,-2-12 0,-1 1 0,-1 1 0,2 33 0,-5-18 0,1-17 0,-1 1 0,0 0 0,-6 31 0,-3-15 0,5-22 0,1 0 0,1 1 0,0-1 0,-1 20 0,2-20 0,-1 0 0,0 1 0,-1-1 0,0 0 0,-1 0 0,0-1 0,0 1 0,-1-1 0,-1 0 0,1 0 0,-2 0 0,-10 12 0,17-22 0,-5 20 0,6-19 0,0-13 0,-2-17 0,0 13 0,1 0 0,1-1 0,3-23 0,15-26 0,42-98 0,-30 84 0,-20 51 0,-5 10 0,1 1 0,1 0 0,0 0 0,2 0 0,14-20 0,-12 22 0,-6 8 0,0 0 0,1 0 0,-1 0 0,2 1 0,-1 0 0,1 0 0,0 1 0,0 0 0,1 0 0,-1 1 0,19-8 0,-26 13 0,1 0 0,0 0 0,-1 0 0,1 0 0,0 1 0,-1-1 0,1 1 0,-1-1 0,1 1 0,-1 0 0,1-1 0,-1 1 0,0 0 0,1 0 0,-1 0 0,0 0 0,0 0 0,1 0 0,-1 0 0,0 1 0,0-1 0,0 0 0,0 1 0,-1-1 0,2 3 0,10 10 0,-11-13 0,1 0 0,0 0 0,-1 1 0,0-1 0,1 1 0,-1-1 0,0 1 0,0-1 0,1 1 0,-1 0 0,-1 0 0,1-1 0,0 1 0,0 0 0,-1 0 0,1 0 0,-1 0 0,1 4 0,4 11 0,13 15 0,-15-28 0,0 0 0,0 0 0,-1 1 0,1-1 0,-1 1 0,3 8 0,1 7 0,1 0 0,1-1 0,0 0 0,2 0 0,0-1 0,19 26 0,-23-34 0,-1 1 0,0 0 0,0 1 0,-1-1 0,-1 1 0,0-1 0,3 22 0,8 32 0,-6-42 0,-4-15 0,-2 0 0,1 0 0,-1 0 0,0 0 0,-1 1 0,1 11 0,-2-13-197,1 0 0,-1 0 0,2 0 0,-1-1 0,4 12 0,-3-11-594,0 0 0,0 1 0,-1-1 0,0 1 0,1 12 0,-2 17-7086,0-11-472,0-13-2248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26.1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69 6483,'0'-66'21762,"0"63"-19481,0 32-259,0 383-1803,0-398-219,1 0 0,1 0 0,0 0 0,7 21 0,-5-23 0,-1 1 0,-1 1 0,0-1 0,1 20 0,16 130 0,-20-161 0,1 0 0,0 0 0,0 1 0,0-1 0,0 0 0,0 0 0,1 0 0,-1 1 0,1-1 0,-1 0 0,1 0 0,0 0 0,0 0 0,0 0 0,0 0 0,0 0 0,0 0 0,1 0 0,-1-1 0,0 1 0,1 0 0,0-1 0,1 2 0,1 1 0,-1-47 0,-3 21 0,1-1 0,4-27 0,4 26 0,-6 18 0,-1-1 0,0 0 0,0 0 0,0 0 0,-1 0 0,0 0 0,1-13 0,-1-12 0,2 0 0,2 0 0,0 0 0,3 0 0,15-44 0,-4 7 0,-16 57 0,0 0 0,0 0 0,2 0 0,9-22 0,-3 4 0,3-5 0,-13 33 0,0 0 0,1 0 0,-1 1 0,0-1 0,1 1 0,-1-1 0,1 1 0,0 0 0,-1-1 0,1 1 0,0 0 0,0 0 0,0 0 0,0 0 0,0 1 0,0-1 0,0 1 0,0-1 0,0 1 0,0-1 0,0 1 0,0 0 0,4 0 0,-3 1 0,0 0 0,0 1 0,0-1 0,0 0 0,0 1 0,0 0 0,0 0 0,0 0 0,-1 0 0,1 0 0,-1 0 0,1 1 0,-1-1 0,0 1 0,0 0 0,3 4 0,56 75 0,21 34 0,-35-51 0,-37-53 0,-1 1 0,0-1 0,-1 2 0,0-1 0,-1 1 0,6 15 0,-12-25 0,0 0 0,0 0 0,0-1 0,0 1 0,1-1 0,-1 1 0,1-1 0,0 0 0,0 1 0,0-1 0,0 0 0,0 0 0,1-1 0,4 5 0,-5-6 0,-1 1 0,1-1 0,-1 0 0,1 1 0,-1-1 0,1 1 0,-1 0 0,0-1 0,0 1 0,0 0 0,0 0 0,0 0 0,-1-1 0,1 1 0,0 0 0,-1 0 0,1 0 0,-1 0 0,0 0 0,0 0 0,0 3 0,0-4-130,0 0 0,0 0-1,0 0 1,0 0 0,0-1 0,1 1-1,-1 0 1,0 0 0,0 0 0,0 0 0,1-1-1,-1 1 1,0 0 0,1 0 0,-1-1 0,1 1-1,-1 0 1,1-1 0,-1 1 0,1 0-1,0-1 1,-1 1 0,1-1 0,-1 1 0,1-1-1,0 1 1,0-1 0,-1 1 0,1-1-1,0 0 1,1 1 0,-1-1-116,-1 0 1,1 1-1,0-1 1,0 0-1,-1 0 0,1 1 1,0-1-1,-1 1 0,1-1 1,-1 1-1,1-1 1,0 1-1,-1-1 0,1 1 1,-1-1-1,1 1 1,-1 0-1,0-1 0,1 1 1,-1 0-1,0-1 0,1 1 1,-1 0-1,0 0 1,0-1-1,0 1 0,0 0 1,1 0-1,-1-1 0,0 1 1,0 1-1,0 10-7461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26.4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75 269 5202,'-23'24'18508,"6"-19"-14108,15-5-4221,1 0 1,-1 1-1,0-1 0,1 0 0,-1 0 0,1 1 0,-1-1 0,1 1 0,-1 0 0,1-1 0,-1 1 1,1 0-1,-1 0 0,1 0 0,0 0 0,0 0 0,-1 0 0,1 0 0,0 0 0,0 0 0,0 1 1,0-1-1,0 0 0,1 1 0,-2 1 0,4-1-179,1 1 0,0-1 0,-1 1 0,1-1 0,0 0 0,0 0 0,0-1 0,0 1 0,0-1 0,0 1 0,1-1 0,-1 0 0,0 0 0,1 0 0,6 0 0,42-4 0,-1-2 0,70-17 0,14-2 0,218-28 0,-24 2 0,-42 5 0,-124 17 0,-35 3 0,129-31 0,-226 48-232,19-5-1518,-50 13 1719,0 0 0,0 0 0,0 0 0,0 0 0,0 0 0,0 0 0,0 0 0,-1 0 0,1 0 0,0-1 0,0 1 0,0 0 0,0 0 0,0 0 0,0 0 0,0 0 0,0 0 0,0 0 0,0 0 0,0 0 0,0-1 0,0 1 0,0 0 0,0 0 0,0 0 0,0 0 0,0 0 0,0 0 0,0 0 0,0-1 0,0 1 0,0 0 0,0 0 0,0 0 0,0 0 0,0 0 0,0 0 0,0 0 0,0 0 0,0-1 0,0 1 0,0 0 1,0 0-1,0 0 0,0 0 0,0 0 0,0 0 0,0 0 0,1 0 0,-1 0 0,0 0 0,0 0 0,0 0 0,0-1 0,-32 0-2347,7-1-5716,-17-7-238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28.8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163 161 4306,'-36'1'5589,"24"0"-3237,0 0 0,0-1 0,0 0 1,0-1-1,0 0 0,0-1 0,-21-6 0,28 6-1369,1-3 1157,18-5-1208,-11 7-932,1 1 0,-1 0 0,1 1 0,0-1 0,-1 1 0,1-1 0,0 1 0,0 0 0,0 1 0,7-2 0,39-9 0,32-13 0,50-18 0,-81 31 0,-42 10 0,0 0 0,0-1 0,0 1 0,-1-2 0,14-5 0,-12 5 0,-1 0 0,0 1 0,1 0 0,-1 1 0,1 0 0,-1 0 0,1 1 0,-1 0 0,1 1 0,13 2 0,-22-2 0,-1 0 0,1 0 0,0 1 0,-1-1 0,1 0 0,0 1 0,-1-1 0,0 0 0,1 1 0,-1-1 0,0 1 0,1-1 0,-1 1 0,0-1 0,0 0 0,0 1 0,-1-1 0,1 1 0,0 1 0,-6 29 0,2-26 0,1 0 0,0 0 0,0 0 0,1 0 0,0 0 0,0 0 0,0 1 0,1-1 0,0 1 0,0-1 0,1 1 0,-1 0 0,2 9 0,1 31 0,-1-24 0,-1 0 0,0 0 0,-6 34 0,-5 26 0,4 0 0,7 158 0,2-99 0,-1-122 0,0-11 0,-1 0 0,0 0 0,0 0 0,-1 0 0,0 0 0,-3 9 0,-6 3 0,8-17 0,0 0 0,1-1 0,-1 1 0,0 0 0,1 0 0,0 0 0,0 0 0,0 0 0,1 0 0,-1 7 0,1 132-406,0-171-21817,0 16 17864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29.0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142 207 4914,'-7'-5'2598,"0"0"-1,-1 1 1,1 1-1,-1-1 1,0 1-1,-12-3 1,14 4-1887,0 1 1,0-1 0,1 0 0,-1 0 0,1-1 0,0 1 0,-1-1-1,1-1 1,0 1 0,1-1 0,-1 1 0,-4-6 0,9 9-701,0-1-1,-1 1 1,1 0 0,0-1 0,0 1 0,-1-1-1,1 1 1,0 0 0,0-1 0,0 1 0,-1-1-1,1 1 1,0-1 0,0 1 0,0-1 0,0 1-1,0-1 1,0 1 0,0-1 0,0 1 0,0-1-1,0 1 1,0-1 0,0 1 0,1-1 0,-1 1-1,0-1 1,0 1 0,0 0 0,1-1 0,-1 1-1,0-1 1,1 1 0,-1 0 0,0-1 0,1 1-1,-1 0 1,0-1 0,1 1 0,-1 0 0,1-1-1,-1 1 1,0 0 0,1 0 0,-1 0 0,2-1-1,26-6-67,-18 5 23,84-37 34,-36 26 0,116-12 0,-66 12 0,50-2 0,-119 11-2224,63 4 0,-52 1-1753,-27-1-12473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34.6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2077 28 864,'16'-3'3888,"-10"-3"-2070,4 0 836,8 5 2259,-4-3 7028,-12-2-7925,-9 7-3795,0 0 1,1-1 0,-1 1-1,0-1 1,0-1-1,-9 0 1,9 0-35,0 0 0,-1 1 0,1-1 0,0 2 0,-14 1 0,-2 2-187,0-1 0,-27-1 0,41-2 0,0 1 0,1 0 0,-1 0 0,-15 5 0,-12 1 0,-1-7 0,0 1 0,-37 7 0,16-4 0,-108-4 0,68-3 0,-482 3 0,439 16 0,67-17 0,40-1 0,1 2 0,-1 1 0,-56 10 0,43-9 0,42-3 0,-1 1 0,1 0 0,0 0 0,-1 0 0,1 1 0,-10 1 0,1 4 0,-19 2 0,32-8 0,-1 0 0,1 0 0,-1 0 0,1 0 0,-1 0 0,1 1 0,-1-1 0,1 1 0,-1-1 0,1 1 0,0-1 0,-1 1 0,1 0 0,0 0 0,-2 1 0,2-1 0,0-1 0,0 1 0,-1 0 0,1 0 0,0-1 0,0 1 0,-1-1 0,1 1 0,-1-1 0,1 1 0,0-1 0,-1 0 0,1 0 0,-1 0 0,-1 0 0,-6 0 0,-1 0 0,0 0 0,1 1 0,-1 1 0,1-1 0,-1 1 0,-13 6 0,-5 16 0,20 0 0,1-21 0,0 3 0,5 16 0,3-17 0,-1-2 0,1 0 0,-1-1 0,0 1 0,1 0 0,-1 0 0,-1 0 0,1 0 0,0 0 0,-1-1 0,1 1 0,-1 0 0,0 0 0,0-1 0,-2 5 0,1-4 0,-1 0 0,1 1 0,-1-1 0,1 1 0,0 0 0,0-1 0,0 1 0,1 0 0,0 0 0,-1 0 0,1 0 0,1 0 0,-1 1 0,1-1 0,-1 0 0,1 0 0,0 1 0,1-1 0,0 5 0,-1 3 0,-1 0 0,0 0 0,-1 0 0,-1-1 0,-6 21 0,6-17 0,1 1 0,0-1 0,1 1 0,1 0 0,3 28 0,-1 8 0,-2 615 0,1-658 0,-1 0 0,1 0 0,1 0 0,4 15 0,3 26 0,-9 327 0,0-376 0,0 1 0,0 0 0,0 0 0,1-1 0,-1 1 0,0 0 0,1-1 0,-1 1 0,1 0 0,0-1 0,0 1 0,-1-1 0,1 1 0,0-1 0,0 0 0,0 1 0,1-1 0,1 2 0,-2-2 0,0 1 0,1-1 0,-1 0 0,0 1 0,0-1 0,0 1 0,0-1 0,0 1 0,-1-1 0,1 1 0,0 0 0,-1-1 0,1 1 0,-1 0 0,1 0 0,-1-1 0,0 1 0,0 3 0,0 237 0,0-240 0,1-1 0,-1 0 0,1 0 0,-1 1 0,1-1 0,-1 0 0,1 0 0,0 0 0,-1 0 0,1 0 0,0 0 0,0 0 0,0 0 0,0 0 0,0-1 0,0 1 0,0 0 0,0 0 0,0-1 0,0 1 0,0-1 0,0 1 0,1-1 0,-1 1 0,0-1 0,0 0 0,1 0 0,-1 1 0,1-1 0,12 5 0,0 4 0,-12-8 0,0 1 0,0-1 0,0 1 0,0-1 0,1 0 0,-1 0 0,0 0 0,1 0 0,-1 0 0,1 0 0,-1-1 0,1 1 0,0-1 0,3 0 0,-4 0 0,-1 0 0,1 0 0,-1 1 0,1-1 0,-1 0 0,0 0 0,1 1 0,-1-1 0,1 1 0,-1-1 0,0 1 0,1 0 0,-1 0 0,0-1 0,1 2 0,0-1 0,-1 0 0,0 0 0,0 0 0,1-1 0,-1 1 0,0 0 0,1-1 0,-1 1 0,1-1 0,-1 0 0,1 1 0,-1-1 0,1 0 0,-1 0 0,2 0 0,138 11 0,1221-11 0,-1241 16 0,-108-16 0,21 0 0,1-1 0,-1-1 0,39-9 0,-46 8 0,0 0 0,0 2 0,50 3 0,-4 1 0,168-3 0,-240-1 0,0 1 0,1-1 0,-1 0 0,0 1 0,0-1 0,1 0 0,-1 0 0,0 0 0,0 0 0,0 0 0,0 0 0,0 0 0,0 0 0,0-1 0,-1 1 0,1 0 0,0 0 0,-1-1 0,1 1 0,-1 0 0,1-1 0,-1 1 0,1-1 0,-1 1 0,0-1 0,0 1 0,0-1 0,0 1 0,0 0 0,0-3 0,-1-66 0,0 46 0,1-191 0,0 213 0,0 0 0,0 1 0,0-1 0,-1 0 0,1 1 0,0-1 0,-1 1 0,1-1 0,-1 1 0,1-1 0,-1 1 0,0-1 0,0 1 0,0-1 0,-1-1 0,1 2 0,0-1 0,0 1 0,0-1 0,0 1 0,0-1 0,0 1 0,1-1 0,-1 0 0,1 1 0,-1-1 0,1 0 0,-1 0 0,1 0 0,0 1 0,0-4 0,0-123 0,0 126 0,0 0 0,0-1 0,0 1 0,-1 0 0,1 0 0,-1 0 0,0 0 0,1 0 0,-1 0 0,0 0 0,0 0 0,0 0 0,0 0 0,-1 0 0,-2-3 0,3 4 0,-1-1 0,1 0 0,0 1 0,-1-1 0,1 0 0,0 0 0,0 0 0,1 0 0,-1 0 0,0 0 0,1 0 0,-1 0 0,1 0 0,-1 0 0,1-4 0,0-126 0,0 128 0,0 1 0,-1 0 0,0 0 0,1-1 0,-1 1 0,0 0 0,0 0 0,-3-5 0,2 5 0,1 0 0,0 0 0,-1-1 0,1 1 0,0 0 0,1 0 0,-1-1 0,0-5 0,1-593 0,0 601 0,0 0 0,0 0 0,0 0 0,0 0 0,0 0 0,-1 0 0,1 0 0,0 0 0,-1 0 0,1 0 0,-1 0 0,1 0 0,-1 0 0,1 0 0,-1 0 0,0 1 0,1-1 0,-1 0 0,0 0 0,0 1 0,0-1 0,1 0 0,-2 0 0,1 0 0,-1 1 0,1-1 0,0 0 0,0 0 0,0 0 0,0 0 0,0 0 0,0 0 0,1-1 0,-1 1 0,0 0 0,0 0 0,1-1 0,-1 1 0,1 0 0,-1-1 0,1 1 0,0 0 0,-1-1 0,1 1 0,0-1 0,0 1 0,0-3 0,0-91 0,0 95 0,0-1 0,0 0 0,0 0 0,0 0 0,0 0 0,-1 1 0,1-1 0,0 0 0,0 0 0,-1 0 0,1 1 0,-1-1 0,1 0 0,-1 0 0,1 1 0,-1-1 0,1 0 0,-1 1 0,1-1 0,-2 0 0,1 0 0,0 0 0,0 1 0,0-1 0,1 0 0,-1 0 0,0 0 0,1 0 0,-1 0 0,0 0 0,1 0 0,-1 0 0,1-1 0,0 1 0,-1 0 0,1 0 0,0 0 0,0 0 0,-1 0 0,1-1 0,0-1 0,0-292 0,0 294 0,0 1 0,0-1 0,0 1 0,0-1 0,0 1 0,0-1 0,0 1 0,0-1 0,0 1 0,0-1 0,-1 1 0,1-1 0,0 1 0,0 0 0,-1-1 0,1 1 0,0-1 0,-1 1 0,1 0 0,0-1 0,-1 1 0,1 0 0,-1-1 0,1 1 0,0 0 0,-1 0 0,1-1 0,-1 1 0,1 0 0,-1 0 0,1 0 0,-1 0 0,1 0 0,-1-1 0,1 1 0,-1 0 0,1 0 0,-1 0 0,0 1 0,0-1 0,1 0 0,-1 0 0,1 0 0,-1 0 0,1 0 0,-1 0 0,0-1 0,1 1 0,-1 0 0,1 0 0,-1 0 0,1 0 0,-1-1 0,1 1 0,-1 0 0,1 0 0,-1-1 0,1 1 0,0 0 0,-1-1 0,1 1 0,-1-1 0,1 1 0,0-1 0,-1 1 0,1 0 0,0-1 0,0 1 0,-1-1 0,1 1 0,0-1 0,0 1 0,0-1 0,-1 0 0,1 1 0,0-1 0,0 1 0,0-1 0,0 1 0,0-2 0,0-9 0,1 9 0,-1 0 0,1 1 0,-1-1 0,0 1 0,0-1 0,0 0 0,0 1 0,0-1 0,0 0 0,0 1 0,-1-1 0,1 0 0,-1 1 0,1-1 0,-1 1 0,1-1 0,-1 1 0,0-1 0,0 1 0,0-1 0,0 1 0,0 0 0,0-1 0,0 1 0,0 0 0,0 0 0,-1 0 0,0-1 0,1 2 12,1-1 0,-1 1 1,1-1-1,0 0 0,-1 1 0,1-1 0,0 1 0,0-1 1,-1 1-1,1-1 0,0 0 0,0 1 0,0-1 0,0 0 1,0 1-1,0-1 0,0 0 0,0 1 0,0-1 0,0 1 1,0-1-1,0 0 0,0 1 0,1-2 0,-1 2-61,0-1-1,0 0 1,0 1 0,1-1-1,-1 1 1,0-1-1,0 0 1,0 1 0,0-1-1,0 1 1,0-1-1,0 0 1,0 1 0,0-1-1,-1 1 1,1-1-1,0 0 1,0 1 0,0-1-1,-1 1 1,1-1-1,0 1 1,-1-1 0,1 1-1,0-1 1,-1 1-1,1-1 1,-1 1 0,1-1-1,-1 1 1,-14-2-4638,3 2-4110,-3 0 1578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35.0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 27 1121,'28'0'9956,"-56"0"-10116,10-11-2849,-11-5-1762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36.2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1340 128,'0'0'1262,"0"1"-1188,0-1-1,0 0 1,0 0 0,0 1-1,1-1 1,-1 0 0,0 0 0,0 1-1,0-1 1,0 0 0,0 1-1,0-1 1,0 0 0,0 0-1,0 1 1,0-1 0,-1 0-1,1 0 1,0 1 0,0-1-1,0 0 1,0 0 0,0 1 0,0-1-1,0 0 1,-1 0 0,1 0-1,0 1 1,0-1 0,0 0-1,-1 0 1,1 0 0,0 1-1,0-1 1,0 0 0,-1 0 0,-15 18 14578,21-29-11006,-5 10-3595,0 1 0,0 0 0,1 0 1,-1-1-1,0 1 0,0 0 0,0 0 0,0-1 0,0 1 1,0 0-1,1 0 0,-1-1 0,0 1 0,0 0 0,0 0 0,0-1 1,1 1-1,-1 0 0,0 0 0,0 0 0,1 0 0,-1-1 1,0 1-1,0 0 0,1 0 0,-1 0 0,0 0 0,0 0 1,1 0-1,-1 0 0,0 0 0,1 0 0,-1 0 0,0 0 0,0 0 1,1 0-1,-1 0 0,0 0 0,1 0 0,-1 0 0,0 0 1,0 0-1,1 0 0,-1 0 0,0 1 0,1-1 0,-1 0 1,0 0 0,1-1 0,-1 1 0,0 0 0,1 0 0,-1-1 1,0 1-1,0 0 0,0-1 0,1 1 0,-1 0 0,0-1 0,0 1 0,0 0 0,0-1 0,1 1 0,-1 0 0,0-1 0,0 1 0,0 0 0,0-1 0,0 1 0,0-1 0,0 1 0,0 0 0,0-1 0,0 1 0,0 0 0,0-1 0,-1 1 0,1 0 0,0-1 0,0 0-27,0 0 0,-1 1 0,1-1 0,0 0-1,0 1 1,0-1 0,0 0 0,0 1 0,0-1 0,0 0 0,0 1 0,0-1 0,1 0-1,-1 1 1,0-1 0,0 1 0,1-1 0,-1 0 0,0 1 0,1-1 0,-1 1 0,0-1-1,1 1 1,-1-1 0,2 0 0,-1 0-10,0 1 2,0 0 0,0 0 1,0-1-1,0 1 0,0-1 0,0 1 1,0-1-1,1 1 0,-1-1 1,0 0-1,-1 1 0,1-1 1,0 0-1,0 0 0,0 0 0,0 0 1,-1 1-1,1-1 0,0 0 1,-1-1-1,1 1 0,-1 0 0,1 0 1,-1 0-1,1-2 0,4-2 245,6 0 82,0-2 0,0 1 0,-1-1 1,16-15-1,-5 5 74,10-6 484,62-37 0,24-18 13,-87 61-915,0-2 0,39-32 0,-42 29 0,1 2 0,44-25 0,92-51 0,-49 18 0,-87 56 0,1 2 0,1 1 0,35-16 0,123-72 0,190-45 0,-253 107 0,91-24 0,-83 29 0,-57 19 0,140-37 0,-76 28 0,28-6 0,-92 19 0,18-5 0,-57 17 0,-33 5 0,0 0 0,-1 0 0,1 0 0,0-1 0,0 1 0,-1-1 0,1 0 0,5-2 0,-3-3-2359,-17 7-2815,-10 2-614,44-19-13642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36.5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169 90 4642,'1'-14'7722,"-1"-8"42,-3 4-4085,3 17-3562,-1-1 0,1 1 0,0 0 1,-1-1-1,0 1 0,1 0 0,-1 0 0,0-1 0,0 1 0,0 0 0,1 0 0,-1 0 0,0 0 0,-1 0 0,1 0 0,0 1 0,0-1 1,0 0-1,0 1 0,-1-1 0,-1 0 0,3 0 68,-1 1 1,1 0-1,-1-1 1,1 1-1,-1 0 1,1-1-1,0 1 0,-1-1 1,1 1-1,0-1 1,-1 1-1,1-1 1,0 1-1,0-1 1,0 1-1,-1-1 1,1 1-1,0-1 1,0 1-1,0-1 1,0 1-1,0-1 0,0 1 1,0-2-1,1 12 987,-1-6-1117,0 1 1,-1-1 0,1 0-1,-1 1 1,0-1-1,-1 0 1,-2 7-1,2-7-38,1 0-1,-1 0 1,1 0-1,0 0 1,0 0-1,0 0 1,1 7-1,1 37-16,1-30 0,-2-1 0,0 0 0,0 0 0,-2 1 0,-4 19 0,-3-10 0,6-19 0,0 0 0,1 0 0,0 0 0,0 0 0,1 1 0,-1 12 0,2 552 0,1-572 0,-1 0 0,0 0 0,-1 1 0,1-1 0,0 0 0,0 0 0,0 0 0,-1 0 0,1 0 0,-1 0 0,1 1 0,-1-1 0,1 0 0,-1 0 0,1 0 0,-1-1 0,0 1 0,0 0 0,1 0 0,-1 0 0,0 0 0,0-1 0,-2 2 0,2-1 0,0 0 0,0 0 0,0-1 0,0 1 0,0 0 0,0 0 0,0 0 0,0 0 0,0 1 0,1-1 0,-1 0 0,0 0 0,1 0 0,-1 1 0,1-1 0,-1 0 0,1 0 0,0 1 0,0-1 0,-1 0 0,1 1 0,0-1 0,0 1 0,0 0 0,0-1-22,0 0 0,0 1 0,0-1 1,0 0-1,0 0 0,-1 0 0,1 0 0,0 0 0,-1 0 0,1 0 1,-1 0-1,0 0 0,1 0 0,-1 0 0,1 0 0,-1 0 0,0-1 1,0 1-1,0 0 0,1 0 0,-1-1 0,0 1 0,0-1 0,0 1 1,-1 0-1,-14-4-8832,4 0 7424,8-2-3269,4 4 4422,0 0 0,0 0 0,0 0 1,0 0-1,0 0 0,-1 0 0,1 0 1,-1 0-1,1 0 0,0 0 0,-1 0 0,1 0 1,-1 1-1,0-1 0,1 0 0,-1 0 0,-1 0 1,1 0 18,0 0 1,0 0-1,1 0 1,-1 0 0,0-1-1,0 1 1,0 0 0,1 0-1,-1 0 1,1-1-1,-1 1 1,1 0 0,0-1-1,-1 1 1,1 0 0,0-1-1,0-2 1,0-38-4191,0 17 2912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37.0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213 480 464,'2'-32'1688,"-1"23"-976,-1-1 0,1 1-1,-2 0 1,1-1 0,-1 1 0,-1-1-1,-2-9 1,-4-1 345,5 14-717,1 0-1,-1-1 1,1 1 0,1-1 0,-1 0 0,1 1 0,-1-10-1,2 11-66,0-1-1,-1 1 1,1 0 0,-1-1-1,-1 1 1,1 0-1,-3-6 1,2 6 65,0 0-1,1 1 1,0-1 0,0 0-1,0 0 1,0 0 0,1-6 0,-1 7-80,1 1 1,0 0 0,-1-1-1,0 1 1,0 0 0,0 0 0,0-1-1,0 1 1,-1 0 0,1 0 0,-4-4-1,3 5 0,1-1 1,-1 0-1,1 1 0,-1-1 0,1 0 0,0 0 1,0 0-1,0 0 0,1 0 0,-1 0 0,0-4 0,1 6-157,0 0 0,1 0 0,-1 0 0,0 0 0,0 0 0,0 0 0,1 0 0,-1 0 0,0 0 0,1 0 0,-1 0 0,1 0 0,-1 0 0,1 0 0,-1 0 0,1 0 0,0 0 0,-1 1 0,1-1 0,0 0 0,0 1 0,0-1 0,0 0 0,-1 1 0,3-2 0,6-5 616,-3-13 884,-6 18-1495,0 1 1,0 0-1,0 0 0,0 0 0,0 0 0,0-1 0,1 1 1,-1 0-1,0 0 0,1 0 0,-1 0 0,1 0 0,-1 0 1,1 0-1,0 0 0,-1 0 0,1 0 0,0 0 1,0 0-1,0 1 0,-1-1 0,1 0 0,0 0 0,0 1 1,0-1-1,0 1 0,0-1 0,0 1 0,2-1 0,19-6 350,0 0-1,41-5 0,-53 11-398,0 0 0,0 0-1,0 2 1,-1-1-1,1 1 1,0 0-1,0 1 1,-1 1-1,15 4 1,28 12-57,-27-11 0,-1 1 0,34 17 0,-52-22 0,0-1 0,0 1 0,0 1 0,0-1 0,-1 1 0,1 0 0,-1 0 0,-1 1 0,1-1 0,-1 1 0,0 0 0,0 0 0,4 10 0,-3-4 0,-1 0 0,-1 0 0,0 0 0,0 1 0,-1-1 0,-1 1 0,0 0 0,-1 15 0,0-20 0,-1 0 0,0 0 0,-1 0 0,0-1 0,0 1 0,-1 0 0,1-1 0,-2 1 0,1-1 0,-1 0 0,0 0 0,-1 0 0,1-1 0,-8 8 0,0-1 0,-70 70 0,71-73 0,0-1 0,0 0 0,0 0 0,-2-1 0,-20 10 0,3-6 0,-11 6 0,-1-3 0,-1-1 0,-60 11 0,94-23 0,-21 3 0,30-5 0,0 0 0,-1 0 0,1 0 0,0 1 0,0-1 0,-1 0 0,1 0 0,0 0 0,0 0 0,-1 0 0,1 0 0,0 0 0,0 0 0,-1 0 0,1 0 0,0 0 0,0 0 0,-1 0 0,1 0 0,0 0 0,-1 0 0,1 0 0,0 0 0,0 0 0,-1 0 0,1 0 0,0-1 0,0 1 0,-1 0 0,1 0 0,0 0 0,0 0 0,0-1 0,-1 1 0,1 0 0,0 0 0,0 0 0,0-1 0,0 1 0,0 0 0,-1 0 0,1-1 0,0 1 0,0 0 0,0 0 0,0-1 0,0 1 0,0 0 0,0-1 0,0 1 0,0 0 0,0 0 0,0-1 0,0 1 0,0 0 0,0 0 0,0-1 0,0 1 0,0 0 0,0-1 0,0 1 0,1 0 0,-1 0 0,0-1 0,0 1 0,0 0 0,0 0 0,1-1 0,2-2 0,1-1 0,-1 1 0,1 0 0,0 0 0,0 0 0,0 1 0,0-1 0,0 1 0,0 0 0,8-3 0,48-13 0,-53 17 0,8-3 0,63-16 0,88-11 0,-128 26 0,-1 1 0,76 3 0,-85 4 0,-6-1 0,1 1 0,0 0 0,-1 2 0,0 1 0,0 0 0,35 17 0,-56-23 0,0 1 0,1 0 0,-1 0 0,0 0 0,0 0 0,0 0 0,0 0 0,0 0 0,0 0 0,0 1 0,0-1 0,0 0 0,0 1 0,-1-1 0,1 0 0,-1 1 0,2 2 0,5 11 0,1-5 0,-7-9 0,1 0 0,-1 0 0,0 1 0,1-1 0,-1 1 0,0-1 0,0 1 0,0-1 0,0 1 0,0 0 0,-1-1 0,1 1 0,0 0 0,-1 0 0,1 0 0,-1 0 0,0-1 0,1 1 0,-1 0 0,0 0 0,0 0 0,0 0 0,-1 0 0,1 0 0,0 0 0,-1-1 0,1 1 0,-1 0 0,1 0 0,-1 0 0,-2 2 0,-5 14 0,6-11 0,-1 0 0,0 0 0,0-1 0,0 1 0,-1-1 0,0 0 0,-1 0 0,1 0 0,-1 0 0,0-1 0,-1 0 0,1 0 0,-8 5 0,-106 57 0,99-53 0,14-9 0,0-1 0,-1 0 0,0 0 0,0 0 0,0-1 0,-8 3 0,-25 12 0,17-7 0,-1 0 0,0-2 0,-29 7 0,-40 6 0,43-8 0,-2-3 0,0-2 0,-84 4 0,125-12-191,3-1-613,1 1 0,0-1 1,0 0-1,0 0 0,0-1 0,0 0 1,0 0-1,0-1 0,0 0 0,0 0 1,0-1-1,1 0 0,-1 0 0,1 0 0,-11-8 1,16 10 614,1 1 1,0 0-1,0-1 1,-1 1-1,1-1 1,0 1 0,0 0-1,0-1 1,-1 1-1,1-1 1,0 1-1,0 0 1,0-1-1,0 1 1,0-1-1,0 1 1,0-1-1,0 1 1,0-1 0,0 1-1,0 0 1,1-1-1,-1 1 1,0-1-1,0 1 1,0 0-1,0-1 1,1 1-1,-1-1 1,0 1 0,0 0-1,1-1 1,-1 1-1,0 0 1,1-1-1,-1 1 1,0 0-1,1 0 1,0-1-1,13-9-2202,-8-2-2897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37.5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503 175 9572,'7'-3'958,"0"1"-1,-1-1 1,1 0-1,-1 0 0,0-1 1,0 0-1,0 0 1,0-1-1,-1 1 1,1-1-1,-1 0 0,0-1 1,-1 1-1,5-7 1,-8 9-656,0 0 1,0 0 0,0-1 0,0 1 0,-1 0-1,1 0 1,-1-1 0,0 1 0,0 0 0,0 0-1,0-1 1,-2-5 0,1-8 2374,1 16-2641,0-1 0,-1 1 0,1 0 0,0-1 0,0 1-1,-1 0 1,1 0 0,-1 0 0,1-1 0,-1 1 0,0 0-1,1 0 1,-1 0 0,0 0 0,0 0 0,0 0 0,0 0-1,0 0 1,0 0 0,0 1 0,0-1 0,0 0 0,-2 0-1,-37-11 671,24 10-542,0 1-1,1 1 1,-21 1-1,17 2-163,0 0 0,-1 1 0,2 0 0,-1 2 0,-26 11 0,4-1 0,30-12 0,0-1 0,1 2 0,-19 10 0,10-1 0,0 0 0,0 0 0,2 2 0,0 0 0,1 2 0,-18 22 0,23-24 0,1-2 0,1 0 0,0 1 0,0 0 0,-9 25 0,17-37 0,-1 1 0,1 1 0,0-1 0,1 0 0,-1 0 0,1 0 0,0 0 0,0 1 0,0-1 0,0 0 0,1 0 0,0 0 0,0 0 0,0 0 0,0 0 0,0 0 0,1 0 0,0 0 0,0 0 0,0-1 0,0 1 0,1-1 0,4 6 0,-1-2 0,0 1 0,1-1 0,1 0 0,-1 0 0,1-1 0,0 0 0,0-1 0,1 0 0,-1 0 0,1 0 0,1-1 0,-1-1 0,11 3 0,-5-2 0,1-1 0,-1-1 0,1 0 0,0-1 0,23-2 0,-3-4 0,68-21 0,-93 23 0,0-1 0,0-1 0,-1 0 0,0 0 0,0-1 0,0 0 0,-1-1 0,0 0 0,16-17 0,-5 3 0,0-1 0,28-39 0,-44 55 0,0-1 0,0 1 0,-1-1 0,1 0 0,-2 0 0,1-1 0,-1 1 0,0 0 0,0-1 0,-1 1 0,1-11 0,-2 14 0,0 1 0,1-1 0,-1 1 0,1-1 0,0 1 0,0 0 0,0-1 0,0 1 0,1 0 0,-1 0 0,5-5 0,-5 5 0,1 1 0,-1-1 0,1 0 0,-1 1 0,0-1 0,0 0 0,0 0 0,0 0 0,0 1 0,-1-1 0,1-5 0,-1 6 0,0 0 0,0 0 0,-1 0 0,1 1 0,-1-1 0,1 0 0,-1 0 0,1 0 0,-1 1 0,0-1 0,0 0 0,0 1 0,0-1 0,0 1 0,0-1 0,-3-2 0,3 3 0,-1-1 0,1 1 0,0-1 0,0 0 0,0 1 0,0-1 0,0 0 0,0 0 0,0 0 0,0 0 0,1 0 0,-1 0 0,1 0 0,-1 0 0,1 0 0,0 0 0,0-2 0,0 4 0,0 0 0,0-1 0,0 1 0,1 0 0,-1-1 0,0 1 0,0-1 0,0 1 0,0 0 0,0-1 0,0 1 0,0 0 0,0-1 0,0 1 0,0-1 0,0 1 0,0 0 0,0-1 0,0 1 0,0 0 0,0-1 0,-1 1 0,1 0 0,0-1 0,0 1 0,0 0 0,-1-1 0,1 1 0,0 0 0,0-1 0,-1 1 0,1 0 0,0 0 0,0-1 0,-1 1 0,1 0 0,0 0 0,-1 0 0,1 0 0,0-1 0,-1 1 0,1 0 0,0 0 0,-1 0 0,1 0 0,-1 0 0,1 0 0,0 0 0,-1 0 0,1 0 0,0 0 0,-1 0 0,0 0 0,0 1 0,0 0 0,1 0 0,-1 0 0,0 0 0,0 0 0,1 0 0,-1 1 0,0-1 0,1 0 0,-1 0 0,1 1 0,0-1 0,-1 0 0,1 1 0,0-1 0,0 0 0,0 1 0,0 2 0,0-3 0,0 0 0,0 0 0,0 0 0,0 1 0,0-1 0,-1 0 0,1 0 0,0 0 0,-1 0 0,1 1 0,-1-1 0,1 0 0,-1 0 0,0 0 0,1 0 0,-1 0 0,0 0 0,0 0 0,1-1 0,-1 1 0,0 0 0,0 0 0,-2 0 0,2 0 0,0 0 0,0 0 0,0 0 0,0-1 0,0 1 0,0 0 0,0 0 0,1 0 0,-1 1 0,0-1 0,0 0 0,1 0 0,-1 0 0,1 0 0,-1 1 0,1-1 0,0 0 0,-1 0 0,1 1 0,0-1 0,0 0 0,0 1 0,0 1 0,0 195 0,0-196 0,0 0 0,0 0 0,1 1 0,-1-1 0,1 0 0,-1 0 0,1 0 0,0 0 0,0 0 0,0 0 0,0 0 0,0 0 0,0 0 0,0-1 0,3 4 0,-2-4 0,-1 1 0,0-1 0,1 1 0,-1 0 0,0-1 0,0 1 0,0 0 0,-1 0 0,1 0 0,0 0 0,-1 0 0,1-1 0,-1 1 0,1 0 0,-1 4 0,0-3-414,0 0 0,1 0 0,-1 0 0,1 0 0,-1 0 0,1 0 0,0 0 0,0 0-1,0 0 1,1-1 0,2 5 0,-1-3-791,-1-1-1,1 0 0,0 0 1,0 0-1,0 0 0,0-1 0,1 1 1,-1-1-1,1 0 0,-1 0 1,1 0-1,0 0 0,7 2 1,16-1-3298,-7-3-1881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38.0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311 269 5330,'0'-5'939,"0"0"-1,0 0 0,0 0 0,-1 0 1,0 0-1,0 0 0,-1 0 1,-1-5-1,1 7-618,0-1 1,-1 1-1,1 0 1,-1 0 0,0 1-1,1-1 1,-1 0-1,0 1 1,0 0-1,-1-1 1,1 1 0,0 1-1,-1-1 1,1 0-1,-1 1 1,0 0-1,-4-1 1,1 0 59,1 1 0,-1 0 0,0 0 0,0 0 0,0 1 0,1 0 0,-1 1 0,0-1 0,0 1 0,0 1 0,1-1 0,-1 1 0,1 0 0,-1 1 0,-11 6 0,-11 13 519,24-19-753,0 1 1,-1 0-1,1-1 1,1 2 0,-1-1-1,0 1 1,1-1-1,0 1 1,0 0-1,1 1 1,-1-1 0,1 0-1,-3 9 1,-6 25 504,8-30-590,0-1 0,1 1 1,1 1-1,-1-1 0,2 0 0,-1 1 0,1-1 0,0 1 0,1-1 1,0 1-1,1-1 0,0 1 0,4 13 0,21 55 46,-22-69-82,1-1 0,0 1 0,1-1 0,-1 0 0,2 0 0,-1 0-1,9 7 1,2 4 5,-12-13-27,0 0 0,0-1 0,0 1 0,0-1 0,1 0 0,0-1-1,0 1 1,0-1 0,1 0 0,0-1 0,-1 1 0,1-1 0,0-1 0,0 1 0,1-1 0,-1-1-1,0 1 1,1-1 0,-1 0 0,1-1 0,-1 0 0,1 0 0,8-2 0,15-4 54,-21 5-52,1-1 1,-1 0-1,-1-1 0,1 0 0,0 0 0,-1-1 0,1 0 1,-1-1-1,16-10 0,18-15 34,-38 27-24,0 0-1,0 0 0,0 0 0,-1 0 0,1-1 1,-1 1-1,0-1 0,0 0 0,6-9 0,10-21 373,20-42-1,-32 58-209,-1 2-45,-1 0-1,0 0 1,-2-1-1,0 0 1,3-32-1,9-37 118,-7 58-249,-6 20 0,0 0 0,-1 0 0,0 0 0,0 0 0,-1 0 0,1-11 0,-2-128 0,-1 147 0,1 0 0,-1-1 0,1 1 0,0 0 0,-1 0 0,1 0 0,-1 0 0,1 0 0,-1 0 0,1 0 0,-1 0 0,1 0 0,0 0 0,-1 0 0,1 1 0,-1-1 0,1 0 0,-1 0 0,1 0 0,0 0 0,-1 1 0,1-1 0,0 0 0,-1 0 0,1 1 0,0-1 0,-1 0 0,1 1 0,0-1 0,-1 0 0,1 1 0,0-1 0,0 1 0,-1-1 0,1 0 0,0 1 0,0-1 0,0 1 0,0 0 0,-2 0 0,1 1 0,-1 0 0,1 0 0,0 0 0,0 0 0,-1 0 0,2 1 0,-1-1 0,0 0 0,0 0 0,1 1 0,-1-1 0,1 4 0,-1 45 0,-14 99 0,12-125 0,2 0 0,0 0 0,2 0 0,1 0 0,5 30 0,4 57 0,-11-105 0,1 0 0,0 1 0,0-1 0,1 0 0,0-1 0,0 1 0,1 0 0,0-1 0,4 9 0,2 2 0,-1-3 0,-7-13 0,0 0 0,0 1 0,-1-1 0,1 1 0,0-1 0,-1 1 0,1-1 0,-1 1 0,1 0 0,-1-1 0,0 1 0,1-1 0,-1 1 0,0 0 0,-1 3 0,2-6 0,-1 0 0,0 1 0,0-1 0,0 1 0,0-1 0,0 0 0,1 1 0,-1-1 0,0 1 0,0-1 0,1 1 0,-1-1 0,1 1 0,-1-1 0,0 1 0,1-1 0,-1 1 0,1-1 0,-1 1 0,1 0 0,-1-1 0,1 1 0,-1 0 0,1 0 0,-1-1 0,1 1 0,0 0 0,-1 0 0,1 0 0,-1 0 0,1-1 0,0 1 0,-1 0 0,1 0 0,-1 0 0,1 1 0,0-1 0,-1 0 0,1 0 0,0 0 0,-1 0 0,1 0 0,-1 1 0,1-1 0,-1 0 0,1 0 0,-1 1 0,1-1 0,-1 1 0,1-1 0,-1 0 0,1 1 0,-1-1 0,1 1 0,-1-1 0,0 1 0,1-1 0,-1 1 0,0-1 0,0 1 0,1-1 0,-1 1 0,0 0 0,0-1 0,0 1 0,1 1 0,-1-4 0,0 1 0,1-1 0,-1 1 0,1 0 0,-1-1 0,1 1 0,-1 0 0,1-1 0,0 1 0,0 0 0,0 0 0,0 0 0,0 0 0,0 0 0,0 0 0,0 0 0,0 0 0,0 0 0,1 0 0,-1 1 0,0-1 0,1 0 0,-1 1 0,3-1 0,19-14 0,-19 11 0,-1 0 0,0 0 0,0-1 0,0 1 0,0-1 0,-1 0 0,0 0 0,3-10 0,14-26 0,-8 22 0,14-20 0,-3 0 0,-1-2 0,-2 0 0,19-61 0,-38 100 0,1-1 0,-1 1 0,1 0 0,-1 0 0,1 0 0,0 0 0,0 0 0,0 0 0,0 0 0,0 0 0,1 0 0,-1 1 0,0-1 0,1 0 0,-1 1 0,3-2 0,3-4 0,1-16 0,-4 21 0,8-3 0,-11 20 0,-2 17 0,0-13 0,0-7 0,1-1 0,0 1 0,1 0 0,0 0 0,4 15 0,2-8 0,-4-12 0,0 0 0,-1 1 0,0-1 0,0 1 0,-1-1 0,1 1 0,-1 9 0,-1-8 0,1 0 0,0 0 0,1 0 0,0 0 0,0 0 0,7 15 0,5 22 0,-9-27 0,-2-9 0,-1 1 0,1 0 0,0 19 0,-3-25 0,0 0 0,1 0 0,-1 0 0,1 0 0,0 0 0,1-1 0,-1 1 0,1 0 0,0-1 0,5 9 0,7 18 0,-8-18 214,-4-11-329,-1 0 0,0 0 1,0 0-1,0 1 0,0-1 0,-1 0 1,1 0-1,0 1 0,-1-1 0,0 0 1,1 5-1,-1-6-216,0 0-1,-1 0 1,1 0 0,1 0 0,-1 0-1,0 0 1,0 0 0,0 0 0,1 0-1,-1 0 1,0 0 0,1 0 0,-1 0-1,1 0 1,-1 0 0,1 0 0,-1 0-1,1-1 1,0 1 0,-1 0 0,1 0 0,0-1-1,0 1 1,-1 0 0,1-1 0,0 1-1,0-1 1,1 1 0,15 14-9376,-1-4 4027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38.3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1 211 5651,'0'-29'26064,"3"23"-25111,0 5-940,1 0-1,0 0 0,0 0 1,0 1-1,0-1 0,0 1 1,0 0-1,0 0 0,6 2 0,-5-2-15,1 1-1,-1-1 1,0 0-1,1 0 1,-1-1-1,7-1 1,7-2 3,-1 0 0,2 1 0,-1 1 0,0 1 0,0 0 0,24 3 0,64-3 0,129-8 0,-233 9 0,0 0 0,0 0 0,-1 0 0,1 0 0,0-1 0,0 1 0,0-1 0,0 0 0,0 0 0,-1 0 0,1 0 0,0 0 0,-1 0 0,1-1 0,-1 1 0,1-1 0,-1 0 0,0 0 0,0 0 0,1 0 0,-2 0 0,1 0 0,0-1 0,0 1 0,-1-1 0,1 1 0,-1-1 0,0 1 0,0-1 0,0 0 0,0 0 0,0 0 0,0-2 0,-1 4-113,0 0 0,0-1-1,0 1 1,0 0 0,-1 0 0,1 0 0,0 0-1,-1 1 1,1-1 0,-1 0 0,1 0 0,-1 0-1,1 0 1,-1 0 0,0 0 0,1 1 0,-1-1-1,0 0 1,0 0 0,0 1 0,1-1 0,-1 1-1,0-1 1,-1 0 0,-7-6-3775,8 5 3351,0 1 0,0-1 0,1 1 0,-1-1 0,1 1 0,-1-1-1,1 1 1,0-1 0,0 1 0,-1-1 0,1 1 0,0-1 0,0 0-1,1-2 1,-1-8-4254,0-12-1319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40.4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51 1 5218,'-5'0'5157,"4"0"-4956,0-1 0,1 1 0,-1 0-1,0 0 1,0 0 0,0 0-1,0 0 1,0 1 0,1-1-1,-1 0 1,0 0 0,0 0 0,0 1-1,1-1 1,-1 0 0,0 1-1,0-1 1,1 1 0,-1-1 0,0 1-1,1-1 1,-1 1 0,0 0-1,1-1 1,-1 2 0,-2 28 2373,3-24-2550,0 756 14551,0-763-14575,0 1 0,-1-1 0,1 1 0,0 0 0,0-1 0,0 1 0,-1 0 0,1-1 0,0 1 0,0-1 0,-1 1 0,1 0 0,0-1 0,0 1 0,-1 0 0,1 0 0,-1-1 0,1 1 0,0 0 0,-1 0 0,1 0 0,0-1 0,-1 1 0,1 0 0,-1 0 0,1 0 0,-1 0 0,1 0 0,0 0 0,-1 0 0,1 0 0,-1 0 0,1 0 0,-1 0 0,1 0 0,-1 0 0,1 0 0,0 0 0,-1 0 0,1 1 0,-1-1 0,1 0 0,0 0 0,-1 0 0,1 1 0,0-1 0,-1 0 0,1 0 0,0 1 0,-1-1 0,1 0 0,0 1 0,0-1 0,-1 1 0,-1-73 0,0 30 0,2-1 0,7-57 0,40-122 0,-42 207 0,0 1 0,2-1 0,-1 1 0,2 0 0,0 1 0,13-17 0,-17 24 0,1-2 0,1 0 0,0 1 0,0 0 0,1 0 0,0 0 0,0 1 0,11-7 0,-15 11 0,-1 0 0,1 1 0,0-1 0,0 1 0,0 0 0,0 0 0,0 0 0,0 0 0,1 0 0,-1 1 0,0 0 0,0-1 0,0 1 0,1 0 0,-1 1 0,0-1 0,0 1 0,0-1 0,1 1 0,-1 0 0,0 0 0,0 0 0,5 3 0,-1 0 0,-2-2 0,-1 0 0,0 0 0,0 1 0,0-1 0,0 1 0,0 0 0,0 0 0,-1 0 0,1 0 0,-1 1 0,0-1 0,0 1 0,0 0 0,-1 0 0,1 0 0,-1 0 0,2 6 0,5 16 0,1-1 0,2 0 0,18 30 0,-16-32 0,-2 1 0,0 0 0,-2 1 0,9 29 0,-17-47 0,1 0 0,0 0 0,0 0 0,1 0 0,4 6 0,8 18 0,-14-25 0,3 5 0,-1 1 0,-1-1 0,0 1 0,0-1 0,1 22 0,-4-32 0,0 1 0,0-1 0,0 1 0,0-1 0,0 1 0,1-1 0,-1 0 0,1 1 0,-1-1 0,1 0 0,-1 1 0,1-1 0,0 0 0,0 0 0,0 1 0,-1-1 0,1 0 0,0 0 0,0 0 0,1 0 0,1 1 0,-2-1 0,0-1 0,0 1 0,0 0 0,-1 0 0,1-1 0,0 1 0,0 0 0,0 0 0,-1 0 0,1 0 0,-1 0 0,1 0 0,-1 0 0,1 0 0,-1 0 0,1 1 0,-1-1 0,0 0 0,0 0 0,1 0 0,-1 2 0,0-3 0,0-1 0,0 1 0,0 0 0,0 0 0,0 0 0,0-1 0,0 1 0,0 0 0,0 0 0,1 0 0,-1 0 0,0-1 0,0 1 0,0 0 0,0 0 0,0 0 0,1 0 0,-1 0 0,0-1 0,0 1 0,0 0 0,0 0 0,1 0 0,-1 0 0,0 0 0,0 0 0,0 0 0,1 0 0,-1 0 0,0 0 0,0 0 0,0 0 0,1 0 0,-1 0 0,0 0 0,0 0 0,0 0 0,1 0 0,-1 0 0,0 0 0,0 0 0,0 0 0,1 0 0,-1 0 0,0 1 0,0-1 0,0 0 0,0 0 0,1 0 0,-1 0 0,0 0 0,0 1 0,0-1 0,0 0 0,0 0 0,1 0 0,-1 0 0,0 1 0,0-1 0,0 0 0,0 0 0,0 0 0,0 1 0,0-1 0,0 0 0,1-1 0,0-1 0,0 1 0,0-1 0,0 1 0,0-1 0,-1 1 0,1-1 0,0 0 0,-1 1 0,1-1 0,-1 0 0,0-3 0,1-5 0,0-1 0,0 1 0,1 0 0,0 0 0,1-1 0,0 1 0,7-14 0,0-4 0,34-107 0,-22 58 0,-18 58 0,1 1 0,11-27 0,-1 15 0,-9 18 0,0 1 0,-1 0 0,5-19 0,-7 15 0,1 1 0,0-1 0,1 1 0,0 0 0,1 1 0,14-24 0,-19 35 0,1 1 0,0-1 0,0 0 0,-1 0 0,1 1 0,0-1 0,0 1 0,0-1 0,1 1 0,-1 0 0,0 0 0,5-2 0,-6 3 0,-1 0 0,1 0 0,0 0 0,-1 0 0,1 0 0,0 0 0,0 0 0,-1 0 0,1 0 0,0 0 0,-1 0 0,1 0 0,0 1 0,0-1 0,-1 0 0,1 0 0,-1 1 0,1-1 0,0 1 0,-1-1 0,1 0 0,-1 1 0,1-1 0,-1 1 0,1-1 0,-1 1 0,1 0 0,-1-1 0,1 1 0,-1-1 0,0 1 0,1 0 0,-1-1 0,0 1 0,0 0 0,0-1 0,1 1 0,-1 0 0,0 0 0,0-1 0,0 1 0,0 0 0,0 0 0,0-1 0,0 1 0,-1 0 0,1 0 0,0 2 0,1-1 0,-1 1 0,1-1 0,0 1 0,0-1 0,0 0 0,0 1 0,0-1 0,0 0 0,1 0 0,-1 0 0,1 0 0,-1 0 0,1 0 0,0 0 0,2 1 0,18 26 0,-19-21 0,-1 1 0,1-1 0,1 0 0,-1 0 0,2 0 0,6 11 0,-7-12 0,1 0 0,-2 1 0,1-1 0,-1 1 0,0 0 0,2 12 0,-3-11 0,1 0 0,0 0 0,1 0 0,5 11 0,-4-11 0,-1 0 0,0 0 0,0 0 0,-1 1 0,2 13 0,-2-11 0,1 0 0,-1 0 0,9 18 0,-2-7-2474,-1 1-1,10 48 1,-13-46-2296,19 52 1,-17-47-2333,7 8-1585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40.7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405 596 4242,'9'-24'2733,"0"1"-1,-2-2 1,-1 1 0,4-31-1,1-5 1149,-6 37-2611,4-23 1144,-18-9 693,6 43-2207,1 0 0,0 0 0,-1-18 0,3 20-850,-1 1-1,-1-1 0,1 0 0,-1 1 0,-1-1 0,0 1 0,0 0 0,-1 0 1,0 0-1,-1 1 0,0-1 0,0 1 0,0 0 0,-14-14 0,15 18-54,0 0-1,0 0 1,0 0 0,-1 0-1,0 1 1,0 0-1,1 0 1,-2 0-1,1 1 1,0 0-1,0 0 1,-1 0-1,0 0 1,1 1-1,-1 0 1,0 0 0,1 1-1,-1-1 1,0 1-1,0 0 1,1 1-1,-1 0 1,0 0-1,1 0 1,-1 0-1,-7 4 1,6-3 5,0 1 0,0 0 0,1 0 0,-1 1 0,1 0 0,0 0 0,0 1 0,0-1 0,0 1 0,1 0 0,0 1 0,0 0 0,0-1 0,1 1 0,-5 9 0,3-6 0,0 1 0,-1-1 0,-16 16 0,17-20 0,1 1 0,0-1 0,0 1 0,0 0 0,1 1 0,-1-1 0,2 1 0,-1 0 0,-2 8 0,-22 141 0,20-129 0,4-16 0,1 1 0,0-1 0,1 1 0,0 0 0,0 13 0,1-1 0,1-16 0,-1 0 0,1 1 0,1-1 0,-1 1 0,2-1 0,2 12 0,22 72 0,-24-85 0,0 0 0,0-1 0,1 0 0,0 1 0,0-1 0,1 0 0,-1 0 0,1-1 0,0 1 0,1-1 0,-1 0 0,1 0 0,0 0 0,1-1 0,-1 0 0,1 0 0,-1 0 0,8 3 0,-9-5 0,1 0 0,0 0 0,0 0 0,0-1 0,0 0 0,0 0 0,0 0 0,0-1 0,0 1 0,0-1 0,0 0 0,0-1 0,0 1 0,1-1 0,-1 0 0,0 0 0,-1-1 0,1 1 0,0-1 0,0 0 0,-1-1 0,1 1 0,-1-1 0,6-4 0,-4 2 0,0-1 0,-1 1 0,0-1 0,0 0 0,0-1 0,-1 1 0,4-9 0,17-23 0,-20 31 0,0-1 0,-1 1 0,0-1 0,0 0 0,0 0 0,-1 0 0,-1 0 0,4-15 0,7-25 0,-6 27 0,-3 13 0,-2 0 0,1 0 0,-1 0 0,0 0 0,-1-1 0,1-13 0,17-125 0,-19 128 0,-1 41 0,1-11 0,0 0 0,1 0 0,0 0 0,3 11 0,6 2 0,-3-7 0,0 0 0,2-1 0,0 0 0,19 27 0,27 34-2400,-41-56 533,1 0-1,0-1 1,2 0 0,34 32 0,-4-12-13620,-26-25 9959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41.0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310 111 7123,'3'-6'1168,"1"0"-1,-1 0 1,1 0-1,-2 0 1,1 0-1,-1 0 0,0-1 1,2-7-1,-3 10 403,0 0-1,0-1 1,0 1-1,-1-1 1,1 1-1,-1-1 1,0 1-1,-1-8 1,6 17-1076,-4-4-468,0-1 0,-1 1-1,1 0 1,0 0 0,0 0 0,-1 0 0,1-1 0,0 1 0,-1 0-1,1 0 1,-1 0 0,1 1 0,-1-1 0,0 0 0,1 0 0,-1 0-1,0 0 1,0 0 0,0 2 0,1 1-26,0-1 0,0 1 0,0 0 0,0-1 0,1 1 0,0-1 0,-1 0 0,1 1 0,0-1 0,0 0 0,5 5 0,-4-5 0,0 1 0,0 0 0,-1 1 0,1-1 0,-1 0 0,3 9 0,1 5 0,1 0 0,1 0 0,0 0 0,1-1 0,13 18 0,-13-23 0,-1 0 0,-1 0 0,0 1 0,-1-1 0,0 2 0,-1-1 0,-1 1 0,0-1 0,0 1 0,1 22 0,-4-9 0,0-22 0,0-1 0,-1 1 0,1 0 0,-1 0 0,0 0 0,-1 0 0,1 0 0,-1 0 0,0 0 0,0 0 0,0-1 0,-1 1 0,0 0 0,0-1 0,0 1 0,0-1 0,-1 0 0,-3 5 0,-1-3 0,-1 0 0,0-1 0,1 0 0,-2 0 0,1-1 0,0 0 0,-1-1 0,0 0 0,0 0 0,0-1 0,-14 3 0,-9-2 0,0-1 0,-34-3 0,21 1 0,32 0-223,1-1 0,0 0 0,-1 0 0,1-2 0,0 1 0,0-1 0,0-1 0,1 0 0,-1-1 0,1 0 0,0-1 0,0 0 0,1-1-1,-15-11 1,23 16-414,0 1 0,0-1 0,0 0 0,0 0 0,0 0 0,0 0 0,1 0 0,-1 0-1,1 0 1,0 0 0,-1 0 0,1-1 0,0 1 0,0-1 0,1 1 0,-1-1-1,0 1 1,1-1 0,0 1 0,-1-4 0,1-11-6057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43.1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70 116 5458,'-3'-18'12639,"-3"4"-5850,5 12-6524,0 1-1,0-1 1,0 1-1,0 0 1,-1-1 0,1 1-1,0 0 1,-1 0 0,1 0-1,0 0 1,-1 0 0,0 0-1,1 0 1,-1 0-1,1 1 1,-1-1 0,0 1-1,0-1 1,1 1 0,-4-1-1,0 1 331,5 2-508,0 0-1,0-1 1,-1 1-1,1 0 1,0-1-1,-1 1 1,1 0-1,-1-1 1,0 1-1,1-1 1,-1 1-1,0-1 1,-2 3-1,2-3-50,0 1-1,0 0 1,0 0-1,0 0 1,0-1-1,0 1 1,1 0-1,-1 0 0,0 0 1,1 1-1,0-1 1,-1 0-1,1 4 1,-1 60-13,-1-32-24,1 1 1,8 59-1,53 184 1,-45-224 0,-11-45 0,-1 1 0,-1-1 0,0 1 0,0-1 0,-1 1 0,1 13 0,17 122 0,-19-143 4,0-1 0,0 1 0,0-1-1,0 1 1,0-1 0,0 0 0,1 1 0,-1-1 0,1 0-1,-1 1 1,1-1 0,-1 0 0,1 1 0,0-1 0,0 0-1,0 0 1,-1 0 0,1 0 0,0 0 0,0 0 0,0 0-1,1 0 1,0 1 0,-1-1-24,0-1 0,0 1-1,0-1 1,0 1 0,-1 0 0,1 0-1,0-1 1,0 1 0,-1 0 0,1 0-1,-1 0 1,1 0 0,-1 0 0,1 0-1,-1 0 1,1 0 0,-1 0 0,0 0-1,0 0 1,1 0 0,-1 0 0,0 2 0,0-29-7891,-2-68 6657,0 34 1514,9-105 1,3 96 202,22-78 1,-26 124-210,2 1 0,0 0 0,2 0 1,0 0-1,1 1 0,2 1 1,16-23-1,8-4 620,-27 33-328,0-1 0,1 1 0,1 1-1,1 0 1,0 1 0,0 0 0,1 1 0,22-13 0,-27 19-531,0 1 1,1 0 0,-1 1 0,1 0 0,0 1 0,0 0-1,0 0 1,0 1 0,0 0 0,0 1 0,0 0 0,0 1 0,0 0-1,0 0 1,0 1 0,18 6 0,-25-5-16,1 0 0,0 0 0,-1 1 0,1-1 0,-1 1 0,0 0 0,0 0 0,-1 0 0,1 0 0,-1 0 0,0 0 0,0 1 0,0-1 0,-1 1 0,1-1 0,-1 1 0,0 5 0,1-2 0,0 1 0,-1 0 0,0 0 0,-1 0 0,0 0 0,0 0 0,-1 0 0,-3 13 0,-3 4 0,5-15 0,-1 0 0,0 0 0,-1-1 0,0 1 0,-1-1 0,0 0 0,-1 0 0,0 0 0,0-1 0,-11 12 0,-54 47 0,66-62 9,0-1 0,-1 0 0,0 0 1,0 0-1,-13 6 0,-27 22-288,25-17-406,18-13-966,-1-1 0,1 0-1,-1 0 1,0 0 0,0 0 0,0-1-1,0 1 1,0-1 0,0 0 0,-6 0-1,5-11-7496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43.2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1 217 3698,'115'-153'16813,"-110"147"-16013,0-1 15,1 1 0,0 0 0,0 1 0,1-1 0,-1 1 0,1 0 0,11-5 0,-16 9-694,0 0-1,-1 0 1,1 0-1,0 0 0,-1 1 1,1-1-1,0 1 0,0-1 1,0 1-1,0 0 1,0-1-1,-1 1 0,1 0 1,0 0-1,0 1 1,0-1-1,0 0 0,0 1 1,0-1-1,-1 1 0,1-1 1,0 1-1,0 0 1,-1 0-1,1 0 0,-1 0 1,1 0-1,-1 0 0,1 0 1,-1 1-1,1-1 1,-1 0-1,0 1 0,0-1 1,0 1-1,0-1 1,0 1-1,0 0 0,0 0 1,0 2-1,24 36-120,-19-32 0,-1-1 0,0 1 0,-1 0 0,0 0 0,0 0 0,3 11 0,17 48 0,-1-3 0,-8-9 0,-12-45 0,1 1 0,-2 0 0,1-1 0,-2 1 0,2 22 0,-3 26-2258,0 89-10093,-5-117 5590,-18 8 1079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43.5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0 579 6179,'103'-56'8782,"-53"30"-8276,58-21 0,-92 40-543,0 0 0,24-15 0,-1 0-34,-23 12 278,-1 1 0,0-2-1,-1 0 1,0-1 0,-1 0-1,0-1 1,-1 0-1,17-24 1,-25 31 44,-1 3-53,0 1 1,-1-1-1,0 0 1,0 0-1,1-1 1,-2 1-1,1 0 1,0-1-1,-1 1 1,0-1-1,1 1 1,-1-1-1,-1 0 1,1 1-1,-1-1 1,1-5-1,-1 5 81,0 0-1,0 1 0,1-1 1,-1 1-1,1-1 0,0 1 1,0-1-1,0 1 0,0-1 1,1 1-1,-1 0 0,4-5 0,-3 5 60,0 0 0,0 0 0,-1 0 0,0 0 0,1 0 0,-1-1 0,0 1 0,-1 0 0,1 0 0,0-1 0,-1 1 0,0-6 0,0 4-106,0 0 0,0 0 0,0 0 0,-1 0 0,0 0 0,0 0 0,0 0-1,-1 1 1,1-1 0,-1 0 0,0 1 0,-1-1 0,1 1 0,-5-6 0,-1-11-232,11 39 0,-5 36 0,0-38 0,1 0 0,0 0 0,2 0 0,0 1 0,1-1 0,5 21 0,9-1 0,7 20 0,-19-40-699,1 0 1,0 0-1,1-1 1,1 0-1,1 0 0,0-1 1,1 0-1,0 0 1,1-1-1,0 0 0,1-1 1,1 0-1,24 20 1,-13-15-3102,-20-14 2910,1 1 1,0-1-1,0 0 1,0 0-1,0 0 0,1-1 1,-1 1-1,1-1 1,0 0-1,-1-1 1,1 1-1,0-1 1,0 0-1,0 0 1,9 0-1,36-1-3952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43.8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1 311 784,'15'-22'1615,"-11"17"-883,1-1 1,-1 0 0,0 0-1,-1 0 1,1 0 0,-1 0 0,0-1-1,-1 1 1,0-1 0,0 0-1,0 0 1,-1 0 0,1-12-1,7-63 7789,1-7 2872,-11 89-11389,1-1 1,0 1 0,0-1-1,0 1 1,0-1 0,0 1-1,0-1 1,-1 1-1,1-1 1,0 1 0,0-1-1,0 1 1,1-1 0,-1 1-1,0-1 1,0 1 0,0-1-1,0 1 1,0 0 0,1-1-1,-1 1 1,0-1 0,0 1-1,1-1 1,-1 1 0,0 0-1,1-1 1,-1 1 0,0-1-1,1 1 1,-1 0 0,0 0-1,1-1 1,-1 1 0,1 0-1,-1 0 1,1-1 0,-1 1-1,1 0 1,-1 0-1,1 0 1,-1 0 0,1 0-1,-1 0 1,1-1 0,-1 1-1,1 0 1,-1 1 0,1-1-1,-1 0 1,1 0 0,0 0-1,0 1-6,0-1 0,0 1 0,0 0 0,0-1 0,-1 1 0,1 0-1,0 0 1,0 0 0,0 0 0,-1 0 0,1 0 0,-1 0-1,1 0 1,-1 0 0,1 0 0,-1 0 0,1 0 0,-1 0 0,0 0-1,1 0 1,-1 1 0,0 0 0,0 2 2,0-1 0,0 1 0,0-1 0,1 1 0,0-1 0,-1 1 0,1-1 0,1 0 0,2 7 0,2 8 0,29 100 0,-14-57 0,-14-46 0,-2 0 0,0 0 0,4 17 0,1 10 0,19 47 0,-26-77 0,-1 0 0,-1 1 0,1-1 0,-2 0 0,0 1 0,-2 19 0,0 9 0,2-38 0,-1 1 0,1 0 0,-1-1 0,0 1 0,0-1 0,-1 1 0,1-1 0,-1 1 0,0-1 0,1 0 0,-2 0 0,-1 3 0,-8 13 0,12-19-15,0 1 1,-1-1-1,1 1 1,0-1-1,-1 1 1,1-1-1,-1 1 1,1-1-1,-1 1 1,1-1-1,-1 1 1,1-1-1,-1 0 1,1 1-1,-1-1 1,1 0-1,-1 0 1,0 1-1,1-1 1,-1 0-1,1 0 1,-1 0-1,0 0 1,1 0-1,-1 0 1,0 0-1,1 0 1,-1 0-1,0 0 1,1 0-1,-1 0 1,1 0-1,-1-1 1,0 1-1,1 0 1,-1 0-1,1-1 1,-1 1-1,1 0 1,-1-1-1,1 1 1,-1 0-1,1-1 1,-1 1-1,1-1 1,-1 1-1,1-1 1,0 1-1,-1-1 1,1 1-1,0-1 1,-1 0-1,1 0 1,-2-1-64,0-1 1,0 1-1,1-1 0,-1 1 0,1-1 1,-1 0-1,1 0 0,0 0 0,0 0 1,-1-5-1,1-42 121,0 32 126,0 0 0,1 0 0,1 1 0,6-36 0,1 28 5,11-43 210,-12 41-360,2 0 0,1 1 0,1 0 0,1 1 0,1 1 0,1 0 0,21-26 0,-32 46-24,1 0 0,1 0 0,-1 1 0,0-1 0,1 1 0,0 0 0,0 0 0,0 1 0,0-1 0,0 1 0,0 0 0,0 1 0,1-1 0,-1 1 0,1 0 0,-1 0 0,1 1 0,0 0 0,-1 0 0,1 0 0,10 2 0,-8-1 0,0 0 0,-1 0 0,1 1 0,-1-1 0,0 2 0,1-1 0,-1 1 0,0 0 0,0 1 0,-1 0 0,1 0 0,-1 0 0,0 1 0,0-1 0,8 10 0,21 26 0,-28-34 0,-1 1 0,0 0 0,0 0 0,0 1 0,-1-1 0,0 1 0,-1 0 0,7 15 0,17 79 0,-25-93 0,-1 0 0,0 0 0,-1 0 0,0 1 0,0-1 0,-1 0 0,-1 0 0,1 0 0,-1 1 0,-1-1 0,1 0 0,-2 0 0,1 0 0,-1-1 0,-1 1 0,1-1 0,-1 1 0,-1-1 0,0 0 0,0-1 0,0 1 0,-1-1 0,-9 9 0,3-5 0,-1-1 0,-1 0 0,0-1 0,0 0 0,-1-1 0,0-1 0,-20 8 0,-65 9-3231,87-22 1628,-1-1-1,1 0 1,0-1 0,-22-2-1,-17-11-7797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44.2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94 53 10997,'-43'36'13522,"15"-21"-8852,27-14-4617,0-1-1,0 0 1,-1 1-1,1-1 1,0 1 0,0-1-1,0 1 1,-1 0-1,1-1 1,0 1-1,0 0 1,0 0-1,0 0 1,0 0-1,0 0 1,1 0-1,-1 0 1,0 0-1,0 0 1,1 0-1,-2 2 1,2-2 0,0 0 0,1 0 0,-1 0-1,0 0 1,0 0 0,1 0 0,-1 0 0,0 0 0,1 0 0,-1 0 0,1-1 0,-1 1-1,1 0 1,0 0 0,-1 0 0,1-1 0,0 1 0,0 0 0,-1-1 0,1 1 0,1 0-1,4 3 106,0-1-1,0 0 0,0 0 1,1 0-1,-1-1 0,1 0 1,7 2-1,55 2-157,0-2 0,0-4 0,-1-2 0,134-23 0,-91 15 0,-67 7 0,60-11 0,163-27 0,-203 26-3002,46-11-7747,-10 2 2178,-50 9 3440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44.5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403 41 8132,'0'-2'579,"1"1"1,-1 0-1,0-1 1,0 1-1,1 0 1,-1-1-1,0 1 1,1 0-1,-1 0 1,1 0-1,0-1 1,-1 1-1,1 0 1,0 0-1,0 0 1,0 0 0,1-1-1,-2 2-304,1-1 0,0 0-1,0 0 1,-1 0 0,1 1 0,-1-1 0,1 0-1,-1 0 1,1 0 0,-1 0 0,1 0 0,-1 0-1,0 0 1,1 0 0,-1 0 0,0-2 0,-42 29 4161,-5 31 148,39-47-4536,0 0 0,0 1 0,1 0 0,1 1 0,0-1 1,0 1-1,1 0 0,1 1 0,0-1 0,-4 25 0,3-16-65,-4 9 17,6-20 0,0 0 0,0 0 0,1 0 0,1 0 0,-1 19 0,1-10 0,1 1 0,2-1 0,0 1 0,1-1 0,0 0 0,2 0 0,7 20 0,-4-20 0,1 0 0,0 0 0,1-1 0,1-1 0,1 1 0,0-2 0,16 16 0,7 15 0,-18-25 0,37 41 0,-48-58 0,0 1 0,0 0 0,-1 0 0,9 14 0,-13-20 0,0 1 0,-1 0 0,1 0 0,-1 0 0,1 0 0,-1 0 0,0 0 0,1 0 0,-1 0 0,0 0 0,1 0 0,-1 0 0,0 0 0,0 0 0,0 1 0,0-1 0,0 0 0,0 0 0,-1 0 0,1 0 0,0 0 0,0 0 0,-1 0 0,1 0 0,-1 0 0,1 0 0,-1 0 0,1 0 0,-1 0 0,1 0 0,-1-1 0,0 1 0,0 0 0,1 0 0,-1-1 0,0 1 0,0 0 0,0-1 0,0 1 0,0-1 0,-2 2 0,-7 1 0,0 0 0,-1 0 0,1-1 0,-1 0 0,0-1 0,0 0 0,0-1 0,1 0 0,-1-1 0,0 0 0,-19-4 0,-15-1 0,7 4-238,16 1-1009,0-1 1,0-1 0,-35-9-1,-15-10-6812,5 9-460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44.6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1 191 19161,'127'-25'7607,"82"-18"-1608,-110 26-5999,-38 9 0,-25 3 0,-7 0 0,50-13 0,-47 9 131,-27 8-228,0-1 0,-1 1-1,1-1 1,-1 0-1,1 0 1,-1 0-1,6-4 1,10-4-2420,-5 3-2048,0-3-5551,8-5 2943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52.2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3047 523 3650,'-3'-28'4987,"-12"2"-3623,10 19-1227,4 5-99,0 0-1,0 0 1,1 0-1,-1 0 1,1 0 0,-1 0-1,1 0 1,0 0-1,0 0 1,0 0 0,0 0-1,0 0 1,1-3-1,-1 3 8,0 1 0,0-1 0,1 1 0,-1 0 0,0-1 0,0 1 0,0 0 0,0-1 0,-1 1 0,1-1-1,0 1 1,0 0 0,-1 0 0,1-1 0,-1 1 0,1 0 0,-1-1 0,0 1 0,-1-1 0,0-1-14,0 2 91,1 0-1,-1-1 0,0 1 1,1-1-1,-1 1 0,1-1 0,0 0 1,-1 1-1,1-1 0,0 0 1,0 0-1,0 0 0,1 0 0,-1 0 1,0 0-1,1 0 0,-1-1 1,1 1-1,0 0 0,-1 0 0,1 0 1,0 0-1,1-4 0,-15-7 1233,12 12-1163,0-10 166,2 10-331,0 1 0,0-1 0,0 0 0,0 0 1,0 0-1,0 0 0,0 1 0,0-1 0,-1 0 1,1 0-1,0 1 0,0-1 0,-1 0 0,1 0 0,-1 1 1,1-1-1,-1 0 0,1 1 0,-2-2 0,-15-13 470,5 6-85,1-1 0,0 0 0,-11-14 0,21 23-401,0-1 0,0 1-1,0 0 1,0 0 0,-1 0 0,1 1 0,0-1-1,0 0 1,-1 0 0,1 1 0,-1-1 0,1 1 0,0-1-1,-1 1 1,-2-1 0,3 1-7,-1 0 0,1-1 1,-1 1-1,1-1 0,-1 1 0,1-1 0,-1 0 1,1 0-1,-1 1 0,1-1 0,0 0 0,-1 0 1,1 0-1,0-1 0,-2-1 0,0 0-4,-1-1 0,0 1 1,0 0-1,0-1 0,-1 2 0,1-1 0,-1 1 0,1-1 1,-1 1-1,0 0 0,0 1 0,0-1 0,-9 0 0,-32-14 8,26 6 4,-1 1 0,-1 2 0,-35-9 0,-28-10 38,66 19-42,-1 1-1,0 1 0,-40-4 1,-21-5 13,-55-11 6,131 23-25,-1 1 1,1 0-1,-1 0 0,0 1 0,0 0 1,1 0-1,-8 0 0,-13 1-8,-56-12 2,35 4 107,-60 0 1,-104 7 596,200 0-638,1 1 0,-1 0 0,-20 5 0,-24 2 261,8-6 292,-65 12 0,28-2 81,51-6-314,0 1 1,-58 21-1,14-3 20,-95 39 287,100-35-600,15 5 86,2 0-33,21-16-38,1 2 0,1 1 0,1 2 0,1 1 0,1 1-1,-49 55 1,52-58 62,21-17-115,-1-1-1,1 1 1,-1 0 0,1 0-1,1 1 1,-8 9 0,-2 11 146,9-17-105,0 0 1,0 0-1,-1 0 1,-11 12-1,-2-3 105,14-14-120,0 0 0,1 1 0,-1-1-1,1 1 1,0 0 0,0 0 0,0 1 0,1-1-1,0 1 1,-4 9 0,0 18 256,6-24-228,-1 0 0,0 0 1,-1-1-1,0 1 0,-4 9 1,-16 27 411,4-9-106,1 2 0,1 0 0,2 0 0,-16 71 0,8-40-40,7-20-115,-12 125-18,19-139-237,5-22 0,1 1 0,0 0 0,1 0 0,-1 19 0,-16 168 0,19 427 0,19-436 0,-19 301 0,1-467 0,2 0 0,11 51 0,-1-6 0,-12-65 0,3 27 0,2 0 0,1 0 0,18 50 0,-5-35 0,-9-24 0,-2 0 0,0 0 0,6 28 0,-11-30 0,1-1 0,2 1 0,0-1 0,1 0 0,1-1 0,1 0 0,1 0 0,21 29 0,-3-5 0,30 64 0,-20-33 0,-33-66 0,0 0 0,1 0 0,0-1 0,12 11 0,5 7 0,-6-5 0,0 0 0,2-1 0,1-1 0,0-1 0,1-1 0,1-1 0,26 14 0,-11-7 0,-21-12 0,0-1 0,0-1 0,1 0 0,20 6 0,-35-15 0,35 12 0,38 17 0,-61-23 0,0 0 0,1-1 0,0-1 0,29 4 0,20 4 0,1 0 0,89 5 0,-49-7 0,143-6 0,-147-5 0,-78 0 0,-1-1 0,24-4 0,16-3 0,-11 0 0,54-15 0,-38 7 0,-34 8 0,-1-2 0,0-1 0,57-30 0,-44 20 0,123-70 0,-145 75 0,-1-1 0,0 0 0,22-26 0,35-29 0,-49 49 0,-7 7 0,0-1 0,-2-2 0,38-41 0,65-97 0,-105 135 0,14-16 0,29-46 0,39-78 0,10-11 0,-43 66 0,-58 88 0,-1-1 0,10-30 0,-13 29 0,2 1 0,15-29 0,-11 30 0,6-10 0,-1-1 0,21-51 0,58-194 0,-76 200 0,-17 56 0,1 1 0,12-30 0,-9 27 0,0-1 0,-2 1 0,6-43 0,4-15 0,-8 52 0,-4 17 0,-1-1 0,0 1 0,-1 0 0,0-1 0,0-13 0,-1-13 0,1 0 0,10-44 0,-9 62 0,-2 0 0,-1-32 0,-1 27 0,1 8 0,-2 0 0,-6-32 0,0-19 0,7 59 0,1 0 0,-1-1 0,-1 1 0,0 0 0,0 0 0,-6-15 0,-8-34 0,11 31 0,-2 1 0,0-1 0,-2 2 0,-1-1 0,-16-29 0,26 54 0,-20-38 0,-2 1 0,-2 1 0,-1 0 0,-48-51 0,-8-7 0,60 76 0,5 3 0,0 1 0,-37-25 0,-104-55 0,140 87 0,0 0 0,-1 1 0,-26-5 0,-22-9 0,-26-5 0,64 17-2,-1 2 0,1 0-1,-36-2 1,21 2-579,26 5-2024,0 1 0,-32 1-1,7 1-5097,-2-1 1002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38.8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17 112 2913,'-2'1'5886,"-11"-4"-2706,12 2-2887,1 0-1,0 1 1,0-1 0,0 0 0,0 0 0,-1 1-1,1-1 1,0 0 0,0 1 0,0-1 0,1 0 0,-1 0-1,0 1 1,0-1 0,0 0 0,0 0 0,1 1-1,-1-1 1,0 0 0,1 1 0,-1-1 0,1 1-1,-1-1 1,0 0 0,2 0 0,14-19 3259,-12 16-2986,1-1 1,0 1-1,0 0 1,0 1-1,0-1 1,1 1-1,-1 0 1,1 0-1,0 1 1,0 0-1,0 0 1,0 0-1,0 1 1,12-2-1,22-7 276,-28 7-785,0-1-1,1 2 1,0-1 0,14 1 0,-12 2-57,2-1 0,1 0 0,-1 2 0,0 0 0,0 1 0,0 1 0,0 0 0,0 2 0,18 6 0,-18-4 0,-1 1 0,0 1 0,22 15 0,-31-18 0,1 1 0,-1 0 0,-1 0 0,1 1 0,-1 0 0,-1 0 0,1 0 0,4 11 0,-3-8 0,-1 1 0,0 0 0,-1 0 0,0 1 0,0-1 0,-2 1 0,1 0 0,-2 0 0,0 0 0,0 0 0,-1 1 0,-1-1 0,0 0 0,-4 26 0,-23 80 0,24-110 0,1 1 0,-2-1 0,0 0 0,0 0 0,0-1 0,-1 1 0,0-1 0,-11 13 0,-3 5 0,2 4 0,-2-1 0,-1-2 0,-42 46 0,19-27 0,23-24 0,0 0 0,-2-2 0,-26 20 0,34-31 0,10-7 0,-1 1 0,1-1 0,0 1 0,0 0 0,1 0 0,-1 0 0,1 1 0,-1-1 0,1 1 0,-5 8 0,8-11 0,-1 0 0,0 0 0,0 0 0,1 1 0,-1-1 0,0 0 0,0 0 0,0-1 0,0 1 0,0 0 0,0 0 0,0 0 0,0-1 0,-1 1 0,1 0 0,0-1 0,-2 1 0,2-1 0,1 0 0,-1 0 0,1 1 0,-1-1 0,0 0 0,1 0 0,-1 1 0,1-1 0,-1 0 0,1 0 0,-1 1 0,1-1 0,-1 1 0,1-1 0,0 0 0,-1 1 0,1-1 0,-1 1 0,1-1 0,0 1 0,-1-1 0,1 1 0,0-1 0,0 1 0,0 0 0,-1-1 0,1 1 0,0-1 0,0 2 0,0-2 0,0 1 0,0-1 0,0 0 0,0 1 0,1-1 0,-1 0 0,0 1 0,0-1 0,0 0 0,1 1 0,-1-1 0,0 0 0,0 0 0,1 1 0,-1-1 0,0 0 0,1 0 0,-1 1 0,0-1 0,1 0 0,-1 0 0,0 0 0,1 0 0,-1 0 0,0 1 0,1-1 0,-1 0 0,1 0 0,-1 0 0,0 0 0,1 0 0,-1 0 0,1 0 0,-1 0 0,0 0 0,1 0 0,-1-1 0,28-5 0,-21 4 0,0-1 0,1 0 0,-1-1 0,0 1 0,-1-1 0,8-6 0,-2 1 0,1 1 0,0 1 0,0 0 0,1 0 0,0 2 0,19-6 0,22-11 0,-17 8 33,1 0 0,48-9 0,-41 12-283,58-23 1,-55 19-4261,-34 11 1001,0-1 1,0 0-1,0-1 1,20-12-1,-14 2-1603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39.2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213 186 10949,'-64'-23'9462,"-30"-27"-632,63 32-5654,29 18-3157,1-1 0,-1 0 0,1 0 0,-1 1 0,1-1 0,0 0 0,0 0 0,-1 0 0,1 0 0,0-1 0,0 1 0,0 0 0,0 0 0,0-1 0,0 1 0,1-1 0,-1 1 0,0 0 0,1-1 0,-1 1 0,1-1 0,-1-1 0,1 1-23,1 1 0,-1-1 0,1 1 0,-1-1 1,1 1-1,0-1 0,0 1 0,-1-1 0,1 1 0,0 0 0,0 0 0,0-1 0,0 1 0,1 0 0,-1 0 0,0 0 0,0 0 0,1 0 0,-1 0 0,1 1 0,2-2 0,8-5 4,2 2 0,-1-1 0,0 2 0,1 0 0,0 0 0,0 1 0,22-1 0,105 2 0,-83 3 0,-30-1 0,-1 1 0,46 9 0,-65-9 0,0 1 0,0 0 0,0 0 0,-1 1 0,1 0 0,-1 1 0,0-1 0,0 1 0,0 1 0,0-1 0,-1 1 0,0 0 0,8 9 0,13 12 0,-23-23 0,1 1 0,-1 0 0,0 0 0,0 0 0,-1 0 0,1 1 0,-1-1 0,0 1 0,0 0 0,3 8 0,6 23 0,-8-28 0,-1 1 0,0-1 0,0 1 0,-1 0 0,0 0 0,0 0 0,-1 0 0,-1 0 0,1 0 0,-1 0 0,-1 1 0,0-1 0,-3 13 0,-3 0 0,4-12 0,-1 1 0,1-1 0,1 1 0,0 0 0,0 16 0,1-10 0,0-1 0,-7 29 0,-1 27 0,8-61 0,0-1 0,0 1 0,-1 0 0,-7 20 0,5-21 0,1 0 0,1 1 0,0 0 0,-1 21 0,1-17 0,0 1 0,0-1 0,-2 0 0,0 1 0,-7 18 0,-8 29 0,13-42-199,-1 1-1,-1-1 1,-18 33-1,24-51-896,0 0 1,-1 0-1,1 0 0,-1 0 0,0-1 0,1 1 0,-1-1 0,0 0 0,-1 0 0,1 0 0,0 0 1,-1 0-1,1-1 0,-1 1 0,1-1 0,-1 0 0,1 0 0,-1 0 0,0-1 0,0 0 0,-3 1 1,2-1-2699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39.5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94 212 2113,'-1'-5'1073,"0"1"-1,0 0 1,0-1-1,-1 1 1,1 0 0,-1 0-1,0 0 1,-1 1-1,1-1 1,-6-6 0,-30-32 9893,27 35-6778,0 4-3094,6 2-261,5 1-800,0 0 1,-1-1-1,1 1 1,0 0-1,-1 0 0,1 0 1,0-1-1,0 1 1,-1 0-1,1 0 1,0-1-1,0 1 0,-1 0 1,1 0-1,0-1 1,0 1-1,0 0 1,0-1-1,0 1 1,-1 0-1,1-1 0,0 1 1,0 0-1,0-1 1,0 1-1,0 0 1,0-1-1,0 1 0,0-1 1,0 1-1,0 0 1,0-1-1,0 1 1,1 0-1,-1-1 0,0 1 1,0 0-1,0 0 1,0-1-1,1 1 1,-1 0-1,0-1 0,0 1 1,0 0-1,1 0 1,-1-1-1,0 1 1,0 0-1,1 0 0,-1 0 1,0-1-1,1 1 1,-1 0-32,9-3-2,-1 0 0,1 1 0,-1 0 0,1 0 0,0 1 0,0 0 0,0 1 0,12 1 0,32-4 0,163-13 0,-102 10 0,346 2 0,-261 6 0,-200-2-8,0 0-1,1 0 1,-1 0-1,0-1 1,1 1-1,-1 0 1,0-1-1,1 1 1,-1-1-1,0 1 1,1-1-1,-1 1 1,1-1-1,-1 1 1,1-1-1,-1 1 1,1-1 0,-1 0-1,1 1 1,0-1-1,-1 0 1,1 1-1,0-1 1,0 0-1,-1 0 1,1 1-1,0-1 1,0 0-1,0 0 1,0 1-1,0-1 1,0 0-1,0 0 1,0 1 0,0-1-1,0 0 1,1 0-1,-1 1 1,0-2-1,-4-3-2861,-15-7-4977,14 1-898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41.4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215 95 7603,'-108'0'18632,"1"0"-12103,295-9-6526,57-6-3,-209 12 0,378-23 0,-181 11-400,-172 10-1858,2-6-4593,-20 3 531,4 5-469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41.7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188 42 10805,'-3'-12'6475,"-8"3"-1965,10 9-4261,1 0 1,-1-1 0,0 1 0,0-1 0,1 1 0,-1 0 0,0-1 0,0 1-1,1-1 1,-1 0 0,1 1 0,-1-1 0,0 0 0,1 1 0,-1-1-1,1 0 1,-1 0 0,1 1 0,0-1 0,-1 0 0,1 0 0,0 0-1,0 1 1,-1-1 0,1 0 0,0 0 0,0 0 0,0 0 0,0-1-1,-15 5 1237,12 6-1103,3-8-337,0-1-1,0 1 1,0 0-1,0 0 1,0-1-1,0 1 1,0 0-1,0 0 1,0-1 0,0 1-1,-1 0 1,1-1-1,0 1 1,-1 0-1,1-1 1,0 1-1,-1 0 1,1-1 0,-1 1-1,0 0 1,-3 3 25,1 1 0,0-1 1,0 1-1,0-1 0,0 1 0,1 0 1,-4 9-1,-11 23 15,12-27-86,0 1 0,1-1 0,0 1 0,1 0 0,-4 19 0,-12 35 0,15-56 0,-1 1 0,1 0 0,1 1 0,0-1 0,1 1 0,0-1 0,0 1 0,1 13 0,-18 134 0,19-108-584,0 235-12780,0-271 7324,0 1 496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42.0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423 233 4978,'5'-9'971,"-2"6"-473,0 0 0,-1-1 0,0 1 0,0-1 0,0 0 0,0 1 0,-1-1 0,0 0 0,1 0 0,-1 0 0,-1 0 0,1-1 0,0 1 0,-1-5 0,19-81 5375,-19 87-5592,1 0 1,0 0 0,0 0 0,0 0 0,0 1 0,1-1 0,-1 0 0,1 1 0,0-1 0,0 1 0,0-1 0,0 1 0,0 0 0,0 0 0,0 0 0,1 0 0,-1 0 0,5-2 0,-3 1 262,1 0 1,-1 1-1,1-1 0,0 1 0,0 0 0,0 0 1,0 0-1,0 1 0,6-1 0,-7 2-480,-1 0-1,0 1 1,0 0 0,0 0 0,1-1-1,-1 2 1,0-1 0,0 0-1,0 1 1,0-1 0,-1 1-1,1 0 1,0 0 0,-1 0 0,1 0-1,-1 0 1,0 1 0,1-1-1,-1 1 1,0 0 0,-1-1-1,1 1 1,0 0 0,-1 0-1,2 4 1,-1-1 9,0 0 0,0 1 0,0-1 0,-1 1-1,1-1 1,-2 1 0,1 0 0,-1 0 0,0-1 0,0 1-1,-1 0 1,0-1 0,-2 8 0,0-2-73,0-2 0,0 0 0,1 1 0,0-1 0,0 21 0,1-24 0,0 1 0,0 0 0,-1-1 0,1 1 0,-2-1 0,1 1 0,-1-1 0,0 0 0,-1 0 0,1 0 0,-10 11 0,-5 13 0,-6 30 0,1-2 0,-8 12 0,18-37 0,11-28 0,1 0 0,-1 1 0,1-1 0,0 1 0,1 0 0,0-1 0,0 1 0,1 12 0,1 5 0,-2-21 0,0-1 0,1 0 0,0 0 0,-1 1 0,1-1 0,0 0 0,0 0 0,0 0 0,1 0 0,-1 0 0,0-1 0,1 1 0,-1 0 0,1 0 0,0-1 0,-1 1 0,1-1 0,0 0 0,0 1 0,0-1 0,0 0 0,0 0 0,0 0 0,0-1 0,1 1 0,-1 0 0,0-1 0,0 1 0,3-1 0,20 10 0,-18-7 0,0 0 0,0-1 0,0 0 0,0 0 0,1 0 0,-1-1 0,0 0 0,1-1 0,-1 0 0,1 0 0,-1 0 0,1-1 0,-1 0 0,0 0 0,1-1 0,8-3 0,-10 3 0,1 0 0,-1-1 0,0 1 0,0-1 0,0-1 0,0 1 0,-1-1 0,0 0 0,1 0 0,-1 0 0,-1-1 0,1 0 0,-1 0 0,1 0 0,-1-1 0,-1 1 0,1-1 0,3-8 0,-5 8 0,-1 0 0,0 0 0,0 0 0,0 0 0,-1 0 0,0 0 0,0 0 0,-1-10 0,-1-18 0,2 29 0,0 0 0,0 0 0,0 1 0,-1-1 0,0 0 0,0 0 0,0 0 0,-1 0 0,1 1 0,-1-1 0,0 0 0,0 1 0,-1 0 0,0-1 0,1 1 0,-1 0 0,-1 0 0,1 1 0,0-1 0,-1 1 0,0 0 0,-4-3 0,-10-9 0,11 9 0,0 0 0,-1 1 0,1-1 0,-1 2 0,-9-5 0,-13-2 0,0 1 0,-1 1 0,0 2 0,-33-3 0,-4 2 0,0 3 0,0 2 0,-81 9 0,144-6-395,0 2 0,-1-1 0,1 1 0,0-1 0,0 1 0,0 1 0,1-1 1,-1 1-1,0 0 0,1 0 0,0 0 0,-5 5 0,-21 13-4961,10-10-3427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46.1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48 138 3185,'0'0'14890,"-3"2"-13356,2-2-1303,-1 1 0,1 0 0,0 0 0,0 0 0,0 0 0,0 0 0,0 0 0,0 0 0,0 0 0,1 0 0,-1 0 0,0 0 0,0 0 0,1 1 0,-1-1 0,1 0 0,-1 1 0,1-1 0,0 0 0,-1 1 0,1-1 0,0 0 0,0 1 0,0-1 0,0 0 0,0 1 0,0-1 0,1 3 0,-1-3-98,0-1 1,0 1-1,0 0 0,0 0 0,0 0 0,0-1 1,0 1-1,-1 0 0,1 0 0,0 0 1,0-1-1,-1 1 0,1 0 0,-1-1 1,1 1-1,-1 0 0,1-1 0,-1 1 1,1 0-1,-1-1 0,1 1 0,-1-1 1,0 1-1,1-1 0,-1 1 0,0-1 1,1 0-1,-1 1 0,-1-1 0,1 1-60,0-1 1,0 0-1,0 1 0,0-1 0,1 1 1,-1-1-1,0 1 0,0 0 0,1-1 0,-1 1 1,0-1-1,1 1 0,-1 0 0,1 0 0,-1-1 1,1 1-1,-1 0 0,1 0 0,-1 0 1,1 0-1,0 0 0,-1-1 0,1 1 0,0 0 1,0 0-1,0 0 0,0 0 0,0 0 0,0 0 1,0 1-1,0 64 119,0-66-192,0 1 0,0-1 0,0 1 0,1-1 0,-1 1 0,0-1 0,0 1 0,1-1 0,-1 1 0,0-1 0,1 1 0,-1-1 0,0 0 0,1 1 0,-1-1 0,0 1 0,1-1 0,-1 0 0,1 1 0,-1-1 0,1 0 0,-1 0 0,1 0 0,-1 1 0,1-1 0,-1 0 0,1 0 0,-1 0 0,1 0 0,0 0 0,27 1 0,-22-2 0,1 0 0,-1 0 0,0 0 0,0-1 0,0 0 0,0 0 0,6-4 0,2-2 0,-1 1 0,1 0 0,0 1 0,21-6 0,25-11 0,82-25 250,-98 35-885,77-34 1,36-22-12545,-79 30 5223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46.4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31 201 3954,'-17'-12'3012,"16"10"-1958,-1 1 1,1-1-1,0 0 1,0 1-1,0-1 1,0 0-1,1 0 1,-1 0-1,0 0 1,1 0 0,-1 0-1,1 0 1,0 0-1,0 0 1,-1 0-1,1 0 1,0 0-1,1-5 3845,-1 45-2978,0-28-1921,-1-6 0,0 0 0,1 0 0,0 0 0,0 0 0,0-1 0,0 1 0,0 0 0,1 0 0,0 0 0,0 0 0,0-1 0,2 6 0,4-6 0,0-1 0,0 1 0,1-1 0,-1 0 0,1-1 0,-1 0 0,1 0 0,0-1 0,-1 0 0,1 0 0,0-1 0,12-2 0,19-4 0,47-16 0,-20 5 0,30-2 0,104-29 0,-48 4-1148,49-17-5009,-87 24-3154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5:57.4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3235 1113 1905,'1'0'175,"0"0"1,0 1-1,0-1 0,0 0 1,1 0-1,-1-1 0,0 1 1,0 0-1,0 0 1,0 0-1,0-1 0,0 1 1,0-1-1,0 1 0,0-1 1,0 1-1,0-1 0,0 1 1,0-1-1,0 0 1,0 1-1,0-1 0,0-1 1,2-27 5817,-3 13-4835,0 15-1045,0 0 0,0 0 0,0 0 1,0 1-1,0-1 0,0 0 0,-1 0 0,1 0 1,0 0-1,0 0 0,-1 0 0,1 0 1,-1 0-1,1 0 0,-1 0 0,1 0 0,-1 1 1,0-1-1,1 0 0,-1 0 0,0 1 0,1-1 1,-1 1-1,0-1 0,0 0 0,-1 0 0,1 1 35,0-1-1,0 0 1,0 1-1,0-1 0,0 0 1,0 0-1,0 0 0,0 0 1,0 0-1,1 0 0,-1 0 1,0 0-1,1 0 0,-1 0 1,1 0-1,-1 0 0,1 0 1,0 0-1,-1-1 1,1 1-1,0 0 0,0 0 1,0-1-1,0 1 0,0 0 1,0-2-1,0-52 4258,0 54-4358,0 1 1,0-1 0,0 0 0,0 0 0,0 0 0,0 1-1,0-1 1,0 0 0,-1 0 0,1 0 0,0 1 0,0-1-1,-1 0 1,1 0 0,-1 1 0,1-1 0,-1 0-1,1 1 1,-1-1 0,1 0 0,-1 1 0,1-1 0,-1 1-1,0-1 1,1 1 0,-1-1 0,0 1 0,1 0 0,-1-1-1,0 1 1,0 0 0,0-1 0,0 1-6,0 0 1,0-1 0,1 1-1,-1 0 1,0-1 0,1 1-1,-1 0 1,0-1 0,1 1-1,-1-1 1,0 1 0,1-1-1,-1 0 1,1 1-1,-1-1 1,1 0 0,-1 1-1,1-1 1,-1 0 0,1 1-1,0-1 1,-1 0 0,1 0-1,0 0 1,0 1 0,0-1-1,0 0 1,0 0-1,0 0 1,0 1 0,0-1-1,0-1 1,0-4 180,-1 0 0,1-1 0,-1 1 0,0 0 0,-1 0 0,1 0 0,-1 0 0,0 0 0,-4-7 0,3-9 432,-2-7 200,-34-50 482,28 56-1337,-1 0 0,-1 0 0,-1 1 0,-1 1 0,-1 1 0,-35-36 0,-9-13 0,-15 5 0,64 51 0,-1 1 0,0 0 0,-1 1 0,-28-19 0,-40-31 0,-10 1 0,86 56 0,-1 1 0,1-1 0,-1 1 0,0 0 0,0 1 0,-11-4 0,-27-12 0,24 8 0,0 1 0,-24-7 0,24 9 0,0 0 0,-22-13 0,39 18 0,-1 0 0,0 0 0,0 1 0,0-1 0,0 1 0,0-1 0,0 1 0,0 1 0,0-1 0,-7 0 0,5 1 0,0-1 0,0 0 0,0 0 0,1 0 0,-1-1 0,-9-3 0,-13-3 0,-1 1 0,0 1 0,0 1 0,-39-1 0,20 2 0,-69 0 0,63-4 0,0 4 0,-84 2 0,92 2 0,-8 9 0,17-2 0,15-6 0,0 2 0,0 0 0,-28 8 0,-1-1 0,51-10 0,-20 2 0,1 1 0,0 1 0,-1 0 0,2 1 0,-32 13 0,44-14 0,-1-1 0,0 0 0,0-1 0,0 0 0,-12 2 0,12-2 0,0-1 0,1 1 0,-1 0 0,1 0 0,0 0 0,0 1 0,-11 7 0,-80 41 0,86-45 0,-1 0 0,1 0 0,-18 5 0,-22 14 0,-41 31 0,63-40 0,-45 33 0,5-2 0,54-38 0,0 0 0,1 1 0,0 1 0,1 0 0,-13 14 0,20-19 0,0-1 0,0 0 0,-1 0 0,1 0 0,-9 4 0,9-6 0,0 1 0,0 0 0,1 0 0,-1 0 0,1 1 0,0 0 0,0 0 0,-5 7 0,-1 6 0,8-13 0,0 1 0,0-1 0,0-1 0,-1 1 0,0 0 0,0-1 0,0 0 0,-9 6 0,1 0 0,-1 0 0,1 1 0,1 1 0,0-1 0,1 2 0,-10 13 0,-18 23 0,29-40 0,1 1 0,0 0 0,1 1 0,0 0 0,-6 13 0,2 3 0,7-16 0,0 0 0,-1 0 0,-1-1 0,1 1 0,-13 15 0,11-16 0,1 1 0,0 0 0,1 1 0,1-1 0,0 1 0,0 0 0,1 0 0,1 0 0,0 0 0,-1 18 0,3-22 0,-1 1 0,0-1 0,-1 1 0,0-1 0,0 0 0,-4 10 0,3-10 0,0-1 0,1 1 0,0-1 0,1 1 0,0 0 0,-1 9 0,1-2 0,0 1 0,-7 27 0,-1 18 0,9-45 0,-1 1 0,-1-1 0,0 0 0,-1 0 0,-9 27 0,9-33 0,1-2 0,1 0 0,-1 0 0,2 0 0,-1 0 0,1 9 0,-2 20 0,-3-14 0,1 1 0,1 0 0,0 41 0,3 310 0,2-346 0,1 0 0,1 0 0,2 0 0,13 38 0,9 43 0,-26-95 0,1 1 0,1-1 0,0 0 0,13 28 0,-11-29 0,-1 0 0,0 1 0,5 23 0,11 30 0,75 147 0,-89-203 0,1 0 0,0 0 0,11 12 0,8 12 0,-7-7 0,30 36 0,-18-25 0,-12-11 0,-13-18 0,1 1 0,1-1 0,16 16 0,18 5 0,-13 5 0,-9-18 0,0-1 0,43 26 0,-41-29 0,-2 0 0,35 32 0,-48-39 0,0-1 0,0 0 0,0-1 0,1 0 0,0 0 0,16 7 0,22 16 0,3 8 0,2-1 0,1-3 0,1-2 0,2-3 0,1-2 0,1-3 0,64 17 0,-66-21 0,-38-12 0,0-1 0,30 6 0,31 11 0,-60-16 0,1-1 0,34 6 0,-6-5 0,14 3 0,87 1 0,-119-9 0,58 10 0,-18-1 0,13 0 0,-29-3 0,71 1 0,16 7 0,-91-16 0,97-13 0,-85 7 0,21-2 0,-12-7 0,4 0 0,-2-2 0,0-3 0,104-45 0,-142 48 0,-1 0 0,42-30 0,-14 7 0,17-13 0,-29 15 0,-35 28 0,0-1 0,-1 0 0,0-1 0,15-18 0,-9 4 0,-10 13 0,0 0 0,0 1 0,19-16 0,-11 11 0,0-1 0,0 0 0,-2-1 0,0-1 0,-2-1 0,0 0 0,14-29 0,-22 39 0,0 0 0,1 1 0,0-1 0,11-11 0,-9 12 0,0-1 0,-1 0 0,0-1 0,8-16 0,10-31 0,21-40 0,26-48 0,-69 140 0,-1-1 0,0 1 0,-1-1 0,1 0 0,-2 0 0,2-10 0,3-12 0,21-64 0,-22 66 0,-1 11 0,-1-1 0,1-29 0,-4 35 0,1 0 0,1-1 0,0 1 0,7-19 0,-6 20 0,0-1 0,0 0 0,-1 0 0,1-19 0,-2-17 0,0 27 0,0 1 0,-2-1 0,-6-41 0,-1 31 0,4 17 0,0 0 0,2-1 0,-1 1 0,1-19 0,2 2 0,0 0 0,-2 0 0,-2 1 0,0-1 0,-2 0 0,-2 1 0,-14-38 0,-1-12 0,20 62 0,-2 0 0,-11-28 0,-152-275 0,149 294 0,-1 1 0,0 1 0,-2 1 0,-1 0 0,-1 2 0,-1 1 0,-33-22 0,49 36 0,0 0 0,0 0 0,1-1 0,-10-12 0,11 12 0,-1 0 0,1 1 0,-1 0 0,-12-9 0,-134-79-678,140 85-2232,-1 1-1,-1 0 0,-17-7 1,-14-8-5451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6:11.58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30 34 1729,'0'0'4183,"-4"-2"-2387,2 2-1922,1-1 297,-1 1 0,1 0-1,0 0 1,0-1 0,0 1 0,0-1 0,0 1 0,0-1-1,0 1 1,0-1 0,1 0 0,-1 1 0,0-1 0,0 0 0,0 0-1,1 1 1,-1-1 0,0 0 0,1 0 0,-1 0 0,-3-18 15307,5 27-9359,-1-6-6119,0 0 0,0 0 0,0-1 0,0 1 0,1 0 0,-1-1 0,1 1 0,-1 0 0,1-1 0,-1 1 0,1-1 0,0 1 0,0-1 0,0 1 0,0-1 0,0 1 0,0-1 0,0 0 0,0 0 0,0 1 0,1-1 0,1 1 0,3 3 0,-5-3 0,0-1 0,0 1 0,-1 0 0,1 0 0,0 0 0,-1 0 0,1 0 0,-1 0 0,1 0 0,-1 0 0,0 0 0,0 0 0,0 0 0,0 0 0,-1 4 0,2 13 0,5-6 0,-4-9 0,-1-1 0,1 1 0,-1 0 0,0-1 0,0 1 0,0 0 0,-1 0 0,1 5 0,-1-5 0,0-1 0,0 0 0,1 1 0,-1-1 0,1 1 0,0-1 0,0 0 0,0 0 0,0 0 0,1 1 0,-1-1 0,4 4 0,-3-4 0,0 0 0,-1 0 0,1 1 0,-1-1 0,0 0 0,1 1 0,-1-1 0,-1 1 0,1-1 0,0 1 0,-1-1 0,0 7 0,1-2 0,-1 0 0,2 1 0,-1-1 0,1 0 0,1 0 0,2 7 0,-2-7 0,0 0 0,-1 0 0,0 0 0,0 0 0,-1 0 0,0 8 0,0 4 0,1 1 0,1-1 0,1-1 0,10 32 0,-8-32 0,-1-1 0,-1 1 0,-1 1 0,2 29 0,14 114 0,-18-148 0,0 1 0,2-1 0,6 28 0,-5-29 0,-1 0 0,0 0 0,1 26 0,-4 16 0,16 106 0,-12-123 0,-2 0 0,-3 62 0,-1-26 0,2-65 0,1 0 0,0-1 0,1 1 0,0 0 0,5 13 0,-3-13 0,-1 0 0,-1 0 0,0 1 0,0-1 0,0 16 0,-4 37 0,0-31 0,1-1 0,2 0 0,6 39 0,0-19 0,-2 0 0,-1 61 0,-4 76 0,0-181 0,1-1 0,0 1 0,0 0 0,1-1 0,0 1 0,4 9 0,-3-9 0,0 0 0,-1 0 0,0 0 0,-1 1 0,1-1 0,0 12 0,-2 10 0,1 0 0,1 0 0,10 44 0,-10-63 0,-1 1 0,0 0 0,-1 0 0,0 0 0,-2 14 0,1-16 0,0 1 0,1 0 0,0-1 0,0 1 0,1-1 0,0 1 0,5 18 0,-1-16 0,-1 1 0,0 0 0,-1 0 0,0 1 0,-1-1 0,-1 1 0,1 15 0,-3 6 0,0-1 0,2 0 0,1 0 0,1 0 0,8 34 0,-8-51 0,0 0 0,-1 1 0,-1-1 0,-1 0 0,-3 29 0,0 10 0,3-35 0,-1-13 0,0 0 0,1 0 0,1 0 0,-1 0 0,1-1 0,0 1 0,3 8 0,6 1 0,-8-15 0,-1 0 0,1 1 0,-1-1 0,0 0 0,0 1 0,0-1 0,0 0 0,0 1 0,0-1 0,-1 1 0,1-1 0,-1 1 0,0 4 0,0 139 0,0-144 0,1 0 0,-1 0 0,0 1 0,1-1 0,-1 0 0,1 0 0,0 0 0,-1 0 0,1 1 0,0-1 0,0 0 0,0 0 0,1-1 0,-1 1 0,3 3 0,-3-4 0,1 1 0,-1-1 0,0 1 0,0 0 0,0 0 0,0-1 0,0 1 0,0 0 0,0 0 0,-1 0 0,1 0 0,0 0 0,-1 0 0,0 0 0,1 3 0,-1 212 0,18-195 0,-16-23 0,0 0 0,0 0 0,-1-1 0,1 2 0,0-1 0,0 0 0,0 0 0,0 0 0,1 1 0,-1-1 0,3 1 0,3 0 0,-1 0 0,1 0 0,0 0 0,-1-1 0,1 0 0,-1-1 0,12-3 0,-13 4 0,1 0 0,0 0 0,0 1 0,0-1 0,13 3 0,-12-1 0,0-1 0,0 0 0,0 0 0,0 0 0,13-3 0,-5-2 0,0 2 0,-1 0 0,1 1 0,0 1 0,22 1 0,-18 0 0,1-1 0,37-6 0,-38 4 0,-1 0 0,1 2 0,33 2 0,-37 0 0,0 0 0,0-1 0,0-1 0,0-1 0,29-6 0,2 2 0,-37 3 0,0 0 0,-1 1 0,1 0 0,0 1 0,13-1 0,46-8 0,-35 2 0,-29 6 0,-1 1 0,1 0 0,-1-1 0,1 1 0,0 1 0,8-1 0,-12 1 0,0 0 0,0 0 0,0 0 0,0 0 0,0 0 0,0 0 0,0 0 0,0 0 0,0-1 0,0 1 0,0 0 0,0-1 0,0 1 0,-1 0 0,1-1 0,0 1 0,0-1 0,0 0 0,0 1 0,-1-1 0,1 0 0,0 1 0,-1-1 0,1 0 0,0 0 0,-1 1 0,1-1 0,0-1 0,1-32 0,-2 17 0,0 15 0,0 0 0,0 0 0,-1 1 0,1-1 0,0 0 0,-1 1 0,1-1 0,0 0 0,-1 1 0,0-1 0,1 1 0,-1-1 0,0 1 0,0-1 0,0 1 0,0-1 0,0 1 0,0 0 0,-1 0 0,1-1 0,0 1 0,-2-1 0,-3-3 0,6 5 0,-1-1 0,0 0 0,1 1 0,-1-1 0,1 0 0,0 1 0,-1-1 0,1 0 0,0 0 0,-1 0 0,1 1 0,0-1 0,0 0 0,-1 0 0,1 0 0,0 1 0,0-1 0,0 0 0,0-1 0,-2-9 0,-1 5 0,1 4 0,1 0 0,-1 0 0,1-1 0,0 1 0,0 0 0,0-1 0,0 1 0,1-1 0,-1 1 0,0-1 0,1 1 0,0-4 0,-2 3 0,1-1 0,-1 1 0,0-1 0,0 1 0,-1 0 0,1 0 0,0 0 0,-1 0 0,0 0 0,0 1 0,0-1 0,0 1 0,0 0 0,-4-2 0,-4-5 0,-1-10 0,11 18 0,1 0 0,0 0 0,-1 0 0,0 0 0,1 0 0,-1 0 0,1 0 0,-1 0 0,0 0 0,0 0 0,0 0 0,1 1 0,-1-1 0,0 0 0,0 0 0,0 1 0,0-1 0,-2 0 0,-5-2 0,7 3 0,0 0 0,-1-1 0,1 1 0,0 0 0,0-1 0,0 1 0,0-1 0,0 0 0,0 1 0,0-1 0,1 0 0,-1 1 0,0-1 0,0 0 0,0 0 0,1 0 0,-1 0 0,-1-2 0,1 1 0,0 0 0,-1 1 0,1-1 0,-1 0 0,0 1 0,1-1 0,-1 1 0,0-1 0,0 1 0,0 0 0,0 0 0,0 0 0,0 0 0,-4-1 0,10 5 0,27 7 0,116 42 0,-143-51 0,0 1 0,0-1 0,-1 0 0,1 1 0,-1 0 0,1 0 0,4 4 0,-4-4 0,-1 1 0,0-1 0,1 0 0,0 0 0,-1-1 0,1 1 0,6 1 0,-8-3 0,1 1 0,-1-1 0,1 1 0,-1 0 0,0 0 0,1 0 0,-1 0 0,0 0 0,0 0 0,0 1 0,0-1 0,0 1 0,0 0 0,0-1 0,-1 1 0,1 0 0,0 0 0,-1 0 0,2 3 0,14 9 0,-16-14 0,0 1 0,0-1 0,0 1 0,0-1 0,-1 1 0,1-1 0,0 1 0,0 0 0,-1-1 0,1 1 0,0 0 0,-1 0 0,1 0 0,-1-1 0,1 1 0,-1 0 0,1 0 0,-1 0 0,1 0 0,-1 0 0,0 0 0,0 0 0,1 0 0,-1 0 0,0 0 0,0 0 0,0 0 0,0 0 0,0 0 0,-1 2 0,0 3 0,-1 0 0,0-1 0,0 1 0,-1 0 0,1-1 0,-1 0 0,-1 1 0,1-1 0,-1-1 0,1 1 0,-1 0 0,-1-1 0,1 0 0,-9 7 0,-22 26 0,26-28 0,0 0 0,0-1 0,-1 0 0,0-1 0,-1 0 0,1-1 0,-1 0 0,0-1 0,-1 0 0,-11 4 0,15-7-188,1 1 0,1 0 0,-1 0 0,0 0 0,1 1 0,0 0 0,-8 7 0,8-6-218,-1 0 1,0 0-1,0 0 1,-1-1-1,1 0 1,-1 0-1,0-1 0,0 0 1,0-1-1,0 1 1,0-2-1,-13 2 1,-27-8-13245,7 0 5855,20 5 3265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6:12.6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850 533 128,'-29'8'41,"1"-2"-1,-2-1 1,1-1-1,-47 0 1,53-4 56,0 1-1,0 2 1,-28 6 0,28-7 804,1-1-1,-26-1 1,28 0-268,-31 0 1598,30 2-1706,0-2 0,0 0 0,0-2 0,0 0 0,-37-10 0,45 10-312,1 0-1,-1 0 1,0 1 0,1 1 0,-1 0 0,-15 3 0,-20-1 2237,9-2 442,35 0-1200,-12 0 2317,58-11-3029,-28 10-686,0 0 0,-1-1 1,1 0-1,-1-2 1,21-6-1,42-11 650,47-2 303,243-49 3642,-119 31-4009,-86 18-786,333-46-94,-12 6 0,-148 23 0,-111 18 0,15-2 0,646-78 0,-786 94 0,46-2 0,-50 0-48,-89 10-880,-12 0-4754,-11 1 3574,16-1 715,-50 9-10034,9-9 6105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6:13.03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575 481 9396,'-82'15'9223,"-16"3"-978,-4-7-3799,-16 0-3030,-52 2-2375,170-13 949,0 0-1,0 0 1,0 0 0,0 0 0,0 0 0,0-1 0,0 1 0,0 0 0,0 0 0,0 0 0,0 0 0,0-1 0,0 1 0,0 0 0,0 0 0,0 0 0,0 0 0,0 0 0,0-1 0,0 1 0,0 0 0,0 0 0,0 0 0,0 0 0,0 0-1,0-1 1,-1 1 0,1 0 0,0 0 0,0 0 0,0 0 0,0 0 0,0 0 0,0 0 0,-1 0 0,1 0 0,0 0 0,0-1 0,0 1 0,0 0 0,0 0 0,-1 0 0,1 0 0,0 0 0,0 0 0,0 0 0,0 0 0,-1 0 0,1 0 0,0 0-1,0 0 1,24-11 215,48-14 683,325-64-498,-170 43-350,644-91-40,-486 87 0,143-15 0,-523 64 0,815-83 0,-705 72 0,-70 6 0,61 0 0,156-5 0,-247 11-381,-47 9-5436,21-7 231,-59-2-5566,26 0 6283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6:14.2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79 294 5603,'-3'-16'6975,"-9"3"-1950,11 12-4826,0 1 1,0-1-1,0 1 1,0-1-1,0 0 1,1 0-1,-1 0 1,0 0 0,0 1-1,1-1 1,-1 0-1,1 0 1,-1 0-1,1 0 1,-1 0-1,1 0 1,0 0-1,-1-1 1,1 1-1,0 0 1,0 0 0,0 0-1,0-1 1,0 0 21,0 1 1,0-1 0,-1 1 0,1-1-1,0 1 1,-1-1 0,1 1 0,-1-1-1,1 1 1,-1 0 0,0-1 0,1 1-1,-1 0 1,-2-3 0,2 3 203,0-1 1,0 0 0,0 1-1,0-1 1,0 0-1,0 0 1,0 0-1,1 0 1,-1 0 0,1 0-1,-1 0 1,1 0-1,0 0 1,0 0-1,0-2 1,0 3-416,0 1-1,0-1 1,0 0 0,0 0-1,0 0 1,0 0 0,0 0-1,0 0 1,0 0 0,-1 0-1,1 0 1,0 0 0,-1 1-1,1-1 1,-1 0 0,1 0-1,-1 0 1,1 1 0,-1-1 0,1 0-1,-1 1 1,0-1 0,1 0-1,-1 1 1,0-1 0,0 1-1,1-1 1,-1 1 0,0-1-1,-1 0 1,1 1-12,0 0 0,0-1 0,0 1 0,1 0 0,-1-1 0,0 1 0,0-1 0,1 1 1,-1-1-1,0 0 0,1 1 0,-1-1 0,1 0 0,-1 1 0,1-1 0,-1 0 0,1 0 0,-1 1 0,1-1 0,0 0 0,-1 0 0,1 0 0,0 0 0,0 1 1,0-1-1,0 0 0,0 0 0,0 0 0,0 0 0,0-1 0,-1 18 2,0-11 0,0 0 0,1 1 0,0-1 0,0 0 0,0 0 0,1 0 0,-1 0 0,1 0 0,0 0 0,4 8 0,-5-12 0,4 6 0,-1 0 0,0 0 0,0 1 0,-1-1 0,1 1 0,-2 0 0,1 0 0,-1 0 0,0 15 0,0-13 0,0 0 0,0 1 0,1-1 0,0 0 0,1 0 0,0-1 0,1 1 0,0-1 0,0 1 0,1-1 0,1-1 0,-1 1 0,1-1 0,14 15 0,4 15 0,-22-33 0,0-1 0,0 0 0,0 0 0,1 0 0,-1 0 0,1 0 0,0-1 0,0 1 0,1-1 0,-1 0 0,1 0 0,-1 0 0,1 0 0,6 3 0,23 12 0,-28-14 0,1 0 0,0-1 0,0 1 0,0-1 0,0 0 0,1 0 0,-1-1 0,1 0 0,0 0 0,0-1 0,-1 0 0,1 0 0,0 0 0,13-2 0,-1-5 0,1 0 0,-1-2 0,-1 0 0,25-15 0,-42 22 0,0 0 0,0 0 0,1 0 0,-1 0 0,0 0 0,0 0 0,0 0 0,0 0 0,0 0 0,0-1 0,0 1 0,0 0 0,-1-1 0,1 1 0,0 0 0,-1-1 0,1-2 0,7-11 0,1 4 0,10-20 0,-11 15 0,-6 13 0,0-1 0,0 0 0,-1 0 0,1 0 0,-1 0 0,1 0 0,-1 0 0,-1 0 0,1 0 0,0 0 0,-1-6 0,1-21 0,-3-51 0,1 76 0,0 0 0,0 0 0,0 0 0,-1 0 0,0 1 0,0-1 0,0 1 0,-1-1 0,0 1 0,-6-9 0,-22-37 0,27 44 0,1 0 0,-2 0 0,1 0 0,-1 0 0,0 1 0,0 0 0,-6-6 0,7 8-54,0 0 0,1 0 0,0-1 0,0 1-1,0 0 1,-3-8 0,-12-17-1963,17 27 1423,0 1-1,0 0 0,1-1 0,-1 1 1,0-1-1,1 1 0,-1-1 1,1 1-1,0-1 0,0 1 1,-1-1-1,1 1 0,0-1 1,0 1-1,0-1 0,1 0 1,-1 1-1,1-2 0,-1-3-3027,0-5-5591,0 11 9163,0-1 0,1 1 0,-1 0 0,0-1 0,0 1 0,1 0 0,-1-1 1,0 1-1,1 0 0,-1 0 0,0 0 0,1-1 0,-1 1 0,1 0 0,2-1-217,0 1 0,-1 0 0,1 0 1,0 0-1,0 0 0,0 1 0,0-1 0,0 1 1,0 0-1,-1-1 0,1 1 0,4 2 0,17 4 78,-21-7 382,0 1 1,-1-1-1,1 1 0,0-1 0,-1 1 1,1 0-1,-1 0 0,1 0 1,-1 1-1,1-1 0,-1 1 0,3 2 1,11 5 924,-11-8-817,-3-1-138,0 0 0,0 1 0,0-1-1,0 1 1,0-1 0,0 1 0,0 0 0,-1 0 0,1 0 0,0 0 0,0 0 0,0 0 0,-1 0-1,1 1 1,-1-1 0,1 1 0,-1-1 0,0 1 0,1-1 0,-1 1 0,2 3 0,31 48 6877,-12-27-3379,-5-8-1586,-13-10-1078,-1 0 0,0 0 0,0 1 0,2 13 0,5 15 1205,7-4-760,-14-27-1241,1 0 1,-1 0-1,0 0 1,0 1 0,-1-1-1,0 1 1,0 0 0,-1 0-1,1 7 1,-2-12-202,0-1 0,0 0 0,0 1 0,1-1 0,-1 0 0,0 0 0,0 1 0,1-1 0,-1 0 0,0 0 0,1 1 0,0-1 0,-1 0 0,1 0 0,0 0 0,-1 0 0,1 0 0,0 0 0,0 0 0,0 0 0,0 0 0,0 0 0,2 1 0,-2-2 0,0 1 0,0 0 0,0 0 0,0-1 0,0 1 0,-1 0 0,1 0 0,0 0 0,0 0 0,-1 0 0,1 0 0,0 0 0,-1 1 0,1-1 0,-1 0 0,0 0 0,1 0 0,-1 0 0,0 1 0,0-1 0,1 0 0,-1 0 0,0 3 0,0 28 0,0-30 0,0-24 0,1 16 0,-1 5 0,0-1 0,1 0 0,-1 0 0,0 1 0,0-1 0,0 0 0,0 0 0,0 1 0,0-1 0,0 0 0,0 1 0,-1-1 0,1 0 0,-1 1 0,0-1 0,1 0 0,-1 1 0,0-1 0,-1-1 0,-2-3 0,1 1 0,0-1 0,0 0 0,1 0 0,-1 0 0,1 0 0,1-1 0,-1 1 0,1 0 0,0-1 0,0 1 0,1-1 0,0 1 0,0-1 0,1 1 0,-1-1 0,2 1 0,2-12 0,5-1 0,-7 15 0,0 0 0,0 1 0,0-1 0,-1 0 0,0 0 0,1 0 0,-1 0 0,-1 0 0,1-1 0,0-7 0,-1 2 0,2-1 0,-1 0 0,2 1 0,-1-1 0,2 1 0,-1-1 0,1 1 0,1 1 0,-1-1 0,2 0 0,0 1 0,0 0 0,0 1 0,12-13 0,-17 20 0,1 0 0,0 0 0,-1-1 0,1 1 0,0 0 0,0 0 0,-1 1 0,1-1 0,0 0 0,0 1 0,0-1 0,0 1 0,0-1 0,0 1 0,0 0 0,0 0 0,0 0 0,0 0 0,0 0 0,0 0 0,0 1 0,3 0 0,38 19 0,-35-16 0,-1 2 0,0-1 0,0 1 0,0 0 0,-1 0 0,1 1 0,5 8 0,4 4 0,151 179 0,-147-180 0,3 6 0,4 24 0,-26-46-48,0-1 0,-1 1 0,1-1 0,0 1 0,-1-1-1,1 1 1,-1-1 0,1 1 0,-1 0 0,0-1 0,0 1 0,0 0 0,0-1 0,0 1 0,0 0 0,0-1-1,-1 1 1,0 1 0,1-1-119,0-1-1,-1 0 0,1 1 0,0-1 1,0 0-1,0 1 0,0-1 0,0 0 1,0 1-1,0-1 0,0 0 1,1 1-1,-1-1 0,1 0 0,-1 1 1,1-1-1,-1 0 0,2 2 0,4 5-3019,2 5-3341,-7 2-4611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6:15.00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66 286 4226,'0'-7'1289,"-1"0"1,0 0-1,0 0 1,0 1-1,-4-11 0,3 10 35,0-1 0,0 1 0,1-1 0,0 0-1,-1-12 1,2 14-684,-1-1 0,0 0 0,0 1 0,-1-1 0,0 1 0,-4-10 0,3 9 242,0 0 0,1 1 0,0-1 0,1 0-1,-1 0 1,0-13 0,2 18-762,0 0 1,0 0-1,0 0 0,0 0 1,-1 0-1,1 0 0,-1 0 1,1 0-1,-1 0 0,0 0 0,0 0 1,0 1-1,0-1 0,-2-3 1,2 4-94,0 0 0,0-1 0,0 1 0,0 0-1,1 0 1,-1-1 0,1 1 0,-1 0 0,1-1 0,-1 1 0,1 0 0,0-1 0,0 1 0,-1-3 0,1 4-27,0-1 0,0 1 0,0 0 0,0 0 0,0 0 0,0-1 0,0 1 0,0 0 0,0 0 0,1 0 0,-1-1 0,0 1 0,0 0 0,0 0 0,0 0 0,0-1 0,0 1 0,0 0 0,0 0 0,1 0 0,-1-1 0,0 1 0,0 0 0,0 0 0,0 0 0,1 0 0,-1 0 0,0 0 0,0-1 0,0 1 0,0 0 0,1 0 0,-1 0 0,0 0 0,0 0 0,1 0 0,-1 0 0,0 0 0,0 0 0,0 0 0,1 0 0,-1 0 0,0 0 0,0 0 0,1 0 0,-1 0 0,0 0 0,0 0 0,0 0 0,1 0 0,-1 0 0,0 1 0,0-1 0,0 0 0,0 0 0,1 0 0,-1 0 0,0 0 0,0 1 0,0-1 0,0 0 0,0 0 0,1 1 0,0-1 0,-1 1 0,1 0 0,0-1 0,0 1 0,-1 0 0,1 0 0,-1 0 0,1 0 0,0 0 0,-1 0 0,0 0 0,1 0 0,-1-1 0,0 2 0,1-1 0,-1 0 0,0 1 0,0 0 0,0 0 0,1-1 0,-1 1 0,0 0 0,1 0 0,-1-1 0,1 1 0,0 0 0,-1-1 0,1 1 0,0-1 0,0 1 0,0-1 0,0 1 0,0-1 0,2 2 0,-1-1 0,-1 0 0,1-1 0,-1 1 0,0 0 0,0 0 0,0 0 0,0 0 0,0 0 0,0 0 0,0 0 0,-1 0 0,1 0 0,-1 0 0,1 0 0,-1 1 0,0 3 0,1 1 0,0 0 0,0 1 0,0-1 0,1 0 0,0 0 0,0 0 0,1 0 0,0-1 0,5 10 0,10 24 0,-10-10 0,-7-24 0,1 1 0,0-1 0,0 0 0,0 0 0,0 0 0,4 6 0,69 136 0,-52-103 0,-19-34 0,1-1 0,0 0 0,0 0 0,1-1 0,0 1 0,1-1 0,0-1 0,0 1 0,12 9 0,-13-13 0,-2-2 0,0 0 0,0 0 0,0 0 0,0 1 0,0 0 0,-1 0 0,0 0 0,3 5 0,-2 0 0,-4-8 0,1 0 0,-1 1 0,1-1 0,-1 0 0,1 0 0,-1 0 0,1 1 0,0-1 0,-1 0 0,1 0 0,0 0 0,0 0 0,0 0 0,0 0 0,0 0 0,0-1 0,0 1 0,0 0 0,0 0 0,1-1 0,-1 1 0,0-1 0,0 1 0,1-1 0,-1 1 0,2-1 0,20 8 1,-21-7-1,0 0-1,1 0 1,-1 0 0,1 0-1,0 0 1,-1 0 0,1-1-1,0 0 1,-1 1 0,1-1-1,0 0 1,0 0 0,-1 0-1,1-1 1,0 1 0,-1 0-1,1-1 1,0 0 0,-1 0-1,1 0 1,-1 0 0,1 0-1,-1 0 1,1-1 0,-1 1-1,3-4 1,3-1-1,-1 0 1,-1-1-1,1 0 0,-1-1 1,-1 1-1,1-1 0,-1 0 1,-1 0-1,1-1 0,-1 1 1,-1-1-1,0 0 0,0 0 1,-1 0-1,3-14 0,0-8 6,0 0 0,-2 0-1,-1-39 1,-1 46-5,0 16 0,0-1 0,-1 1 0,0-1 0,-1 1 0,0 0 0,-3-13 0,-1 8 0,3 8 0,0 0 0,1 1 0,-1-1 0,1 0 0,0 0 0,0 0 0,1 0 0,-1-7 0,1 11 0,-1-1 0,0 1 0,1 0 0,-1 0 0,0-1 0,0 1 0,0 0 0,0 0 0,0 0 0,0 0 0,0 0 0,0 0 0,-1 0 0,1 1 0,0-1 0,0 0 0,-1 1 0,1-1 0,-3 0 0,4 1 0,-1-1 0,1 1 0,-1-1 0,1 1 0,-1 0 0,0-1 0,1 1 0,-1 0 0,1 0 0,-1 0 0,1-1 0,-1 1 0,0 0 0,1 0 0,-1 0 0,0 0 0,1 0 0,-1 0 0,1 0 0,-1 0 0,0 0 0,1 0 0,-1 1 0,1-1 0,-1 0 0,0 0 0,1 0 0,-1 1 0,1-1 0,-1 0 0,1 1 0,-1-1 0,1 1 0,-1-1 0,1 0 0,-1 1 0,1-1 0,0 1 0,-1-1 0,1 1 0,0-1 0,-1 1 0,1 0 0,0 0 0,0 0 0,0 0 0,0-1 0,0 1 0,0 0 0,-1 0 0,1 0 0,0-1 0,0 1 0,0 0 0,-1 0 0,1-1 0,0 1 0,-1 0 0,1 0 0,-1-1 0,1 1 0,-1 0 0,1-1 0,-1 1 0,1-1 0,-1 1 0,1-1 0,-1 1 0,0-1 0,1 1 0,-1-1 0,0 0 0,0 1 0,-1 0 0,1-1 0,0 0 0,1 1 0,-1-1 0,0 0 0,0 1 0,0-1 0,1 1 0,-1 0 0,0-1 0,0 1 0,1 0 0,-1-1 0,1 1 0,-1 0 0,1 0 0,-1-1 0,1 1 0,-1 0 0,1 0 0,0 0 0,-1 0 0,1 0 0,0 0 0,0-1 0,-1 1 0,1 0 0,0 0 0,0 0 0,0 2 0,0 143 0,1-142 0,-1 0 0,1 0 0,-1 0 0,1 0 0,0-1 0,1 1 0,-1 0 0,1 0 0,0-1 0,-1 1 0,4 3 0,10 23 0,-11-22 0,1 1 0,0-1 0,0 0 0,1-1 0,-1 1 0,2-1 0,-1-1 0,1 1 0,0-1 0,1 0 0,0-1 0,-1 1 0,2-2 0,13 7 0,-17-8 0,0-1 0,1 0 0,-1 0 0,1 0 0,0-1 0,-1 0 0,1 0 0,0-1 0,0 1 0,0-1 0,0-1 0,0 1 0,-1-1 0,1 0 0,0 0 0,0 0 0,-1-1 0,1 0 0,-1 0 0,0-1 0,1 1 0,-1-1 0,6-5 0,-7 6 0,-1-1 0,0 0 0,0 0 0,0 0 0,0 0 0,0 0 0,0-1 0,-1 1 0,0-1 0,3-4 0,14-21 0,-16 27 0,-1-1 0,0 0 0,0 0 0,-1 0 0,1 0 0,-1-1 0,1 1 0,-1 0 0,0-1 0,0 1 0,1-7 0,3-13 0,-2 15 0,6-13 0,-2-1 0,-1 0 0,0 0 0,-1 0 0,2-34 0,-8 39 0,0 13 0,1 0 0,0-1 0,0 1 0,0 0 0,0 0 0,1 0 0,-1 0 0,1 0 0,0 0 0,2-4 0,2-2 0,-2 5 0,-1 0 0,1-1 0,-1 1 0,0-1 0,0 0 0,-1 0 0,0 0 0,0 1 0,0-1 0,0-11 0,2-3 0,7 37 0,-8-12 0,0 9 0,-2-12 0,0 0 0,0 0 0,0 0 0,0-1 0,0 1 0,1 0 0,-1 0 0,0-1 0,1 1 0,-1 0 0,1-1 0,0 1 0,1 2 0,42 101 0,-23-49 0,-18-47 0,0 1 0,0-1 0,1 0 0,9 15 0,10 13 0,27 33 0,-45-65 0,0 1 0,0 0 0,-1 0 0,0 0 0,0 1 0,-1-1 0,1 1 0,-1 0 0,-1 0 0,1 0 0,-1 0 0,1 11 0,-3-18 0,0 1 0,0 0 0,0 0 0,0 0 0,0-1 0,0 1 0,0 0 0,0 0 0,0-1 0,1 1 0,-1 0 0,0-1 0,1 1 0,-1 0 0,0 0 0,1-1 0,-1 1 0,1-1 0,-1 1 0,1 0 0,-1-1 0,1 1 0,-1-1 0,1 1 0,0-1 0,-1 0 0,1 1 0,-1-1 0,1 1 0,0-1 0,0 0 0,-1 0 0,1 1 0,0-1 0,0 0 0,-1 0 0,1 0 0,0 0 0,0 0 0,-1 0 0,1 0 0,0 0 0,0 0 0,-1 0 0,1-1 0,0 1 0,0 0 0,-1 0 0,1-1 0,0 1 0,-1 0 0,2-2 0,-2 1 0,0 0 0,0 0 0,0 0 0,0 0 0,-1 0 0,1 0 0,0 0 0,-1 0 0,1 0 0,0 0 0,-1 0 0,0 0 0,1 0 0,-1 0 0,1 0 0,-1 0 0,0 0 0,0 1 0,0-1 0,1 0 0,-1 1 0,-1-2 0,1 1 0,-1 0 0,1 0 0,0 0 0,0 0 0,0 0 0,0 0 0,0 0 0,0 0 0,0-1 0,0 1 0,1 0 0,-1-1 0,0 1 0,1-1 0,-1 1 0,1 0 0,0-1 0,-1 1 0,1-1 0,0 0 0,0 1 0,0-3 0,0-208 0,0 204 0,1 1 0,0-1 0,0 0 0,1 0 0,0 1 0,0-1 0,3-6 0,-2 7 0,0 0 0,-1 0 0,0 0 0,-1-1 0,0 1 0,1-15 0,-1 16 0,-1-1 0,1 1 0,1-1 0,-1 1 0,1-1 0,0 1 0,1 0 0,-1 0 0,1 0 0,0 0 0,7-9 0,10-21 0,-18 34 0,-1-1 0,1 1 0,0 0 0,0 0 0,0 0 0,0 0 0,1 1 0,-1-1 0,0 0 0,1 1 0,-1 0 0,1-1 0,0 1 0,-1 0 0,1 0 0,0 1 0,-1-1 0,1 1 0,0-1 0,4 1 0,-3-1 0,-1 1 0,1 0 0,0-1 0,-1 2 0,1-1 0,-1 0 0,1 1 0,-1-1 0,1 1 0,-1 0 0,1 0 0,-1 1 0,0-1 0,0 1 0,5 2 0,27 29 0,-2 1 0,43 59 0,-57-67 0,-2 1 0,-1 0 0,0 1 0,-3 1 0,17 46 0,-14-40 0,-14-32 0,0 0 0,0 0 0,-1 1 0,1-1 0,-1 0 0,0 1 0,0-1 0,0 0 0,0 1 0,-1 0 0,1 6 0,-1-8 0,1 1 0,-1-1 0,0 1 0,0 0 0,-1-1 0,1 1 0,0-1 0,-1 1 0,0-1 0,1 1 0,-1-1 0,0 0 0,0 1 0,0-1 0,-1 0 0,1 0 0,-1 0 0,1 0 0,-1 0 0,1 0 0,-1 0 0,0 0 0,-2 1 0,3-2-324,0 0 0,0 1 0,1-1-1,-1 0 1,0 1 0,1-1 0,-1 0 0,1 1 0,0-1 0,-1 0-1,1 1 1,0-1 0,0 1 0,0-1 0,0 1 0,0 1 0,0-3 163,0 0 0,0-1 0,-1 1 0,1 0 0,0 0 0,-1-1 0,1 1 0,0 0 0,-1 0 0,1 0 0,0-1 0,-1 1 0,1 0 0,0 0 0,-1 0 0,1 0 0,-1 0-1,1 0 1,0 0 0,-1 0 0,1 0 0,0 0 0,-1 0 0,1 0 0,-1 0 0,1 0 0,0 0 0,-1 0 0,1 1 0,0-1 0,-1 0 0,1 0 0,0 0 0,-1 0 0,1 1 0,0-1 0,-1 0 0,1 0 0,0 1 0,0-1 0,-1 0 0,1 1 0,0-1 0,0 0 0,0 1 0,-1-1 0,1 0 0,0 1 0,0-1 0,0 0 0,0 1 0,0-1 0,0 1 0,0-1 0,0 0 0,0 1 0,0-1 0,0 1 0,0-1 0,0 0 0,0 1 0,0-1 0,0 0 0,0 1 0,0-1 0,0 0 0,1 1 0,-1-1 0,0 1 0,-3-8-5604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6:15.99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148 216 7619,'0'-48'19807,"0"29"-15792,0 288-2689,1-256-1326,1 0 0,0 0 0,0 0 0,2 0 0,0 0 0,9 21 0,9 29 0,-20-57 0,1 0 0,0 0 0,0-1 0,0 1 0,1-1 0,-1 0 0,7 7 0,18 28 0,-24-34 0,-1 0 0,1-1 0,0 1 0,1-1 0,-1 0 0,1 0 0,0-1 0,0 1 0,0-1 0,1 0 0,0-1 0,0 1 0,0-1 0,0 0 0,0 0 0,0-1 0,1 0 0,-1 0 0,1-1 0,0 1 0,-1-1 0,1-1 0,0 0 0,12 0 0,-18 0 0,-1 0 0,1 0 0,0 0 0,0 0 0,-1 0 0,1 0 0,0 0 0,0 0 0,-1 0 0,1 0 0,0-1 0,0 1 0,-1 0 0,1 0 0,0-1 0,-1 1 0,1 0 0,0-1 0,-1 1 0,1-1 0,0 1 0,-1-1 0,1 1 0,-1-1 0,1 0 0,-1 1 0,1-1 0,-1 0 0,0 1 0,1-1 0,-1 0 0,0 1 0,1-1 0,-1 0 0,0 0 0,0 1 0,0-1 0,0 0 0,0 0 0,0 1 0,0-1 0,0 0 0,0 0 0,0 1 0,0-1 0,0 0 0,0 0 0,-1 0 0,1-1 0,0 0 0,-1 1 0,1-1 0,0 1 0,1-1 0,-1 0 0,0 1 0,0-1 0,1 1 0,-1-1 0,1 0 0,-1 1 0,1-1 0,1-1 0,5-6 0,-5 7 0,-1 1 0,1-1 0,-1 1 0,1-1 0,-1 0 0,0 0 0,1 0 0,-1 0 0,0 0 0,-1 0 0,1 0 0,0 0 0,0 0 0,-1 0 0,1 0 0,-1 0 0,0-1 0,0 1 0,0 0 0,0 0 0,0 0 0,0-1 0,0 1 0,-1 0 0,1 0 0,-1 0 0,0 0 0,0 0 0,-1-4 0,-45-139 0,44 139 0,0 0 0,0 0 0,-1 0 0,0 0 0,0 1 0,0-1 0,0 1 0,-1 0 0,-5-4 0,-53-39 0,29 23 0,19 13 0,-1 1 0,-1 0 0,-19-9 0,6 4 0,11 2 0,16 11 0,0 0 0,-1 1 0,1-1 0,-1 1 0,0 0 0,0 0 0,0 0 0,-4-1 0,-84-25 0,91 28 0,1-1 0,0 1 0,0 0 0,0 0 0,0 0 0,0 0 0,0 0 0,-1 0 0,1 0 0,0 0 0,0 0 0,0-1 0,0 1 0,0 0 0,0 0 0,0 0 0,0 0 0,0 0 0,-1-1 0,1 1 0,0 0 0,0 0 0,0 0 0,0 0 0,0 0 0,0-1 0,0 1 0,0 0 0,0 0 0,0 0 0,0 0 0,0-1 0,0 1 0,0 0 0,0 0 0,1 0 0,-1 0 0,0 0 0,0-1 0,0 1 0,0 0 0,0 0 0,0 0 0,0 0 0,0 0 0,0 0 0,1-1 0,-1 1 0,0 0 0,0 0 0,0 0 0,13-8 0,18-4 0,-13 4 0,22-6 0,96-21 0,-67 9 0,0 14 0,-63 8 0,11-5 0,-16 9 0,-1 0 0,1 0 0,-1 0 0,0 1 0,1-1 0,-1 0 0,1 0 0,-1 0 0,1 0 0,-1 1 0,0-1 0,1 0 0,-1 0 0,1 1 0,-1-1 0,0 0 0,1 1 0,-1-1 0,0 0 0,0 1 0,1-1 0,-1 0 0,0 1 0,0-1 0,1 1 0,-1-1 0,0 1 0,0-1 0,0 0 0,0 1 0,0-1 0,0 1 0,0-1 0,0 1 0,0-1 0,0 1 0,0-1 0,0 1 0,0-1 0,0 0 0,0 1 0,-1 0 0,2 1 0,-1 0 0,0 0 0,0 0 0,1 0 0,-1 0 0,1 0 0,0-1 0,-1 1 0,1 0 0,0 0 0,0 0 0,2 1 0,-2-1 0,0-1 0,0 1 0,0 0 0,0 0 0,0 0 0,-1 0 0,1 0 0,0 0 0,-1 0 0,1 0 0,-1 0 0,0 3 0,0 6 0,-1-7 0,1-1 0,0 1 0,0-1 0,0 1 0,1-1 0,-1 0 0,1 1 0,-1-1 0,1 1 0,2 2 0,6 14 0,0 1 0,-1 0 0,5 22 0,-9-32 0,0 0 0,1 0 0,0-1 0,1 1 0,0-1 0,13 15 0,-11-15 0,0 1 0,-1 0 0,-1 0 0,10 21 0,-13-24 0,1-1 0,0 0 0,0-1 0,1 1 0,0-1 0,0 0 0,1 0 0,0 0 0,12 9 0,-14-12 0,0 1 0,0-1 0,0 0 0,1-1 0,-1 1 0,1-1 0,0 0 0,0 0 0,0-1 0,0 1 0,0-1 0,0 0 0,0 0 0,0-1 0,0 1 0,0-1 0,6-1 0,-7-1 0,-1 0 0,1-1 0,-1 1 0,0-1 0,0 0 0,0 1 0,0-1 0,-1-1 0,1 1 0,-1 0 0,0-1 0,0 1 0,0-1 0,0 0 0,-1 1 0,1-1 0,-1 0 0,0 0 0,0 0 0,0 0 0,0-5 0,17-165 0,-18 15 0,0 159 0,1 1 0,-1-1 0,0 1 0,0 0 0,0-1 0,0 1 0,1-1 0,-1 1 0,0-1 0,0 1 0,1 0 0,-1-1 0,0 1 0,1-1 0,-1 0 0,1 1 0,-1-1 0,1 1 0,-1-1 0,1 0 0,-1 1 0,1-1 0,-1 0 0,1 1 0,-1-1 0,1 0 0,0 0 0,-1 0 0,1 0 0,-1 1 0,1-1 0,0 0 0,-1 0 0,1 0 0,-1 0 0,1 0 0,0 0 0,-1-1 0,1 1 0,-1 0 0,1 0 0,0 0 0,-1 0 0,1-1 0,-1 1 0,1 0 0,-1-1 0,1 1 0,-1 0 0,1-1 0,-1 1 0,1-1 0,-1 1 0,0-1 0,1 1 0,-1-1 0,1 1 0,-1-1 0,0 1 0,0-1 0,1 1 0,-1-1 0,0 1 0,0-1 0,0 0 0,1 0 0,0 6 0,0 0 0,1 0 0,0 1 0,0-1 0,0 0 0,1 0 0,2 4 0,0-1 0,31 38 0,-30-39 0,0-1 0,0 1 0,-1 0 0,0 0 0,0 0 0,-1 1 0,0 0 0,5 11 0,38 83 0,-45-94 0,1-1 0,0 0 0,0 0 0,0 0 0,1-1 0,7 10 0,-4-6 0,8 9 0,-15-19 0,0-1 0,0 1 0,0 0 0,0 0 0,0 0 0,0 0 0,0-1 0,0 1 0,0 0 0,0 0 0,0 0 0,0-1 0,0 1 0,0 0 0,0 0 0,0 0 0,0-1 0,0 1 0,0 0 0,0 0 0,0 0 0,1 0 0,-1-1 0,0 1 0,0 0 0,0 0 0,0 0 0,0 0 0,0 0 0,1-1 0,-1 1 0,0 0 0,0 0 0,0 0 0,0 0 0,1 0 0,-1 0 0,0 0 0,0 0 0,0 0 0,1 0 0,-1 0 0,0 0 0,0 0 0,0 0 0,0 0 0,1 0 0,-1 0 0,0 0 0,0 0 0,0 0 0,1 0 0,-1 0 0,0 0 0,0 0 0,0 0 0,0 0 0,1 0 0,-1 0 0,0 1 0,0-1 0,0 0 0,0 0 0,1 0 0,-1 0 0,0 0 0,0 0 0,0 1 0,0-227 0,2 204 0,0 0 0,1 0 0,2 0 0,0 0 0,11-29 0,1-3 0,-15 48 0,-1 0 0,1 1 0,1-1 0,-1 1 0,1 0 0,0 0 0,0 0 0,1 0 0,-1 0 0,1 1 0,5-6 0,5 2 0,-10 18 0,-4-8 0,0 0 0,1-1 0,-1 1 0,0 0 0,1 0 0,0-1 0,-1 1 0,1-1 0,0 1 0,0 0 0,0-1 0,0 1 0,1 0 0,6 5 0,-7-6 0,1 1 0,0-1 0,-1 1 0,1-1 0,-1 1 0,0 0 0,0 0 0,1 0 0,-1 0 0,0 0 0,0 0 0,-1 0 0,1 0 0,0 0 0,-1 0 0,1 3 0,38 63 0,-31-39 0,-8-24 0,1-1 0,0 1 0,1-1 0,-1 1 0,1-1 0,0 1 0,0-1 0,4 6 0,4 3 0,-5-7 0,-1-1 0,0 1 0,0 1 0,0-1 0,-1 0 0,5 13 0,-7-15 0,1 1 0,0-1 0,0 0 0,0 1 0,0-1 0,0 0 0,1 0 0,0 0 0,0-1 0,0 1 0,4 3 0,16 22 0,-17-11 0,-6-16 0,1 0 0,-1 0 0,1 0 0,-1-1 0,1 1 0,0 0 0,0 0 0,0 0 0,-1-1 0,2 1 0,-1-1 0,0 1 0,0-1 0,0 1 0,1-1 0,-1 1 0,1-1 0,-1 0 0,3 1 0,3 1 0,16 5 0,-23-8 0,1 0 0,-1 0 0,1-1 0,0 1 0,-1 0 0,1 0 0,0-1 0,-1 1 0,1 0 0,-1-1 0,1 1 0,-1-1 0,1 1 0,-1-1 0,1 1 0,-1-1 0,1 1 0,-1-1 0,1 1 0,-1-1 0,0 1 0,0-1 0,1 0 0,-1 1 0,0-1 0,0 1 0,1-1 0,-1 0 0,0 1 0,0-1 0,0 0 0,0 1 0,0-1 0,0 0 0,0 0 0,0 1 0,0-1 0,-1 0 0,1 0 0,0 0 0,0 0 0,0 0 0,1 0 0,-1 0 0,0 0 0,0 0 0,1 1 0,-1-1 0,1 0 0,-1 0 0,0 0 0,1 0 0,0 1 0,-1-1 0,1 0 0,-1 1 0,1-1 0,0 0 0,-1 1 0,1-1 0,0 1 0,0-1 0,0 1 0,0-1 0,10-7 0,-7 0 0,0 0 0,0 0 0,0 0 0,-1 0 0,0-1 0,2-13 0,-2 11 0,0 1 0,0-1 0,1 1 0,6-11 0,-5 11 0,0 0 0,-1-1 0,0 1 0,2-13 0,-3 13 0,0 0 0,1 1 0,8-19 0,12-28 0,-22 47 0,1 1 0,0 0 0,1 0 0,-1 0 0,10-13 0,-11 18 0,-1 0 0,1 1 0,0-1 0,0 1 0,1-1 0,-1 1 0,0 0 0,1 0 0,-1 0 0,1 0 0,0 1 0,3-3 0,-5 4 0,1 0 0,-1 0 0,0 0 0,1 0 0,-1 0 0,1 0 0,-1 1 0,0-1 0,1 0 0,-1 1 0,1-1 0,-1 1 0,0-1 0,0 1 0,1 0 0,-1 0 0,0-1 0,0 1 0,0 0 0,0 0 0,0 0 0,0 0 0,0 0 0,0 0 0,0 1 0,0-1 0,0 2 0,3 15 0,0 7 0,0-15 0,-2-5 0,0 0 0,0 0 0,-1 0 0,1 1 0,-1-1 0,0 0 0,0 11 0,-1-8 0,1 0 0,1-1 0,-1 1 0,2 0 0,-1-1 0,5 11 0,8 25 0,-9-22 0,-4-16 0,0 0 0,-1 0 0,1 0 0,-1 1 0,0-1 0,0 10 0,-1-11 0,0 0 0,1 0 0,0 0 0,0 0 0,0 0 0,0 0 0,0-1 0,1 1 0,3 6 0,-3-7 0,0 1 0,0 0 0,0 0 0,-1 0 0,1 0 0,-1 0 0,0 0 0,-1 0 0,2 8 0,-2-5-112,1-1-1,-1 0 1,2 0 0,-1 0-1,4 10 1,-3-10-466,0 0-1,0 0 0,-1 0 0,0 0 1,0 11-1,-1 11-13942,0-12 7720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6:28.9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345 349 10277,'17'-21'4102,"-1"0"0,-1-1-1,23-47 1,22-73 1872,-59 137-5961,1 0 1,-1 0 0,0 0-1,0-1 1,-1 1 0,0 0-1,0 0 1,0-1 0,-2-9-1,2 14-13,0 1-1,0-1 1,0 1 0,0-1-1,0 1 1,0-1-1,0 1 1,0 0-1,-1-1 1,1 1-1,0-1 1,0 1-1,-1-1 1,1 1 0,0-1-1,-1 1 1,1 0-1,0-1 1,-1 1-1,1 0 1,0-1-1,-1 1 1,1 0-1,-1 0 1,1-1-1,-1 1 1,1 0 0,-1 0-1,0-1 1,0 2-1,0 0 0,0-1 0,0 1 1,0 0-1,0 0 0,1-1 0,-1 1 1,0 0-1,0 0 0,0 0 0,1 0 1,-1 0-1,0 0 0,1 0 0,-1 0 1,1 0-1,-1 3 0,-11 23 1,-25 40 0,30-53 0,-1 1 0,2 0 0,-7 20 0,-7 19 0,4-21 0,2-2 0,1 1 0,-13 44 0,-18 64 0,26-87 0,-14 62 0,-90 433 0,104-436 0,14-82 0,-1 0 0,-14 50 0,14-68 0,1 1 0,1-1 0,0 1 0,1-1 0,0 1 0,0 20 0,-10 25 0,7-41 0,18-37 0,-12 16 0,1 0 0,-1 0 0,0 0 0,0 0 0,-1 0 0,1 0 0,-1 0 0,0 0 0,0-1 0,0-5 0,0-18 0,5 7 0,1 0 0,12-30 0,-11 34 0,-1 0 0,-1-1 0,0 0 0,3-22 0,-5 10 0,-2 7 0,2-1 0,1 1 0,0 0 0,15-41 0,7-5 0,-3-2 0,20-112 0,-33 137 0,22-140 0,15-127 0,-44 249 0,-2 64 0,-1 1 0,0 0 0,0-1 0,1 1 0,-1-1 0,0 1 0,1-1 0,-1 1 0,0-1 0,1 1 0,-1-1 0,1 1 0,-1-1 0,1 1 0,-1-1 0,1 0 0,-1 1 0,1-1 0,-1 0 0,1 1 0,-1-1 0,1 0 0,0 0 0,-1 0 0,1 1 0,0-1 0,-1 0 0,1 0 0,-1 0 0,1 0 0,0 0 0,-1 0 0,1 0 0,0-1 0,-1 1 0,1 0 0,-1 0 0,1 0 0,0-1 0,-1 1 0,1 0 0,-1 0 0,1-1 0,-1 1 0,1-1 0,-1 1 0,1 0 0,-1-1 0,1 1 0,-1-1 0,0 1 0,1-1 0,-1 1 0,0-1 0,1 0 0,-1 1 0,0-1 0,1 0 0,-1 7 0,0-1 0,1 1 0,0-1 0,0 1 0,0-1 0,1 1 0,0-1 0,0 0 0,0 1 0,6 8 0,14 36 0,3 94 0,-12-105 0,24 48 0,-21-52 0,18 59 0,-22-55 0,23 52 0,-19-53 0,15 52 0,15 80-128,-31-118-625,1 28-4501,-3-13-878,-8-13 97,-5-10 294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6:29.3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63 444 16792,'-35'-14'6485,"33"13"-6063,0 1-1,0 0 1,1-1-1,-1 1 1,0-1-1,0 0 1,1 0-1,-1 0 1,0 1-1,1-1 1,-1-1-1,1 1 1,0 0-1,-1 0 1,-1-2-1,11-7 1592,23-5-1280,14 0-733,1 2 0,0 3 0,93-10 0,12-3 0,-64 6 0,393-73 0,-435 83 0,177-39 0,-210 43 0,1 0 0,-1 0 0,0 1 0,1 1 0,0 0 0,-1 1 0,1 0 0,23 4 0,-35-3 0,0 0 0,-1 0 0,1 1 0,0-1 0,-1 0 0,1 1 0,-1-1 0,1 1 0,-1-1 0,0 1 0,0-1 0,1 1 0,-1-1 0,0 1 0,-1-1 0,1 1 0,0-1 0,0 1 0,-1 1 0,1 2 0,0 334 0,-1-319 0,-1 0 0,-9 36 0,6-36 0,1 1 0,-1 40 0,5 46 0,0-107 0,-1 0 0,1 0 0,0 0 0,0 1 0,0-1 0,0 0 0,0 0 0,0 0 0,0 0 0,0 0 0,0 0 0,0 0 0,0 1 0,0-1 0,0 0 0,0 0 0,0 0 0,0 0 0,0 0 0,0 0 0,0 1 0,0-1 0,0 0 0,0 0 0,0 0 0,0 0 0,1 0 0,-1 0 0,0 0 0,0 1 0,0-1 0,0 0 0,0 0 0,0 0 0,0 0 0,0 0 0,0 0 0,0 0 0,1 0 0,-1 0 0,0 0 0,0 0 0,0 0 0,0 0 0,0 0 0,0 0 0,1 1 0,-1-1 0,0 0 0,0 0 0,0 0 0,0 0 0,0-1 0,0 1 0,1 0 0,-1 0 0,0 0 0,0 0 0,0 0 0,0 0 0,0 0 0,0 0 0,0 0 0,1 0 0,-1 0 0,0 0 0,0 0 0,10-13 0,-8 9 0,0-1 0,0 1 0,-1 0 0,1-1 0,-1 1 0,0-1 0,0 1 0,1-8 0,-2 2 0,1 0 0,1 0 0,0 1 0,0-1 0,1 1 0,0-1 0,6-11 0,11-38 0,33-154 0,-14 84 0,58-126 0,-97 254 0,0 1 0,0-1 0,0 0 0,1 0 0,-1 0 0,0 1 0,1-1 0,-1 0 0,0 0 0,1 1 0,-1-1 0,1 0 0,-1 1 0,1-1 0,-1 0 0,1 1 0,-1-1 0,1 1 0,0-1 0,-1 1 0,1-1 0,0 1 0,-1 0 0,1-1 0,0 1 0,0 0 0,0-1 0,-1 1 0,1 0 0,0 0 0,0 0 0,0 0 0,-1 0 0,1 0 0,0 0 0,0 0 0,0 0 0,0 0 0,-1 0 0,1 0 0,0 1 0,0-1 0,-1 0 0,1 1 0,0-1 0,0 0 0,-1 1 0,1-1 0,0 1 0,-1-1 0,1 1 0,0-1 0,0 2 0,5 5 0,0 1 0,0-1 0,-1 1 0,5 10 0,0-2 0,28 47 0,-2 2 0,-3 1 0,28 83 0,-30-79 0,75 123 0,-102-186 0,12 31-293,-14-34 26,-1 0 0,1 0 0,-1 0 0,1 0 0,0 0 0,1 0 0,-1 0 0,1-1 0,-1 1 0,1-1-1,6 6 1,8 6-3705,-15-14 3027,0 1-1,-1 0 0,1 0 1,0-1-1,0 1 0,0-1 1,1 0-1,-1 1 0,0-1 1,0 0-1,1 0 1,-1-1-1,0 1 0,4 0 1,16-4-2090,-2-10-673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6:30.57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404 877 1873,'14'-35'4216,"26"-45"-1,7-19 5290,-27 59-5425,8-21 1931,-27 57-5843,0 1 1,-1 0 0,1 0-1,-1-1 1,1 1 0,-1 0-1,0-1 1,0 1 0,0 0-1,-1-1 1,1 1 0,-1 0-1,0-1 1,0 1 0,0 0-1,-2-4 1,2 4-169,0 0 0,-1 1 0,1-1 0,-1 0 0,0 0 0,0 1 0,0-1 0,0 1 0,-1 0 0,1 0 0,0-1 0,-1 2 0,0-1 0,-3-2 0,3 3 0,0 1 0,0 0 0,-1-1 0,1 1 0,0 0 0,0 1 0,-1-1 0,1 0 0,0 1 0,0 0 0,0 0 0,0 0 0,0 0 0,0 0 0,0 1 0,0-1 0,-5 5 0,-25 12 0,1 2 0,1 1 0,0 1 0,2 2 0,1 1 0,-26 28 0,19-6 0,-33 59 0,56-86 0,0 0 0,2 1 0,0 0 0,-8 30 0,-6 11 0,18-42 0,0-1 0,2 1 0,0 0 0,1 0 0,1 0 0,0 1 0,3 26 0,-1-45 0,0 1 0,0-1 0,0 0 0,0 1 0,1-1 0,-1 1 0,1-1 0,0 0 0,-1 1 0,1-1 0,0 0 0,1 0 0,-1 0 0,0 1 0,0-1 0,1 0 0,-1-1 0,1 1 0,0 0 0,0 0 0,3 2 0,15 16 0,-18-19 0,0 0 0,0 0 0,0 0 0,1 0 0,-1 0 0,0 0 0,1-1 0,-1 1 0,0-1 0,1 0 0,-1 0 0,1 0 0,-1 0 0,1 0 0,-1 0 0,0-1 0,1 1 0,-1-1 0,1 0 0,-1 1 0,0-1 0,0 0 0,3-2 0,62-28 0,-45 15 0,-1 0 0,0-2 0,-1-1 0,23-28 0,-2 3 0,-32 35 0,-1-1 0,0-1 0,8-14 0,15-22 0,39-33 0,-65 73 0,0 1 0,0-1 0,0 1 0,1 0 0,0 0 0,0 1 0,0-1 0,1 1 0,11-7 0,3 51 0,-2 19 0,-3-8 0,25 51 0,-24-66 0,-1 0 0,2 0 0,1-2 0,1 0 0,34 41 0,-51-70 0,1 0 0,0-1 0,0 1 0,0-1 0,0 1 0,0-1 0,1 0 0,-1-1 0,1 1 0,0-1 0,0 0 0,0 0 0,0 0 0,0-1 0,0 0 0,1 0 0,-1 0 0,0-1 0,1 0 0,-1 0 0,0 0 0,0 0 0,1-1 0,-1 0 0,0 0 0,0 0 0,0-1 0,0 0 0,0 0 0,0 0 0,0 0 0,6-6 0,-9 7 0,0-1 0,0 0 0,0 0 0,-1-1 0,1 1 0,-1 0 0,0 0 0,1-1 0,-1 1 0,0 0 0,-1-1 0,1 0 0,0 1 0,-1-1 0,1 1 0,-1-4 0,5-17 0,37-64-636,-32 67 373,0 1-1,-1-1 1,0-1 0,5-24-1,-1-38 164,-5 1 0,-3-1 0,-6-94 0,0 65 895,0 47-276,-3 0 1,-15-83-1,12 122-519,-1 0 0,-1 0 0,-2 1 0,-20-35 0,-4-13 0,35 73 0,0-1 0,0 0 0,-1 1 0,1-1 0,0 1 0,0-1 0,0 0 0,-1 1 0,1-1 0,0 0 0,0 1 0,-1-1 0,1 1 0,0-1 0,-1 1 0,1-1 0,-1 1 0,1-1 0,-1 1 0,1 0 0,-1-1 0,1 1 0,-1 0 0,1-1 0,-1 1 0,0 0 0,1-1 0,-1 1 0,1 0 0,-1 0 0,0 0 0,1 0 0,-1 0 0,0 0 0,1 0 0,-1 0 0,0 0 0,1 0 0,-1 0 0,0 0 0,1 0 0,-1 0 0,1 1 0,-1-1 0,0 0 0,1 0 0,-1 1 0,1-1 0,-1 0 0,1 1 0,-1-1 0,1 1 0,-1-1 0,1 1 0,-1-1 0,1 1 0,-1-1 0,1 1 0,-1 0 0,-1 3 0,0-1 0,0 1 0,1-1 0,-1 1 0,1 0 0,0-1 0,0 1 0,0 0 0,0 0 0,0 0 0,1 5 0,-2 58 0,0-38 0,2 1 0,1-1 0,7 46 0,8-10 0,-8-38 0,7 52 0,-5-2 0,3-1 0,42 132 0,-34-145 0,28 104 0,-44-134 0,-5-26 0,1 0 0,0 0 0,0 0 0,1-1 0,-1 1 0,2 0 0,-1-1 0,1 1 0,3 5 0,14 34-1111,2 3-1748,-21-48 2723,-1-1-1,0 1 1,1 0 0,-1-1-1,1 1 1,-1-1 0,1 1-1,-1 0 1,1-1-1,0 1 1,-1-1 0,1 0-1,0 1 1,-1-1 0,1 0-1,0 1 1,0-1-1,-1 0 1,1 1 0,0-1-1,0 0 1,-1 0 0,1 0-1,0 0 1,0 0-1,-1 0 1,1 0 0,0 0-1,0 0 1,0 0 0,-1-1-1,1 1 1,0 0-1,-1 0 1,1-1 0,0 1-1,0 0 1,-1-1 0,1 1-1,-1-1 1,2 0-1,28-34-2788,-12 11 2129,-9 13 690,-1-2 1,0 1 0,-1-1 0,-1 0 0,0 0-1,0-1 1,-2 0 0,1 0 0,3-28 0,-2 19 454,0-1-1,10-24 1,-8 23 1187,-1-1 0,-2 0 0,0 0 0,-2 0 0,0 0 0,-2-1 0,-4-41 0,2 9-399,2 51-1137,-1 12 0,-5 17 0,2-17 0,0 0 0,0 0 0,1 0 0,0 1 0,0-1 0,0 1 0,0-1 0,1 1 0,0 0 0,0 0 0,0 0 0,0-1 0,1 1 0,0 0 0,0 7 0,-1 1 0,1-8 0,-1 0 0,1-1 0,0 1 0,0 0 0,1 0 0,-1-1 0,1 1 0,0 0 0,3 6 0,4 4 0,-6-12 0,0 0 0,0 0 0,-1 1 0,1-1 0,-1 1 0,0-1 0,0 1 0,0-1 0,0 1 0,0-1 0,-1 1 0,0 4 0,0-3 0,1-1 0,-1 0 0,1 0 0,-1 0 0,1 1 0,0-1 0,1 0 0,-1 0 0,1-1 0,0 1 0,0 0 0,0 0 0,0-1 0,1 1 0,-1-1 0,1 0 0,0 0 0,0 0 0,0 0 0,5 3 0,-6-4 0,0 0 0,1 1 0,-1-1 0,1 1 0,-1-1 0,1 0 0,0 0 0,0 0 0,0-1 0,5 3 0,-5-4 0,-1 0 0,1 0 0,-1-1 0,1 1 0,-1 0 0,1-1 0,-1 0 0,1 0 0,-1 0 0,0 0 0,1 0 0,-1 0 0,0 0 0,2-2 0,68-49 0,-55 39 0,-5 2 0,-1-1 0,-1 0 0,0 0 0,-1-1 0,0 0 0,-1-1 0,0 0 0,9-24 0,16-27 0,14-21 0,-5-2 0,-41 86 0,-1 1 0,1 0 0,0 0 0,0 0 0,0-1 0,0 1 0,0 0 0,0 0 0,0 0 0,0 0 0,0 1 0,1-1 0,-1 0 0,0 0 0,1 1 0,-1-1 0,0 1 0,3-1 0,-3 1 0,0 0 0,0 0 0,0 0 0,-1 1 0,1-1 0,0 0 0,0 1 0,-1-1 0,1 1 0,0-1 0,-1 1 0,1-1 0,0 1 0,-1-1 0,1 1 0,-1 0 0,1-1 0,-1 1 0,1 0 0,-1-1 0,1 1 0,-1 0 0,1 1 0,1 4 0,0 1 0,0 0 0,0-1 0,-1 1 0,0 0 0,0 0 0,-1 7 0,0-7 0,1 0 0,0 0 0,0 0 0,1 0 0,-1-1 0,6 13 0,3 14 0,15 113 0,-12-92 0,-3 0 0,5 97 0,-3-18 0,-5-83 0,1 11 0,1 67 0,-7-32 0,0-30 0,-11 105 0,-17 27 0,21-169 0,-1 0 0,-18 52 0,16-58 0,4-10 0,-1-1 0,-1 1 0,0-2 0,-1 1 0,0-1 0,0 0 0,-13 13 0,-11 18 0,28-38 0,0 1 0,0-1 0,0-1 0,-1 1 0,1 0 0,-1-1 0,0 1 0,0-1 0,0 0 0,-1-1 0,1 1 0,0-1 0,-1 0 0,0 0 0,0 0 0,1 0 0,-1-1 0,0 0 0,0 0 0,0 0 0,0-1 0,-1 0 0,1 0 0,0 0 0,0 0 0,0-1 0,0 0 0,0 0 0,0 0 0,0-1 0,1 0 0,-1 1 0,0-2 0,1 1 0,-1-1 0,1 1 0,0-1 0,0 0 0,0-1 0,0 1 0,-6-8 0,-5-4 0,1-1 0,1 0 0,0-1 0,1-1 0,1 0 0,1-1 0,0 0 0,2 0 0,0-1 0,1 0 0,-8-38 0,11 1 0,2-1 0,2 1 0,4-1 0,1 1 0,3 0 0,3 0 0,34-106 0,-33 135 0,0 1 0,2 1 0,1 0 0,20-28 0,-10 16 0,5-9 0,1 0 0,3 2 0,2 2 0,2 1 0,60-53 0,-27 35 0,-41 33 0,1 1 0,1 1 0,65-37 0,-24 23 0,-49 24 0,1 2 0,39-15 0,-33 17 0,-1-2 0,54-30 0,-62 29 0,-18 10 0,-11 9 0,-12 7 0,17-12 0,0 1 0,0 0 0,0 0 0,0 1 0,0-1 0,0 0 0,0 1 0,0-1 0,0 1 0,1 0 0,-1-1 0,0 1 0,-1 3 0,-16 15 0,15-17 0,1 0 0,-1 1 0,0-1 0,1 1 0,0 0 0,0 0 0,0 0 0,0 0 0,1 1 0,-1-1 0,1 1 0,0-1 0,-2 10 0,2-1 0,0 1 0,1-1 0,1 24 0,0-19 0,0-9 0,1 1 0,1-1 0,0 0 0,0 1 0,0-1 0,6 13 0,6 21 0,17 42 0,-23-66 0,-6-13 0,0-1 0,0 1 0,-1 1 0,0-1 0,0 0 0,-1 0 0,0 0 0,0 0 0,0 1 0,-2 7 0,2-11 0,-1 1 0,1-1 0,-1 1 0,0-1 0,0 0 0,-1 0 0,1 1 0,-1-1 0,1 0 0,-1 0 0,0-1 0,0 1 0,-1 0 0,1 0 0,0-1 0,-1 0 0,-4 4 0,-21 7 0,0-2 0,0-1 0,-1-1 0,-57 10 0,57-13 0,27-5 0,1-1 0,-1 1 0,1-1 0,-1 0 0,1 1 0,-1-1 0,0 0 0,1 0 0,-1 0 0,1 0 0,-1 0 0,1 0 0,-1-1 0,1 1 0,-1-1 0,1 1 0,-1-1 0,1 1 0,-1-1 0,1 0 0,0 1 0,-1-1 0,1 0 0,0 0 0,-1 0 0,1 0 0,0 0 0,0 0 0,0-1 0,0 1 0,0 0 0,1-1 0,-2-1 0,1 1 0,1 0 0,0 1 0,0-1 0,0 0 0,0 0 0,0 0 0,0 0 0,0 0 0,0 1 0,1-1 0,-1 0 0,1 0 0,-1 0 0,1 1 0,0-1 0,0 0 0,0 1 0,0-1 0,0 1 0,0-1 0,0 1 0,0-1 0,1 1 0,-1 0 0,3-2 0,38-34 0,16-11 0,-36 31 0,0-1 0,-1-1 0,-2-1 0,31-39 0,8-8 0,108-115 0,-115 131 0,-36 37 0,-1-1 0,20-24 0,8-5 0,-42 43 0,0 0 0,1 0 0,-1 0 0,0 0 0,1 0 0,-1 1 0,1-1 0,-1 0 0,1 0 0,0 1 0,-1-1 0,1 0 0,0 1 0,-1-1 0,1 0 0,0 1 0,0-1 0,-1 1 0,1-1 0,0 1 0,0 0 0,0-1 0,0 1 0,0 0 0,-1 0 0,2-1 0,-1 2 0,0 0 0,0 0 0,0-1 0,-1 1 0,1 0 0,0 0 0,-1 0 0,1 0 0,-1 0 0,1 0 0,-1 0 0,0 0 0,1 0 0,-1 0 0,0 0 0,0 0 0,1 1 0,-1 0 0,3 68 0,-3-63 0,-1 39 0,0-18 0,1 1 0,5 41 0,2-32 0,-3 0 0,1 49 0,-4-75 0,0-1 0,1 1 0,0-1 0,7 19 0,-6-20 0,0 0 0,-1 1 0,0-1 0,1 17 0,-3 78-2421,0-8-4234,0-86-1741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6:30.7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47 175 15239,'-19'-42'10517,"19"15"-3794,-28 1-6435,28-1-288,0 1 0,0 10 0,0 6 0,28 10 0,-9 0-3650,9 10-1632,0-10-353,-9 16 321,28-5 400,-19 4 1056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6:30.92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760 1 6163,'28'17'21371,"-33"-10"-19147,-27 6-1461,0 1 0,-29 19 0,47-25-660,1 1-1,0 0 1,0 1 0,0 0 0,2 1 0,-21 24 0,-35 59-103,62-85 0,0-1 0,1 1 0,0 0 0,0 1 0,1-1 0,0 0 0,1 1 0,0 0 0,1-1 0,0 1 0,0 0 0,1 0 0,0 0 0,3 13 0,-3 10 0,2-19 0,0 0 0,0 1 0,1-1 0,1 0 0,0 0 0,1-1 0,1 1 0,0-1 0,1 0 0,15 22 0,-6-8 0,25 40 0,55 65 0,-37-69 0,-45-49 0,1 1 0,17 24 0,-14-17 0,10 16 0,-27-37 0,-1 0 0,1 0 0,-1 0 0,1 0 0,-1 0 0,1 0 0,-1 0 0,0 0 0,1 0 0,-1 0 0,0 1 0,0-1 0,0 0 0,0 0 0,0 0 0,0 0 0,0 0 0,0 1 0,-1-1 0,1 0 0,0 0 0,0 0 0,-1 0 0,1 0 0,-1 0 0,1 0 0,-1 0 0,0 0 0,1 0 0,-2 1 0,-11 3 0,1 0 0,-2 0 0,1-1 0,0-1 0,-19 3 0,-71 4-1214,0-3 1,-107-9-1,57 0-2025,36 2-11101,70 0 8620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6:31.24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582 254 17880,'-252'54'11482,"85"-25"-8077,16 7-3405,140-35 0,25-9 0,33-9 0,363-63 0,131-16 0,717-35 0,-424 105 0,-651 25 0,420 11 0,-397-8-165,-385-13-16571,102 9 11795,-13-11 259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26:31.46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196 1 22154,'-38'13'3440,"-46"18"1940,76-27-5156,0 1 0,-1-1 0,2 1 0,-1 1 1,0 0-1,1 0 0,-8 9 0,15-15-224,0 0 0,-1 1 0,1-1 0,0 0 0,0 0 0,-1 1 0,1-1 0,0 0 0,0 1 0,0-1 0,0 0 0,-1 1 0,1-1 0,0 1 0,0-1 0,0 0 0,0 1 0,0-1 0,0 0 0,0 1 0,0-1 0,0 0 0,0 1 0,0-1 0,0 1 0,0-1 0,0 0 0,1 1 0,-1-1 0,0 0 0,0 1 0,0-1 0,0 0 0,1 1 0,-1-1 0,0 0 0,0 0 0,1 1 0,-1-1 0,0 0 0,0 0 0,1 1 0,-1-1 0,0 0 0,1 0 0,-1 0 0,0 1 0,1-1 0,10 4 0,0 0 0,0 0 0,0-1 0,19 2 0,13 4 0,40 6 0,1-3 0,123 2 0,-59-5 0,641 26 0,-3-32 0,-512-3 0,321-11 0,-332-5 0,-260 16-77,0 0 1,0 0-1,0 0 0,1 0 1,-1-1-1,0 0 0,0 0 1,0 0-1,6-2 0,-9 3 3,1-1 0,0 1-1,-1 0 1,1-1 0,-1 1 0,1-1-1,-1 1 1,1-1 0,-1 0 0,1 1 0,-1-1-1,1 1 1,-1-1 0,0 0 0,1 1-1,-1-1 1,0 0 0,1 1 0,-1-1-1,0 0 1,0 0 0,0 1 0,0-1-1,0 0 1,0 0 0,0 0 0,-1-2-209,0 0 0,0 1-1,-1-1 1,1 1 0,-1 0 0,0 0 0,0-1 0,0 1 0,0 0 0,0 0 0,0 1 0,0-1 0,0 0 0,-1 1-1,1 0 1,-1-1 0,1 1 0,-1 0 0,0 0 0,-3-1 0,-90-27-11808,26 1 6822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31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37 2993,'-5'-26'14236,"4"25"-13898,0 0 0,1 0 1,-1 0-1,0 1 0,0-1 0,0 0 0,0 1 0,1-1 0,-1 1 0,0-1 1,0 1-1,0-1 0,0 1 0,0-1 0,0 1 0,0 0 0,0 0 0,0 0 1,0 0-1,-1-1 0,1 1 0,-1 1 0,2 35 1444,0 284 4197,1-300-5979,1 0 0,0 0 0,7 24 0,1 4 0,5 80 0,-9-69 0,23 102 0,-14-65 0,-5-22 0,-9-64-5,14 62-1597,-4 1 1,4 105-1,-15-165 744,1 9-2048,-1 0-1,-2 0 1,0-1-1,0 1 1,-9 28-1,8-29-1311,3 3-1096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31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79 614 2465,'-12'-35'2196,"2"-1"0,-7-40-1,8 35-607,-13-41-1,19 68-1090,1 0 0,0 0 0,1 0 0,1-1 0,2-23 0,-1 2 675,0 33-1038,-1 0 1,1 0-1,0 1 0,0-1 1,0 0-1,1 0 0,-1 1 1,1-1-1,-1 1 0,1-1 1,0 1-1,0 0 0,0 0 1,0 0-1,0 0 0,0 0 1,1 0-1,-1 0 0,1 1 1,-1-1-1,1 1 0,-1 0 1,4-2-1,22-15 1329,-18 10-996,1 0 0,0 1-1,1 0 1,-1 1-1,1 1 1,0-1 0,18-3-1,92-21 689,-94 24-995,23-6-320,-1 3 1,2 2-1,-1 2 0,1 3 1,100 8-1,-117-3-868,-26-3 103,1 1-1,0 0 1,-1 0 0,1 1-1,-1 1 1,1-1-1,-1 1 1,0 1 0,10 5-1,-18-9 680,0 1 0,1 0 0,-1-1 0,0 1 0,0 0-1,0 0 1,0-1 0,0 1 0,0 0 0,0 0 0,0 0 0,0 0 0,0 1 0,0-1-1,-1 0 1,1 0 0,0 0 0,-1 1 0,1-1 0,-1 0 0,0 1 0,1-1 0,-1 0-1,0 1 1,0-1 0,0 0 0,0 3 0,0 21-3193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32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85 3746,'-73'37'6565,"50"-27"-4098,0 1 1,1 1-1,1 1 0,-31 24 1,9-11-1092,52-25-1289,0-1 0,0-1 0,0 0 1,0 0-1,16-5 0,-6 3 47,9-4 165,1-1 1,29-12-1,42-11 555,42-7 628,26-4 964,-74 18-1393,-67 16-785,0 1 0,36-4-1,12 2 92,39 0-179,-111 10-179,0-1 0,0 1 0,0 0-1,0 0 1,0 0 0,0 0 0,0 1-1,0-1 1,0 1 0,0-1-1,-1 1 1,1 0 0,-1 0 0,1 1-1,-1-1 1,0 0 0,4 5 0,-3-3-2,-1 0 1,1 0 0,0 0 0,-1 0 0,0 1-1,0-1 1,-1 1 0,1-1 0,-1 1 0,0-1-1,0 1 1,1 8 0,-2 3 0,1-8 0,-1 0 0,0 0 0,-1 0 0,0-1 0,-3 15 0,-3-2 0,4-12 0,0 1 0,0-1 0,1 0 0,0 1 0,1 0 0,-1 15 0,2 256 0,0-272 0,1-1 0,0 0 0,0 1 0,1-1 0,0 0 0,5 10 0,-4-10 0,-1-1 0,0 1 0,0 0 0,0-1 0,-1 1 0,1 10 0,-1-7 0,1-1 0,0 1 0,0-1 0,1 1 0,0-1 0,1 0 0,0 0 0,0-1 0,1 1 0,0-1 0,1 0 0,7 9 0,-5-6 0,-5-7 0,1-1 0,-1 1 0,1-1 0,0 1 0,0-1 0,0 0 0,0-1 0,0 1 0,1-1 0,-1 1 0,6 1 0,-8-4 0,0 1 0,0 0 0,0 0 0,0-1 0,0 1 0,0-1 0,0 0 0,0 0 0,0 0 0,0 0 0,0 0 0,0 0 0,0 0 0,0 0 0,0-1 0,0 1 0,0-1 0,0 0 0,0 1 0,-1-1 0,1 0 0,0 0 0,0 0 0,-1 0 0,1-1 0,-1 1 0,1 0 0,2-3 0,5-9 0,-5 9 0,-1-1 0,1 1 0,-1-1 0,0 0 0,0-1 0,-1 1 0,1 0 0,-1-1 0,0 1 0,-1-1 0,0 0 0,1 0 0,-2 1 0,1-1 0,-1-10 0,2-33 0,0 34 0,-1-1 0,-1 0 0,0 1 0,-2-1 0,1 1 0,-5-17 0,-11-8 0,12 29 0,0 0 0,1-1 0,-4-18 0,6 23 0,1-4 0,-1-1 0,-1 1 0,1 0 0,-2 0 0,0 1 0,-10-21 0,14 31 0,-7-11 0,0-1 0,0 0 0,1-1 0,1 1 0,-6-22 0,6 11 0,-1 1 0,-1 0 0,-1 0 0,-13-26 0,20 48 0,0-1 0,1 0 0,-1 0 0,1 0 0,-1 0 0,1 1 0,-1-1 0,1 0 0,-1 0 0,1 0 0,0 0 0,0 0 0,-1 0 0,1 0 0,0 0 0,0 0 0,0 0 0,0 0 0,0 0 0,0 0 0,0 0 0,1 0 0,-1 0 0,0 0 0,1 0 0,-1 0 0,0 0 0,1 0 0,-1 0 0,1 0 0,-1 0 0,1 1 0,0-1 0,-1 0 0,1 0 0,0 1 0,0-1 0,-1 0 0,1 1 0,1-2 0,-1 2 0,1 0 0,-1-1 0,0 1 0,1 0 0,-1 0 0,0 0 0,1 0 0,-1 0 0,0 0 0,1 0 0,-1 1 0,0-1 0,1 0 0,-1 1 0,0-1 0,0 1 0,1-1 0,-1 1 0,0 0 0,0 0 0,0-1 0,0 1 0,0 0 0,0 0 0,2 2 0,6 16 0,-9-16 0,1-1 0,0 1 0,0 0 0,1-1 0,-1 1 0,1 0 0,-1-1 0,1 0 0,0 1 0,0-1 0,3 4 0,10 7 0,-2 1 0,0 0 0,-1 1 0,0 0 0,-1 1 0,9 18 0,74 155 0,-69-99 0,-9-57 0,-12-27 0,-1 0 0,0 0 0,0 1 0,0-1 0,-1 1 0,0 0 0,0 0 0,0-1 0,0 9 0,-2-15 1,0 1-1,0 0 1,0-1-1,0 1 1,0-1-1,0 1 1,0-1-1,0 1 1,0-1-1,0 1 1,1 0-1,-1-1 1,0 1-1,0-1 1,1 1 0,-1-1-1,0 0 1,1 1-1,-1-1 1,0 1-1,1-1 1,-1 0-1,1 1 1,-1-1-1,1 0 1,-1 1-1,1-1 1,-1 0 0,1 0-1,-1 1 1,1-1-1,-1 0 1,1 0-1,-1 0 1,1 0-1,-1 0 1,1 0-1,0 0 1,-1 0-1,1 0 1,0 0-4,-1 0 0,1 0 1,-1 0-1,1 0 0,-1 0 0,1 0 1,-1 0-1,1 0 0,-1 0 0,1 1 1,-1-1-1,1 0 0,-1 0 0,1 0 1,-1 1-1,1-1 0,-1 0 0,0 0 1,1 1-1,-1-1 0,0 0 0,1 1 1,-1-1-1,0 0 0,1 1 0,-1-1 1,0 1-1,1-1 0,-1 1 0,0-1 1,0 0-1,0 1 0,0-1 0,1 1 1,-1-1-1,0 1 0,0-1 0,0 1 1,0 0-1,5-1-645,0-4 206,0 0-1,-1-1 1,1 0 0,-1 1 0,0-2 0,0 1 0,0 0 0,0-1 0,2-7 0,17-24-46,-20 33 458,-1 0 0,1 0 0,-1 0 0,-1-1 1,1 1-1,0-1 0,-1 1 0,0-1 0,1-6 1,4-18-41,25-42 64,-22 52 127,0 0 0,8-29 0,-10 7 270,-5 30-162,0 0 0,0 0-1,1 0 1,6-14-1,33-91 3651,-36 95-3646,3-2-171,-8 23-63,-1 0-1,1 0 1,0 0-1,0 0 1,-1 0-1,1 0 1,0 0-1,-1 0 1,1 0-1,0 0 1,0 1-1,-1-1 1,1 0-1,0 0 1,-1 1-1,1-1 1,-1 0-1,1 1 1,0-1-1,-1 1 1,1-1-1,-1 1 1,1-1-1,-1 1 1,1-1-1,-1 1 1,0 0-1,1-1 1,-1 1-1,0 0 1,1-1-1,-1 1 1,0 0 0,0 0-1,24 32 2,-10-17 0,-1 2 0,-1-1 0,-1 2 0,-1-1 0,0 2 0,-1-1 0,10 36 0,-15-44 0,0 0 0,0-1 0,1 0 0,0 0 0,11 16 0,10 20 0,-12-20 0,0 0 0,2 0 0,34 41 0,-45-61 0,1 0 0,-2 0 0,1 0 0,-1 1 0,0-1 0,0 1 0,-1 0 0,1 0 0,2 14 0,-5-21 0,-1 1 0,0-1 0,0 1 0,0 0 0,0-1 0,1 1 0,-1-1 0,0 1 0,1-1 0,-1 1 0,0-1 0,1 1 0,-1-1 0,1 1 0,-1-1 0,1 1 0,-1-1 0,0 0 0,1 1 0,0-1 0,-1 0 0,1 1 0,-1-1 0,1 0 0,-1 0 0,1 0 0,0 1 0,-1-1 0,1 0 0,-1 0 0,1 0 0,0 0 0,-1 0 0,1 0 0,0 0 0,-1 0 0,1-1 0,-1 1 0,1 0 0,0 0 0,-1 0 0,1-1 0,-1 1 0,1 0 0,-1 0 0,1-1 0,-1 1 0,1-1 0,-1 1 0,1 0 0,-1-1 0,0 1 0,1-1 0,-1 1 0,1-1 0,-1 1 0,0-1 0,0 1 0,1-1 0,-1 0 0,0 1 0,0-1 0,1 0 0,-1-2 0,0 1 0,0-1 0,0 0 0,1 1 0,-1-1 0,1 1 0,0 0 0,0-1 0,0 1 0,0 0 0,0-1 0,0 1 0,1 0 0,1-2 0,-1 1 0,-1 1 0,1 0 0,-1-1 0,1 1 0,-1-1 0,0 1 0,0-1 0,0 0 0,0 0 0,-1 1 0,1-1 0,-1 0 0,1 0 0,-1-3 0,1-41 0,13-93 0,-12 125 0,-1 0 0,0 0 0,-2-21 0,0 24 0,0-1 0,1 1 0,1-1 0,0 1 0,4-19 0,4 3 0,-6 20 0,0 0 0,-1 0 0,0 0 0,0 0 0,-1 0 0,1-10 0,-2-71 0,-1 88 0,1-1 0,0 1 0,0 0 0,0 0 0,0 0 0,0 0 0,0 0 0,1-1 0,-1 1 0,0 0 0,1 0 0,-1 0 0,0 0 0,1 0 0,-1 0 0,1 0 0,0 0 0,-1 0 0,2-1 0,-1 2 0,-1 0 0,1 0 0,-1-1 0,1 1 0,0 0 0,-1 0 0,1 0 0,0 0 0,-1 0 0,1 1 0,-1-1 0,1 0 0,0 0 0,-1 0 0,1 1 0,-1-1 0,1 0 0,0 0 0,-1 1 0,1-1 0,-1 0 0,1 1 0,-1-1 0,1 1 0,36 41 0,-28-30 0,-6-8 0,0-1 0,-1 1 0,1 1 0,-1-1 0,0 0 0,3 9 0,9 16 0,10-2 0,12 16 0,-18-15 0,2-1 0,1-1 0,1-1 0,1-1 0,37 30 0,-25-22 0,-25-22 0,0-1 0,0-1 0,18 12 0,-9-9 0,34 17 0,-50-27 0,-1 0 0,0 0 0,1 0 0,-1 0 0,0-1 0,1 1 0,-1-1 0,1 0 0,-1 1 0,1-1 0,-1 0 0,1-1 0,-1 1 0,1 0 0,-1-1 0,1 1 0,4-3 0,0-1 0,-4 3 0,0 0 0,0-1 0,0 0 0,0 0 0,0 0 0,0 0 0,0 0 0,-1 0 0,1-1 0,-1 1 0,0-1 0,0 1 0,0-1 0,2-3 0,-1 0 0,-1 0 0,1 0 0,0 1 0,1-1 0,6-7 0,12-24 0,-1-11 0,-16 40 0,-1 0 0,0-1 0,0 1 0,-1-1 0,-1 0 0,1 0 0,1-13 0,-4 21 0,0 0 0,0 0 0,-1 0 0,1 0 0,0 1 0,0-1 0,1 0 0,-1 0 0,0 0 0,0 1 0,0-1 0,0 0 0,1 0 0,-1 1 0,0-1 0,1 0 0,-1 0 0,1 1 0,-1-1 0,1 0 0,-1 1 0,1-1 0,-1 1 0,1-1 0,-1 0 0,1 1 0,0-1 0,-1 1 0,1 0 0,0-1 0,0 1 0,-1 0 0,1-1 0,0 1 0,0 0 0,0 0 0,-1 0 0,1-1 0,0 1 0,0 0 0,1 0 0,-2 0 0,1 1 0,-1-1 0,1 0 0,-1 0 0,1 0 0,-1 0 0,0 0 0,1 1 0,-1-1 0,1 0 0,-1 0 0,0 1 0,1-1 0,-1 0 0,0 1 0,1-1 0,-1 0 0,0 1 0,1-1 0,-1 0 0,0 1 0,0-1 0,1 1 0,-1-1 0,0 1 0,0-1 0,0 0 0,0 1 0,0-1 0,0 1 0,0-1 0,0 1 0,1-1 0,-2 1 0,1-1 0,0 1 0,0-1 0,0 1 0,0-1 0,0 0 0,0 1 0,0-1 0,-1 1 0,1-1 0,0 1 0,0-1 0,-1 0 0,1 1 0,0-1 0,0 1 0,-1-1 0,1 0 0,0 0 0,-1 1 0,1-1 0,-1 0 0,0 1 0,-3 3 0,3-3 0,-1 0 0,0 1 0,1-1 0,-1 1 0,1 0 0,0-1 0,-1 1 0,1 0 0,0 0 0,0 0 0,0 0 0,0 0 0,1 0 0,-1 0 0,0 0 0,1 0 0,0 0 0,-1 0 0,1 0 0,0 0 0,0 1 0,0-1 0,0 0 0,1 2 0,-1 172 0,0-174 0,0 0 0,0 0 0,0-1 0,1 1 0,-1 0 0,1 0 0,-1-1 0,1 1 0,0 0 0,-1-1 0,1 1 0,0 0 0,0-1 0,0 1 0,0-1 0,0 0 0,1 1 0,-1-1 0,0 0 0,3 2 0,1 2 0,-4-4-15,0 0 0,0 0 0,-1 1 0,1-1 0,0 0 0,-1 0 0,0 1 0,1-1 0,-1 0 0,0 1 0,1-1-1,-1 0 1,0 1 0,0-1 0,0 1 0,0-1 0,0 0 0,-1 1 0,1-1 0,-1 2 0,1-2-61,0 0 1,-1 0-1,1 0 0,0 0 1,0 0-1,0 0 0,0 0 0,0 0 1,0 0-1,0 0 0,0 0 1,0 0-1,1 0 0,-1 0 0,0 0 1,1 0-1,-1 0 0,1 0 1,0 2-1,0-2-603,0 0 0,1 0 0,-1 0 0,0-1 0,0 1 0,0 0 0,1-1 0,-1 1-1,1 0 1,-1-1 0,0 0 0,1 1 0,-1-1 0,1 0 0,-1 0 0,1 1 0,-1-1 0,1 0 0,-1-1 0,0 1 0,1 0 0,-1 0 0,1-1 0,-1 1 0,3-1 0,22-4-6189,1 5 3832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32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67 13702,'1'-4'1332,"-1"1"-1,1-1 1,-1 1-1,1 0 1,0-1-1,1 1 0,-1 0 1,0-1-1,3-2 1,2-13 2590,-6 19-3862,0-1 0,-1 0 0,1 1 1,0-1-1,-1 1 0,1-1 0,-1 0 1,1 1-1,-1-1 0,1 1 0,-1-1 1,1 1-1,-1-1 0,1 1 0,-1 0 1,1-1-1,-1 1 0,0 0 0,1-1 1,-1 1-1,0 0 0,1 0 0,-1 0 1,0-1-1,0 1 0,1 0 0,-2 0 1,0 0-56,0 1 1,0-1 0,0 0 0,0 1 0,0-1 0,0 1-1,0 0 1,1 0 0,-1 0 0,0 0 0,0 0-1,1 0 1,-1 0 0,1 0 0,-1 1 0,1-1-1,-1 1 1,1-1 0,0 1 0,0-1 0,-1 1 0,1 0-1,1 0 1,-1 0 0,-1 2 0,-4 5-16,-5 11 10,1 0 0,1 0 0,0 0 0,2 1 0,0 1 0,1-1 0,2 1 0,0 0 0,1 0 0,1 0 0,1 0 0,1 1 0,1-1 0,1 0 0,1 0 0,1 0 0,12 37 0,2-10 0,-12-29 0,1-1 0,1 1 0,1-1 0,20 31 0,-19-36 0,92 119 0,-95-126 0,-1 0 0,-1 1 0,0-1 0,8 16 0,-10-16 0,1-1 0,0 0 0,0 1 0,0-1 0,1-1 0,9 10 0,-12-13 0,1 0 0,-1 0 0,0 0 0,0 0 0,1 1 0,-2-1 0,1 1 0,0-1 0,0 1 0,1 3 0,-4-5 0,1 0 0,0-1 0,0 1 0,-1 0 0,1 0 0,0 0 0,-1 0 0,1-1 0,-1 1 0,1 0 0,-1 0 0,1-1 0,-1 1 0,0 0 0,1-1 0,-1 1 0,0-1 0,0 1 0,1-1 0,-1 1 0,0-1 0,0 0 0,0 1 0,0-1 0,1 0 0,-1 1 0,0-1 0,0 0 0,0 0 0,0 0 0,0 0 0,0 0 0,-1 0 0,-13 2 10,1 0 0,-1-1 0,0 0 0,1-2 0,-1 1 0,-25-6 0,-98-27-417,41 8-705,21 15-4136,51 8 1426,1-1 0,-34-8 0,7 1-2557,-19 8-1830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33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638 203 5298,'-94'19'11435,"6"-7"-4813,13-1-3010,-111 10 715,41-6-3748,124-14-579,0 1 42,21-2-23,0 0 0,-1 0 0,1 0 0,-1 0 0,1 1 0,-1-1 0,1 0 0,0 1 0,-1-1 0,1 0 0,-1 0 0,1 1 0,0-1 0,-1 1-1,1-1 1,0 0 0,0 1 0,-1-1 0,1 1 0,0-1 0,0 1 0,0-1 0,-1 1 0,1-1 0,0 1 0,0-1 0,0 0 0,0 1 0,0-1 0,0 2 0,8 0 216,59-2-206,191-17-29,97-12 0,-118 8 0,468-28 0,609-50 0,-1290 97 0,313-25 0,-156 9 0,41 1 0,-180 7 0,-40 8 0,0 1 0,0 0 0,1 0 0,-1 0 0,0 1 0,0-1 0,1 0 0,-1 1 0,0 0 0,1-1 0,-1 1 0,0 0 0,1 0 0,-1 0 0,0 1 0,1-1 0,-1 0 0,0 1 0,1 0 0,-1-1 0,3 3 0,-5-3 0,1 1 0,-1 0 0,0-1 0,0 1 0,0 0 0,0-1 0,1 1 0,-1 0 0,0-1 0,0 1 0,0 0 0,-1-1 0,1 1 0,0 0 0,0-1 0,0 1 0,0 0 0,-1-1 0,1 1 0,0 0 0,-1-1 0,1 1 0,0-1 0,-1 1 0,1-1 0,-1 1 0,1-1 0,-1 1 0,1-1 0,-1 1 0,1-1 0,-1 1 0,1-1 0,-1 0 0,0 1 0,1-1 0,-1 0 0,0 0 0,1 0 0,-1 1 0,-1-1 0,-29 15 0,-19 2-5625,-17 3-7737,44-18 6561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36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723 565 2833,'-18'0'1527,"-24"0"1538,40 0-2956,0-1 1,1 1 0,-1 0-1,0 0 1,0-1 0,1 1-1,-1-1 1,1 0 0,-1 0-1,1 1 1,-1-1 0,1 0-1,-1 0 1,1 0 0,0 0-1,-1-1 1,1 1 0,-2-2-1,-24-35 2343,22 32-1652,0 0 1,0 0-1,1-1 1,0 0-1,0 1 0,-4-13 1,6 16-291,0 0 1,0 0-1,-1 0 1,1 0-1,0 0 1,-1 1-1,0-1 1,0 1-1,1 0 1,-1 0-1,-1 0 1,1 0-1,0 0 1,0 1-1,-1-1 1,-4-1-1,-29-18 4621,30 16-5085,-1-1 1,1 2-1,-1-1 1,1 1-1,-1 0 1,-1 0-1,1 1 1,0 0-1,-1 0 1,1 1-1,-1 1 1,0-1-1,0 1 1,0 1-1,0-1 1,1 2-1,-1-1 1,0 1-1,0 1 1,0-1-1,1 1 1,-1 1-1,1 0 1,-1 0-1,1 0 1,0 1-1,0 1 1,1-1-1,-12 10 1,-18 16-47,30-25 0,0 0 0,0 1 0,0 0 0,1 0 0,0 1 0,0-1 0,-8 14 0,-45 65 0,23 22 0,31-94 0,0 1 0,1 0 0,0 0 0,1 0 0,-2 29 0,2 79 0,4-81 0,0-32 0,0 0 0,1 0 0,0 0 0,0 0 0,1 0 0,1-1 0,-1 1 0,1-1 0,1 0 0,8 12 0,-7-10 0,1 0 0,1-1 0,-1 0 0,1-1 0,1 0 0,0 0 0,0-1 0,11 7 0,-9-10 0,1-1 0,-1 0 0,1-1 0,-1-1 0,1 0 0,0 0 0,-1-1 0,1 0 0,0-1 0,11-3 0,-13 2 0,0 0 0,0-1 0,0 0 0,-1-1 0,1 0 0,-1 0 0,0-1 0,0 0 0,11-9 0,7-7 0,33-33 0,-55 48 0,0 0 0,0-1 0,-1 1 0,1-1 0,-1 0 0,3-8 0,12-20 0,-5 16 0,-1-1 0,-2 0 0,0-1 0,-1 0 0,0-1 0,7-31 0,-10 22 0,-4 14 0,1 1 0,0-1 0,9-20 0,-7 22 0,-2 0 0,0 0 0,-1 0 0,0 0 0,-2-1 0,1 1 0,-2 0 0,-2-25 0,2-1 0,0 42 0,0-1 0,0 0 0,0 1 0,0-1 0,1 0 0,-1 0 0,0 1 0,0-1 0,0 0 0,1 0 0,-1 1 0,0-1 0,0 0 0,1 0 0,-1 0 0,0 1 0,0-1 0,1 0 0,-1 0 0,0 0 0,1 0 0,-1 0 0,0 0 0,1 0 0,-1 0 0,0 0 0,0 0 0,1 0 0,-1 0 0,0 0 0,1 0 0,-1 0 0,0 0 0,1 0 0,-1 0 0,0 0 0,1 0 0,-1 0 0,0 0 0,0-1 0,1 1 0,-1 0 0,0 0 0,0 0 0,1-1 0,-1 1 0,0 0 0,0 0 0,1-1 0,-1 1 0,0 0 0,0 0 0,0-1 0,0 1 0,1 0 0,-1 0 0,0-1 0,0 1 0,0 0 0,0-1 0,0 1 0,0 0 0,0-1 0,0 1 0,0 0 0,0-1 0,0 1 0,0-1 0,1 3 0,1-1 0,-1 1 0,0 0 0,0-1 0,0 1 0,0 0 0,0 0 0,0 0 0,0 0 0,0 0 0,-1 0 0,1 0 0,-1 0 0,1 4 0,-2 1 0,1 0 0,1 1 0,-1-1 0,1 1 0,0-1 0,1 0 0,0 0 0,0 0 0,0 0 0,1 0 0,4 8 0,-1-5 0,-1 1 0,-1 1 0,0-1 0,4 16 0,12 33 0,-3-31 0,1-1 0,1 0 0,31 33 0,-38-47 0,5 7 0,1-1 0,1-1 0,1-1 0,35 25 0,-46-37 0,0 1 0,1-1 0,-1-1 0,1 0 0,0-1 0,0 1 0,1-2 0,-1 0 0,1 0 0,0-1 0,12 2 0,-12-4-112,1 0 0,-1 0-1,0-1 1,0 0 0,0-1 0,0 0-1,0-1 1,0 0 0,0-1 0,-1 0-1,0-1 1,0 0 0,0-1 0,16-11 0,8-6-358,0-1 1,-2-2 0,0-1 0,-2-1 0,36-45 0,-38 35 613,-8 11 88,-1 0-1,-1-1 1,-1-1 0,-1-1-1,11-32 1,4-29 1250,27-134 0,-56 216-1482,-1-1 0,0 0 0,-1 0 0,0 0 0,0 0 0,-1 1 0,-1-1 0,1 0 0,-1 0 0,-1 1 0,-6-16 0,7 19 0,-1 1 0,0 0 0,0-1 0,0 1 0,-1 0 0,0 0 0,0 1 0,0-1 0,0 1 0,-1 0 0,1 0 0,-1 0 0,0 1 0,0 0 0,-1 0 0,1 0 0,-1 0 0,1 1 0,-12-3 0,11 4 0,1 1 0,-1 0 0,0 0 0,0 0 0,0 1 0,1 0 0,-10 2 0,2 0 0,1 0 0,2 0 0,-1 1 0,0 0 0,1 0 0,0 1 0,0 1 0,0 0 0,0 0 0,1 1 0,0 0 0,1 0 0,0 1 0,0 1 0,0-1 0,1 1 0,-11 18 0,15-18 0,1 0 0,1 1 0,0-1 0,0 0 0,0 1 0,1-1 0,1 1 0,0-1 0,0 0 0,5 18 0,1-14 0,1 0 0,1 0 0,0-1 0,1 0 0,19 19 0,-15-17 0,56 50 0,-53-51 0,-1 1 0,-1 1 0,20 25 0,53 57 0,-62-72 0,43 57 0,-13 7 0,-19-40 0,-25-35 0,0 2 0,0 0 0,-2 0 0,0 1 0,9 22 0,31 131 0,-44-154 0,-1 0 0,-1 0 0,-1 0 0,0 0 0,-1 1 0,-1 0 0,0-1 0,-2 1 0,1 0 0,-2-1 0,-1 1 0,0-1 0,0 0 0,-10 23 0,1-7 0,9-21 0,-1 0 0,0 0 0,-1-1 0,0 1 0,-1-1 0,0 0 0,-1-1 0,0 1 0,-10 10 0,-10 4 0,21-17 0,-1 0 0,0 0 0,0-1 0,-1 0 0,0 0 0,0-1 0,0 0 0,0-1 0,-1 1 0,0-2 0,0 1 0,-11 2 0,-43-4-4009,51-3 2516,0-1-1,0 0 1,0 0-1,0-2 1,0 1 0,1-1-1,0-1 1,0 0-1,0-1 1,0 0-1,-14-12 1,-19-19-3934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36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0 563 5106,'89'-18'13816,"8"-2"-5289,-5-6-5314,-31 13-1666,-52 12-1461,0 0 1,0-1 0,0 0 0,0-1 0,10-4 0,20-12-69,38-27 1,-69 40-19,0-1 0,-1 1 0,0-2 0,0 1 0,9-13 0,4-5 0,-16 20 0,-1 1 0,0-1 0,0 0 0,0 0 0,-1 0 0,0 0 0,0-1 0,0 1 0,-1 0 0,0-1 0,0 1 0,0-1 0,0 0 0,-1 1 0,0-1 0,0 0 0,-2-7 0,2-8 0,0 15 0,-1 0 0,0 1 0,0-1 0,0 0 0,-1 1 0,0-1 0,-5-9 0,-2-7 0,8 16 0,-1 0 0,0 1 0,0-1 0,-1 1 0,1-1 0,-1 1 0,0 0 0,-1 0 0,1 1 0,-1-1 0,0 1 0,-1-1 0,1 1 0,0 1 0,-1-1 0,0 0 0,0 1 0,-10-5 0,2 3 0,0-1 0,0 2 0,0 0 0,-1 0 0,1 2 0,-1-1 0,0 2 0,-21-1 0,27 2 0,-1 0 0,1 0 0,0 0 0,-1 1 0,1 1 0,0-1 0,0 1 0,-1 1 0,2-1 0,-1 1 0,0 1 0,0 0 0,1 0 0,0 0 0,-11 9 0,-55 70 0,63-68 0,1 0 0,0 0 0,2 1 0,0 0 0,0 0 0,2 1 0,0-1 0,-5 30 0,8-29 0,1 0 0,0 1 0,1-1 0,1 1 0,1-1 0,0 1 0,1-1 0,1 0 0,1 0 0,0 0 0,2-1 0,-1 0 0,2 0 0,0-1 0,1 0 0,1 0 0,15 18 0,-14-17 0,1-1 0,0 0 0,2-1 0,-1 0 0,2-1 0,0-1 0,0 0 0,1-2 0,28 16 0,-10-11 7,2 0 0,0-3 0,0-1 0,1-2-1,56 8 1,-72-16-109,0 0-1,0-1 1,0-1-1,0 0 0,-1-2 1,1-1-1,-1 0 1,0-2-1,0 0 0,0-1 1,24-13-1,-16 5-4230,0 0-1,-1-2 1,34-28 0,-14 4-2356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37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507 724 7331,'-23'-40'8662,"-3"-3"3312,-1 14-7625,20 22-4333,0 1 0,-1 0 0,0 0 1,0 1-1,0 0 0,-1 1 0,1 0 0,-1 0 0,0 0 0,0 1 0,0 1 0,-1 0 0,1 0 1,-1 0-1,1 1 0,-1 1 0,1 0 0,-1 0 0,0 1 0,1 0 0,-1 1 0,1 0 0,0 0 1,-1 1-1,1 0 0,0 1 0,-14 7 0,13-5-16,1 0 0,0 1 0,0 0 0,1 1 0,0-1 0,0 2 0,-11 14 0,3 0 0,1 1 0,-13 30 0,22-38 0,1-1 0,0 1 0,2 0 0,-1 0 0,2 0 0,0 0 0,1 0 0,2 27 0,0-29 0,0 0 0,1 0 0,0 0 0,1 0 0,1-1 0,0 1 0,0-1 0,2 0 0,0 0 0,0-1 0,1 0 0,9 12 0,0-2 0,1-2 0,1 1 0,1-2 0,1-1 0,24 18 0,-22-21 0,1-1 0,0-1 0,2-1 0,-1-1 0,1-1 0,1-1 0,0-1 0,0-2 0,0 0 0,1-2 0,0-1 0,0-1 0,0-1 0,0-1 0,42-7 0,-38 1 0,1-1 0,55-21 0,-52 16 0,-15 5 0,-1-1 0,0-1 0,-1 0 0,0-2 0,-1 0 0,0-1 0,27-24 0,-28 22 0,-2 0 0,0-1 0,0 0 0,-2-1 0,0 0 0,0-1 0,-2-1 0,12-24 0,-8 7 0,-1-2 0,-2 0 0,10-52 0,-19 65 0,0 1 0,-2-38 0,-1 24 0,1 37 0,0-1 0,0 1 0,1 0 0,-1 0 0,0-1 0,0 1 0,0 0 0,1 0 0,-1-1 0,0 1 0,1 0 0,-1 0 0,0 0 0,0 0 0,1-1 0,-1 1 0,0 0 0,1 0 0,-1 0 0,0 0 0,1 0 0,-1 0 0,0 0 0,1 0 0,-1 0 0,0 0 0,1 0 0,-1 0 0,0 0 0,1 0 0,-1 0 0,0 0 0,0 1 0,1-1 0,-1 0 0,0 0 0,1 0 0,-1 0 0,0 1 0,0-1 0,1 0 0,-1 0 0,0 0 0,0 1 0,1-1 0,-1 0 0,0 0 0,0 1 0,0-1 0,0 0 0,1 1 0,-1-1 0,0 1 0,1 0 0,0 0 0,1 0 0,-1 0 0,0 1 0,0-1 0,0 0 0,0 1 0,-1-1 0,1 1 0,0-1 0,0 1 0,-1-1 0,1 1 0,-1 0 0,0-1 0,1 3 0,-1 18 0,1 1 0,1-1 0,1 0 0,0 0 0,2 0 0,1-1 0,0 1 0,2-1 0,0-1 0,17 29 0,1 7 0,-21-42 0,2 1 0,0-1 0,0 0 0,15 18 0,-2-5-244,-18-23-7,1 0 1,0 0-1,0 0 1,0 0-1,0-1 1,0 0-1,1 1 1,0-1 0,0 0-1,-1-1 1,2 1-1,5 2 1,-7-3-1086,1-1 0,-1 0 0,1 0 1,0 0-1,-1-1 0,1 1 0,0-1 0,5 0 0,-8 0 1145,1 0-1,-1-1 1,1 1-1,-1-1 0,1 1 1,-1-1-1,1 1 1,-1-1-1,0 0 0,1 0 1,-1 1-1,0-1 1,0 0-1,0 0 0,0 0 1,0 0-1,0-1 0,0 1 1,0 0-1,0 0 1,0-1-1,0 1 0,0-3 1,41-80-3680,-27 56 3763,-1 0-1,-1-1 1,-2 0-1,14-55 1,4-172 4291,-21 206-2539,-2 21 347,-2 1 0,1-41 0,-5-277 8595,0 228-8438,0 119-2148,0 1 0,0-1 0,0 1 0,1-1 0,-1 0 0,0 1 0,1-1 0,-1 1 0,1-1 0,0 0 0,-1 1 0,1-1 0,0 0 0,0 0 0,0 0 0,0 0 0,0 0 0,1 2 0,9 13 0,-2 18 0,7 27 0,78 215 0,-81-237 0,21 43 0,13 39 0,-35-82 0,-3-13 0,-2 0 0,7 42 0,0 14-561,-8-52-755,-1 0 0,1 43 0,-5-33-2025,1-22 555,-2 0-1,0 0 0,-1-1 0,-5 30 1,4-44 2296,1 0 0,-1 0-1,1 0 1,-1 0 0,0 0 0,0-1 0,0 1 0,0-1 0,-6 5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37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1 304 11541,'3'-5'1180,"1"0"0,-1 0 0,-1 0-1,1 0 1,0-1 0,-1 1 0,0-1 0,-1 0-1,1 0 1,-1 1 0,0-1 0,-1 0-1,1-6 1,-1 8-911,0-1 0,1 1 0,-1 0 0,1 0 0,0 0 0,0 0 0,1 0 0,-1 0 0,1 0 0,0 0 0,0 1 0,0-1 0,0 1 0,0-1 0,4-2 0,11-20 136,-13 20-405,1-1 0,0 1 0,0 1 0,0-1 0,1 1 0,0-1 0,0 1 0,0 1 0,0 0 0,1-1 0,0 2 0,8-4 0,8-3 0,1 1 0,43-11 0,-59 19 0,0 0 0,0 0 0,0 1 0,0 0 0,0 0 0,0 1 0,0 0 0,0 1 0,0 0 0,0 0 0,0 0 0,8 5 0,-5-2 0,0 0 0,-1 1 0,1 0 0,-1 1 0,-1 0 0,1 0 0,15 18 0,-18-16 0,0 0 0,-1 0 0,0 1 0,0 0 0,-1 0 0,7 22 0,14 26 0,-4-6 0,-21-45 0,2 0 0,-1-1 0,1 1 0,0 0 0,0-1 0,7 10 0,6 5 0,37 45 0,-48-61 0,-1-1 0,1 0 0,1 0 0,-1 0 0,0-1 0,1 0 0,0 0 0,0 0 0,0 0 0,12 2 0,-13-4 0,0-1 0,1 0 0,-1 0 0,1 0 0,-1-1 0,0 1 0,0-1 0,1-1 0,-1 1 0,0-1 0,0 0 0,0 0 0,0 0 0,-1-1 0,1 1 0,0-1 0,-1 0 0,0-1 0,0 1 0,0-1 0,5-6 0,7-7 0,-1-1 0,-1 0 0,19-35 0,-26 41 0,-1 4 0,-1-1 0,0 0 0,0 0 0,-1-1 0,0 0 0,3-12 0,-5 10 0,-1 3 0,1 0 0,0-1 0,1 1 0,0 0 0,1 0 0,8-16 0,-9 19 0,0 1 0,0-1 0,-1 0 0,0 0 0,0 0 0,0 0 0,-1 0 0,0 0 0,0-1 0,0-11 0,-1 15 0,0 0 0,0 0 0,0 0 0,1-1 0,0 1 0,0 0 0,-1 0 0,2 0 0,-1 0 0,0 0 0,1 0 0,-1 1 0,1-1 0,0 0 0,3-3 0,-1 1 0,-3 5 0,-1-1 0,1 1 0,-1-1 0,1 1 0,-1-1 0,1 1 0,-1-1 0,1 1 0,-1-1 0,0 0 0,1 1 0,-1-1 0,0 0 0,0 1 0,1-1 0,-1 0 0,0 1 0,0-1 0,0 0 0,0 0 0,0 1 0,0-1 0,0 0 0,0 1 0,0-1 0,0 0 0,0 0 0,0 1 0,0-1 0,-1 0 0,1 1 0,-1-2 0,-2 7 0,9 12 0,3 6 0,0 0 0,-2 0 0,8 44 0,9 28 0,3-12 0,-5-20 0,26 124 0,-37-109 0,1 120 0,-14-154 0,-8 49 0,7-68 0,0-9-6,0 0 1,-1-1-1,0 1 1,-1-1-1,-1 0 1,0-1-1,-1 1 1,-1-1-1,0 0 1,-1-1-1,0 0 1,-1 0-1,-1-1 0,0-1 1,0 1-1,-1-2 1,0 0-1,-1 0 1,-1-1-1,1-1 1,-1 0-1,-1-1 1,1 0-1,-1-1 0,-19 4 1,-35 2-1971,-6-11-5087,8-14-2194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38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95 22138,'0'-26'10629,"-28"10"-10629,9 0 0,19 6 0,-28-6 0,10 5 0,-11 11-1745,11 27-18328,18-17 14679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34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4 171 1169,'0'-9'24742,"-1"51"-23083,0-29-917,0 0 1,1 0-1,0 0 1,1 0-1,1 0 1,3 14-1,6 9-742,-2-1 0,-1 1 0,-2 1 0,2 56 0,-6-68 0,1 0 0,11 48 0,-1-10 0,16 64 0,-19-93 0,-1 73 0,2-78 0,-9-24 0,0 0 0,0 0 0,0 1 0,-1-1 0,0 0 0,0 1 0,0 10 0,-1 158-8132,0-175 8082,0 0 0,0 0-1,0 0 1,0 1 0,0-1 0,0 0-1,-1 0 1,1 0 0,0 0 0,-1 1-1,1-1 1,-1 0 0,1 0-1,-1 0 1,1 1 0,-1-1 0,1 0-1,-1 1 1,0-1 0,1 1-1,-1-1 1,0 1 0,1-1 0,-2 0-1,-10-11-431,8-13 4,5 21 421,-1 0-1,0 0 1,-1 0 0,1 0 0,-1 0 0,0 0 0,0 0 0,-1-5-1,-7-16-51,2 0 0,0-1-1,-4-37 1,-2-15 136,7 53 1,0-1 26,2 1 0,0-1 1,0-26-1,-14-171 2131,17 208-1669,0 1 0,-1-1 0,0 1 0,-7-21-1,5 22 86,1 0 0,1-1 0,0 1 0,-1-19 0,3-19 343,1 51-929,-1 1 0,0-1-1,0 1 1,0-1 0,1 1-1,-1-1 1,0 1 0,0-1-1,1 1 1,-1-1 0,0 0-1,1 1 1,-1-1-1,1 1 1,-1-1 0,0 0-1,1 1 1,-1-1 0,1 0-1,-1 0 1,1 1 0,-1-1-1,1 0 1,-1 0 0,1 0-1,-1 0 1,1 0 0,-1 0-1,1 0 1,0 0 0,0 0-1,9 4 267,15 44 1114,-16-36-1345,0 0-1,-1 0 1,8 16-1,18 28-76,152 165 27,-141-173 0,3-3 0,73 57 0,-61-70 0,-51-28 0,0 0 0,0 1 0,0-1 0,-1 2 0,9 6 0,-14-10 0,-1 0 0,1 0 0,0 0 0,0-1 0,1 1 0,-1-1 0,0 0 0,0 0 0,1 0 0,-1-1 0,0 1 0,1-1 0,-1 0 0,1 1 0,-1-2 0,1 1 0,-1 0 0,0-1 0,1 1 0,-1-1 0,0 0 0,1 0 0,-1 0 0,0-1 0,0 1 0,5-4 0,4-10 0,-10 13 0,0 0 0,0 0 0,-1 1 0,1-1 0,-1-1 0,0 1 0,1 0 0,-1 0 0,0 0 0,0-1 0,-1 1 0,1 0 0,0-1 0,-1 1 0,1-1 0,-1 1 0,0-5 0,2-59 0,0 35 0,-2-1 0,-1 1 0,-6-45 0,-7 2 0,-16-66 0,28 136 0,-23-79 0,-70-151 0,88 221 0,1-1 0,1 0 0,-7-24 0,11 35 0,0 0 0,-1 0 0,1 0 0,-1 0 0,0 0 0,1 1 0,-1-1 0,-1 1 0,1-1 0,-4-3 0,4 5 0,1 0 0,-1-1 0,0 0 0,1 1 0,-1-1 0,1 0 0,0 1 0,0-1 0,0 0 0,-1 0 0,2 0 0,-1 0 0,0 0 0,0-1 0,1 1 0,-1 0 0,0-3 0,1 3-71,0 1 0,0 0 0,0-1 0,0 1 0,-1 0-1,1-1 1,-1 1 0,1 0 0,-1 0 0,0-1 0,1 1 0,-1 0 0,0 0 0,0 0 0,1 0 0,-3-2-1,1 3-1191,11 9-219,-4-1-4248,-2-2 4049,41 35-7790,-18-15 4391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35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638 244 1249,'0'-2'171,"0"1"1,0-1 0,0 1 0,0-1-1,1 0 1,-1 1 0,1-1-1,-1 1 1,1-1 0,-1 1 0,1-1-1,0 1 1,0 0 0,0-1 0,0 1-1,0 0 1,0 0 0,0-1 0,2 0-1,-2 1 88,0 0 0,1 0 0,-1-1-1,0 1 1,0 0 0,0 0-1,-1-1 1,1 1 0,0 0 0,0-1-1,-1 1 1,1-1 0,-1 1-1,1-1 1,-1 1 0,0-1 0,1 1-1,-1-1 1,0-2 0,8-29 4155,-6 29-3737,0 0-1,-1-1 1,1 1 0,-1 0-1,0-1 1,0 0-1,-1 1 1,1-7-1,-1 7-300,0 0 0,1 0 0,-1 0 0,-1 0 0,1 0 0,-1 0 0,1 1 0,-1-1 0,0 0 0,-1 0 0,1 0-1,-1 1 1,1-1 0,-1 1 0,0-1 0,0 1 0,-1 0 0,1 0 0,-1 0 0,0 0 0,1 0 0,-1 0 0,0 1 0,-1-1 0,1 1 0,0 0-1,-1 0 1,1 0 0,-1 1 0,0-1 0,1 1 0,-7-2 0,0 2-376,-1 0 0,1 1 0,0 0 0,-1 0 0,1 1 0,0 1 0,0 0 0,0 0 0,0 1 0,0 0 0,0 1 0,-15 8 0,5-1 0,-12 5 0,1 1 0,1 2 0,1 1 0,1 1 0,1 2 0,-35 37 0,42-37 0,-79 102 0,89-109 0,0 0 0,1 0 0,1 1 0,0 0 0,2 1 0,-7 24 0,5-7 0,2 1 0,-4 64 0,10-84 0,1-1 0,0 1 0,1-1 0,1 1 0,0-1 0,1 0 0,1 0 0,0 0 0,1-1 0,1 0 0,0 0 0,1 0 0,0-1 0,1 0 0,0-1 0,1 0 0,16 15 0,-19-23 0,-1 0 0,1 0 0,0-1 0,0 0 0,0 0 0,0-1 0,0 0 0,1 0 0,-1 0 0,1-1 0,-1 0 0,13-1 0,-9 1 0,0-1 0,0-1 0,-1 0 0,1 0 0,0-1 0,-1 0 0,0-1 0,11-4 0,-5-1 0,-1-1 0,0 0 0,-1-1 0,0-1 0,0 0 0,-1-1 0,-1-1 0,0 0 0,0 0 0,-2-1 0,14-21 0,-14 15 0,-1 5 0,-1 0 0,-1-1 0,0-1 0,-1 1 0,0-1 0,5-31 0,43-231 0,-50 255 0,-1 0 0,-1 0 0,-2 0 0,-2-31 0,0-9 0,1 56 0,0 19 0,6 28 0,-2-33 0,0 0 0,-1 0 0,0 0 0,0 1 0,-1-1 0,0 1 0,0 0 0,0 7 0,-1-4 0,2-1 0,-1 0 0,1 1 0,0-1 0,1 0 0,4 9 0,7 29 0,-7-22-37,1-1-1,0 0 1,2 0 0,1-1-1,1 0 1,1-1 0,29 38-1,-38-55-497,0 1 0,-1-1-1,0 1 1,0 0 0,0 0-1,-1 0 1,0 1 0,2 8-1,-2-9-51,-2-4 269,1 0-1,0 0 1,0-1-1,0 1 1,0 0 0,0 0-1,0 0 1,1-1 0,-1 1-1,1-1 1,-1 1-1,1-1 1,-1 1 0,1-1-1,3 2 1,11 12-3288,-11-2 1332,-5-12 2102,0 0 1,1-1-1,-1 1 1,0 0-1,0 0 1,1-1-1,-1 1 1,0 0 0,1 0-1,-1-1 1,1 1-1,-1 0 1,1-1-1,-1 1 1,1 0-1,0-1 1,-1 1-1,1-1 1,0 1 0,-1-1-1,1 0 1,0 1-1,0-1 1,-1 0-1,1 1 1,0-1-1,0 0 1,0 0 0,0 0-1,-1 0 1,3 1-1,5 2-970,15 2-3516,0-5 2545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35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1 559 1297,'5'-11'1253,"0"-1"0,0 0 0,-1 0 1,-1 0-1,0 0 0,-1-1 1,1-17-1,-3-92 13410,-2 54-8178,2 66-6462,0-1 0,0 1 0,-1 0 0,1-1 0,-1 1 1,1 0-1,-1-1 0,0 1 0,0 0 0,0 0 0,0 0 0,0 0 0,0 0 0,-1 0 0,-2-3 1,3 3-29,-1 1 0,1-1 1,0 1-1,0-1 1,0 0-1,0 1 0,0-1 1,0 0-1,1 0 1,-1 0-1,0 0 0,1 1 1,0-1-1,-1 0 1,1-4-1,0-1 5,-1 11 0,7 16 0,0-11 0,-4-7 0,0 0 0,0 0 0,-1 1 0,0-1 0,1 0 0,-1 1 0,0-1 0,0 1 0,0-1 0,0 1 0,-1-1 0,1 1 0,-1 0 0,1-1 0,-1 6 0,1 7 0,1 1 0,0-1 0,1 1 0,0-1 0,2 0 0,6 17 0,43 86 0,-43-96 0,26 44 0,-27-52 0,-2 1 0,0 0 0,0 0 0,-1 1 0,7 29 0,-11-35 0,0 0 0,0 0 0,0 0 0,2-1 0,-1 1 0,1-1 0,0 0 0,12 14 0,-13-17 0,2 4 0,0-1 0,0 0 0,0 0 0,14 14 0,-19-22 0,0-1 0,0 1 0,-1 0 0,1 0 0,0 0 0,0 0 0,0-1 0,0 1 0,0-1 0,0 1 0,0 0 0,0-1 0,0 0 0,0 1 0,0-1 0,0 0 0,0 1 0,1-1 0,-1 0 0,0 0 0,0 0 0,0 0 0,0 0 0,1 0 0,-1 0 0,0 0 0,0-1 0,0 1 0,0 0 0,0-1 0,0 1 0,0-1 0,0 1 0,0-1 0,0 0 0,0 1 0,0-1 0,0 0 0,0 1 0,0-1 0,-1 0 0,1 0 0,1-2 0,1-1 0,3-3 0,-1-1 0,0 0 0,0 0 0,-1 0 0,0-1 0,0 0 0,-1 0 0,0 0 0,2-10 0,7-29 0,-1 8 0,-2-2 0,-2 1 0,4-62 0,-10 89 0,0 1 0,1-1 0,0 1 0,6-18 0,-4 19 0,-1 0 0,0-1 0,-1 1 0,0-17 0,-3 23 0,1 0 0,0 0 0,0 1 0,1-1 0,-1 0 0,1 0 0,0 0 0,1 1 0,0-1 0,0 0 0,0 1 0,0 0 0,1-1 0,5-8 0,-7 13 0,0-1 0,0 1 0,-1-1 0,1 1 0,-1-1 0,1 1 0,-1-1 0,1 0 0,-1 1 0,0-1 0,0 1 0,0-1 0,0 0 0,0 1 0,0-1 0,-1 1 0,0-4 0,1 2 0,4 9 0,6 7 0,-4-5 0,-1-1 0,0 1 0,0 0 0,0 0 0,-1 0 0,3 11 0,-2-6 0,1-1 0,1 0 0,0 0 0,0-1 0,11 13 0,-11-15 0,1 1 0,-1 0 0,-1 1 0,0-1 0,-1 1 0,0 0 0,7 24 0,-10-23 0,1 0 0,0 0 0,1 0 0,0 0 0,0 0 0,1-1 0,1 0 0,0 0 0,9 12 0,1-1 0,-1-1 0,2 0 0,35 36 0,-46-51 0,-5-6 0,0 1 0,0 0 0,0-1 0,0 1 0,0 0 0,0 0 0,0 0 0,-1 0 0,1-1 0,0 1 0,-1 0 0,1 0 0,0 1 0,-1-1 0,1 0 0,-1 0 0,0 0 0,1 0 0,-1 0 0,0 0 0,0 1 0,0 0 0,0-1 0,0 0 0,0-1 0,0 1 0,0-1 0,-1 1 0,1 0 0,0-1 0,0 1 0,1 0 0,-1-1 0,0 1 0,0 0 0,0-1 0,0 1 0,0 0 0,1-1 0,-1 1 0,0 0 0,1-1 0,-1 1 0,0-1 0,1 1 0,-1-1 0,1 1 0,-1-1 0,0 1 0,1-1 0,0 1 0,-1-1 0,1 0 0,-1 1 0,1-1 0,-1 0 0,1 1 0,0-1 0,-1 0 0,1 0 0,0 0 0,-1 0 0,1 1 0,0-1 0,-1 0 0,1 0 0,0 0 0,-1 0 0,1-1 0,1 1 0,-1-1 0,1 1 0,0-1 0,0 0 0,-1 0 0,1 0 0,-1 0 0,1 0 0,-1 0 0,1 0 0,-1-1 0,0 1 0,0 0 0,1-1 0,-1 1 0,0-1 0,1-2 0,0-6 0,0 1 0,-1-1 0,0 1 0,0-1 0,-1 1 0,0-1 0,-2-11 0,0-13 0,2-388 0,0 420 0,0 1 0,0 0 0,0 0 0,1 0 0,-1 0 0,0 0 0,1 0 0,-1 0 0,0 0 0,1 0 0,-1 0 0,1 0 0,-1 0 0,1 0 0,0 0 0,-1 0 0,1 1 0,0-1 0,0 0 0,0 0 0,-1 1 0,1-1 0,0 0 0,0 1 0,0-1 0,0 1 0,2-1 0,3-3 0,-2-3 0,-1 16 0,25 47 0,-12-19 0,2-2 0,2 0 0,1-2 0,30 38 0,27 21 0,-49-64 0,-4-3 0,43 33 0,-52-46 0,64 41 0,-73-49 0,1 0 0,0 0 0,0-1 0,0 0 0,0-1 0,1 0 0,-1 0 0,1-1 0,11 1 0,-17-2 0,8 0 0,0 0 0,0-1 0,20-3 0,-28 3 0,0 0 0,0 0 0,0 0 0,0-1 0,0 1 0,0-1 0,-1 1 0,1-1 0,0 0 0,-1 0 0,0 0 0,1 0 0,-1 0 0,0-1 0,0 1 0,0-1 0,2-4 0,21-50 0,-20 47 0,-1 1 0,0 0 0,-1-1 0,0 0 0,0 0 0,-1 0 0,0 0 0,0-13 0,-2-92 0,-1 55 0,1 48 0,1-6 0,-1 1 0,-1-1 0,0 1 0,-1 0 0,-1 0 0,0-1 0,-2 2 0,-8-23 0,-2 1 0,9 23 0,0-1 0,-1 1 0,0 1 0,-18-26 0,21 36 0,1 0 0,-1 0 0,0 1 0,0-1 0,0 1 0,0 0 0,-1 0 0,1 0 0,-1 1 0,0-1 0,1 1 0,-1 0 0,-1 0 0,1 1 0,0 0 0,0 0 0,0 0 0,-1 0 0,-8 1 0,5 0 0,1 1 0,-1 0 0,1 0 0,0 1 0,-1 0 0,1 1 0,0-1 0,0 2 0,0-1 0,0 1 0,1 0 0,0 1 0,0-1 0,0 2 0,0-1 0,1 1 0,-9 9 0,6-4 0,0 1 0,0 1 0,1 0 0,-12 27 0,-19 32 0,30-56 0,0 1 0,2 0 0,-1 0 0,2 1 0,1 0 0,0 1 0,1-1 0,1 1 0,0-1 0,2 1 0,0 0 0,3 30 0,3-26 0,1 0 0,1-1 0,1 0 0,14 27 0,-6-12 0,-9-23 0,1 0 0,0 0 0,1 0 0,0-1 0,1-1 0,0 1 0,19 15 0,-8-9 0,1-1 0,1-1 0,35 19 0,-44-29 0,-1 0 0,2 0 0,-1-1 0,0-1 0,1-1 0,0 0 0,0 0 0,1-2 0,-1 0 0,1-1 0,-1 0 0,1-1 0,-1-1 0,0 0 0,25-6 0,-4-2 0,-24 6 0,0 1 0,0-1 0,0-1 0,-1 0 0,1-1 0,-1 0 0,0-1 0,-1 0 0,1-1 0,11-9 0,-12 7-696,-1-1 0,0 1 0,0-2 0,-1 1 0,0-1 0,-1 0 0,0-1 0,0 0 0,4-14-1,-4 2-2676,-1-1 0,-2-1 0,-1 1-1,1-31 1,-4 3-1085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44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90 16504,'-44'25'11855,"23"-14"-7585,21-10-4132,22-9-138,258-40 0,3 12 0,479 1 0,-426 46 0,-297-11-1002,57 10 0,-39-3-830,-48-6 517,0 1 0,-1 0 0,1 1 0,0 0 0,-1 0 0,10 5 0,-12 1-5691,-12 8 3541,-17-3-1132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44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65 106 8196,'-53'-7'15331,"42"-1"-8813,31-1-3796,167-13-2722,-146 18 0,262-12 0,-76 6 0,62 6 0,-58 3 0,110-7-1758,-208-1-4638,-8 2-3514,-74 7 3531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44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16 175 9236,'-2'0'7552,"-12"0"3030,46 0-9681,0-2 0,0-1 0,33-7 0,48-3 259,-74 10-843,48-10-1,87-18-316,335-17 0,-178 22 0,-159 17 0,47-7-2422,-175 16-4971,-40 25-7160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38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5715,'0'-22'15902,"0"36"-7646,0 14-5208,0-5-3359,0-12 343,1 0 0,1 0 1,0-1-1,0 1 0,6 16 1,8 36-70,-7-23 37,26 73 0,-15-54 0,-2-2 0,-8-19 0,3-1 0,23 50 0,28 58 0,-50-112 0,1-2 0,1 0 0,36 49 0,20 38 0,-40-61 0,-23-42 0,0 1 0,-1 0 0,10 27 0,-17-40 0,1 0 0,-1 1 0,1-1 0,0 0 0,0 0 0,0 0 0,0 0 0,0-1 0,1 1 0,-1-1 0,1 1 0,0-1 0,0 0 0,-1 0 0,1 0 0,1 0 0,-1 0 0,0-1 0,0 0 0,1 1 0,-1-1 0,1 0 0,-1-1 0,1 1 0,-1-1 0,1 1 0,-1-1 0,7-1 0,-6 1 0,0 0 0,0 0 0,0-1 0,-1 1 0,1-1 0,0 0 0,-1-1 0,1 1 0,0 0 0,-1-1 0,1 0 0,-1 0 0,0 0 0,0 0 0,0-1 0,0 1 0,0-1 0,0 0 0,-1 1 0,1-1 0,-1 0 0,0-1 0,0 1 0,0 0 0,2-5 0,0-1-422,1 1 1,-1 0-1,2 0 0,-1 0 1,1 0-1,0 1 0,8-7 1,25-34-3009,-31 34 2210,0 0 1,-1-1-1,-1 0 1,0 0-1,-1-1 1,0 1-1,2-19 0,32-70-4833,-19-2 875,-17 49 2891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38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113 175 4258,'-19'-11'5635,"-28"-5"31,19 6-1376,28-6-1681,-19 0-1536,19 6-849,0-6-544,0 5-160,19-5-289,9 6-623,-28-6-801,19 5-641,9 11-367,-9-15 31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39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144 485 2657,'-136'176'18078,"135"-174"-17992,0 0 1,0 1-1,0-1 0,0 0 1,0 1-1,1-1 1,-1 1-1,1-1 0,0 1 1,-1-1-1,1 0 1,0 1-1,1-1 0,-1 1 1,0-1-1,1 1 1,-1-1-1,1 1 0,0-1 1,0 0-1,0 1 1,0-1-1,0 0 1,0 0-1,0 0 0,1 1 1,0-2-1,-1 1 1,1 0-1,0 0 0,0 0 1,-1-1-1,1 1 1,1-1-1,-1 0 0,0 1 1,0-1-1,0 0 1,1 0-1,-1 0 0,0-1 1,1 1-1,4 0 1,18 2-49,0-1 0,0-1 1,40-3-1,-14 0-117,-2-1 3,1-1 1,-1-3-1,51-13 0,-14 2 35,36-8 93,61-10 486,-107 21 3311,-60 13-2480,-14 8-55,-2-4-1222,-1-1 0,0 1 0,0-1-1,0 1 1,0-1 0,0 0 0,0 1 0,0-1 0,0 0 0,0 0 0,-1 0-1,1 0 1,0 0 0,-3 1 0,-29 19-92,1 2 0,-37 32 0,-11 10 0,58-46 0,1 2 0,1 0 0,1 2 0,1 0 0,1 1 0,0 1 0,-13 29 0,28-50 0,1 1 0,-1 0 0,1 0 0,0 0 0,0 0 0,1 0 0,0 0 0,-1 1 0,2-1 0,-1 0 0,2 7 0,-1 16 0,0-25 0,-1 0 0,1 0 0,0 0 0,-1 1 0,1-1 0,1 0 0,-1 0 0,0 0 0,1 0 0,0-1 0,-1 1 0,1 0 0,0-1 0,0 1 0,1-1 0,-1 0 0,0 1 0,1-1 0,-1 0 0,1-1 0,0 1 0,0 0 0,0-1 0,0 1 0,0-1 0,0 0 0,0 0 0,0 0 0,0-1 0,0 1 0,1-1 0,-1 0 0,0 1 0,0-2 0,1 1 0,-1 0 0,0 0 0,6-2 0,6-4 0,-5 4 0,-1-1 0,0 0 0,0-1 0,0 0 0,0-1 0,-1 0 0,0 0 0,1 0 0,-2-1 0,1-1 0,7-7 0,1-3 0,0-2 0,-1 1 0,-1-2 0,-1 0 0,-1 0 0,17-40 0,-14 16 0,-3-1 0,-1 0 0,8-85 0,-4 20 0,-7 67 0,-2 14 0,-2 0 0,2-42 0,-6-277 0,0 346 0,0 1 0,0-1 0,0 0 0,-1 0 0,1 0 0,0 1 0,-1-1 0,1 0 0,-1 1 0,0-1 0,0 0 0,1 1 0,-1-1 0,0 1 0,0-1 0,0 1 0,0 0 0,-1-1 0,1 1 0,0 0 0,-3-2 0,-2-2 0,6 5 0,-1 0 0,1 1 0,0-1 0,-1 0 0,1 1 0,-1-1 0,1 0 0,0 1 0,-1-1 0,1 1 0,0-1 0,0 1 0,-1-1 0,1 0 0,0 1 0,0-1 0,0 1 0,-1-1 0,1 1 0,0-1 0,0 1 0,0-1 0,0 1 0,0-1 0,0 1 0,0-1 0,0 1 0,0 0 0,0-1 0,1 1 0,-1-1 0,0 0 0,1 2 0,-2 42 0,2-21 0,-2 15 0,-1-12 0,2-1 0,1 0 0,5 31 0,33 159 0,-38-208 0,6 59 0,3 0 0,30 105 0,-9-27 11,-18-76-105,1 18-3005,-9-43-5607,-1 44 1,-4-50 2870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3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20 232 11365,'0'-73'14731,"0"0"-8273,0 68-6420,-1 0 0,0 0 0,1 0 0,-2 0 0,1 0 0,-4-9 0,3 9-45,1 1-1,-1-1 0,1 1 1,0-1-1,0 0 1,0-8-1,0 40 8,1 0 0,4 28 0,2-34 0,-4-12 0,1 0 0,-2-1 0,1 1 0,0 17 0,-1-12 0,0 0 0,2 0 0,-1-1 0,8 20 0,4 25 0,-12-50 0,1 0 0,-1 0 0,2 0 0,-1 0 0,1 0 0,7 10 0,-6-10 0,0 0 0,-1 1 0,1-1 0,-2 1 0,5 17 0,-6-15 0,1 1 0,0-1 0,0 0 0,1-1 0,0 1 0,1-1 0,0 1 0,1-1 0,11 14 0,1 11 0,-14-27 0,-1-1 0,1 0 0,0 1 0,1-2 0,-1 1 0,8 7 0,-10-12 0,0 0 0,0 0 0,1-1 0,-1 1 0,0-1 0,1 0 0,-1 1 0,1-1 0,0 0 0,-1-1 0,1 1 0,0 0 0,-1-1 0,1 1 0,0-1 0,0 0 0,-1 0 0,1 0 0,0-1 0,0 1 0,0 0 0,-1-1 0,5-1 0,-3 0 0,0 0 0,0 0 0,0-1 0,-1 1 0,1-1 0,-1 0 0,0 0 0,1 0 0,-2 0 0,1 0 0,0-1 0,-1 1 0,1-1 0,-1 0 0,0 0 0,0 0 0,2-7 0,14-21 0,-15 27 0,-1 0 0,1-1 0,-1 1 0,0-1 0,0 1 0,-1-1 0,0 0 0,2-10 0,3-16 0,2 4 0,-5 18 0,1 0 0,-2 0 0,0 0 0,0 0 0,0-20 0,-2-373 0,2 417 0,0 0 0,0 0 0,1-1 0,1 1 0,1-1 0,6 14 0,50 106 0,-12-27 0,-39-82 0,-2-5 0,0-1 0,0 0 0,2 0 0,0-1 0,16 19 0,-10-15-433,-1 0 1,-1 0-1,-1 2 0,0 0 1,10 28-1,-19-43-884,0-1 1,1 1-1,0-1 0,1-1 0,-1 1 0,1-1 0,1 0 1,-1 0-1,1 0 0,0-1 0,0 0 0,0-1 1,1 0-1,0 0 0,0 0 0,0-1 0,0 0 1,12 2-1,0-3-1098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40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1044 2433,'24'-38'1867,"-7"11"522,-2 0 0,18-42 0,-16 25 503,34-83 6210,-44 104-8108,0 1 0,-1-1 0,-1 0 0,-2-1 0,0 1 0,-1-1 0,-1 0 0,-4-29 0,3 12-634,0 36-360,0 0 0,-1 0 0,1 0 0,-1 0 0,0 0 0,-1 0 0,1 0 0,-1 1 0,0-1 0,0 0 0,-3-4 0,-9-23 0,13 30 0,0-1 0,-1 1 0,1 0 0,0-1 0,-1 1 0,1 0 0,-1 0 0,0 0 0,1 0 0,-1 0 0,0 0 0,0 1 0,-1-1 0,1 1 0,0-1 0,0 1 0,-1 0 0,1 0 0,-1 0 0,-2-1 0,-1 0 0,0 1 0,-1 0 0,1 0 0,0 1 0,-1 0 0,1 0 0,-1 0 0,-8 3 0,5-2 0,0 2 0,0-1 0,0 1 0,0 1 0,1-1 0,-1 2 0,1-1 0,0 2 0,0-1 0,-14 13 0,-50 59 0,58-61 0,2 1 0,-22 36 0,29-42 0,-12 22 0,2 2 0,-17 56 0,23-64 0,4-8 0,1 0 0,1 0 0,1 1 0,0-1 0,2 1 0,0 26 0,4 0 0,13 69 0,-14-98 0,-1-12 0,-1 0 0,1 0 0,0-1 0,0 1 0,1 0 0,-1 0 0,1-1 0,0 1 0,0-1 0,1 0 0,-1 1 0,1-1 0,0 0 0,5 5 0,-3-3-10,13 13-766,0-1 1,1 0 0,36 25-1,-47-38 473,-1-1 0,1 0-1,0 0 1,0-1-1,0 0 1,0-1-1,1 1 1,-1-2 0,1 1-1,-1-1 1,1-1-1,-1 1 1,1-1 0,0-1-1,11-1 1,12-5-2243,-1 0 1,0-3-1,47-19 1,-35 9 2182,-2-2-1,0-2 1,61-46 0,-83 53 1279,-1 0 0,0-2-1,-1 0 1,-2 0 0,26-41 0,46-104 9220,-83 155-9542,0-1-1,0 1 1,-2-1 0,1 0-1,1-15 1,3-13-186,3 11-408,-8 22 0,1-1 0,-1 1 0,0 0 0,-1-1 0,1 1 0,-1 0 0,0-1 0,0 0 0,-1 1 0,0-1 0,0 0 0,0 1 0,-1-1 0,1 1 0,-1-1 0,-3-7 0,3 10 0,0 0 0,-1-1 0,0 1 0,1 0 0,-1 0 0,0 1 0,-1-1 0,1 0 0,0 1 0,-1-1 0,1 1 0,-1 0 0,0 0 0,0 0 0,0 0 0,0 0 0,0 1 0,0-1 0,0 1 0,-1 0 0,1 0 0,0 0 0,-1 0 0,-4 0 0,4 2 0,0 0 0,0 0 0,0 0 0,0 0 0,0 1 0,0 0 0,0-1 0,0 1 0,1 1 0,-1-1 0,1 1 0,-6 4 0,0 0 0,2-2 0,-1 1 0,1 0 0,0 1 0,1-1 0,0 1 0,0 1 0,0-1 0,1 1 0,-8 14 0,5-2 0,0 0 0,-8 36 0,-7 18 0,16-51 0,1 1 0,1-1 0,1 1 0,1 0 0,1 1 0,2 41 0,0-60 0,1 2 0,-1-1 0,1 0 0,1 0 0,-1 0 0,1 1 0,6 12 0,-6-14 0,1 1 0,-1-1 0,0 1 0,-1-1 0,1 1 0,-1 12 0,0-14 0,-1-1 0,1 1 0,-1-1 0,1 1 0,1-1 0,-1 0 0,3 6 0,-2-6 0,-1 1 0,1-1 0,-1 0 0,0 1 0,0 0 0,-1-1 0,1 7 0,-1-10 0,0-1 0,0 1 0,-1 0 0,1-1 0,0 1 0,0 0 0,0-1 0,0 1 0,0 0 0,0-1 0,0 1 0,0 0 0,1 0 0,-1-1 0,0 1 0,0-1 0,1 1 0,-1 0 0,0-1 0,1 1 0,-1 0 0,0-1 0,1 1 0,-1-1 0,1 1 0,-1-1 0,1 1 0,-1-1 0,1 0 0,-1 1 0,1-1 0,0 1 0,-1-1 0,1 0 0,-1 0 0,1 1 0,0-1 0,-1 0 0,1 0 0,0 0 0,-1 0 0,1 0 0,0 0 0,0 0 0,1 0 0,-1 0 0,1-1 0,0 0 0,0 0 0,-1 0 0,1 0 0,-1 0 0,1 0 0,-1-1 0,1 1 0,-1-1 0,1 1 0,-1 0 0,0-1 0,0 0 0,0 1 0,0-1 0,1-2 0,56-129 0,-55 125 0,0 0 0,0 0 0,-1-1 0,0 1 0,-1-1 0,0 1 0,0-1 0,-1-14 0,0 12 0,1 0 0,0 0 0,0 1 0,5-15 0,12-18 0,3-40 0,-20 67 0,-2 14 0,1 0 0,0 0 0,0 0 0,0 0 0,0 0 0,0 0 0,0 0 0,1 0 0,-1 0 0,1 0 0,0 0 0,-1 0 0,1 0 0,0 0 0,2-2 0,-2 3 0,0-1 0,1 0 0,0 0 0,0 0 0,0 0 0,0 0 0,1 1 0,-1-1 0,0 1 0,1-1 0,-1 1 0,1 0 0,0 0 0,-1 0 0,5-1 0,4 12 0,1 0 0,0 0 0,-1 0 0,0 1 0,-1 0 0,0 1 0,11 18 0,-9-8 0,-7-12 0,1 0 0,0 0 0,0 0 0,11 11 0,2-2 0,32 39 0,-42-47 0,1 0 0,0 0 0,0-1 0,1-1 0,1 1 0,0-2 0,0 0 0,0 0 0,1-1 0,0-1 0,0 0 0,1-1 0,22 6 0,-33-10 0,0-1 0,0 0 0,0 0 0,0 0 0,0 0 0,-1-1 0,1 1 0,0-1 0,0 1 0,0-1 0,-1 0 0,1 0 0,0 0 0,-1-1 0,1 1 0,-1-1 0,1 1 0,-1-1 0,0 0 0,0 0 0,0 0 0,0 0 0,3-4 0,0 0 0,0 0 0,0 0 0,-1 0 0,1-1 0,-2 0 0,1 0 0,-1 0 0,3-9 0,6-25 0,-4 17 0,-1 0 0,-1-1 0,-2 1 0,3-33 0,-10-1 0,-19-114 0,3 52 0,18 109 0,-1-10 0,-1 0 0,-1 1 0,0-1 0,-13-33 0,-74-173 0,90 224 0,0-1 0,0 1 0,0 0 0,-1 0 0,0 0 0,0 0 0,1 0 0,-2 0 0,1 0 0,0 1 0,0-1 0,-4-2 0,6 7 0,-3 21 0,2-1 0,0 1 0,2-1 0,3 24 0,9 2 0,13 78 0,-15-61 0,24 77 0,-30-122 0,65 377-314,-69-395 305,4 86-3945,-6 5-5966,0-23-897,1-42 3080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40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17080,'28'-10'15687,"-9"10"-15687,9 10 0,-9-10 0,28 16 0,-1-16 0,1 0 0,0 0 0,28 0 0,-28 0 0,28-16 0,-28 16 0,19-10-944,-10-6-4707,-9 5-1312,0-4-417,-1 4-4433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41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71 680 7379,'-1'-2'913,"0"0"-1,1 0 0,-1 0 1,0 1-1,0-1 0,0 0 1,0 1-1,0-1 0,-1 1 1,1-1-1,0 1 0,-1-1 1,1 1-1,-1 0 1,1 0-1,-1-1 0,0 1 1,1 0-1,-1 1 0,0-1 1,-2-1-1,-9-6 2342,4 1-2458,9 6-761,0 1 0,0-1 1,-1 1-1,1 0 0,-1-1 0,1 1 0,0-1 0,-1 1 1,1 0-1,-1-1 0,1 1 0,-1 0 0,1 0 0,-1-1 1,1 1-1,-1 0 0,1 0 0,-1 0 0,1 0 0,-1 0 1,1 0-1,-1 0 0,0 0 0,1 0 0,-1 0 0,1 0 1,-1 0-1,1 0 0,-1 0 0,1 0 0,-1 0 0,1 1 1,-1-1-1,1 0 0,-2 1 0,2-1-35,1 0 0,-1 0 0,0 0 0,0 0 0,0 0 0,0 0 0,0 0 0,0 0 0,1 0 0,-1 0 0,0 0 0,0 0 0,0 0 0,0 0 0,0 0 0,0 0 0,1 0 0,-1 0 0,0 1 0,0-1 0,0 0 0,0 0 0,0 0 0,0 0 0,0 0 0,0 0 0,0 0 0,0 0 0,1 1 0,-1-1 0,0 0 0,0 0 0,0 0 0,0 0 0,0 0 0,0 0 0,0 1 0,0-1 0,0 0 0,0 0 0,0 0 0,0 0 0,0 0 0,0 1 0,0-1 0,0 0 0,0 0 0,0 0 0,0 0 0,0 0 0,-1 0 0,1 1 0,0-1 0,0 0 0,0 0 0,0 0 0,0 0 0,0 0 0,0 0 0,0 0 0,0 0 0,-1 0 0,1 1 0,0-1 0,0 0 0,0 0 0,0 0 0,0 0 0,-1 0 0,15 5 0,-10-3 0,-3 0 0,0 0 0,0 0 0,-1-1 0,1 1 0,0 0 0,-1 0 0,1 0 0,-1 0 0,0 0 0,0 0 0,0 0 0,0 1 0,0 1 0,2 19 0,0-17 0,1-1 0,0 1 0,0-1 0,1 1 0,7 8 0,5 9 0,11 27 0,-17-31 0,0 0 0,1-1 0,0 0 0,18 20 0,-2-9 0,-20-19 0,2 0 0,-1-1 0,1 0 0,1 0 0,0-1 0,0 0 0,11 6 0,19 11 0,-32-19 0,0-1 0,0 1 0,0-2 0,1 1 0,0-1 0,0 0 0,13 3 0,-9-5 0,1 0 0,0 0 0,0-2 0,0 1 0,0-2 0,-1 0 0,1-1 0,0 0 0,-1-1 0,1 0 0,-1-1 0,0-1 0,0 0 0,0-1 0,-1 0 0,0-1 0,0 0 0,16-14 0,11-5 0,-33 23 0,1-1 0,0 0 0,-1 0 0,0 0 0,0-1 0,0 0 0,-1-1 0,0 1 0,0-1 0,0 0 0,8-13 0,-1-6 0,-4 11 0,0-1 0,-1 1 0,-1-1 0,0-1 0,-1 1 0,-1-1 0,0 0 0,-1 0 0,1-23 0,-2-63 0,0 38 0,-9-115 0,-4 80-2919,6-133-10468,5 230 13027,0 0 0,0-1 0,0 1 0,1 0 0,-1 0 0,1 0 0,-1 0 0,1-1 0,0 1 0,0 0 0,0 0 0,0 0 0,0 0 0,0 1 0,0-1 0,1 0 0,-1 0 0,1 1 0,-1-1 0,1 1 0,0-1 0,0 1 0,-1 0 0,1 0 0,0-1 0,0 1 0,0 1 0,0-1 0,1 0 0,-1 0 0,2 0 0,-3 1 127,1 0-1,-1 0 1,0-1 0,0 1 0,1 0-1,-1 0 1,0 0 0,0 0 0,1 0 0,-1 1-1,0-1 1,0 0 0,1 1 0,-1-1-1,0 1 1,0-1 0,2 2 0,26 23-462,-15-9 1008,-2 1 1,0 1-1,-1 0 0,-1 1 1,8 21-1,37 107 7119,-46-120-5608,63 191 12388,-65-192-11958,6 50 1,-10-52-1540,2 0 1,0 0-1,10 29 1,37 134-716,-33-113 0,-16-56 0,0-1 0,-1 0 0,-1 0 0,-1 1 0,-2 30 0,-1 8 0,3-56 0,0 0 0,0 0 0,0 0 0,0 0 0,-1 0 0,1 0 0,0 0 0,0 0 0,0 0 0,0-1 0,0 1 0,-1 0 0,1 0 0,0 0 0,0 0 0,0 0 0,0 0 0,0 0 0,-1 0 0,1 0 0,0 0 0,0 1 0,0-1 0,0 0 0,0 0 0,-1 0 0,1 0 0,0 0 0,0 0 0,0 0 0,0 0 0,0 0 0,0 0 0,-1 0 0,1 1 0,0-1 0,0 0 0,0 0 0,0 0 0,0 0 0,0 0 0,0 0 0,0 1 0,0-1 0,0 0 0,0 0 0,0 0 0,0 0 0,0 0 0,0 1 0,0-1 0,0 0 0,0 0 0,0 0 0,0 1 0,-12-19 0,6 7 0,5 9 0,0 0 0,0 0 0,0-1 0,0 1 0,0 0 0,1 0 0,-1 0 0,1-1 0,-1 1 0,1 0 0,0 0 0,0-1 0,0 1 0,1-3 0,-2-15 0,-4-5 0,0 0 0,2-1 0,0-35 0,3 48 0,0-57 0,12-95 0,-9 145 0,0 0 0,2 0 0,0 0 0,1 1 0,1 0 0,1 0 0,1 1 0,1 0 0,15-22 0,-20 32 0,1 1 0,0 0 0,1 1 0,0-1 0,13-9 0,-18 15 0,1-1 0,-1 1 0,0-1 0,0 1 0,1 0 0,-1 0 0,1 0 0,-1 0 0,1 0 0,-1 1 0,1-1 0,-1 1 0,1 0 0,0-1 0,-1 1 0,1 0 0,0 1 0,-1-1 0,1 0 0,-1 1 0,1 0 0,0-1 0,3 3 0,26 18 0,-1 1 0,50 47 0,-62-49 0,-2 2 0,0 0 0,-1 2 0,23 45 0,19 28 0,-48-83 0,-4-7 0,-1 1 0,1 0 0,-2 0 0,7 12 0,3 14-4181,-11-28 2626,-1-1 0,1 1 1,-1 0-1,0 0 1,-1 0-1,0 0 1,0 0-1,0 0 0,0 0 1,-1 7-1,0 3-3831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41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7491,'0'-2'1167,"0"-1"0,0 1 0,0 0 0,0-1 0,1 1 0,-1 0-1,0-1 1,1 1 0,0 0 0,-1 0 0,1-1 0,0 1 0,0 0 0,0 0-1,2-2 1,8-7 3060,-8 8-4292,-2 3 170,0 1 0,1-1 0,-1 0 0,0 1 1,0-1-1,0 1 0,1-1 0,-1 1 0,0 0 0,0-1 0,0 1 0,0 0 0,0 0 0,0 0 0,0 0 0,-1 0 0,1 0 0,0 0 0,0 0 0,0 1 1,24 37 131,-16-6-237,-8-27 0,0 1 0,1-1 0,0 0 0,0 0 0,6 11 0,-2-5 0,0 1 0,0 0 0,5 21 0,13 28 0,-14-37 0,-1 1 0,8 38 0,-9-33 0,7 48-2751,-7 108-10644,-8-173 7830,0 1 624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41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47 286 13606,'0'-69'10117,"-18"27"-3378,18 5-4434,-29 11-2305,29-6 0,0 6 0,0 15 0,0-5 0,0 6-16,0-6-8004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42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1 198 6691,'3'8'1813,"1"0"0,0 0 0,0-1-1,1 1 1,0-1 0,11 12 0,8 13 3767,-21-27-4643,0 1 0,-1 0 0,0 0 0,0 0 0,1 11 1,12 32 1042,5-9-1819,2 7-147,3-1 0,32 46 0,-55-89-14,12 17 0,0 0 0,20 42 0,-28-51 0,0 0 0,1-1 0,0 0 0,1 0 0,15 14 0,-16-18 0,0 1 0,-1 0 0,1 0 0,-2 1 0,1 0 0,-1 0 0,0 0 0,7 18 0,-12-24 0,1 0 0,-1 0 0,1 1 0,0-1 0,0 0 0,0 0 0,0-1 0,0 1 0,0 0 0,0 0 0,1 0 0,-1-1 0,1 1 0,-1-1 0,1 1 0,0-1 0,-1 1 0,5 1 0,15 16 0,-21-19 0,0 1 0,0-1 0,0 1 0,0-1 0,1 1 0,-1-1 0,0 1 0,0-1 0,1 0 0,-1 1 0,0-1 0,1 1 0,-1-1 0,1 0 0,-1 1 0,0-1 0,1 0 0,-1 1 0,1-1 0,-1 0 0,1 0 0,-1 1 0,1-1 0,-1 0 0,1 0 0,-1 0 0,1 0 0,-1 0 0,1 0 0,-1 0 0,1 0 0,-1 0 0,1 0 0,-1 0 0,1 0 0,-1 0 0,1 0 0,-1 0 0,1 0 0,-1-1 0,1 1 0,-1 0 0,1 0 0,-1-1 0,1 1 0,-1 0 0,0 0 0,1-1 0,-1 1 0,1-1 0,-1 1 0,0 0 0,1-1 0,-1 1 0,0-1 0,0 1 0,1-1 0,-1 1 0,0-1 0,0 1 0,0-1 0,0 1 0,1-2 0,6-38 0,-7-600 0,1 620-46,1 0-1,0 0 1,2 1-1,0-1 1,1 1-1,10-23 1,2-10-637,-16 49 310,1-1 1,0 1 0,-1 0 0,1 1-1,0-1 1,0 0 0,1 0-1,-1 1 1,1 0 0,-1-1 0,1 1-1,0 0 1,0 0 0,5-3 0,3 6-3331,1 16 2438,-7-8-165,-2-4 1292,0 0 1,0 0-1,0 0 0,-1 1 1,0-1-1,0 1 0,0-1 1,-1 1-1,0 0 0,0 0 1,0 0-1,-1 0 0,0-1 1,0 9-1,0-3 89,1 0 0,1 0 0,4 19 0,3 29 168,-8-54-85,-1 1 0,1 0 0,0 0 0,0 0 0,1-1 0,-1 1 0,1 0 0,1-1 0,2 6 0,2 4 106,-3-5 114,0-1 0,1 1 0,0-1 0,1 0 0,0 0 0,0-1 0,14 14 0,-16-18-83,1 0 0,-1-1 0,1 1 0,0-1 0,0 0 0,0 0 0,1-1 0,-1 0 0,0 0 0,1 0 0,0 0 0,-1-1 0,1 0 0,0 0 0,10 0-1,-2-1 144,-10 1-152,0-1 0,1 1-1,-1-1 1,0 0 0,1-1-1,-1 1 1,0-1 0,0 1 0,1-1-1,-1-1 1,0 1 0,0-1-1,0 1 1,0-1 0,0 0-1,5-5 1,37-22 1610,-42 27-1598,1 0 0,0 0 0,-1-1-1,1 0 1,-1 1 0,0-2 0,0 1 0,0 0-1,-1-1 1,1 1 0,-1-1 0,1 0-1,-1-1 1,-1 1 0,1 0 0,-1-1 0,1 1-1,-1-1 1,2-6 0,7-26 340,-7 27-439,0 0 1,0 0 0,-2-1 0,1 1-1,-1-1 1,-1 1 0,1-1 0,-2 0-1,0 1 1,0-1 0,-1 0 0,0 0-1,-4-14 1,4 19-76,-1 0 0,0 0 0,-1 0 0,1 1 0,-1-1 0,0 1 0,0-1 0,-1 1 0,0 0 0,0 0 0,0 1 0,0-1 0,-1 1 0,1 0 0,-1 0 0,0 0 0,-7-3 0,8 5 0,0 1 0,-1 0 0,1 0 0,0 0 0,-1 0 0,1 1 0,0 0 0,-1 0 0,1 0 0,-1 0 0,1 1 0,0-1 0,-1 1 0,1 0 0,0 0 0,0 1 0,0 0 0,0-1 0,0 1 0,-7 5 0,1-1 0,1 1 0,0 0 0,1 0 0,0 0 0,0 1 0,-11 16 0,16-21 0,0 1 0,1 0 0,0 0 0,0 0 0,0 1 0,1-1 0,-1 0 0,1 1 0,0-1 0,0 1 0,0 7 0,-3 15 0,-5 3 0,5-20 0,1 0 0,1 0 0,0 0 0,0 1 0,0 14 0,2-7 0,-1 3 0,1-1 0,1 0 0,0 1 0,2-1 0,0 0 0,1 0 0,12 32 0,-2-17 0,47 99 0,-52-117 0,1-1 0,0-1 0,1 1 0,0-2 0,25 25 0,-31-36 1,0 1 0,0-1 0,0 0-1,1 0 1,-1 0 0,1-1 0,-1 1 0,1-2 0,0 1 0,0 0-1,0-1 1,0 0 0,10 0 0,-13-1-3,0 0 0,1 0 0,-1 0-1,0-1 1,0 1 0,1-1 0,-1 0 0,0 0 0,0 0 0,0 0-1,0 0 1,0-1 0,0 0 0,0 1 0,-1-1 0,1 0 0,-1 0-1,1 0 1,-1-1 0,0 1 0,1 0 0,-1-1 0,0 0 0,-1 1-1,1-1 1,-1 0 0,3-6 0,1-3-250,1 1-1,0-1 1,13-17-1,-12 19 9,-1 0-1,1-1 0,-2 1 1,8-19-1,-4-13-362,7-20 144,-4 31 992,2 0 0,0 1-1,3 1 1,0 1 0,31-39-1,-40 57-424,-5 7-92,-1 0 0,1-1 0,0 1-1,0 0 1,0 0 0,1 1 0,-1-1 0,1 1-1,3-3 1,-5 5-14,0-1 1,0 1-1,1 0 0,-1 0 0,0 0 1,0 0-1,0 0 0,0 0 1,0 0-1,0 1 0,0-1 0,0 1 1,0 0-1,0-1 0,0 1 0,0 0 1,0 0-1,-1 0 0,1 0 1,0 1-1,-1-1 0,1 0 0,0 1 1,1 2-1,7 5 2,-1 0 0,0 0 0,0 1 0,-1 0 0,0 1 0,-1 0 0,-1 0 0,1 0 0,-2 1 0,6 16 0,-7-11 0,1 1 0,0-1 0,11 23 0,-9-25 0,-1 1 0,7 29 0,5 11 0,-16-51 0,-1 0 0,1 1 0,-1-1 0,0 1 0,0-1 0,-1 0 0,0 1 0,0-1 0,0 1 0,-2 8 0,1 15 0,1-27 0,0 2 0,0 0 0,0 1 0,0-1 0,0 0 0,-1 1 0,1-1 0,-1 0 0,-2 6 0,1-12 0,0 0 0,0 0 0,0 0 0,0-1 0,0 1 0,1-1 0,-1 1 0,1-1 0,-1 0 0,1 1 0,0-1 0,0 0 0,1 0 0,-1 0 0,0 0 0,1 0 0,0 0 0,0 0 0,0 0 0,1-5 0,-6-30 0,1 18 0,1 11 0,1-1 0,0 1 0,0-1 0,1 0 0,0 0 0,1 1 0,0-1 0,3-16 0,1 5-12,0 5-520,-1 0-1,-1-1 0,0-19 1,0 4-2579,2 0 0,1 0 0,9-32 0,-6 25-317,36-103-5416,-17 84 5992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42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1457,'-2'58'17283,"-1"1"-8882,3-46-7338,0 0 0,1 0 1,1-1-1,5 23 1,2-12-877,23 45 0,-5-14-252,-9-18 65,1-2 0,1 0 0,33 41 0,-17-27 0,15 9 0,-39-46 0,-1 0 0,0 1 0,-1 0 0,12 18 0,-11-12 0,-5-10 0,-1 0 0,0 0 0,-1 1 0,0-1 0,0 1 0,4 15 0,-8-23 0,0 1 0,1 0 0,-1 0 0,0-1 0,0 1 0,-1 0 0,1 0 0,0-1 0,0 1 0,-1 0 0,1 0 0,-1-1 0,0 1 0,1-1 0,-1 1 0,0 0 0,-1 1 0,0-1 0,0 0 0,0 0 0,-1 0 0,1-1 0,-1 1 0,1 0 0,-1-1 0,1 0 0,-1 1 0,0-1 0,1 0 0,-1-1 0,-5 2 0,-5 0-104,1 0-1,0-1 1,-1 0 0,0-1 0,1-1-1,-1 0 1,-14-3 0,19 2-134,0 1-1,0-2 1,1 1 0,-1-1 0,1 0 0,0 0 0,0-1 0,0 0 0,0 0 0,0-1-1,1 0 1,-8-7 0,-3-7-3148,12 15 2239,0 0 0,0-1 0,1 0 0,0 0-1,-1 0 1,2-1 0,-1 0 0,1 1 0,0-1 0,0 0-1,0-1 1,1 1 0,0 0 0,0-1 0,-1-11 0,3-20-5934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42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6451,'3'1'941,"0"1"0,-1 0 1,1 0-1,-1 0 0,1 0 0,-1 1 1,0-1-1,0 1 0,0-1 0,0 1 0,0 0 1,-1 0-1,1-1 0,-1 1 0,1 0 1,-1 1-1,0-1 0,-1 0 0,1 0 0,0 0 1,-1 6-1,14 35 4668,-5-19-5609,-1 0 0,7 38 0,-11-39 0,2 0 0,1-1 0,12 30 0,-8-31 0,0 0 0,-2 0 0,-1 1 0,-1 0 0,-1 0 0,-1 1 0,-1-1 0,-1 1 0,1 38 0,-4-56-413,0-1 1,1 1-1,0-1 1,0 1-1,1-1 1,0 0-1,0 0 1,2 6-1,-1-6-325,-1 0 0,0 0 1,0 1-1,0-1 0,-1 1 0,0 0 0,0-1 0,0 7 0,-6 2-5801,-11-5 3503,13-7 1574,-1-15-9786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42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1 368 3506,'6'-21'2025,"0"0"0,-1-1 1,-1 1-1,-1-1 0,1-30 1,-4 29 1482,2 0-1,5-24 1,2-39 3078,-3 62-6586,-6 23 0,0 1 0,1-1 0,-1 1 0,0 0 0,1-1 0,-1 1 0,0 0 0,1-1 0,-1 1 0,0 0 0,1 0 0,-1-1 0,1 1 0,-1 0 0,1 0 0,-1 0 0,1-1 0,-1 1 0,1 0 0,-1 0 0,0 0 0,1 0 0,-1 0 0,1 0 0,-1 0 0,1 0 0,0 1 0,1-1 0,0 1 0,0 0 0,-1 0 0,1 1 0,-1-1 0,1 0 0,0 0 0,-1 1 0,0-1 0,1 1 0,-1-1 0,0 1 0,0 0 0,0 0 0,0-1 0,0 1 0,0 0 0,0 2 0,7 64 0,9-30 0,-13-30 0,0 0 0,0 0 0,-1 0 0,4 17 0,17 62 0,-17-66 0,-1 0 0,4 24 0,7 64 0,13 116 0,-26-178 0,-2 1 0,-8 83 0,0-89 0,-4 61 0,9-89-339,0 1 0,-1-1 0,-1 0-1,-5 18 1,5-20-310,0-1-1,0 1 1,1 0-1,0 13 0,2-19-420,-1 0 0,1 0 0,-1 0 0,0 0 0,-1 0 0,-3 10 0,-4 25-10654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43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29 161 5074,'-2'-11'7438,"-9"3"-2844,-1 0-755,9-3 1860,3 8-5411,0 0-1,0 1 1,0-1-1,0 0 1,1 0-1,-1 1 1,1-1-1,-1 0 1,1 1-1,0-1 1,0 1-1,0-1 1,2-2-1,30-18 1781,-26 19-2038,6-4-30,1 1 0,0 0 0,0 0 0,0 2 0,1 0 0,0 1 0,0 0 0,1 1 0,-1 1 0,0 0 0,1 1 0,0 1 0,-1 0 0,18 3 0,-28-1 0,0 0 0,0 0 0,-1 0 0,1 0 0,-1 1 0,0 0 0,0 0 0,0 0 0,0 0 0,0 1 0,-1 0 0,0-1 0,1 1 0,-1 0 0,-1 1 0,1-1 0,-1 0 0,1 1 0,2 7 0,13 21 0,-10-19 0,-2 0 0,1 1 0,-2 0 0,4 18 0,0-6 0,2 16 0,-10-36 0,1 1 0,0-1 0,0 0 0,0 1 0,1-1 0,0 0 0,1 0 0,-1-1 0,1 1 0,1-1 0,4 7 0,-5-9 0,-1 0 0,0 0 0,0 0 0,-1 0 0,1 0 0,-1 1 0,2 4 0,4 7 0,-7-14 0,-1-1 0,1 0 0,1 0 0,-1 0 0,0 0 0,0-1 0,0 1 0,0 0 0,1 0 0,-1-1 0,0 1 0,1 0 0,-1-1 0,0 0 0,1 1 0,-1-1 0,1 0 0,-1 1 0,3-1 0,8 2 0,-5 5 0,-7-6 0,0-1 0,1 1 0,-1-1 0,0 0 0,1 1 0,-1-1 0,0 1 0,1-1 0,-1 0 0,0 1 0,1-1 0,-1 0 0,1 0 0,-1 1 0,1-1 0,-1 0 0,1 0 0,-1 0 0,1 0 0,-1 0 0,1 0 0,-1 1 0,1-1 0,-1 0 0,1 0 0,-1-1 0,1 1 0,-1 0 0,1 0 0,-1 0 0,1 0 0,-1 0 0,1 0 0,-1-1 0,1 1 0,-1 0 0,1 0 0,0-1 0,1 0 0,0 0 0,1-1 0,-1 1 0,0-1 0,0 1 0,0-1 0,0 1 0,0-1 0,0 0 0,-1 0 0,1 0 0,-1 0 0,3-4 0,14-16 0,-17 21 0,1 0 0,0-1 0,0 1 0,-1-1 0,1 0 0,-1 0 0,1 1 0,-1-1 0,0 0 0,0 0 0,0 0 0,0 0 0,0-1 0,0 1 0,-1 0 0,1 0 0,-1 0 0,1-1 0,-1 1 0,0 0 0,0-4 0,7-34 0,9 1 0,-11 28 0,-1-1 0,1 0 0,-2 0 0,0 0 0,0 0 0,-1 0 0,0 0 0,-1-15 0,-1 21 0,1 0 0,-1 0 0,1 0 0,0 0 0,1 0 0,0 1 0,0-1 0,5-10 0,1-4 0,-8 19 0,0 0 0,0 0 0,1 0 0,-1 0 0,0 1 0,1-1 0,-1 0 0,0 0 0,1 0 0,-1 1 0,1-1 0,0 0 0,-1 1 0,1-1 0,-1 0 0,1 1 0,0-1 0,0 1 0,-1-1 0,1 1 0,0-1 0,0 1 0,0 0 0,-1-1 0,1 1 0,0 0 0,0 0 0,0 0 0,0-1 0,0 1 0,1 0 0,-1 0 0,-1 0 0,0-1 0,1 1 0,-1 0 0,1 0 0,-1-1 0,0 1 0,1 0 0,-1 0 0,1 0 0,-1-1 0,1 1 0,-1 0 0,1 0 0,-1 0 0,1 0 0,-1 0 0,1 0 0,-1 0 0,1 0 0,-1 0 0,1 0 0,-1 0 0,0 0 0,1 1 0,-1-1 0,1 0 0,-1 0 0,1 0 0,-1 1 0,1-1 0,-1 0 0,0 0 0,1 1 0,-1-1 0,0 0 0,1 1 0,-1-1 0,0 1 0,1-1 0,-1 0 0,0 1 0,0-1 0,1 1 0,-1-1 0,0 1 0,0-1 0,0 0 0,0 1 0,0-1 0,0 1 0,0-1 0,0 1 0,0 0 0,6 19 0,6 7 0,-1 1 0,-2 1 0,0 0 0,-3 0 0,7 55 0,2 9 0,-8-59 0,-1-9 0,-2-1 0,-1 1 0,1 26 0,-4 295 0,-1-322-14,-1 0 1,-1 0-1,-1 0 1,-12 38-1,-39 89-1132,34-99 191,18-44 446,0 1-830,0 0-1,-1 0 1,0 0 0,-1 0-1,0-1 1,0 0 0,-1 0-1,-7 8 1,-31 26-5907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4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38 264 3057,'-3'0'7766,"-18"0"5379,8-1-11646,13-2 91,20-9 629,-2 3-2402,19-8 859,1 2 0,0 2 0,1 1 0,41-6 1,-20 4-424,46-7-229,195-11 0,-97 14-32,173-21 8,-291 32-552,93-12-3317,-139 14 267,16-2-6984,-31 5 5640,-5 2 536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45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3169,'-8'11'2171,"1"1"-1,0 0 0,0 0 0,-8 22 0,-1 6 2997,14-36-4913,0 0 0,0 0 0,0-1 0,1 1 0,-1 0 0,1 0-1,0 1 1,1-1 0,-1 0 0,1 0 0,-1 6 0,2-9-213,0 0 0,-1 0 0,1 0 0,0 1 0,0-1 0,0 0 1,0 0-1,0 0 0,0-1 0,0 1 0,1 0 0,-1 0 0,0 0 0,0-1 0,1 1 0,-1-1 0,0 1 0,1-1 0,-1 1 0,0-1 0,1 0 0,-1 0 0,1 0 0,-1 0 0,1 0 0,-1 0 0,0 0 1,1 0-1,1-1 0,53-3 581,235-47 2689,-30-2 422,-4 14-2098,-190 33-1635,102-6 0,-141 12 3,-16 1-9,-1-1 0,0 0 0,0-1 0,0 0-1,1-1 1,14-4 0,-14 3-2066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51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37 12454,'0'-1'1023,"-1"-16"8459,-1 4-3422,-5 7-3381,-7 8-3336,14-1 694,-1-1 1,1 1-1,-1-1 1,1 1-1,-1-1 1,1 1-1,-1-1 1,1 1-1,0-1 1,-1 1-1,1-1 1,0 1-1,0 0 0,-1-1 1,1 1-1,0 0 1,0-1-1,0 1 1,0 0-1,0-1 1,0 1-1,0 0 1,0-1-1,0 1 1,0 0-1,0-1 1,1 2-1,-4 18 640,0-11-677,0 1 0,1-1 0,0 0 0,0 1 0,1 0 0,0-1 0,1 1 0,1 16 0,-1-14 0,0 0 0,0 0 0,-1 0 0,-5 23 0,-4-9 0,8-23 0,0 1 0,1 0 0,0-1 0,-1 1 0,1 0 0,0 0 0,1 0 0,-1 0 0,1 0 0,0 0 0,0 0 0,0 0 0,0 0 0,1 0 0,0 5 0,7 19 0,-4-17 0,-1 0 0,0 1 0,-1-1 0,0 1 0,0 13 0,-1 0 0,1-1 0,2 1 0,1 0 0,0-1 0,2 0 0,1 0 0,0-1 0,19 34 0,-7 5-1541,-17-51 848,-1-1 0,1 0 0,1 0 0,0 0 0,7 12 0,23 55-8313,-18-36 3819,-8 12-3001,7-35 3517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51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48 658 2177,'8'-22'1151,"0"0"0,-1 0 0,-1-1 0,-1 0 0,2-29 0,-1-120 10123,-6 161-10098,-3 7 347,-4 15-122,-2 23-22,9-22-1115,1-9-196,-1 1 1,0-1-1,0 1 0,0-1 1,-1 0-1,1 1 1,-1-1-1,1 1 0,-1-1 1,-2 4-1,-5 6 110,7-11-165,-1 0 1,1-1-1,0 1 1,-1 0-1,1 0 1,0 0-1,0 1 1,1-1-1,-1 0 1,0 0-1,1 0 1,-1 1-1,1-1 1,0 0-1,0 0 1,0 1 0,0-1-1,0 0 1,0 1-1,0-1 1,1 0-1,0 4 1,10 15 84,-9-18-88,-1 0-1,1 0 1,-1 0-1,1 0 0,-1 1 1,0-1-1,0 0 1,-1 1-1,1-1 1,0 8-1,-1-5-5,1 1 0,0-1 0,1 1 0,-1-1 0,1 0 0,1 0 0,-1 0 0,1 0 0,0 0 0,0 0 0,1-1 0,-1 1 0,7 5 0,7 10 67,39 32 0,-53-50-63,5 4 14,1 0 0,0-1 0,0 0 0,0 0 1,1-1-1,0 0 0,0 0 0,0-2 0,1 1 0,0-1 0,-1 0 1,1-1-1,0-1 0,0 0 0,0 0 0,0-1 0,0 0 1,0-1-1,0 0 0,0-1 0,0 0 0,-1-1 0,1 0 1,-1-1-1,20-9 0,9-5 179,-33 16-175,-1 0-1,0-1 1,0 1 0,0-1 0,-1 0 0,1 0-1,-1 0 1,1-1 0,6-7 0,-5 6 33,-1 0 0,0-1 0,-1 0-1,1 0 1,-1 0 0,0-1 0,-1 1 0,1-1 0,-1 0 0,-1 0 0,1 0 0,1-8 0,-1 3 79,2-1 0,-1 2 1,2-1-1,10-18 0,-11 22-37,0 0 0,-1-1 0,0 1 0,0-1-1,0 0 1,-1 0 0,-1 0 0,0-1 0,0 1 0,1-17-1,-1-32 365,0 34-275,-1 0 1,-1 0-1,-1 1 1,-8-46-1,4 51-190,0 1 0,-2 0 0,0 0 0,-1 0 0,-10-16 0,14 29 0,1 0 0,-1 0 0,0 0 0,0 1 0,-1-1 0,1 1 0,-1 0 0,0 0 0,0 1 0,-6-3 0,1 0 0,-1 1 0,0 1 0,0 0 0,0 1 0,-1 0 0,1 1 0,-1 0 0,1 1 0,-1 0 0,1 0 0,-20 5 0,11-2 0,0 1 0,1 2 0,-1 0 0,1 0 0,0 2 0,-28 16 0,13-5 0,2 2 0,-47 39 0,64-47 22,0 1-1,1 0 1,-24 33-1,33-40-57,0 1 0,1-1 1,0 1-1,0 0 0,0 0 0,1 0 0,0 1 0,1-1 0,0 1 1,0 0-1,0 14 0,2-6-1279,0-1 0,1 0 1,5 21-1,-5-31 716,1 0 1,0 0-1,0 0 0,1 0 1,-1-1-1,1 0 1,1 1-1,-1-1 1,1 0-1,0 0 0,0-1 1,5 5-1,66 47-8869,-31-30 4996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51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75 12214,'35'-38'15122,"-8"8"-9768,-27 30-5353,0 0 1,0 0-1,-1 0 1,1 0 0,0 0-1,0 0 1,0 0-1,0 0 1,0 0 0,-1 0-1,1 0 1,0 0-1,0 0 1,0 0-1,0 0 1,0-1 0,0 1-1,-1 0 1,1 0-1,0 0 1,0 0 0,0 0-1,0 0 1,0-1-1,0 1 1,0 0-1,0 0 1,0 0 0,0 0-1,0 0 1,0-1-1,0 1 1,0 0 0,0 0-1,0 0 1,0 0-1,0-1 1,0 1-1,0 0 1,0 0 0,0 0-1,0 0 1,0 0-1,0-1 1,0 1 0,0 0-1,0 0 1,0 0-1,0 0 1,0 0 0,0 0-1,0-1 1,1 1-1,-1 0 1,0 0-1,0 0 1,0 0 0,0 0-1,0 0 1,1 0-1,-12 8-20,-88 155 19,81-133 0,12-21 0,0 0 0,1 0 0,0 1 0,-5 14 0,4 6 0,6-23 0,-2 0 0,1-1 0,-1 1 0,1 0 0,-2-1 0,1 0 0,-6 10 0,-6 8 0,2-1 0,0 2 0,2 0 0,0 0 0,-8 40 0,15-57 0,1 0 0,-1 0 0,-1 0 0,0-1 0,0 1 0,-8 11 0,8-13 0,-1 1 0,1 0 0,1 1 0,-1-1 0,-4 15 0,-26 96 0,32-114-79,0 1 1,0 0-1,0-1 1,0 1-1,-1-1 1,-5 8-1,-10 19-1759,9-9-404,7-14 348,-1-1 1,1 0-1,-2-1 1,1 1 0,-1-1-1,1 1 1,-2-1-1,-7 9 1,7-3-2944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51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94 143 15831,'-18'-26'10357,"-11"-1"-5203,29 1-3729,-18 15-1425,-10-5-208,28 6-2721,0-6-1730,0 6-1567,28 10-145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5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15079,'18'16'8740,"10"10"-4114,-28-10-3041,29-16-2210,-29 11-1760,18-11-1889,-18 15-6979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54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82 416,'0'0'8252,"-5"-1"-7262,-8-22 17000,26 21-20026,-8 2 2921,2-5-224,1 0-1,0 1 0,0 0 0,11-4 0,5 0-3,0 2 0,40-5 0,-42 8-457,1 2-1,-1 0 1,0 1-1,31 5 1,-47-4-200,0 1 0,-1-1 0,1 1 0,-1 0 0,0 1 0,0-1 0,0 1 0,0 0 0,0 1 0,0-1 0,-1 1 0,0-1 0,0 2 0,0-1 0,0 0 0,0 1 0,-1-1 0,0 1 0,0 0 0,0 0 0,-1 0 0,4 9 0,-3-4 0,1 1 0,-2-1 0,1 1 0,-1 0 0,-1 0 0,0 0 0,-1 0 0,0 0 0,0 0 0,-4 15 0,2-14 0,-2 0 0,0-1 0,0 0 0,-1 0 0,-1 0 0,-7 12 0,-13 23 0,12-23 0,0-2 0,-2 0 0,-1-1 0,-1 0 0,0-2 0,-25 20 0,-28 29 0,17-18 0,44-41 0,0 0 0,1 0 0,0 1 0,0 0 0,1 0 0,0 1 0,0 0 0,-7 15 0,-2 0 0,4-3 0,13-21 0,1 0 0,-1 0 0,1-1 0,-1 1 0,1 0 0,0-1 0,-1 1 0,1-1 0,0 1 0,-1-1 0,1 1 0,0-1 0,0 1 0,-1-1 0,1 0 0,0 1 0,0-1 0,0 0 0,0 0 0,0 1 0,-1-1 0,1 0 0,0 0 0,0 0 0,0 0 0,0 0 0,0 0 0,0-1 0,0 1 0,-1 0 0,2-1 0,38 1-45,0-3-1,0-1 1,-1-2 0,1-1-1,-1-2 1,-1-2 0,44-19-1,1-6-4523,96-48-12885,-132 58 12644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54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44 9300,'2'-12'10622,"4"4"-5829,-5 7-4382,0 0-1,0 0 1,0 0 0,0 0 0,-1 0-1,1 0 1,0 0 0,-1 0 0,1-1-1,-1 1 1,1 0 0,-1 0 0,1-1-1,-1 1 1,0 0 0,0-1-1,0 1 1,0-2 0,-3 5-385,-1-1 0,1 1-1,0 1 1,0-1 0,-1 0 0,2 1 0,-1-1 0,0 1 0,0 0-1,1 0 1,-4 5 0,-47 53-88,36-36 62,-17 18 0,22-33 0,5-4 0,-1 1 0,1-1 0,1 2 0,-1-1 0,1 1 0,0 0 0,-6 12 0,-33 66 0,-72 101 0,112-179 0,0 1 0,1 0 0,1 0 0,-1 0 0,1 0 0,-2 16 0,-16 44 0,-18 24 0,23-63-2028,14-27 1565,0-1-1,0 1 0,1 0 0,-1-1 0,1 1 0,0 0 0,0 0 1,0 0-1,0 0 0,1 0 0,-1 0 0,1 0 0,-1 0 0,1 5 1,-3 1-5079,-10-5 1993,6-3 1237,7 0 2088,-1-1 1,1 0-1,-1 1 0,1-1 1,0 1-1,-1-1 0,1 1 1,0-1-1,-1 1 0,1-1 1,0 1-1,0-1 0,0 1 1,-1-1-1,1 1 0,0 0 1,0-1-1,0 1 0,0-1 1,0 1-1,0-1 1,0 1-1,0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54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123 159 20089,'0'-27'8612,"-47"1"-4546,19 0-4066,9 10 0,19-11 0,-28 17-960,28-6-9589,0 5 3922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54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11637,'47'27'8180,"-47"-12"-3650,19-4-2705,9 5-4610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56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68 101 1969,'0'0'98,"0"-1"-1,0 1 1,0-1 0,1 1 0,-1-1-1,0 1 1,0 0 0,0-1 0,0 1-1,0-1 1,1 1 0,-1-1 0,0 1-1,0 0 1,1-1 0,-1 1 0,0-1-1,1 1 1,-1 0 0,0-1 0,1 1-1,-1 0 1,1 0 0,-1-1 0,0 1-1,1 0 1,-1 0 0,1 0 0,-1-1-1,1 1 1,-1 0 0,1 0 0,-1 0-1,1 0 1,-1 0 0,1 0 0,-1 0-1,0 0 1,1 0 0,0 0-19,0 0 0,-1 0 0,1 0 0,-1 0 0,1 0 0,-1 0 0,1 0 0,0 0 0,-1 0 1,1 0-1,-1-1 0,1 1 0,-1 0 0,1 0 0,-1-1 0,1 1 0,-1 0 0,1-1 0,-1 1 0,1 0 0,-1-1 0,0 1 0,1-1 0,-1 1 1,0-1-1,1 1 0,-1-1 0,0 1 0,0-1 0,1 1 0,-1-1 0,0 1 0,0-1 0,0 1 0,0-1 0,0 1 0,1-1 0,-1 0 0,-1 0 0,1-4 499,0-30 7418,0 8 7017,1 18-14874,0 13-104,-1-3-37,0 0 0,0 0 1,0-1-1,0 1 0,0 0 1,0 0-1,-1 0 0,1-1 1,0 1-1,0 0 1,0 0-1,-1-1 0,1 1 1,0 0-1,-1-1 0,1 1 1,-1 0-1,1-1 0,-1 1 1,0 0-1,-1 0 2,1-1 0,0 0 0,0 1 0,-1-1 0,1 1 0,0 0 0,0-1 0,0 1 0,0 0 0,0-1 0,0 1 0,0 0 0,0 0 0,0 0 0,0 0 0,0 0 0,-1 2 0,-1 33 0,3-29 0,1 0 0,-1 1 0,0 0 0,0 0 0,-1 0 0,0 0 0,-1-1 0,0 1 0,0 0 0,0-1 0,-4 8 0,4-9 0,0 0 0,1 0 0,0 0 0,0 0 0,1 0 0,0 0 0,0 1 0,0-1 0,2 10 0,0 7 0,-2-22 0,0 0 0,0 0 0,0 0 0,0 0 0,0 0 0,0 0 0,0 0 0,0 0 0,0 0 0,0 0 0,0-1 0,-1 1 0,1 0 0,0 0 0,-1 0 0,1 0 0,-1 0 0,1 0 0,-1 0 0,1-1 0,-1 1 0,1 0 0,-1 0 0,0-1 0,0 1 0,1 0 0,-1-1 0,0 1 0,0-1 0,0 1 0,1-1 0,-2 1 0,1-1 0,0-1 0,0 1 0,0-1 0,0 1 0,0-1 0,1 1 0,-1-1 0,0 0 0,0 1 0,1-1 0,-1 0 0,0 1 0,1-1 0,-1 0 0,1 0 0,-1 0 0,1 0 0,-1 1 0,1-1 0,0 0 0,-1 0 0,1 0 0,0 0 0,0 0 0,0 0 0,0 0 0,0 0 0,0 0 0,0 0 0,0 0 0,0 0 0,0-1 0,0-251 0,1 243 0,0 13 0,-6 16 0,3-14 0,-1 0 0,1 0 0,0 0 0,0 1 0,0-1 0,1 1 0,0-1 0,0 1 0,0-1 0,0 7 0,2 68 0,1-36 0,-2-39 0,0 0 0,1 1 0,0-1 0,0 0 0,0 0 0,4 9 0,-3-9 0,0 0 0,-1 0 0,0 0 0,1 0 0,-2 0 0,1 10 0,0-10 0,0 0 0,0 0 0,0 1 0,1-1 0,-1 0 0,1 0 0,0-1 0,1 1 0,-1 0 0,1-1 0,0 1 0,0-1 0,0 0 0,1 0 0,-1 0 0,1 0 0,0-1 0,0 0 0,0 0 0,1 0 0,6 4 0,7 3 0,0-1 0,1 0 0,0-2 0,28 8 0,-15-7 0,43 4 0,-41-7 0,41 11 0,115 38 0,-179-50 0,0 1 0,-1 0 0,0 1 0,0 0 0,0 1 0,-1 0 0,13 11 0,6 5 0,-26-21 0,0 0 0,0 1 0,0-1 0,0 1 0,0-1 0,0 1 0,0 0 0,-1 0 0,1 0 0,-1 0 0,0 0 0,0 0 0,0 0 0,-1 0 0,2 4 0,0 54 0,-3-38 0,0-19 0,-1 1 0,0-1 0,0 1 0,0-1 0,-1 0 0,1 0 0,-1 0 0,0 0 0,0 0 0,-1-1 0,1 1 0,-1-1 0,-6 5 0,6-4 0,-45 27 0,29-20 0,11-6 0,1 0 0,-1-1 0,0 0 0,0 0 0,-1-1 0,-16 3 0,-16 6 0,22-7 0,1-1 0,-1 0 0,0-2 0,0 0 0,0-2-1,-1 0 1,-23-3 0,-6 1-76,22 2-2198,0-1 1,-33-6-1,52 5 719,0 0 0,1 0 0,-1-1 0,1 0 0,-1 0 0,1-1 0,0 0 0,0-1 0,1 0 0,-12-9 0,-1-10-2695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56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1 326 5635,'0'-3'850,"0"0"0,0 0 0,1 0 0,0 0 1,-1 0-1,1 0 0,0 0 0,0 0 0,3-4 0,-3 4-100,1 0-1,-1 0 0,0 0 0,0 0 1,0 0-1,0 0 0,-1 0 0,1-1 0,-1-4 1,1 2-552,0 1 0,1 0 0,-1 0 0,1 0 0,0 0 1,0 0-1,0 0 0,1 1 0,0-1 0,0 1 1,0 0-1,0 0 0,1 0 0,-1 0 0,1 0 1,0 1-1,0 0 0,1-1 0,5-2 0,13-9 257,1 1 0,36-15-1,-17 13-391,1 1 0,79-15-1,-5 2-3187,-87 22 921,1 1-1,-1 1 1,1 2 0,0 1 0,31 3-1,7-1-2596,-23-1 1786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57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1825,'50'10'5152,"-42"-9"-3834,1 0 0,-1 0 0,0 1-1,0 1 1,11 3 0,-19-5-1220,1-1-1,0 1 0,0-1 1,0 1-1,-1-1 1,1 0-1,0 1 0,0-1 1,0 0-1,0 0 1,0 0-1,0 0 0,0 0 1,0 0-1,0 0 1,-1 0-1,1 0 0,0 0 1,0 0-1,1-1 1,10 0 1319,-12 5-28,1 0-1,-1 0 1,0 0-1,-1 0 1,1 0-1,-1 0 0,0 0 1,-2 7-1,-3-3-1140,0 0-1,0 1 1,1-1-1,0 1 0,1 0 1,-7 17-1,-14 29-55,19-44-192,1 1 0,0-1 0,1 1 0,-3 15 0,-13 34 0,0-26 0,3 2 0,1 0 0,1 1 0,-16 69 0,29-98 0,-1 1 0,-1 0 0,0-1 0,-7 13 0,-4 12 0,-33 118 0,34-119 35,11-28-58,1 1 1,-1 0-1,1 0 1,0-1-1,0 1 1,1 0-1,0 1 0,-1 5 1,2-10-215,0 1 0,0-1 1,0 1-1,-1-1 0,1 1 0,-1-1 0,0 1 1,0-1-1,0 0 0,0 1 0,-2 2 0,-3 9-4595,3 5-4144,-2-7 3088,-18-9 837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57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67 138 21898,'-19'-27'7043,"-9"12"-3969,28-12-3571,-19 17-1952,19-6-880,0 0-7172,0 6 4610,19-6-3393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57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10773,'28'26'12101,"-9"1"-5682,9-17-3313,-9 6-2738,-19-5-368,28 5 0,-28-6-2497,0-36-15960,0 15 13671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59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68 187 5491,'1'-4'1313,"-2"0"1,1 0 0,0-1 0,-1 1 0,0 0-1,0 0 1,0 0 0,-1 0 0,1 0 0,-1 0 0,0 0-1,-2-3 1,2 5-958,1 0-1,-1 0 0,0 0 0,1 1 1,-1-1-1,0 0 0,0 1 0,0-1 1,0 1-1,0 0 0,-5-2 1,7 3-248,-1-1 1,1 1-1,-1-1 1,0 1-1,1-1 1,-1 1 0,1-1-1,0 1 1,-1-1-1,1 0 1,-1 1-1,1-1 1,0 0 0,0 1-1,-1-1 1,1 0-1,0 1 1,0-1-1,0 0 1,0 0 0,0 1-1,0-1 1,0 0-1,0 1 1,0-1-1,0 0 1,0 0 0,0 1-68,0 0 1,0 0 0,-1 1 0,1-1 0,0 0 0,0 0 0,-1 0 0,1 1 0,0-1 0,-1 0 0,1 0 0,0 0 0,0 0 0,-1 1 0,1-1 0,0 0-1,-1 0 1,1 0 0,0 0 0,-1 0 0,1 0 0,0 0 0,-1 0 0,1 0 0,0 0 0,-1 0 0,1 0 0,0 0 0,-1 0 0,1 0 0,0-1-1,-1 1 1,1 0 0,0 0 0,0 0 0,-1 0 0,1-1 0,0 1 0,-1 0 0,1 0 0,0-1 0,0 1 0,0 0 0,-1 0 0,1-1 0,0 1-1,0 0 1,0 0 0,0-1 0,-1 1 0,1 0 0,0-1 0,0 1 0,0 0 0,0-1 0,0 1 0,0 0 0,0-1 0,0 1 0,0 0 0,0-1-1,0 1 1,0 0 0,0-1 0,0 1 0,1 0 0,-1-1 0,0 1 0,-1 4-42,0 0 0,0 0 0,0 0 0,0 0 0,1 0 0,-1 0 0,1 0 0,1 1 0,-1-1 0,1 5 0,0 5 0,18 93 0,-19-100 0,0 0 0,1 0 0,0-1 0,1 1 0,-1 0 0,1-1 0,1 1 0,-1-1 0,1 0 0,4 7 0,-3-5 0,1 1 0,-2-1 0,0 1 0,3 11 0,-1 0 0,1 0 0,0-1 0,2 1 0,18 34 0,-25-52 0,6 16 0,-1-1 0,0 1 0,5 35 0,9 27 0,-11-58 9,-7-16-16,1-1-1,-1 0 1,-1 1-1,1-1 1,-1 1-1,0 0 0,0-1 1,0 9-1,-1 4-109,-1-12-233,1 0 0,0 0 0,0 0 0,0 0-1,1 1 1,0-1 0,3 10 0,6 2-1442,-8-16 1392,-1 1 0,1 0 0,-1-1 0,1 1 0,-1 0 0,0 0 0,0 0 0,-1 0 0,1 0-1,0 0 1,-1 0 0,0 4 0,0 3-755,0-8 675,-1 0 0,1 1-1,0-1 1,0 0 0,0 1 0,0-1 0,0 0 0,0 0 0,1 1 0,-1-1 0,1 0 0,-1 0-1,1 1 1,0-1 0,0 0 0,0 0 0,0 0 0,0 0 0,0 0 0,1-1 0,-1 1 0,1 0-1,1 1 1,0-1-1176,2-2 538,-2-1 1043,1 1 0,-1-1 0,0 0 0,1 0 0,-1 0 0,0 0 0,0-1 0,0 1 0,0-1 0,0 0 0,0 0 0,0 0 0,-1 0 0,1 0 0,-1-1 0,0 1 0,1-1 0,-1 0 0,3-4 0,6-11 312,-1 0 0,11-23 0,-7 12 2,-8 15 47,0 0-1,-1-1 1,-1 1 0,5-26 0,7-21 507,-4 26 478,10-50 0,-12 39 96,10-55 2934,-17 88-2966,-1 0 1,-1 1-1,-1-1 1,1 0 0,-3-13-1,1-10 4831,1 78-4858,0-30-1300,1-1 1,0 1-1,1-1 1,1 1-1,0-1 1,7 18 0,2 8-16,-1-2 7,-3-7 0,1 1 0,1-2 0,21 40 0,-14-38 0,-7-11 0,0 0 0,1-1 0,1-1 0,0 1 0,27 25 0,-7-12 0,-26-23 0,0-1 0,1 0 0,-1-1 0,1 0 0,0 0 0,1 0 0,12 5 0,126 47 0,-143-56 0,0 0 0,0-1 0,0 1 0,0-1 0,0 0 0,-1 0 0,1 0 0,0-1 0,0 1 0,0 0 0,0-1 0,0 0 0,-1 0 0,1 0 0,4-2 0,7-2 0,-1 1 0,0 0 0,-1-1 0,0 0 0,0-1 0,-1 0 0,0-1 0,0 0 0,0-1 0,-1 0 0,0 0 0,0-1 0,-1-1 0,0 0 0,-1 0 0,0 0 0,-1-1 0,0-1 0,-1 1 0,0-1 0,0 0 0,-2 0 0,6-19 0,4-30 0,-9 46 0,-1 0 0,-1 0 0,-1-1 0,1-24 0,-3-144 0,0 173 0,-1 0 0,-1 0 0,0 1 0,0-1 0,-1 1 0,0-1 0,-8-13 0,-8-36 0,16 46 0,3 10 0,-1 0 0,1 0 0,-1 0 0,0 0 0,0 0 0,-1 0 0,1 1 0,-1-1 0,1 0 0,-1 1 0,0-1 0,-1 1 0,1 0 0,-1 0 0,1 0 0,-6-5 0,-33-30 0,28 23 0,-1 2 0,-1 0 0,-24-17 0,32 26 0,0 1 0,0-1 0,-1 1 0,0 0 0,1 1 0,-1-1 0,0 2 0,0-1 0,0 1 0,-1 0 0,-15 1 0,22 0 0,-25 5 0,-1 0 0,-32 12 0,49-13 0,0 1 0,1 0 0,0 1 0,0 0 0,0 0 0,1 1 0,0 0 0,-14 15 0,-31 25 0,36-33 0,1 1 0,-27 30 0,25-23-742,1 2 1,1 1-1,2 0 0,-22 47 1,33-62 381,1 0 1,0 0-1,0 0 1,1 1 0,0 0-1,1-1 1,0 1 0,1 0-1,0-1 1,1 1-1,0 0 1,0-1 0,1 1-1,1-1 1,0 1 0,6 14-1,-1-6-2263,1 0-1,1-1 1,1 0-1,0-1 1,18 22 0,13-10-4538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59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216 147 9204,'14'-12'3176,"-9"8"-1946,0 0-1,0 0 1,0 0 0,-1 0 0,0-1 0,0 0 0,0 0-1,-1 0 1,0 0 0,3-6 0,-1 1-132,-1 0 0,1 0 0,0 1 0,1 0 0,8-10 0,-6 7-827,-21 28-271,-13 23 0,17-6 0,8-27 0,0 1 0,-1-1 0,0 0 0,0 0 0,-6 11 0,3-6 0,-1 0 0,2 1 0,0-1 0,0 1 0,1 0 0,-2 14 0,-11 38 0,-4 23 0,15-62 0,0-1 0,-12 30 0,10-32 0,1 0 0,-5 36 0,7-33 0,-14 47 0,-3 8 109,17-58-294,-2 0-1,-10 28 0,-21 43-6408,3 0-9575,31-67 11367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59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94 122 11781,'-28'-32'10197,"10"6"-5267,-11 15-4994,11-5-3457,18 6-1778,0-6-655,0 5 399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6:59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7315,'47'26'8756,"-19"1"-2289,-9-1-3121,-19-15-1585,28 4-273,-9-15-1360,-19 11-128,28-11-1504,-28-11-3507,-28 11 1122,28-15-545,-19 4-4691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01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307 149 1793,'0'-32'7404,"0"-40"-849,0 51-1979,0 1 3586,0 19-8070,-1 1-1,1 0 0,0 0 1,-1-1-1,1 1 0,0 0 1,-1 0-1,1 0 0,-1-1 1,1 1-1,0 0 0,-1 0 1,1 0-1,-1 0 0,1 0 1,0 0-1,-1 0 0,1 0 1,-1 0-1,1 0 0,-1 0 0,1 0 1,-1 0-1,1 0 0,0 0 1,-1 0-1,1 1 0,-1-1 1,1 0-1,0 0 0,-1 0 1,1 1-1,-1-1 0,-1 1 313,-12 11-276,-1 1 0,2 0 0,-1 1 0,2 0 0,-18 27 0,-61 144-128,62-119 0,21-47 0,2 0 0,0 0 0,1 1 0,1 0 0,-3 32 0,-9 44 0,7-66 0,7-24 0,0 0 0,0 0 0,0 0 0,1 1 0,0-1 0,0 1 0,0-1 0,1 1 0,0 0 0,0-1 0,2 10 0,25 93 0,-24-98 0,1 0 0,0 0 0,0 0 0,2 0 0,-1-1 0,1 0 0,8 11 0,10 17 0,-18-29 0,0 0 0,1-1 0,-1 0 0,2 0 0,-1-1 0,1 0 0,0 0 0,14 9 0,11 9 0,-23-17 0,1-1 0,-1 0 0,1 0 0,1-1 0,-1-1 0,1 0 0,0 0 0,0-2 0,0 1 0,20 2 0,5-2 0,1-1 0,41-3 0,-42 0 0,-28 0 0,1-1 0,-1 0 0,0-1 0,0 1 0,0-2 0,0 0 0,0 0 0,-1 0 0,1-1 0,7-5 0,3-3 0,0-1 0,31-29 0,-46 38 0,0 0 0,0-1 0,0 0 0,0 0 0,-1 0 0,0-1 0,0 1 0,-1-1 0,1 1 0,-1-1 0,0 0 0,-1 0 0,1 0 0,-1 0 0,0-12 0,0 3 0,-2 0 0,0 0 0,0 0 0,-1 0 0,-7-23 0,3 6 0,6 28 0,0 1 0,0 0 0,-1-1 0,1 1 0,-1-1 0,0 1 0,0 0 0,0 0 0,0-1 0,-1 1 0,1 0 0,-1 0 0,0 0 0,0 0 0,0 1 0,0-1 0,-3-2 0,-5-3 0,5 2 0,0 0 0,0 1 0,-1 0 0,0 0 0,0 1 0,0 0 0,-1 0 0,0 0 0,1 1 0,-1-1 0,0 2 0,-1-1 0,1 1 0,0 0 0,-15-1 0,9 3 0,0 1 0,0 0 0,-1 1 0,-22 7 0,0 1 0,31-9 0,1 0 0,-1 0 0,1 1 0,-1-1 0,1 1 0,0 0 0,-1 0 0,1 0 0,0 1 0,1-1 0,-7 7 0,6-6 0,1-1 0,0 1 0,0-1 0,-1 0 0,1 0 0,-1 0 0,0 0 0,1-1 0,-1 1 0,-7 1 0,9-3 0,1 0 0,-1 1 0,0-1 0,1 1 0,-1 0 0,0-1 0,1 1 0,-1 0 0,1 0 0,-1 0 0,1 0 0,0 0 0,-1 0 0,1 0 0,0 1 0,0-1 0,0 0 0,0 1 0,0-1 0,0 1 0,0-1 0,0 1 0,1-1 0,-1 1 0,0-1 0,1 1 0,-1 0 0,1 2 0,-5 9-594,1 1 0,1 0 0,-2 18 0,4-29 372,1 1 1,0-1-1,0 0 1,0 1-1,0-1 1,0 1-1,1-1 1,0 1-1,0-1 1,0 0-1,0 1 1,0-1-1,1 0 1,-1 0 0,1 0-1,0 0 1,0 0-1,0 0 1,4 3-1,-5-5-5,9 9-2183,0-1 0,0 0 0,1-1 0,1 0 0,-1-1 0,1 0 0,15 5 0,17 3-4028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02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146 380 4482,'6'-15'1304,"-4"11"-854,0 0 0,0 0 0,-1 1 0,0-1 0,1 0 0,-2 0 0,1 0 0,0 0 0,-1-1 0,0 1 0,0 0 0,0 0 0,0 0 0,-2-7 0,-3-5 1065,3 10-878,0 0 0,0 0 1,1 0-1,-1 0 1,1-1-1,0-6 0,2 11-476,-2 0 0,1 1-1,0-1 1,0 0 0,0 0-1,-1 1 1,1-1 0,-1 0-1,1 0 1,-1 1 0,0-1-1,0 1 1,1-1 0,-1 1-1,0-1 1,-1 1 0,1-1-1,0 1 1,0 0 0,-1 0-1,-2-2 1,-1-2 320,4 4-358,0 0 0,0 0 0,0 0 0,0 0 0,0 0 0,0 1 0,0-1 0,0 0 0,0 1 0,0-1 0,-1 1 0,1-1 0,0 1 0,0 0 0,-1 0 0,1-1 0,0 1 0,-1 0 0,1 0 0,0 0 0,0 0 0,-1 0 0,1 1 0,0-1 0,-1 0 0,1 1 0,0-1 0,0 0 1,0 1-1,-1 0 0,1-1 0,0 1 0,0 0 0,0-1 0,0 1 0,0 0 0,0 0 0,0 0 0,0 0 0,1 0 0,-1 0 0,0 0 0,0 0 0,1 0 0,-1 0 0,1 1 0,-1 0 0,-2 4 119,0 0 0,0 1-1,1-1 1,0 0 0,0 1-1,1-1 1,-1 1 0,1 13 0,0-15-115,0 1 1,0-1 0,0 1 0,-1-1 0,1 1-1,-5 8 1,3-10-69,2 0-1,-1 0 1,0 0-1,1 0 1,0 0-1,0 0 1,0 0-1,0 0 0,1 1 1,0-1-1,-1 0 1,2 0-1,-1 1 1,0-1-1,2 6 1,37 125 269,-36-121-328,0-1 0,1 0 0,0-1 0,1 1 0,1-1 0,0 0 0,0 0 0,12 16 0,51 42 0,-63-63 0,0 0 0,0-1 0,1 0 0,0 0 0,0 0 0,1-1 0,0 0 0,-1-1 0,2 1 0,-1-2 0,0 1 0,14 3 0,37 19 0,-53-24-43,1 1 0,-1-1 0,0 0 0,1 0 0,-1-1 0,0 0 0,1 0 0,0-1 0,-1 1 0,10-2-1,-2 0-81,0-1 0,0 0 0,0-1 0,13-5 0,-17 3 47,-1 0 1,1 0 0,-1-1-1,0-1 1,-1 1-1,0-1 1,0-1-1,0 1 1,-1-1-1,9-13 1,4-2 102,-15 16 11,0 0 1,0-1-1,-1 1 0,0-1 1,0 0-1,0 0 1,-1 0-1,-1-1 1,0 1-1,0-1 0,2-15 1,-2-13 209,-2-57 1,-1 41 45,0 29-238,-1 1 0,-1-1 0,-1 0 0,-2 1 1,0-1-1,-1 1 0,-1 1 0,-1 0 0,-2 0 0,0 1 1,-1 0-1,-22-29 0,26 40-54,-1 1 0,0 0 0,-1 1 0,1 0 0,-2 1 0,1 0 0,-21-11 0,24 15 0,0 0 0,0 1 0,0-1 0,0 1 0,-1 1 0,1 0 0,0 0 0,-1 0 0,0 1 0,1 0 0,-1 0 0,-11 2 0,-22 0 0,32-2 0,0 1 0,0-1 0,0 2 0,0-1 0,1 1 0,-1 1 0,1-1 0,-1 1 0,-12 7 0,4 1 0,-1 0 0,2 1 0,-22 21 0,27-24 0,0 1 0,0 0 0,1 1 0,1 0 0,0 1 0,1 0 0,-14 24 0,15-23 0,0 0 0,2 0 0,-1 0 0,1 1 0,1 0 0,1 0 0,0 0 0,-2 22 0,3 16-291,0-40-43,1 1 0,1-1 0,0 0 0,0 1 1,1-1-1,1 1 0,0-1 0,1 0 0,0 0 0,0 0 0,8 15 0,-2-13-2052,1 0 0,0-1 0,1 0 0,0-1 0,1-1-1,1 1 1,27 18 0,-17-13-2064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02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310 125 14407,'19'-33'7286,"0"-4"-79,-17 32-6731,0-1 0,-1 1 0,0 0-1,0-1 1,0 1 0,0-10 0,-2 15-471,1 0 0,0 0 0,0 1 0,0-1 0,-1 0 0,1 0 0,0 0 0,0 1 0,-1-1 0,1 0 0,0 0 0,-1 0 0,1 0 0,0 0 0,-1 0 0,1 1 0,0-1 0,-1 0 0,1 0 0,0 0 0,-1 0 0,1 0 0,0 0 0,-1 0 0,1 0 0,0-1 0,0 1 0,-1 0 0,1 0 0,0 0 0,-1 0 0,1 0 0,0 0 0,-1-1 0,1 1 0,0 0 0,0 0 0,-1 0 0,1-1 1,0 1-1,0 0 0,0 0 0,-1-1 0,1 1 0,0 0 0,0 0 0,0-1 0,0 1 0,0 0 0,-1-1 0,1 1 0,0 0 0,0-1 0,0 1 0,0 0 0,0-1 0,0 1 0,0 0 0,0-1 0,0 1 0,0 0 0,0-1 0,0 1 0,1-1 0,-26 32 176,14-17-152,-3 1-29,1 1 0,0-1 0,1 2 0,1 0 0,1 0 0,0 1 0,1 1 0,1-1 0,-9 31 0,14-29 0,-2 1 0,0-1 0,-12 29 0,13-38 0,0 1 0,1 0 0,1 0 0,-3 16 0,-2 13 0,-6 12 0,5-26 0,1 0 0,2 1 0,-4 54 0,9-74 4,-1 0 0,0 0 0,-1 0-1,1 0 1,-1-1 0,-5 11 0,4-10-96,1 0 0,-1 0 0,1 0 0,1 0 0,0 0 1,-1 11-1,2-7-910,-1-1-1,0 0 1,-1 1 0,0-1 0,-1 0 0,-7 18 0,-16 28-7681,9-20 439,13-12 4261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02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48 148 7315,'-28'-26'9605,"28"-6"-4051,0 21-3265,-19-4-2833,19-12-1841,0 17-1313,0-6-5858,19 5 5378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02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10565,'28'16'6467,"-9"-6"-2385,9 6-1761,-28-5-3394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08.3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84 402 2193,'-7'4'943,"-1"-1"0,0 0 0,0 0-1,0 0 1,0-1 0,-15 2 0,10-1 585,26-2 154,30 0 1273,40-4 426,313-47 5039,-207 35-6376,-39 4-1052,127-7 330,-157 11-953,381-19 672,-170 14-801,-188 8-240,80-7 0,-75 6 0,-89 5 0,79-10 0,-110 6-165,-1 2 0,1 1 0,48 4 0,-60-2 70,-19-4-257,0 0-1,0 0 1,0 1-1,-1-1 1,1 1 0,-1 0-1,0 0 1,1 0 0,-1 0-1,0 1 1,-6-2-1,-67-33-538,61 29 883,1 0-1,-1-1 1,1-1 0,1 0-1,-21-16 1,5 1 234,-40-22 1,69 45-190,0 0-1,-1 0 0,1 0 1,0 1-1,-1-1 1,1 0-1,0 0 1,0-1-1,0 1 0,0 0 1,0 0-1,0-1 1,0 1-1,0 0 1,1-1-1,-1 1 0,0-1 1,1 1-1,-1-1 1,1 1-1,0-1 0,-1 1 1,1-1-1,0 1 1,0-1-1,0 1 1,0-1-1,0 0 0,1-2 1,-1-5 36,0 6 7,9 2 40,0 1 0,-1 1 0,1-1 0,0 1 0,0 1 0,-1 0 0,1 0-1,-1 0 1,0 1 0,1 1 0,-1-1 0,-1 1 0,1 0 0,-1 1 0,1 0 0,-1 0 0,0 1 0,-1 0 0,8 8-1,6 9 135,-1 1 0,19 30 0,-32-46-196,-1 1 0,-1 0-1,0 0 1,0 0-1,-1 0 1,0 0 0,0 1-1,-1 0 1,-1-1-1,1 15 1,-2-6-35,1 11 107,-2 1-1,-7 44 1,7-66-177,-1 0 0,0 0 0,0 0 0,-1-1 0,0 1 1,0-1-1,-1 0 0,0 0 0,0 0 0,-1 0 0,0-1 1,0 0-1,0 0 0,-9 7 0,-7 2-636,13-10 146,1-1-1,0 2 0,1-1 1,-1 1-1,-6 7 1,-17 18-3782,25-27 3132,0 0 1,0-1-1,0 1 1,-1-1-1,1 0 1,-1 0-1,0-1 1,0 1-1,0-1 1,0-1-1,0 1 1,-1-1-1,-7 1 1,9-2-2338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09.0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65 280 5747,'1'-13'7045,"-2"-14"3042,0 26-9983,1 0-1,0 1 1,0-1-1,0 1 0,0-1 1,-1 0-1,1 1 1,0-1-1,-1 1 0,1-1 1,0 1-1,-1-1 1,1 1-1,-1-1 1,1 1-1,0 0 0,-1-1 1,1 1-1,-1 0 1,0-1-1,1 1 0,-1 0 1,1-1-1,-1 1 1,1 0-1,-1 0 1,0 0-1,1 0 0,-1 0 1,1 0-1,-1-1 1,0 2-1,-3-1 2368,5 2-2360,-1 0 1,0 1-1,0-1 1,0 0-1,-1 1 1,1-1-1,-1 0 1,1 1 0,-1-1-1,-1 4 1,-1-3 10,0 1 1,1 0 0,-1 0 0,1 0-1,0 0 1,0 0 0,1 0 0,-1 0-1,1 1 1,0-1 0,0 1-1,0-1 1,1 1 0,0-1 0,0 1-1,0 7 1,-9 69 322,6-66-404,1 0 0,0 0 0,1 1 0,0-1 0,4 30 0,3-16-41,-3-19 0,-1 1 0,0-1 0,-1 1 0,0 11 0,1-6 0,1-1 0,0 1 0,1-1 0,0 0 0,1 0 0,1 0 0,1-1 0,15 26 0,-4-5 0,-8-17 0,1 1 0,19 22 0,-6-9 0,-21-27 0,1-1 0,-1 0 0,1 1 0,0-1 0,0 0 0,1-1 0,-1 1 0,1-1 0,0 0 0,0 0 0,0 0 0,0-1 0,0 1 0,11 2 0,18 8 0,-23-7 0,1 0 0,0-1 0,0 0 0,0-1 0,0-1 0,1 0 0,0-1 0,0 0 0,-1-1 0,1 0 0,20-2 0,-14-3 0,-1 0 0,0-2 0,-1 0 0,1-1 0,-1-1 0,-1 0 0,31-21 0,-38 22 0,-1 0 0,1-1 0,-1 1 0,-1-2 0,0 1 0,0-1 0,-1 0 0,0 0 0,0-1 0,-1 0 0,0 0 0,-1 0 0,0-1 0,4-19 0,0-12 0,-3 0 0,-1 0 0,-2-1 0,-2 1 0,-6-55 0,-2 62 0,-2 1 0,-1 1 0,-1 0 0,-33-62 0,42 88 0,-5-7-1,-1 1 0,0 0 1,-1 0-1,-1 1 0,1 0 0,-2 0 0,-19-15 0,-32-32-486,28 28-2459,0-2-4326,31 20-2305,5 10 7848,-1-12-3385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09.3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96 8820,'38'93'6722,"-25"-64"-5792,-1 0-1,-1 0 0,12 56 0,-3 22 1238,-18-100-1965,3 6 429,-1 1 0,0 0 0,-1 1 0,-1-1 0,0 0 0,-1 1 0,0 14 0,-1 119 5460,0-147-6091,0-1 0,0 1 0,0-1 0,0 1 0,0-1 0,0 1 0,0-1 0,0 1 0,0-1 0,0 1 0,0-1 0,-1 1 0,1-1 0,0 1 0,0-1 0,0 1 0,-1-1 0,1 1 0,0-1 0,-1 0 0,1 1 0,0-1 0,-1 1 0,1-1 0,0 0 0,-1 1 0,1-1 0,-1 0 0,1 0 0,-1 1 0,1-1 0,-1 0 0,1 0 0,-1 0 0,1 1 0,-1-1 0,1 0 0,-1 0 0,1 0 0,-1 0 0,1 0 0,-1 0 0,1 0 0,-1 0 0,0-1 0,0 0 0,0 1 0,0-1 0,0 0 0,0 0 0,0 0 0,0 1 0,0-1 0,1 0 0,-1 0 0,0 0 0,1 0 0,-1-1 0,0 1 0,1 0 0,0 0 0,-1 0 0,1 0 0,0-1 0,-1 1 0,1 0 0,0 0 0,0 0 0,0-1 0,0 1 0,1-2 0,-10-71 0,5 53 0,1 0 0,0-25 0,1-28 0,1 21 0,5-55 0,-2 92 0,0 0 0,1 1 0,1-1 0,0 1 0,1 0 0,1 0 0,14-26 0,53-77 0,-70 114 0,1-1 0,-1 2 0,1-1 0,0 0 0,0 1 0,1 0 0,-1 0 0,0 0 0,1 0 0,0 1 0,0-1 0,7-1 0,20-11 0,-27 13 0,-1 0 0,1 0 0,0 0 0,0 1 0,0 0 0,0 0 0,1 0 0,-1 0 0,0 1 0,0 0 0,0 0 0,1 1 0,-1-1 0,0 1 0,0 0 0,0 0 0,0 1 0,0 0 0,0 0 0,-1 0 0,7 3 0,14 11 0,-16-11 0,0 0 0,-1 1 0,1 0 0,-1 1 0,-1-1 0,1 1 0,9 12 0,29 37 0,-38-47 0,-1-1 0,0 1 0,0 0 0,0 0 0,4 11 0,83 170 0,-90-181 0,-1-1 0,0 1 0,-1 0 0,3 17 0,3 15 0,39 80-4410,-46-117 3742,0-1 0,0 1-1,0 0 1,0-1 0,0 1 0,-1 0 0,0-1 0,0 1 0,0 0-1,0 0 1,0-1 0,-1 1 0,0 0 0,0-1 0,0 1-1,0-1 1,0 1 0,-1-1 0,1 1 0,-1-1 0,0 0-1,0 0 1,-5 6 0,4-5-451,-2 14-4352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09.5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31 16712,'0'-31'5101,"0"50"130,0 50 492,0 88-5723,0-150-25,0 1 0,1-1 0,0 0 1,1 1-1,0-1 0,0 0 0,3 9 0,-2-9-162,0 0-1,-1 1 1,0-1-1,0 1 0,-1-1 1,0 1-1,0 10 1,-1 32-3573,0 33-7928,0-45 5288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10.4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1 300 6211,'0'-2'950,"-1"0"0,1-1 1,0 1-1,0-1 0,1 1 1,-1 0-1,0-1 0,1 1 1,0-1-1,-1 1 0,1 0 0,0 0 1,0-1-1,3-3 0,6-4 2337,-6 6-3153,3-3 2833,-9 28-2199,2-16-673,1 0-1,-1 0 1,1-1 0,0 1 0,0 0 0,4 8 0,-3-7 129,0 0 1,-1-1-1,1 1 1,-1 0-1,0 0 1,-1 0-1,1 6 0,0 2 113,1 0 0,0 0-1,1 0 1,1 0 0,7 18 0,10 39 329,25 88-666,-43-133 0,-3-24 0,0 0 0,0 0 0,0 0 0,0 0 0,0-1 0,0 1 0,1 0 0,-1 0 0,1 0 0,-1 0 0,1-1 0,1 4 0,27 23 0,-28-27 0,0 0 0,0-1 0,0 1 0,0 0 0,0-1 0,1 1 0,-1-1 0,0 1 0,0-1 0,0 0 0,0 0 0,1 1 0,-1-1 0,0 0 0,0 0 0,0 0 0,1 0 0,-1 0 0,0 0 0,0-1 0,0 1 0,1 0 0,-1-1 0,0 1 0,0-1 0,0 1 0,0-1 0,0 1 0,0-1 0,2-1 0,3-4 0,-4 5 0,0-1 0,0 0 0,0 1 0,0-1 0,0 0 0,-1 0 0,1 0 0,-1 0 0,1 0 0,-1 0 0,0 0 0,0 0 0,0-1 0,0 1 0,0-1 0,0 1 0,-1 0 0,1-1 0,0-4 0,-1-1 0,1 0 0,0 0 0,1 1 0,0-1 0,0 0 0,1 1 0,-1 0 0,2-1 0,3-6 0,-1 3 0,-1 0 0,-1 0 0,7-23 0,-10 26 1,4-13-17,-1-1-1,1-32 1,-4 43-182,0 1 0,0-1-1,1 0 1,0 1 0,6-19 0,-5 21-130,0-1 1,-1 1 0,0-1-1,-1 0 1,1-13 0,-1 8-442,0 1 0,1-1 0,4-18 0,3-28-2959,-9 59 3641,0 0 0,0-1 0,1 1 0,-1 0 0,0 0 0,0 0 0,1 0 0,-1 0 0,1 0 0,-1 0 0,1 0 0,-1 0 0,1 0 0,-1 0-1,1 0 1,0 1 0,0-1 0,-1 0 0,1 0 0,0 1 0,0-1 0,0 0 0,0 1 0,0-1 0,0 1 0,0-1 0,0 1 0,0 0 0,1-1-1,2-1-266,0 0-487,12 4 89,14 23 595,18 15 454,-21-15 113,41 28 1823,-61-50-1870,-1 1 1,0-1 0,1-1 0,0 1 0,-1-1 0,1 0-1,9 1 1,11 4 514,-18-4-530,1 0 0,-1 0 0,0-1 1,1 0-1,-1 0 0,1-1 0,0-1 0,-1 1 0,1-2 1,0 1-1,-1-1 0,1-1 0,-1 0 0,1 0 0,-1-1 1,0 0-1,0-1 0,0 1 0,11-8 0,-15 7-279,1 0 0,-1 0-1,0-1 1,0 0-1,-1 0 1,1 0 0,-1 0-1,0-1 1,-1 1 0,1-1-1,-1 0 1,0 0 0,-1-1-1,4-11 1,-5 15-69,-1-1 0,0 0 0,0 0 0,0 0 0,0 1 0,0-1 0,-1 0 0,1 0 0,-1 1 0,0-1 0,0 0 0,-1 1 0,1-1 0,-3-3 0,-28-44 0,16 31 0,14 17 0,-1-1 0,0 0 0,0 1 0,0-1 0,-1 1 0,1 0 0,-1 0 0,1 0 0,-1 0 0,0 1 0,0 0 0,-1 0 0,-8-4 0,2 3 0,-1-1 0,0 2 0,0 0 0,0 0 0,-22 0 0,27 2 0,1 0 0,-1 1 0,0 0 0,0 0 0,1 0 0,-1 1 0,1 0 0,-1 0 0,1 1 0,0 0 0,-1 0 0,-10 8 0,8-4 0,0 2 0,0-1 0,1 1 0,0 0 0,1 1 0,0 0 0,1 0 0,0 1 0,0-1 0,1 1 0,0 1 0,1-1 0,-4 18 0,2 5 0,1-1 0,1 0 0,2 54 0,2-63 0,1-1 0,1 1 0,1-1 0,1 0 0,1 0 0,1 0 0,1-1 0,1 0 0,1 0 0,1 0 0,1-2 0,20 31 0,33 28 0,-57-71-344,0-1 0,0 1 0,1-2-1,0 1 1,0-1 0,1 0 0,0-1 0,0 1 0,0-2-1,1 0 1,-1 0 0,1 0 0,0-1 0,0-1 0,0 0-1,0 0 1,1-1 0,19 0 0,-18-2-360,1 0 0,0-1 0,-1 0-1,0-1 1,1-1 0,-1 0 0,-1 0 0,1-1 0,-1-1-1,1 0 1,13-10 0,1-3-355,0-1 0,-2-1 0,25-28 0,-27 24 782,-1-2 0,-2-1 1,33-59-1,9-14 1438,-2 17 1475,-34 51 1776,51-51 1,-60 73-1789,-12 19-186,5 12-500,-6-15-1887,0 1 0,0 0-1,0-1 1,-1 1 0,0 0-1,0 0 1,0 1 0,-1-1 0,0 0-1,0 1 1,-1-1 0,1 0-1,-2 8 1,1-5-51,1 0 0,0 0 0,1 0 0,3 13 0,-2-13 0,-1 1 0,0 0 0,-1-1 0,1 16 0,-3-6 0,0-11 0,1 0 0,-1 0 0,2 0 0,-1 0 0,1 0 0,0 0 0,3 9 0,5 3 0,-7-15 0,1 0 0,-1 1 0,0-1 0,-1 1 0,1-1 0,-1 1 0,0 0 0,0 9 0,-1 133 0,1-138 0,-1-18 0,-6-23 0,2 25 0,2 3 0,0 1 0,0-1 0,0 0 0,0 0 0,0 0 0,1 0 0,-1-1 0,1 1 0,0 0 0,0 0 0,0-1 0,1 1 0,-1-1 0,1 1 0,-1-1 0,1 1 0,0-1 0,1 1 0,-1-1 0,1 1 0,-1-1 0,1 1 0,0 0 0,1-4 0,12-33-208,-10 25-203,0 1-1,2-1 0,10-20 1,26-53-4860,-32 63 2460,1 0 1,25-38 0,7 5-1246,-24 26 2100,-12 20 1071,0 1-1,0-1 0,1 1 1,16-17-1,11-9-653,-3 4 377,40-33 0,-61 57 1773,0 1 0,0 0 1,1 1-1,0 1 0,0 0 0,0 0 1,1 1-1,18-5 0,-24 9-1567,8 0 8042,-10 20 1727,-5-18-8660,0 0 1,0 0-1,-1 0 1,1 0-1,0 0 0,0 0 1,-1 0-1,1 0 0,-1 0 1,1 0-1,-1 0 0,1 0 1,-1 0-1,1 0 1,-1-1-1,0 1 0,1 0 1,-1 0-1,0-1 0,0 1 1,0-1-1,0 1 1,1 0-1,-2 0 0,-8 6 802,10-5-781,-1 0 0,0 0 0,0 0 0,1 0 0,-1 0 0,1 0-1,-1 0 1,1 0 0,0 0 0,0 0 0,0 3 0,-2 19 1309,-2-13-1307,1 1 0,0-1 0,1 1 0,0 0 0,0 22 0,2-15-176,1-1 0,0 1 0,2-1 0,0 1 0,1-1 0,7 21 0,-7-32 0,-1 0 0,1-1 0,0 1 0,0-1 0,0 0 0,1 0 0,0 0 0,9 7 0,-6-5 0,1 1 0,-2 0 0,13 19 0,-6-8 0,1 1 0,26 25 0,8 12 0,-26-33 0,-21-24 0,0 1 0,0-1 0,0 1 0,0 0 0,-1 0 0,1 0 0,-1 0 0,1 0 0,-1 0 0,1 0 0,-1 1 0,0-1 0,0 0 0,0 1 0,-1-1 0,1 1 0,-1-1 0,1 4 0,-2-3 0,0-1 0,-1 0 0,1 1 0,-1-1 0,0 0 0,0 0 0,0 0 0,0 0 0,0 0 0,0 0 0,0 0 0,-1-1 0,1 1 0,0-1 0,-1 0 0,0 0 0,1 0 0,-1 0 0,0 0 0,1 0 0,-5 0 0,-64 15 0,48-14-113,-1 0 1,0-2-1,0-1 0,0 0 0,0-2 1,0-1-1,-45-13 0,55 14-1140,13 3 936,-1 0 1,0 0 0,1 0 0,-1-1 0,0 1 0,1-1 0,-1 1 0,0-1 0,1 1 0,-1-1 0,1 0 0,-1 0 0,1 0-1,-1 0 1,1 0 0,-2-1 0,-23-28-10254,25 30 10440,1-1-1,0 1 1,0 0 0,-1 0-1,1-1 1,0 1 0,0 0-1,-1-1 1,1 1 0,0 0-1,0-1 1,0 1 0,0 0-1,0-1 1,-1 1 0,1 0-1,0-1 1,0 1 0,0-1-1,0 1 1,0 0 0,0-1-1,0 1 1,0 0 0,0-1-1,0 1 1,1-1 0,-1 1-1,0 0 1,0-1 0,0 1-1,0 0 1,0-1 0,1 1-1,-1 0 1,0-1 0,0 1-1,1 0 1,-1 0 0,1-1-1,22-23-4455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10.6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12 17496,'4'-8'6815,"-4"8"-6627,1 0 0,-1-1-1,0 1 1,0 0 0,1 0-1,-1-1 1,0 1 0,1 0-1,-1 0 1,0 0 0,1-1-1,-1 1 1,0 0 0,1 0-1,-1 0 1,0 0 0,1 0-1,-1 0 1,0 0 0,1 0-1,-1 0 1,1 0 0,-1 0-1,0 0 1,1 0 0,-1 0-1,0 0 1,1 0 0,-1 0-1,1 0 1,-1 1 0,0-1-1,1 0 1,-1 0 0,0 0-1,0 1 1,1-1 0,-1 0-1,0 0 1,1 1 0,-1-1-1,0 0 1,0 1 0,1-1-1,-3 44-175,0-29-13,1 1 1,1-1 0,0 0 0,2 0 0,-1 1 0,5 17 0,3-11 0,-6-17 0,-1 0 0,0 1 0,0-1 0,0 1 0,-1-1 0,0 1 0,0 0 0,0 10 0,-2 20 0,0-13 0,1 1 0,5 37 0,-5-60 0,5 23-145,0 1-1,-2 0 1,0 35-1,-3-51-584,1 0-1,0 0 0,1-1 0,0 1 1,6 14-1,-5-15-1005,0 1-1,-1-1 1,0 1 0,-1 0 0,2 14 0,-3-22 1405,0 0 0,0 1 1,0-1-1,0 0 0,0 0 0,0 0 0,1 0 1,-1 0-1,0 0 0,1 0 0,-1 0 0,1 0 1,-1 0-1,1 0 0,0 0 0,-1 0 1,1 0-1,0 0 0,0 0 0,-1 0 0,2 0 1,3 4-1312,-1 7-2085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10.8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0 338 8292,'10'-121'13671,"-1"2"-5220,-9 41-6782,0 59-1168,0 54-318,0-21-183,-1-5 0,1 0 0,0 0 0,1-1 0,0 1 0,3 10 0,11 36 0,9 62 0,10 109 0,-30-206 0,0 0 0,10 25 0,3 19 0,-7-12 28,-2-11-139,-1 0 1,1 47-1,-8-72-451,1 0 0,1 0 0,4 19 0,-2-19-768,-2 0 1,0 0-1,0 20 1,-2 27-4523,0 9-5461,0-47 7743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11.2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1 238 6803,'0'-58'18363,"0"29"-13631,0 2-3885,0 24-808,1 0 1,0 0-1,0 0 1,0 0-1,0 0 1,0 0-1,1 0 0,-1 0 1,1 1-1,0-1 1,0 1-1,0-1 1,0 1-1,0 0 1,0 0-1,1 0 1,-1 0-1,5-3 1,46-26 71,-50 30-97,10-5 71,0 0 0,0 0 0,1 1 0,0 1 0,0 0 0,0 1 0,1 1 0,-1 0-1,1 1 1,0 0 0,-1 1 0,16 2 0,-27 0-83,0-1 0,0 1 0,0-1-1,0 1 1,-1 0 0,1 0 0,-1 0 0,1 0-1,-1 0 1,0 1 0,1-1 0,-1 1-1,-1-1 1,1 1 0,0 0 0,-1 0 0,1 0-1,-1 0 1,0 0 0,0 0 0,0 0-1,0 0 1,0 7 0,1 19-2,-1-18 0,-1 0 0,0 0 0,0 0 0,-1 1 0,0-1 0,-4 14 0,-3-4 0,5-14 0,0 1 0,1 0 0,0 0 0,0 1 0,0-1 0,1 0 0,0 9 0,1 6 0,-1-11 0,1-1 0,0 1 0,1 0 0,4 20 0,5-5 0,-8-21 0,1 0 0,-1 1 0,0-1 0,-1 0 0,0 0 0,1 13 0,-2-14 0,1 0 0,-1-1 0,1 1 0,0 0 0,0-1 0,0 1 0,0-1 0,1 0 0,0 1 0,0-1 0,0 0 0,0 0 0,1 0 0,5 6 0,15 28 0,-21-35 0,0-1 0,0 1 0,0-1 0,0 0 0,0 1 0,1-1 0,-1-1 0,1 1 0,-1 0 0,1 0 0,0-1 0,-1 1 0,1-1 0,0 0 0,0 0 0,0 0 0,0-1 0,0 1 0,0 0 0,0-1 0,0 0 0,1 0 0,3 0 0,11-1 0,0 0 0,-1 0 0,25-7 0,-26 2 0,-1 0 0,1-1 0,-1-1 0,-1 0 0,0-1 0,0-1 0,0 0 0,-1-1 0,-1-1 0,0 1 0,-1-2 0,0 0 0,0 0 0,12-23 0,1-8 0,41-58 0,-30 37 0,-31 54 0,1 1 0,1-1 0,0 1 0,0 0 0,15-18 0,13-3 0,-23 8 0,-11 22 0,1-1 0,-1 0 0,1 0 0,0 0 0,0 1 0,0-1 0,0 1 0,0-1 0,0 0 0,0 1 0,1 0 0,-1-1 0,1 1 0,-1 0 0,1 0 0,-1 0 0,1 0 0,1-1 0,13-11 0,2-1 0,-17 14 0,0 0 0,-1 0 0,1 1 0,0-1 0,0 0 0,-1 0 0,1 0 0,0 0 0,0 1 0,-1-1 0,1 0 0,0 1 0,-1-1 0,1 1 0,0-1 0,-1 0 0,1 1 0,-1-1 0,1 1 0,-1 0 0,1-1 0,-1 1 0,1-1 0,-1 1 0,0 0 0,1-1 0,-1 1 0,0 0 0,1 0 0,-1 0 0,2 5 0,0-1 0,0 1 0,0-1 0,-1 1 0,0 0 0,0 7 0,8 35 0,-3-29 0,-2-9 0,-1 0 0,0 0 0,0 1 0,-1-1 0,-1 1 0,1 14 0,7 124 0,-4-99 0,-1-1 0,-7 81 0,-12 131 0,14-237 0,-1-1 0,-1 0 0,-1 0 0,-9 26 0,-8 55 0,18-83 0,2-4 0,-1 0 0,0 0 0,-2 0 0,0-1 0,-1 1 0,-1-1 0,0 0 0,-16 28 0,9-22 0,-2-1 0,-1 0 0,-28 28 0,35-40 0,0-1 0,0 0 0,-1-1 0,0 0 0,0-1 0,-1 0 0,0 0 0,0-1 0,0-1 0,-15 5 0,22-9-91,1 1 1,-1-1-1,1 0 0,-1 0 1,0 0-1,1-1 1,-1 1-1,1-1 0,-1 0 1,1 0-1,0 0 0,-1 0 1,1-1-1,0 1 0,0-1 1,0 0-1,-6-4 1,-3-4-1260,-1 0 0,-17-22 1,19 21 239,-67-81-11986,31 35 6762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11.3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263 175 20105,'-47'-27'7796,"19"1"-4243,-19-1-2592,19 12-2002,9-12-1136,-9 17-2401,-19-17-2769,29 11-657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11.4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310 43 13190,'-47'0'11093,"0"0"-5650,1 0-2834,-11 0-2177,10-10-432,29 10 0,-10 0-1169,28-16-3457,-19 16-1713,19-16-6755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13.2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188 253 6003,'-26'5'4861,"0"-1"1,-32-1-1,-20-4 409,84 0-4724,1 0 1,-1 0-1,0 0 0,0-1 0,0 0 1,0 0-1,7-4 0,9-3 508,10 0-749,0 2 0,1 1 0,33-1-1,29-5-37,-78 9-267,276-45 0,-59 29 0,30-3 0,328-5 0,-329 12 0,-256 15-26,18 0-316,-25 0 314,1 0 0,-1 0 0,1 0-1,-1 0 1,1 0 0,-1 0 0,1 0 0,-1-1 0,1 1 0,-1 0-1,1 0 1,-1 0 0,1-1 0,-1 1 0,1 0 0,-1-1 0,1 1-1,-1 0 1,0-1 0,1 1 0,-1-1 0,1 1 0,-1 0 0,0-1 0,0 1-1,1-1 1,-1 1 0,0-1 0,0 1 0,1-1 0,-1 1 0,0-2-1,23-1-4794,-19-8 550,0 0-3918,40-5 467,-16 4 4611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13.9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 80 208,'0'-48'10137,"0"17"4484,-5 31-11121,-9 2 782,13 51-4261,-1-28-22,2 1 1,0-1-1,6 35 1,-2-40 0,0-3 0,-1 0 0,2 33 0,-4-30 0,1-1 0,1 1 0,1-1 0,7 22 0,1 5 0,27 126 0,-17-73-4066,-14-73 1774,-2 1 1,-1 1-1,-1-1 0,1 29 1,-5-11-6436,0-20 4981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14.4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76 625 2337,'-1'-79'5928,"-14"-96"0,14 127-4187,1 38-1051,0-1-1,-1 1 1,0-1 0,-4-17-1,-5 1 1116,8 22-1160,0 0 1,0-1-1,0 1 0,1 0 0,0-1 0,0 1 0,-1-10 0,2 10-228,0 1-1,-1 0 1,0 0 0,0-1-1,0 1 1,0 0 0,0 0-1,-1 0 1,0 0 0,-3-5-1,3 6-276,1 0-1,-1-1 1,0 1-1,1-1 1,0 0-1,0 0 1,0 1-1,0-1 1,1 0-1,-1-4 1,3 11-124,-1 0 1,1 0 0,0 0 0,0-1 0,1 1 0,-1-1 0,0 1 0,1-1 0,0 0-1,-1 0 1,1 0 0,4 2 0,14 13 65,17 32-82,-29-37 0,-1-1 0,1 0 0,1 0 0,0-1 0,20 16 0,7-1 0,1-1 0,51 24 0,-14-8-83,-60-31 39,-1-1 0,1 0-1,0-1 1,0 0-1,33 8 1,-31-11-8,-6-2 21,0 0 0,0 0 0,0-1 0,0-1 0,12 0 0,-8 0 9,10 0-111,0 0-1,41-7 0,-58 5 79,-1 0 0,1 0 0,0 0 0,-1-1 0,1 0 0,-1-1 0,0 1 0,0-1 0,0-1 0,-1 1 0,1-1 0,-1 0 1,6-7-1,47-44 100,-45 28-10,-12 22-14,0 1 0,1 0-1,0 0 1,-1 0 0,8-9 0,-6 8 26,0 0 1,-1 0 0,1 0-1,-2 0 1,1 0-1,0-1 1,-1 1-1,-1-1 1,1 0-1,-1 1 1,1-11-1,-3-88 763,-1 44-616,2 61-194,1-1 0,-1 0 0,0 0 0,0 0 0,0 1 0,0-1 0,-1 0 0,1 0 0,0 0 0,0 1 0,0-1 0,-1 0 0,1 0 0,0 0 0,-1 1 0,1-1 0,0 0 0,-1 1 0,1-1 0,-1 0 0,0 1 0,1-1 0,-1 1 0,1-1 0,-1 1 0,0-1 0,1 1 0,-1-1 0,0 1 0,1 0 0,-1-1 0,0 1 0,0 0 0,0 0 0,1-1 0,-1 1 0,0 0 0,0 0 0,0 0 0,1 0 0,-1 0 0,0 0 0,0 0 0,0 0 0,0 0 0,-1 1 0,0 0 0,-1 0 0,0 0 0,1 0 0,-1 0 0,1 0 0,-1 0 0,1 1 0,0-1 0,0 1 0,-1 0 0,1 0 0,-3 3 0,-37 73 0,37-70 0,0 1 0,1 0 0,0 0 0,0 0 0,1 0 0,-2 11 0,-12 28 0,13-41 0,1 1 0,0-1 0,1 1 0,0 0 0,0 0 0,-1 10 0,-3 12 0,-4-1 0,7-22 0,1 0 0,0 0 0,0 0 0,0 0 0,1 0 0,0 1 0,0 6 0,-17 132 0,18-136 0,0-1 0,-1 1 0,1-1 0,-2 1 0,0-1 0,0 0 0,0 1 0,-1-1 0,-1 0 0,-4 9 0,7-15 0,0 1 0,0 0 0,0-1 0,0 1 0,1 0 0,0 0 0,0 0 0,0-1 0,0 6 0,1 0 0,-1-9 0,0 1 0,0 0 0,0-1 0,0 1 0,0-1 0,0 1 0,0 0 0,1-1 0,-1 1 0,0-1 0,0 1 0,1-1 0,-1 1 0,0-1 0,1 1 0,-1-1 0,1 1 0,-1-1 0,1 1 0,-1-1 0,1 0 0,-1 1 0,1-1 0,-1 0 0,1 1 0,-1-1 0,1 0 0,-1 0 0,1 0 0,0 1 0,-1-1 0,1 0 0,-1 0 0,1 0 0,0 0 0,-1 0 0,1 0 0,0 0 0,-1 0 0,1 0 0,-1-1 0,1 1 0,-1 0 0,1 0 0,0 0 0,-1-1 0,1 1 0,-1 0 0,1-1 0,-1 1 0,1 0 0,-1-1 0,1 1 0,-1-1 0,0 1 0,1-1 0,-1 1 0,1-1 0,-1 1 0,0-1 0,0 1 0,1-1 0,-1 1 0,0-1 0,0 0 0,0 1 0,1-1 0,-1-5-8,0 0 0,1 0 1,0 0-1,1 0 0,3-11 0,-3 11 1,0 0 0,-1 0 0,1 0 0,-1-1 0,0 1 0,-1-7 0,1 6 10,-1 0 0,1 0 0,0 0-1,1 1 1,0-1 0,5-12 0,-4 11 1,-1 1 1,1-1-1,-1 0 1,-1 0-1,1 0 1,-1-1-1,0-8 1,2-26 4,2 0 0,2 0 0,21-69 0,-9 39-5,-18 67-4,0 1 0,-1-1 0,1 0 0,-1 0 0,0 0 0,-2-7 0,2 10 0,-1 0 0,1 0 0,-1 0 0,1 0 0,0 0 0,0 0 0,1 0 0,-1 0 0,1 0 0,-1 0 0,1 1 0,0-1 0,0 0 0,0 0 0,2-2 0,16-12 0,-16 57 0,14 65 0,-9-6 0,0-69 0,-4-17 0,-1 0 0,0 0 0,-1 1 0,1 25 0,-1-17 15,0-1 0,1 1 0,2-1 0,6 22 0,-4-21-90,-2 0 0,-1 0-1,0 1 1,0 24 0,-3-26-925,1-1 0,1 0 0,6 23 0,-5-25-984,-1 1 1,0 0-1,0 20 1,0 16-4569,13-2 224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15.0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570 349 8804,'11'-25'2859,"-6"14"-1601,0 1 1,0-1-1,-1 0 1,-1 0-1,0 0 0,0-1 1,-1 1-1,0-1 1,-1 1-1,-1-1 1,0-15-1,-2 15-820,-1 0-1,0-1 1,0 1-1,-1 1 1,0-1-1,-1 1 1,-1-1 0,-8-11-1,11 18-339,0 1 1,-1-1-1,0 1 0,0 1 1,0-1-1,0 0 0,-1 1 1,0 0-1,1 0 0,-1 0 1,0 1-1,0 0 0,0 0 1,-1 0-1,1 0 0,-1 1 1,1 0-1,0 0 0,-1 0 1,-10 1-1,4 0-98,0 1 0,0 1 0,1 0 0,-1 1 0,1 0 0,-1 0 0,1 1 0,0 1 0,0 0 0,1 0 0,-12 9 0,-10 9 0,1 1 0,-29 29 0,15-13 0,33-28 0,0 1 0,1 0 0,1 1 0,0 0 0,0 1 0,1 0 0,1 0 0,1 1 0,0 0 0,1 0 0,1 1 0,-5 22 0,-16 80 0,25-112 0,0-1 0,1 1 0,0-1 0,0 1 0,0-1 0,1 1 0,0-1 0,1 1 0,-1-1 0,1 0 0,0 0 0,4 8 0,7 28 0,-11-33 0,0 1 1,1-1-1,0 0 1,0 0-1,1-1 1,5 10-1,-8-16 0,1 1-1,0-1 0,0 1 0,0-1 1,1 0-1,-1 0 0,1 0 1,-1 0-1,1 0 0,-1 0 0,1-1 1,0 0-1,0 1 0,0-1 0,0 0 1,0 0-1,0 0 0,0-1 1,0 1-1,0-1 0,0 0 0,5 0 1,17 2-53,-22-1 47,1-1 0,0 1-1,0-1 1,0 0 0,-1 0-1,1-1 1,0 1 0,0-1 0,0 1-1,-1-1 1,1 0 0,0 0 0,-1-1-1,1 1 1,-1-1 0,1 0 0,3-3-1,10-8-75,-5 4 79,0 0 0,0-1 1,-1 0-1,0-1 0,-1 0 1,0-1-1,14-22 0,71-154 238,-85 162-229,-1 0 0,-2 0 0,0 0 0,-2-1 0,-1 0 0,-1 0 0,-1-42 0,-3 95-6,0-17 0,1-1 0,0 1 0,0 0 0,0-1 0,1 1 0,1-1 0,2 10 0,-4-16 0,13 29 0,13 47 0,-22-66 0,0-1 0,0 1 0,2-1 0,-1 0 0,15 20 0,-11-18 0,-2 0 0,0 0 0,8 19 0,-13-29 0,-1 0 0,1 0 0,0 0 0,0-1 0,0 1 0,1 0 0,-1-1 0,1 0 0,-1 1 0,1-1 0,0 0 0,0 0 0,0-1 0,0 1 0,0-1 0,0 1 0,0-1 0,1 0 0,5 1 0,4 1 0,0 0 0,0-2 0,0 1 0,15-1 0,-25-1 0,0-1 0,0 1 0,0-1 0,0 1 0,0-1 0,0 0 0,0 0 0,-1 0 0,1-1 0,0 1 0,0-1 0,-1 1 0,1-1 0,3-4 0,26-14 0,-23 15 0,0-1 0,0 0 0,-1 0 0,1-1 0,-1 0 0,-1 0 0,1-1 0,-1 0 0,7-12 0,9-15 0,20-43 0,-39 71 0,1-7 0,1 1 0,-2-1 0,4-17 0,15-41 0,-17 61 0,-3 5 0,0 1 0,0 0 0,-1-1 0,0 1 0,0-1 0,0 0 0,-1 0 0,0 1 0,0-1 0,0-7 0,-1 10 0,0-1 0,1 0 0,0 0 0,-1 0 0,1 0 0,1 0 0,-1 0 0,0 1 0,1-1 0,3-5 0,-3 6 0,0-1 0,0 0 0,-1 1 0,1-1 0,-1 0 0,0 0 0,0 0 0,0 0 0,-1 0 0,1-7 0,-2 40 0,-1 24 0,8 95 0,11-47 0,13 93 0,-10-86 0,-12-77 0,-2 0 0,-1 1 0,0 32 0,14 197 0,-19 11 0,0-259 0,-1 0 0,0 0 0,-1 0 0,0 0 0,-1-1 0,0 1 0,-1-1 0,-8 20 0,10-28 0,0 0 0,-1-1 0,1 1 0,0-1 0,-1 1 0,0-1 0,0 0 0,0 0 0,0 0 0,0 0 0,-1-1 0,1 0 0,-1 1 0,0-1 0,1 0 0,-1-1 0,0 1 0,0-1 0,0 1 0,-1-1 0,1 0 0,0-1 0,0 1 0,0-1 0,-1 0 0,1 0 0,0 0 0,0-1 0,-1 1 0,-5-2 0,-4-4-583,0-1 1,1 0-1,0-1 1,0 0-1,1-1 0,0-1 1,0 1-1,-11-15 0,15 17-112,-71-73-10598,33 25 4802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15.1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90 14983,'0'-11'10036,"0"-15"-5249,0 10-2610,0 6-1409,0-6-768,19 5-768,9 11-9717,0 0 5843,-9 11-3922,9 5 4754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15.7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67 42 14967,'2'1'596,"0"0"0,0 0 0,0 0 0,0 0 1,0 1-1,-1-1 0,1 1 0,0-1 0,-1 1 0,1-1 0,-1 1 0,1 0 1,-1 0-1,0-1 0,0 1 0,0 0 0,0 0 0,0 0 0,1 3 0,-2-3-419,0 0 0,1 0 0,-1 0 0,0 0 0,0 0 0,0 0 0,0 0 0,-1 0 0,1 0 0,-1 0 0,1-1 0,-1 1 0,1 0 0,-1 0 0,0 0 0,0-1 0,-2 4 0,-4 4 75,6-7-204,-1 0 0,0 0 0,1 0 0,-1 0 0,1 1 1,0-1-1,0 1 0,0-1 0,0 1 0,0-1 0,0 1 0,1-1 0,-1 1 1,1 0-1,0 4 0,-19 97 1585,19-97-1627,-1 1 1,0-1 0,-1 0-1,1 0 1,-1 0 0,-6 12-1,6-12-7,-1-1 0,1 1-1,0-1 1,1 1 0,0 0-1,-1 12 1,-8 45 1,7-57 0,1 0 0,1 0 0,-1 1 0,1-1 0,1 1 0,-1-1 0,1 1 0,1 0 0,-1-1 0,3 12 0,3-2 0,-4-11 0,0 1 0,0-1 0,-1 1 0,0 0 0,1 11 0,-2-14 0,1 1 0,-1-1 0,1 1 0,0 0 0,0-1 0,1 0 0,-1 1 0,1-1 0,0 0 0,1 0 0,2 5 0,7 14 0,-11-21 0,1 0 0,-1 0 0,1 0 0,0 0 0,-1 0 0,1 0 0,0 0 0,0-1 0,0 1 0,0-1 0,4 3 0,16 15 0,-20-18 0,-1 1 0,1-1 0,0 1 0,0-1 0,0 0 0,0 0 0,0 0 0,0 0 0,0 0 0,0 0 0,1-1 0,-1 1 0,0-1 0,0 1 0,1-1 0,-1 0 0,0 0 0,0 0 0,1 0 0,-1 0 0,0-1 0,1 1 0,-1-1 0,0 1 0,4-3 0,52-21 0,-49 19 0,-1 1 0,0-1 0,0 0 0,0-1 0,-1 0 0,0 0 0,0 0 0,0-1 0,-1 0 0,0-1 0,-1 1 0,1-1 0,-1 0 0,-1 0 0,6-14 0,13-42 0,-17 50 0,-1 0 0,0 0 0,3-16 0,6-29 0,-9 43 0,-2 1 0,1-1 0,-2 0 0,1-21 0,-2 14 0,0 15 0,-1-1 0,0 0 0,0 0 0,-1 1 0,0-1 0,-3-11 0,-5-2 0,6 17 0,1 0 0,0 0 0,0-1 0,0 1 0,1-1 0,0 0 0,0 1 0,0-10 0,0 7 0,0 0 0,0 0 0,-1 0 0,0 0 0,0 0 0,-1 1 0,0-1 0,-1 1 0,1 0 0,-1-1 0,-1 2 0,-6-10 0,10 16 0,1-1 0,-1 1 0,1-1 0,-1 1 0,1-1 0,0 1 0,-1-1 0,1 0 0,-1 1 0,1-1 0,0 1 0,0-1 0,-1 0 0,1 1 0,0-1 0,0 0 0,0 0 0,0 1 0,0-1 0,0 0 0,0 1 0,0-1 0,0 0 0,0 1 0,0-1 0,0 0 0,1 0 0,-1 1 0,0-1 0,0 1 0,1-1 0,-1 0 0,0 1 0,1-1 0,-1 1 0,1-1 0,-1 0 0,1 1 0,-1-1 0,1 1 0,-1 0 0,1-1 0,-1 1 0,1-1 0,0 1 0,-1 0 0,1-1 0,0 1 0,-1 0 0,1 0 0,0 0 0,-1 0 0,1-1 0,0 1 0,-1 0 0,1 0 0,0 0 0,-1 0 0,1 0 0,0 1 0,0-1 0,-1 0 0,1 0 0,0 0 0,-1 1 0,1-1 0,1 1 0,23 25 0,-11-15 0,-5-5 0,0 1 0,-1 0 0,0 0 0,-1 1 0,13 15 0,73 119 0,-87-132 0,0 0 0,-1 0 0,0 1 0,-1-1 0,0 1 0,-1 0 0,0 0 0,2 21 0,-1 8 0,-3 50 0,-1-53 0,0-36 0,-1-1 0,1 1 0,0-1 0,0 0 0,0 1 0,0-1 0,0 1 0,0-1 0,0 1 0,0-1 0,0 1 0,0-1 0,0 1 0,0-1 0,0 1 0,0-1 0,1 1 0,-1-1 0,0 1 0,0-1 0,0 0 0,1 1 0,-1-1 0,0 1 0,0-1 0,1 0 0,-1 1 0,1-1 0,-1 0 0,0 1 0,1-1 0,-1 0 0,0 0 0,1 1 0,-1-1 0,1 0 0,-1 0 0,1 0 0,-1 1 0,1-1 0,-1 0 0,1 0 0,-1 0 0,1 0 0,-1 0 0,1 0 0,-1 0 0,1 0 0,-1 0 0,0 0 0,1-1 0,-1 1 0,1 0 0,-1 0 0,1 0 0,-1 0 0,1-1 0,-1 1 0,0 0 0,1-1 0,-1 1 0,1 0 0,-1-1 0,1 1 0,24-24 0,126-162 0,-131 158 0,12-24 0,-7 19 0,-25 33 0,0-1 0,1 0 0,-1 1 0,1-1 0,-1 0 0,1 1 0,-1-1 0,1 1 0,-1-1 0,1 0 0,-1 1 0,1 0 0,0-1 0,-1 1 0,1-1 0,0 1 0,-1 0 0,1-1 0,0 1 0,0 0 0,-1 0 0,1 0 0,0 0 0,0-1 0,0 1 0,-1 0 0,2 1 0,-3 49 0,-1-31 0,1 1 0,2-1 0,0 1 0,5 26 0,-2-26 0,0 1 0,-1-1 0,1 40 0,-4-55 0,1 1 0,0 0 0,0-1 0,0 1 0,1-1 0,-1 1 0,1-1 0,3 5 0,-2-5 0,-1 1 0,0-1 0,0 0 0,-1 1 0,0-1 0,1 1 0,-2-1 0,1 7 0,-1-7-165,1 1 1,0-1-1,0 0 0,0 1 0,0-1 1,3 8-1,-2-8-229,0 0-1,0 1 1,-1-1-1,0 1 1,0-1 0,0 9-1,1 1-5463,19-32-10411,-19 14 15962,-1 0 0,0 0 0,-1 0 0,1 0 0,0 0 0,-1 0 0,0 0 0,0 0 0,0 0 0,0 0 0,0-4 0,-1-6-582,1-22-1216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15.9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1 726 1137,'2'-29'1516,"0"0"0,8-31 0,-4 32 477,-2 1 0,0-29 0,-3 24 1313,8-47-1,0-24 2802,-8 79-4214,1 1-1,9-38 1,-6 38-1014,-1 0-1,1-37 0,-5-4-788,0 60-93,0 7-3,0 33-3,0-25 9,1 0 0,1-1 0,4 20 0,4 30 0,-9-38 0,1 0 0,1 0 0,8 30 0,3 19 0,7 2 0,-3-12 0,4 119-3576,-19 93-7483,-5-155 7792,2-89-1732,0-3 479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16.3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22 286 6083,'-9'-21'11092,"-3"-3"-4988,12 24-6039,0-1-1,0 0 1,-1 0 0,1 0 0,0 1-1,0-1 1,0 0 0,0 0 0,0 0-1,0 1 1,0-1 0,1 0 0,-1 0 0,0 0-1,0 1 1,1-1 0,-1 0 0,0 0-1,1 1 1,-1-1 0,0 0 0,1 1-1,-1-1 1,1 0 0,0 1 0,0-1-1,6-2 20,-7 3-82,0 0 0,1 0-1,-1 0 1,1 0 0,-1 0-1,0-1 1,1 1 0,-1 0 0,0 0-1,1 0 1,-1 0 0,1-1-1,-1 1 1,0 0 0,1 0-1,-1-1 1,0 1 0,0 0 0,1-1-1,-1 1 1,0 0 0,0 0-1,1-1 1,-1 1 0,0-1 0,0 1-1,0 0 1,0-1 0,0 1-1,1 0 1,-1-1 0,0 1 0,0-1-1,0 1 1,0-1 0,0 1-1,0 0 1,0-1 0,-1 0 0,2 0 79,0 0 1,0-1 0,0 1 0,0 0 0,0 0 0,0 0 0,0 0 0,0-1 0,0 1 0,0 1-1,0-1 1,1 0 0,-1 0 0,0 0 0,1 1 0,-1-1 0,1 0 0,-1 1 0,1 0 0,-1-1 0,1 1-1,-1 0 1,3-1 0,35-4 4105,-35 5-3403,-4 26-204,0-12-509,1 1-71,0 0 0,0 1 0,1-1 0,1 0 0,5 16 0,-5-7 0,2 5 0,-2-24 0,1 0 0,-1 0 0,1 0 0,0-1 0,1 0 0,-1 0 1,1 0-1,0 0 0,0-1 0,0 0 0,0 0 0,0 0 0,1 0 0,-1-1 0,1 0 0,0 0 0,0-1 0,0 0 0,-1 0 1,1 0-1,0 0 0,0-1 0,1 0 0,6-1 0,-1 0-1,-1 0 0,1-1 1,0 0-1,-1-1 0,0 0 0,1 0 0,-1-2 0,0 1 0,-1-1 1,1-1-1,14-10 0,46-27-20,-58 29 25,-1-1 0,0-1 0,0 0 0,-2 0 0,12-26 1,17-23-1,-19 19-4,-18 41 0,0-1 0,0 1 0,0 0 0,0-1 0,1 1 0,0 0 0,0 0 0,5-5 0,34-54 0,-36 59 0,-7 15 0,-1 12 0,0 66 0,-1-48 0,3 1 0,1-1 0,8 48 0,-2-54 0,-2-9 0,0-1 0,-2 1 0,0 26 0,0 6 0,18 94 0,-12-97 0,5 95 0,-13-128 0,1-1 0,1 1 0,6 24 0,-5-27 0,0 1 0,-2-1 0,1 21 0,-2-13 0,0-18 0,-1 1 0,0-1 0,0 0 0,-1 0 0,0 0 0,-3 14 0,-5 0 0,6-16 0,1-1 0,0 1 0,0-1 0,0 1 0,1 0 0,0 0 0,-1 7 0,2-11 0,0 0 0,0 0 0,-1 0 0,1 0 0,-1 1 1,1-1-1,-1 0 0,0 0 0,1 0 0,-1 0 0,0 0 0,-1 0 0,1-1 0,0 1 0,0 0 1,-1 0-1,1-1 0,-1 1 0,0-1 0,1 0 0,-1 1 0,0-1 0,0 0 0,0 0 0,0 0 0,0 0 1,-2 1-1,-3 0-2,0 0 0,0 0 0,0-1 0,0 0 0,0 0 0,-11 0 0,11-2-725,0-1 0,0 1 1,0-1-1,0 0 0,0-1 0,1 1 0,-1-1 0,-9-7 0,-49-35-9712,34 10 3084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16.5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113 148 18248,'-19'-26'9557,"-9"0"-4979,9-1-4194,-9 11-384,9-10 0,19 16 0,0-6-896,19 16-2082,-19 16-527,28-16-353,-28 10-704,19-10-80,-19 16 16,28-16-2946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28.3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13903 106 4418,'0'0'3906,"1"-18"2775,0 17-6661,-1 0 0,0 0 0,0 1 0,0-1 0,0 0-1,0 0 1,0 1 0,0-1 0,0 0 0,0 0 0,0 1 0,-1-1 0,1 0-1,0 1 1,0-1 0,-1 0 0,1 0 0,0 1 0,-1-1 0,1 1-1,-1-1 1,1 0 0,-1 1 0,1-1 0,-1 0 0,-3 1 26,4 1-36,-1-1 1,0 0 0,1 0 0,-1 0 0,0 0 0,1 0-1,-1 0 1,0 0 0,1 0 0,-1 0 0,0 0 0,1 0-1,-1-1 1,0 1 0,1 0 0,-1 0 0,0-1 0,1 1-1,-1 0 1,1-1 0,-1 1 0,1 0 0,-1-1 0,1 1-1,-1-1 1,1 1 0,-1-1 0,1 1 0,-1-1 0,1 0-1,0 1 1,-1-1 0,1 1 0,0-1 0,0 0 0,-1 1 0,1-1-1,0 0 1,0 1 0,0-1 0,0 0 0,0 1 0,0-1-1,0 0 1,0 0 0,0 0 43,-1 0 0,1 1 0,0-1 0,-1 0 0,1 1 0,-1-1 0,1 1 0,-1-1 0,1 0-1,-1 1 1,0-1 0,1 1 0,-1 0 0,0-1 0,1 1 0,-1 0 0,0-1 0,1 1 0,-1 0 0,0 0 0,0-1 0,1 1 0,-1 0 0,0 0 0,0 0 0,1 0 0,-1 0 0,0 0-1,0 0 1,0 0 0,1 1 0,-1-1 0,-1 0 0,-17-2 1332,12-5-728,6 6-592,1 1-1,-1-1 0,0 1 1,1-1-1,-1 1 0,1-1 1,-1 1-1,0-1 0,1 1 1,-1 0-1,0-1 0,1 1 1,-1 0-1,0-1 1,0 1-1,1 0 0,-1 0 1,0 0-1,0 0 0,1 0 1,-1 0-1,0 0 0,0 0 1,1 0-1,-1 0 0,0 0 1,0 1-1,0-1 0,-21 0 752,-18-1 156,0 3 0,-72 10-1,2-4-197,35-4-336,-2-3-165,56-2-155,-1 1-1,-26 4 1,-35 7 681,-144 2 1,179-13-544,-91 13 1,101-9-188,1-1 1,-68-5-1,22 0-73,-132 10 261,136-7-207,62-2-10,1 1-1,0 1 1,-25 3 0,5 2 211,0-2 1,-61-1 0,-43 13 67,-76-6-248,107 1 74,54-4 36,-214 15 877,88-11-1043,84-5-16,-30 3 0,86-5 0,-63-4 0,-13 1 0,-27 6 0,-107 8 0,196-12 0,-70-3 0,-33 1 0,-32 6 0,-93 8 0,94-10 0,-27 8 0,22-2 0,10 2 0,7-1 0,118-6 0,-91 5 0,-86 0 0,119-3 0,-7 0 0,-130 2 0,13 6 0,-20 3 0,24-1 0,175-16 0,-78 14 0,7-1 0,-345 38 0,264-27 0,-1 1 0,-21 6 0,-121 9 0,5-4 0,36-4 0,-13-7 0,153-1 0,174-26 0,-57 6 0,-60 13 0,75-10 0,-89 7 0,1 0 0,21 1 0,45-9 0,-38 4 0,-93 16 0,126-16 0,-81 3 0,84-9 0,-72 14 0,64-7 0,-13 4 0,68-12 0,-1-1 0,-36 3 0,-9 1 0,-23 2 0,64-8 0,-1 0 0,-46 12 0,30-4 0,-79 8 0,25-5 0,59-7 0,3 1 0,-56 4 0,85-12 0,1 2 0,-1-1 0,1 1 0,0 0 0,-1 0 0,1 0 0,0 0 0,-10 5 0,-29 7 0,-12-4 0,-99 29 0,128-29 0,-40 20 0,57-23 0,4-2 0,0-1 0,0 0 0,-1 0 0,0 0 0,1-1 0,-14 3 0,-34 22 0,50-26 0,1 0 0,-1 1 0,0-1 0,0 1 0,1 0 0,-1 0 0,-4 4 0,-26 10 0,13-7 0,20-8 0,-1 0 0,1 0 0,-1 0 0,0 0 0,0 0 0,0-1 0,0 1 0,1 0 0,-1-1 0,0 0 0,0 1 0,-3-1 0,1 0 0,0 1 0,0 0 0,0 0 0,0 0 0,0 0 0,1 0 0,-1 1 0,0 0 0,-5 3 0,-19 9 0,3 8 0,15-19 0,1 1 0,0 0 0,0 1 0,0 0 0,1 0 0,0 1 0,0 0 0,0 1 0,1 0 0,-10 10 0,-4 0 0,18-15 0,1-1 0,-1 1 0,1 0 0,-1 0 0,1-1 0,0 2 0,-1-1 0,1 0 0,-2 3 0,-42 37 0,27-22 0,15-18 0,1 1 0,0 1 0,0-1 0,0 0 0,0 1 0,1-1 0,-1 1 0,-1 5 0,-15 19 0,15-23 0,0 0 0,0 1 0,1-1 0,-1 1 0,2-1 0,-5 12 0,4-7 0,0-1 0,-1 1 0,0-1 0,-1 0 0,0 0 0,0 0 0,-8 9 0,10-15 0,1 0 0,0 0 0,1-1 0,-1 1 0,0 0 0,1 0 0,0 1 0,-1-1 0,1 0 0,0 0 0,0 5 0,-5 16 0,-20 33 0,19-44 0,0 0 0,1 1 0,1-1 0,0 1 0,1 0 0,1 0 0,0 0 0,-2 20 0,5-23 0,-1 0 0,-1-1 0,0 1 0,0 0 0,-7 17 0,-6 28 0,11-36 0,0-3 0,1-1 0,-2 35 0,5-38 0,-1 0 0,-1 0 0,0 1 0,-6 18 0,4-18 0,1 0 0,0-1 0,1 1 0,-1 22 0,3 848 0,1-872 0,0 0 0,1 1 0,0-1 0,7 19 0,-6-20 0,0 1 0,0-1 0,-1 1 0,0 18 0,-2 373 0,10-344 0,-8-48 0,1-1 0,-1 1 0,0 20 0,-3-10 0,0-15 0,0 1 0,1-1 0,0 1 0,0 0 0,1-1 0,0 1 0,0-1 0,0 1 0,3 7 0,4-1 0,-6-9 0,0-1 0,0 0 0,0 1 0,-1-1 0,0 1 0,1-1 0,-1 1 0,0 0 0,-1 0 0,1-1 0,-1 1 0,1 0 0,-2 6 0,1-8 0,1 0 0,-1 0 0,0 0 0,1-1 1,-1 1-1,1 0 0,0 0 0,-1 0 0,1-1 0,0 1 0,0 0 0,2 2 0,-2-3 0,0 1-1,0-1 1,0 1-1,0-1 1,0 1-1,-1 0 1,1 0-1,-1-1 1,1 1-1,-1 0 1,1 0-1,-1 2 1,2-2-13,0 0 1,-1-1 0,1 1 0,0-1-1,0 1 1,0-1 0,0 0 0,1 1-1,-1-1 1,0 0 0,0-1-1,1 1 1,-1 0 0,5 0 0,9 5-18,-11-5 34,0 0 0,0 0 0,0 0 0,1 0 0,-1-1 0,0 0 0,1 0-1,9-2 1,0 1 31,-3 2-61,0-2 0,0 0 0,0 0 0,0-1 1,21-7-1,26-10 7,148-55-50,-188 67 56,1 1 0,36-6 0,18-4 25,-15 1 0,116-14 0,120-21-28,8-1 40,-263 47-30,180-21-140,111-11-7,-139 18 162,153-8-36,-2-1-58,62 1-120,2 0-89,62-5-41,-61 5-232,-132 7 326,-174 14 208,281-7-146,-25 8 173,90-7-36,-196 8-94,-48 2 152,82-7-101,98-6 23,41 3 147,-25-4-85,297-17-114,-635 28 115,373-16 30,-87 7-36,-140 2-6,-65 3-52,130-2 134,34-3-44,-12 0-25,133 2 38,-100 11-43,-14-16 46,927 16-27,-935-10-101,-154-3 107,5-1 46,-135 13-41,0-2 0,0 0 0,-1-1 0,42-15 0,-33 9 135,56-9 0,-74 17-106,1-1 0,-1 0 0,0-1-1,0 0 1,0-1 0,-1 0 0,0-1 0,0 0-1,0 0 1,11-10 0,15-9 65,-33 23-99,1 0 0,-1 0 0,0-1 0,0 1 0,0-1-1,0 0 1,0-1 0,-1 1 0,1-1 0,-1 1 0,0-1 0,3-5-1,17-30 246,-20 35-248,0 0-1,0 0 1,-1 0-1,1 0 1,-1-1-1,0 1 1,0-1-1,0 1 1,-1-1-1,0 0 1,0 0-1,0 0 0,0-5 1,-1 6-3,0 0 0,1 0 1,0 0-1,0 0 0,0 0 0,0 0 1,0 0-1,1 0 0,0 0 0,2-4 0,-2 5 0,0-1 0,0 1-1,-1-1 1,1 0-1,-1 1 1,0-1-1,0 0 1,0 0-1,-1 1 1,1-6-1,0-14 64,0 18-59,-1-1 0,0 0 0,0 1 0,0-1 0,0 1 0,-1-1 0,0 0 0,-4-10 0,-3 1 22,6 11-35,0 1-1,0-1 1,1 0 0,-1 0 0,1 0-1,-1 0 1,1 0 0,0 0 0,1 0-1,-1 0 1,1-6 0,1-30 22,1 16-10,-2 1-1,-1-1 1,-4-34 0,2 47-19,-1 0 0,2 0 0,-1 1 0,2-1 0,-1 0 0,1 0 0,1-12 0,0 18 0,-1 0 0,1 0 0,-1 0 0,-1 0 0,1 0 0,-1 0 0,1 1 0,-4-7 0,2 6 0,1 0 0,0 0 0,0 0 0,0 0 0,1-1 0,0 1 0,0 0 0,0-9 0,-18-103 0,19 112 0,0 0 0,0 0 0,-1 0 0,0 0 0,0 1 0,0-1 0,-1 0 0,0 1 0,-4-9 0,4 9 0,0-1 0,0 1 0,0-1 0,1 1 0,0-1 0,-1 1 0,2-1 0,-1 0 0,0-9 0,0-5 0,-1 1 0,-1-1 0,-1 1 0,-9-28 0,7 29 0,1-1 0,1 0 0,0-1 0,-1-27 0,5 29 0,-2 1 0,-6-30 0,0-23 0,7 58 0,0 0 0,0 1 0,-1-1 0,-1 1 0,-4-15 0,4 15 0,0 1 0,1 0 0,0 0 0,0-1 0,0-12 0,2-396 0,1 412 0,-1 1 0,1 0 0,0-1 0,0 1 0,1 0 0,-1 0 0,1 0 0,4-7 0,-4 7 0,0 0 0,0 1 0,0-1 0,-1 0 0,1 0 0,-1 0 0,-1 0 0,2-8 0,-2-159 0,0 167 0,0-1 0,0 0 0,1 1 0,0 0 0,0-1 0,1 1 0,2-7 0,-2 7 0,0 0 0,-1-1 0,0 1 0,0 0 0,0 0 0,0-1 0,-1-6 0,0-89 0,0 97 0,0 1 0,0-1 0,1 0 0,-1 1 0,1-1 0,0 1 0,0-1 0,0 1 0,0 0 0,1-1 0,-1 1 0,4-6 0,-3 6 0,0 0 0,0 0 0,-1 0 0,1 0 0,-1 0 0,0-1 0,0 1 0,0 0 0,-1-1 0,1 1 0,-1-1 0,0-6 0,1-2 0,0 1 0,0-1 0,1 0 0,0 0 0,7-17 0,-6 14 0,-1 0 0,0 0 0,-1 0 0,-1 0 0,-3-26 0,1-6 0,2-111 0,-19 76 0,19 79 0,0-1 0,0 1 0,-1-1 0,1 1 0,-1-1 0,0 1 0,0-1 0,0 1 0,0 0 0,-1 0 0,0-1 0,-2-3 0,2 5 0,0-1 0,1 0 0,-1 0 0,1 0 0,0-1 0,0 1 0,0 0 0,0 0 0,0-1 0,1 1 0,0 0 0,-1-5 0,1 6 0,0 0 0,0-1 0,0 1 0,0 0 0,0 0 0,-1 0 0,1 0 0,-1 0 0,1 0 0,-1 0 0,0 0 0,0 0 0,0 0 0,0 0 0,0 0 0,-3-3 0,1 1 0,2 2 0,0 1 0,1 0 0,0-1 0,-1 1 0,1-1 0,0 1 0,-1-1 0,1 1 0,0-1 0,0 1 0,0-1 0,0 1 0,1-1 0,-1-1 0,1 2 0,-1-1 0,0 1 0,0 0 0,1-1 0,-1 1 0,0-1 0,0 1 0,0 0 0,-1-1 0,1 1 0,0-1 0,-1 1 0,1 0 0,0-1 0,-1 1 0,0 0 0,1 0 0,-1-1 0,-1-1 0,-4-1 0,5 4 0,0-1 0,0 1 0,0 0 0,0-1 0,0 0 0,0 1 0,0-1 0,0 0 0,0 1 0,1-1 0,-1 0 0,0 0 0,0 0 0,1 0 0,-1 0 0,1 1 0,-1-1 0,1 0 0,-1 0 0,1 0 0,-1-1 0,1 1 0,0 0 0,0 0 0,-1-1 0,1 1 0,1 1 0,-1-1-1,0 0 1,0 1 0,0-1 0,0 1-1,0-1 1,-1 1 0,1-1 0,0 1-1,0-1 1,0 1 0,0-1 0,-1 0-1,1 1 1,0 0 0,0-1 0,-1 1 0,1-1-1,0 1 1,-1-1 0,1 1 0,-1 0-1,1-1 1,0 1 0,-1 0 0,1-1-1,-1 1 1,1 0 0,-1-1 0,1 1-1,-1 0 1,1 0 0,-1 0 0,0 0-1,1-1 1,-1 1 0,1 0 0,-1 0 0,1 0-1,-1 0 1,1 0 0,-1 0 0,0 1-1,-2-1-231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29.9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122 286 3201,'-38'0'6715,"-46"0"-2243,105-7-2997,-19 5-1376,0 1 0,0 0 0,0 0 0,0 0 1,0 1-1,0-1 0,0 0 0,0 1 1,0-1-1,1 1 0,2 0 0,18 0 720,0-2 0,0 0 0,31-7 0,-39 7-600,0 0-1,28 2 0,-2-1 66,320-37 4615,19 2 618,116 9-4486,-398 23-979,284-18-52,18 9 0,-39-3 0,-36 16 0,-31-16 0,-36 16 0,-212 0 1,222-9-117,-215 9-605,-45 1 171,-1 0 0,1-1 0,0 0-1,-1 0 1,1 0 0,0-1 0,-1-1 0,1 1-1,-1-1 1,1 0 0,13-7 0,-10 2-3474,0 4 2631,-7 2 242,2-6-4750,-6 6 5574,0-1 1,0 1-1,0 0 1,0 0-1,0-1 1,0 1 0,0 0-1,-1 0 1,1-1-1,0 1 1,-1 0-1,1 0 1,-1 0-1,1 0 1,-1-1-1,-1 0 1,-21-13-3046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0.0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13 4450,'3'-1'846,"-1"-1"0,0 1 1,1 0-1,-1-1 0,0 1 0,1 0 0,0 0 1,-1 1-1,1-1 0,-1 0 0,1 1 1,0 0-1,-1-1 0,6 1 0,-1 1 225,0 0 0,0 0-1,0 0 1,0 1 0,9 3 0,1 2-380,-1 0 0,0 1 0,26 18 0,-11-3 399,-1 1 1,31 30-1,-53-43-852,0-1 0,0 2 1,-1-1-1,0 1 0,-1 0 0,0 0 1,5 18-1,4 9 134,1 15 34,-7-12-155,-8-41-248,0 3 9,1 1 1,-1-1-1,1 1 1,-1-1 0,0 1-1,-1-1 1,1 1-1,-1 0 1,0-1-1,0 1 1,-1-1 0,1 1-1,-1 0 1,0-1-1,0 1 1,0-1-1,-4 7 1,4-5-22,-1 0 0,1-1-1,0 1 1,0 0 0,1 11 0,0-13-36,0 1 1,0-1-1,0 0 0,-1 1 0,0-1 1,1 0-1,-1 0 0,-1 0 1,1 0-1,-1 0 0,0 0 0,1 0 1,-2 0-1,-2 4 0,-5 6-442,7-8-205,0-1-1,-1 0 0,0 0 0,0 0 1,0 0-1,0-1 0,-1 0 1,0 0-1,0 0 0,0 0 0,0-1 1,-10 5-1,-56 19-10253,51-16 5762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1.1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2214 9743 6963,'59'8'8630,"7"0"-3141,-55-8-4459,1-1 0,0 0 0,-1 0 0,1-1 1,-1-1-1,13-4 0,24-5 1246,-39 11-1959,1-1 0,0-1 0,-1 0 0,0 0 0,18-9 0,37-15-59,-48 22-245,-1-1-1,28-15 1,46-32-13,-37 23 0,-1-2 0,-1-2 0,64-58 0,-99 75 0,0 0 0,23-36 0,16-21 0,-38 53 0,-1 0 0,-1-1 0,-1-1 0,19-47 0,-13 27 0,38-118 0,-51 147 0,10-22 0,-2-1 0,20-76 0,9-53 0,8-41 0,89-720 0,-120 708 0,-12-291 0,-9 314 0,-40-338 0,33 466 0,-28-175 0,-98-342 0,-71-11 0,-49 14 0,219 505 0,-183-319 0,104 202 0,-95-161 0,100 174 0,-338-517 0,-32 15 0,430 615 0,-203-231 0,148 186 0,5 12 0,-134-106 0,139 127 0,45 41 0,-2 1 0,-1 3 0,-75-38 0,-15-15 0,111 67 0,-14-6 0,30 21 0,-9 0 0,23 6 0,0 1 0,1-1 0,-1 1 0,0-1 0,1 1 0,-1 0 0,0-1 0,1 1 0,-1 0 0,1-1 0,-1 1 0,1 0 0,-1 0 0,1 0 0,0-1 0,-1 1 0,1 0 0,0 0 0,0 0 0,0 0 0,-1 0 0,1 0 0,0-1 0,0 1 0,0 0 0,0 0 0,1 0 0,-1 0 0,0 1 0,0-1 0,1 0 0,-1 1 0,1-1 0,-1 0 0,1 1 0,-1-1 0,1 0 0,-1 0 0,1 0 0,0 0 0,0 1 0,0-1 0,0 0 0,0 0 0,0-1 0,0 1 0,0 0 0,0 0 0,0 0 0,0-1 0,0 1 0,1 0 0,-1-1 0,0 1 0,3-1 0,15 13 0,-16-9 0,-3-2 0,1-1 0,0 0 0,0 1 0,0-1 0,0 0 0,0 0 0,0 0 0,0 0 0,0 0 0,0 0 0,1 0 0,-1 0 0,0 0 0,1 0 0,-1-1 0,1 1 0,-1 0 0,1-1 0,-1 1 0,3-1 0,30 15 0,-29-12 0,0-1 0,0 1 0,0-1 0,0 0 0,0-1 0,0 1 0,1-1 0,-1 0 0,8 1 0,23-1 0,-28 0 0,1 0 0,0-1 0,0 0 0,0 0 0,0-1 0,0 0 0,9-3 0,11-9 0,-25 11 0,1-1 0,0 1 0,0 0 0,0 0 0,0 1 0,0-1 0,7 0 0,-1 1 0,-1 0 0,1-1 0,-1 0 0,0-1 0,16-6 0,-10 3 0,3 6 0,-18 0 0,-1 0 0,0 0 0,0 0 0,1 0 0,-1 0 0,0 0 0,0 0 0,1 0 0,-1 0 0,0 1 0,1-1 0,-1 0 0,0 0 0,0 0 0,0 0 0,1 0 0,-1 1 0,0-1 0,0 0 0,1 0 0,-1 0 0,0 1 0,0-1 0,0 0 0,0 0 0,0 0 0,1 1 0,-1-1 0,0 0 0,0 1 0,0-1 0,0 0 0,0 0 0,0 1 0,0-1 0,0 0 0,0 0 0,0 1 0,0-1 0,0 0 0,0 1 0,0-1 0,0 0 0,0 0 0,0 1 0,0-1 0,0 0 0,-1 0 0,1 1 0,0-1 0,0 0 0,0 0 0,0 1 0,-1-1 0,1 0 0,0 0 0,0 0 0,0 1 0,-1-1 0,1 0 0,0 0 0,0 0 0,-1 0 0,1 0 0,0 1 0,-44 57 0,27-36 0,2 0 0,-20 35 0,21-33 0,-1 0 0,0-1 0,-26 28 0,-4 6 0,34-42 0,1 0 0,-2-1 0,0 0 0,-1-1 0,0-1 0,-28 22 0,24-22 0,-3 0 0,19-13 0,0 1 0,1-1 0,-1 1 0,0-1 0,1 1 0,-1-1 0,1 1 0,-1-1 0,1 0 0,-1 1 0,1-1 0,-1 0 0,1 1 0,-1-1 0,1 0 0,0 0 0,0 0 0,-1 1 0,1-1 0,0 0 0,0 0 0,0 0 0,0 1 0,0-1 0,0 0 0,0 0 0,0 0 0,0 0 0,0 1 0,1-1 0,-1-1 0,0 0 0,0 1 0,0-1 0,0 0 0,1 1 0,-1-1 0,0 0 0,1 1 0,-1-1 0,1 1 0,0-1 0,-1 1 0,1-1 0,0 1 0,1-2 0,6-13 0,-6-8 0,-3 19 0,1 1 0,0 0 0,1-1 0,-1 1 0,1 0 0,0-1 0,0 1 0,2-5 0,19-49 0,24-57 0,-44 112 0,32-68 0,4 1 0,54-77 0,-91 145 0,0 0 0,1 0 0,-1 1 0,0-1 0,1 0 0,-1 1 0,1-1 0,0 1 0,0-1 0,-1 1 0,1 0 0,0 0 0,0 0 0,0 0 0,0 0 0,0 0 0,0 1 0,0-1 0,1 1 0,-1-1 0,4 1 0,-2 1 0,1 0 0,0 0 0,-1 1 0,1 0 0,-1-1 0,0 2 0,0-1 0,5 3 0,1 1 0,-6-4 0,0 1 0,0 0 0,0 0 0,0 0 0,-1 0 0,1 1 0,-1 0 0,0-1 0,0 1 0,4 8 0,22 25 0,21 11 0,2-2 0,85 56 0,-104-79-1272,0 0 1,2-3-1,1-1 0,0-1 1,53 17-1,-60-25-2674,13 4-6208,0-11-867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1.8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743 64 6531,'-49'-23'10827,"6"2"-2705,13 14-5504,-8 2-719,23 2-1593,0 1-1,1 0 1,-1 2-1,0-1 0,0 2 1,0 0-1,1 1 0,-18 4 1,18-2-305,-1 1 0,1 0 0,0 1 0,0 1 0,0 0 0,1 1 1,0 0-1,1 1 0,-1 1 0,2 0 0,0 0 0,0 1 0,1 1 0,0-1 1,1 2-1,0-1 0,1 1 0,-13 27 0,8-10-1,6-18 0,1 1 0,1 0 0,0 0 0,0 1 0,1-1 0,1 1 0,1 0 0,-2 22 0,3 13 0,-1-32 0,1 0 0,1 0 0,1 0 0,0 0 0,1-1 0,1 1 0,1 0 0,0-1 0,1 0 0,10 23 0,15 15 0,59 80 0,20 35 0,-103-162 0,-1 1 0,0-1 0,0 1 0,-1 0 0,0 0 0,0 1 0,-1-1 0,0 1 0,2 9 0,-2 3 0,-1 0 0,-1 36 0,-1-54 0,-1 0 0,1 1 0,-1 0 0,-1-1 0,1 0 0,0 1 0,-1-1 0,0 0 0,0 1 0,0-1 0,0 0 0,0 0 0,-1-1 0,1 1 0,-1 0 0,0-1 0,1 0 0,-1 1 0,0-1 0,-1 0 0,-3 2 0,-15 12 0,14-10 0,-1-1 0,1 0 0,-1 0 0,0 0 0,0-2 0,-1 1 0,1-1 0,-15 3 0,-86 9 0,29-6 0,73-9 0,-1 0 0,1 0 0,0-1 0,0 0 0,0 0 0,0-1 0,0 0 0,0 0 0,-8-4 0,15 5 0,0 0 0,1-1 0,-1 1 0,0 0 0,1-1 0,-1 1 0,1 0 0,0-1 0,-1 1 0,1 0 0,0-1 0,0 1 0,0 0 0,0-1 0,0 1 0,0-1 0,0 1 0,0 0 0,1-1 0,-1 1 0,0 0 0,1-1 0,-1 1 0,1 0 0,0-1 0,1-1 0,10-11-81,0 0 1,1 1-1,0 1 1,2 0-1,-1 1 1,19-11-1,107-53-1056,-39 23 429,-29 11-155,101-53 82,80-40 1761,-164 84 152,-70 38-738,2 0 1,39-17-1,-51 27-321,-1-1 0,1-1 0,-1 1 0,0-1 0,-1-1 0,1 1 0,-1-2 0,8-5 0,-14 9-69,1 0 1,0 0-1,0 1 1,1-1-1,-1 0 1,0 1-1,1 0 1,-1-1-1,0 1 1,1 0-1,0 0 1,-1 0-1,1 1 1,-1-1-1,1 1 1,0-1-1,0 1 1,-1 0-1,1 0 1,4 0-1,-6 1-3,0-1-1,-1 0 0,1 0 0,-1 1 1,0-1-1,1 0 0,-1 1 0,1-1 0,-1 1 1,1-1-1,-1 0 0,0 1 0,1-1 1,-1 1-1,0-1 0,1 1 0,-1-1 1,0 1-1,0-1 0,0 1 0,1-1 1,-1 1-1,0 0 0,0-1 0,0 1 0,0-1 1,0 1-1,0-1 0,0 1 0,0 1 1,-1 0-1,0 1 0,0-1-1,0 1 1,0-1 0,0 1 0,-1-1 0,1 0 0,-1 1 0,1-1 0,-5 4 0,3-2 0,0 1 0,0-1 0,0 1 0,0 0 0,1 0 0,-1 0 0,1 1 0,1-1 0,-2 7 0,-17 38 0,18-47 0,-7 10 0,1 0 0,1 1 0,0 0 0,1 0 0,1 1 0,0 0 0,-4 20 0,4-11 0,-1 9 0,-4 53 0,10-77 0,0-1 0,0 0 0,0 0 0,1 1 0,0-1 0,1 0 0,0 0 0,0 0 0,1 0 0,0-1 0,0 1 0,5 8 0,9 18 0,-15-30 0,-1 1 0,1-1 0,0 1 0,0-1 0,1 0 0,-1 0 0,1 0 0,0 0 0,0-1 0,0 1 0,0-1 0,1 0 0,0 1 0,-1-2 0,1 1 0,0 0 0,0-1 0,6 3 0,-4-3 0,54 19 0,-58-20 0,0-1 0,0 1 0,1 0 0,-1-1 0,0 0 0,0 1 0,1-1 0,-1 0 0,0 0 0,0 0 0,0-1 0,1 1 0,-1 0 0,0-1 0,0 0 0,0 1 0,0-1 0,1 0 0,-1 0 0,-1 0 0,1 0 0,0-1 0,3-1 0,16-14 0,-19 16 0,-1 1 0,0-1 0,1 0 0,-1 0 0,0 0 0,0 1 0,1-1 0,-1 0 0,0 0 0,0-1 0,0 1 0,0 0 0,0 0 0,0 0 0,-1-1 0,1 1 0,0 0 0,-1-1 0,1 1 0,-1-1 0,1 1 0,-1-1 0,0 1 0,1-1 0,-1 1 0,0-1 0,0 1 0,0-4 0,0 2 0,1-16 0,-1 0 0,-1 0 0,0 1 0,-2-1 0,0 0 0,-1 1 0,-12-35 0,1 20 0,3 2 0,-3 1 0,0 1 0,-23-33 0,-12-17 0,36 54 0,-1 1 0,-1 1 0,-35-39 0,-128-101 0,137 130-44,30 24-125,0 1-1,1-2 0,0 1 0,1-2 1,0 1-1,0-1 0,1-1 0,-13-21 1,21 30-273,0 1 0,0 0 0,0 0 0,0-1 0,0 1 0,1-1 0,-1 1 0,1-1 0,0 1 0,-1-1 0,1 1 0,0-1 0,0 1 0,1-1 0,-1 1 0,0-1 0,1 1 0,0-1 0,-1 1 0,1 0 0,0-1 0,0 1 0,1 0 0,-1 0 0,0-1 0,1 1 0,-1 0 0,1 0 0,0 1-1,-1-1 1,1 0 0,0 1 0,0-1 0,0 1 0,1-1 0,3-1 0,38-11-4376,3-10 430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2.0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11333,'12'0'3494,"1"1"-1,-1 0 1,20 5 0,-29-5-3073,1-1 0,-1 1 1,1 1-1,-1-1 0,1 0 1,-1 1-1,0 0 1,0 0-1,0 0 0,0 0 1,0 0-1,0 0 0,0 1 1,-1 0-1,1-1 1,3 7-1,25 31-149,-26-35-269,0 1 1,0-1-1,-1 1 1,1 0-1,-1 1 1,4 9-1,17 79-3,94 209 0,-109-283 0,0 0 0,1 0 0,18 22 0,-19-29 0,0 1 0,-1 1 0,0-1 0,-2 1 0,7 17 0,-5 14-468,-8-40 110,0 1 0,1-1 0,0 0 0,0 0 0,0 0-1,7 12 1,-3-7-298,6 12-5840,-7 6-5886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2.4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1 113 3378,'27'-15'14721,"-27"15"-14439,1 0 0,-1 0-1,1 0 1,0 0-1,-1 0 1,1 0 0,-1 0-1,1 0 1,-1 0-1,1 0 1,-1 0 0,1 0-1,-1 1 1,1-1 0,-1 0-1,1 0 1,-1 1-1,1-1 1,-1 0 0,1 1-1,-1-1 1,1 1 0,-1-1-1,0 0 1,1 1-1,-1-1 1,0 1 0,1 0-1,1 4 380,-1 0 0,0 1 0,0-1-1,0 0 1,-1 1 0,1-1 0,-2 8-1,4 24-21,2-14-495,1 0 0,1-1 0,19 42 0,-21-52-144,0 0 0,-1 0 0,4 18 0,-5-19 0,0 0 0,1 1 0,0-1 0,8 14 0,1-4 0,-8-13 0,1 0 0,-2 1 0,1 0 0,4 14 0,-7-17 0,0 1 0,1-1 0,0 0 0,0 0 0,6 10 0,4 5 0,-13-20 0,0-1 0,1 1 0,-1-1 0,1 1 0,-1-1 0,1 1 0,-1-1 0,1 0 0,-1 1 0,1-1 0,-1 1 0,1-1 0,-1 0 0,1 0 0,0 1 0,-1-1 0,1 0 0,-1 0 0,1 0 0,0 0 0,-1 0 0,1 0 0,0 0 0,-1 0 0,1 0 0,0 0 0,-1 0 0,1 0 0,0 0 0,-1-1 0,1 1 0,-1 0 0,1 0 0,-1-1 0,1 1 0,0 0 0,-1-1 0,1 1 0,-1-1 0,1 1 0,-1 0 0,0-1 0,1 1 0,-1-1 0,1 0 0,-1 1 0,0-1 0,1 0 0,1-1 0,0 0 0,-1-1 0,1 1 0,-1 0 0,1-1 0,-1 1 0,0-1 0,0 1 0,0-1 0,0 0 0,0 1 0,-1-1 0,1-4 0,0 0 0,-1 0 0,1 0 0,0 0 0,1 0 0,3-8 0,-3 7 0,0 1 0,0 0 0,-1-1 0,0 1 0,0-11 0,0 5 0,0 0 0,1 0 0,1 0 0,7-24 0,4-20 0,-10 41 0,0 2 0,2-1 0,11-26 0,-10 27 0,0-1 0,-2 1 0,5-18 0,-8 22 0,1 0 0,0 1 0,0-1 0,1 1 0,0 0 0,1 0 0,0 0 0,1 1 0,-1 0 0,9-8 0,7-13 0,-20 28 0,0 0 0,0-1 0,1 1 0,-1 0 0,0 0 0,1 0 0,-1-1 0,1 2 0,0-1 0,-1 0 0,1 0 0,0 0 0,-1 1 0,1-1 0,0 1 0,0-1 0,0 1 0,-1 0 0,1 0 0,0 0 0,0 0 0,0 0 0,0 0 0,-1 0 0,1 1 0,0-1 0,0 1 0,-1-1 0,1 1 0,0-1 0,0 1 0,-1 0 0,3 2 0,10 5 0,-2 0 0,1 1 0,15 14 0,-8-6 0,17 12 0,0-2 0,2-1 0,1-2 0,1-2 0,49 19 0,-19-12 0,-57-22 0,0 0 0,1-2 0,0 1 0,0-2 0,1 0 0,-1-1 0,1 0 0,17 0 0,-23-3 0,43-3 0,-50 3 0,-1-1 0,1 1 0,-1-1 0,0 1 0,1-1 0,-1 0 0,0 0 0,0 0 0,1 0 0,-1-1 0,0 1 0,0-1 0,0 1 0,0-1 0,-1 0 0,1 1 0,0-1 0,-1 0 0,2-2 0,8-14 0,-9 16 0,0-1 0,-1 1 0,1-1 0,-1 1 0,1-1 0,-1 1 0,0-1 0,0 0 0,0 1 0,0-1 0,0 0 0,-1 0 0,1 0 0,-1 0 0,0 0 0,1 1 0,-2-1 0,1 0 0,0 0 0,-1-4 0,-26-58 0,25 60 0,-1 0 0,1 1 0,-1-1 0,-1 0 0,1 1 0,0 0 0,-1 0 0,0 0 0,0 0 0,0 0 0,-1 1 0,1 0 0,-1 0 0,-5-3 0,-16-12 0,17 11 0,0 0 0,0 1 0,0 0 0,-1 1 0,0 0 0,-1 0 0,1 1 0,-1 1 0,1 0 0,-1 0 0,0 1 0,0 0 0,0 1 0,0 0 0,-1 1 0,-11 1 0,13 0 0,0 0 0,0 1 0,0 0 0,0 0 0,0 1 0,1 0 0,-1 1 0,1 0 0,0 1 0,0 0 0,0 0 0,1 1 0,-1 0 0,2 0 0,-1 1 0,1 0 0,-10 12 0,10-10 0,2 0 0,-1 1 0,1-1 0,0 1 0,1 1 0,0-1 0,1 0 0,0 1 0,1 0 0,0 0 0,0 0 0,2 0 0,-1 0 0,1 0 0,1 0 0,0 0 0,0 0 0,1-1 0,0 1 0,1 0 0,1-1 0,-1 1 0,7 10 0,0 0 0,1-1 0,1-1 0,1 0 0,23 26 0,-20-24 0,3 1-253,1-2 1,0-1-1,1 0 0,1-2 1,1 0-1,1-2 0,0 0 1,1-2-1,52 21 1,-66-30-1329,-1-2 0,1 1 1,0-1-1,0-1 0,0 0 1,0 0-1,21-2 0,9 0-5700,1 1 2570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2.6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0 228 6883,'3'-2'911,"-1"0"0,0 0-1,0 1 1,0-1 0,0-1 0,0 1 0,-1 0-1,1 0 1,0-1 0,-1 1 0,0-1-1,0 1 1,0-1 0,0 1 0,0-1-1,0 0 1,-1 0 0,1 1 0,-1-1-1,1-3 1,-1 3-585,0 1-1,0-1 0,1 0 1,0 1-1,-1-1 1,1 0-1,0 1 0,0-1 1,1 1-1,-1 0 0,0-1 1,1 1-1,-1 0 1,1 0-1,0 0 0,0 0 1,4-3-1,12-18 344,-11 3-464,-6 18-204,-1 0 1,1 1-1,-1-1 1,1 0-1,0 0 1,-1 0-1,1 1 1,0-1-1,0 0 1,0 1-1,1-1 1,-1 1-1,0-1 1,1 1-1,-1 0 1,1-1 0,2-1-1,14-5-1,0 0 0,34-10 0,-26 9 0,-20 7 0,0 0 0,0 0 0,0 0 0,0 1 0,0 0 0,0 0 0,0 1 0,1-1 0,-1 1 0,0 1 0,0-1 0,1 1 0,-1 0 0,0 1 0,0-1 0,0 1 0,0 0 0,-1 1 0,1-1 0,6 5 0,-2 1 0,-1 0 0,1 1 0,-2 0 0,1 0 0,-1 1 0,0 0 0,-1 0 0,8 16 0,-11-18 0,0 0 0,-1 0 0,0 0 0,0 0 0,-1 0 0,0 1 0,-1-1 0,0 1 0,0 0 0,0-1 0,-1 1 0,-1-1 0,1 1 0,-2 0 0,1-1 0,-4 11 0,-5 13 0,-1 0 0,-30 56 0,15-33 0,26-55 0,-17 39-214,-24 39 0,32-63-177,-2-1-1,0 1 0,0-2 1,-1 0-1,-21 18 1,-55 35-11887,57-39 4891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2.7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15831,'19'27'9365,"-19"-17"-4595,0 17-2417,0-12-1905,0-4-448,0 5 0,0 0 0,28-16 0,-28-16-8452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4.6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78 159 2065,'0'-3'671,"0"0"0,0 1 0,-1-1 0,1 1 0,-1-1 0,1 1 0,-1-1 0,0 1 0,0 0 0,0-1 0,0 1 0,0 0 0,-1 0 0,-2-4 0,2 4-162,1 0 0,-1 0 0,1 0 0,0-1 0,0 1 1,-1 0-1,2-1 0,-1 1 0,0-1 0,0 1 0,1-1 0,-1 0 0,1 1 0,0-5 0,0 5-273,0 1-1,0-1 0,-1 1 0,1-1 1,0 1-1,-1-1 0,1 1 1,-1 0-1,1-1 0,-1 1 0,0 0 1,1 0-1,-1-1 0,-2-1 0,2 2 267,0-1 0,0 1 0,0-1 0,0 0 0,0 0 0,0 1 0,1-1 0,-1 0 0,1 0 0,-1 0 0,1 0 0,-1 1 0,1-1 0,0-4 0,-1 4-374,0 0 1,-1 0 0,1 0-1,-1 0 1,1 0 0,-1 0-1,0 1 1,0-1-1,0 1 1,0-1 0,0 1-1,0 0 1,-3-2 0,4 2-12,1 2-116,-1 0 0,1 0 0,0-1 0,0 1 0,-1 0 0,1 0 0,0-1 0,0 1 0,0 0 0,0 0 0,0 0 0,0-1 0,0 1 0,0 0-1,0 0 1,0-1 0,1 1 0,-1 0 0,0 0 0,1-1 0,-1 1 0,0 0 0,1 0 0,-1-1 0,1 1 0,-1-1 0,1 1 0,-1 0 0,1-1 0,0 1 0,17 28-7,-18-28 6,2 3 0,-1 0 0,1 1 0,-1-1 0,-1 0 0,1 0 0,-1 1 0,1-1 0,-1 1 0,0-1 0,-1 5 0,2 30 0,8 1 0,-3-11 0,0-1 0,2 0 0,2 0 0,15 34 0,-6-17 0,-16-35 0,0 0 0,1-1 0,0 0 0,10 16 0,5 6 0,-14-21 0,1-1 0,0 1 0,0-1 0,1-1 0,0 1 0,12 10 0,53 46 0,-68-62 0,0 0 0,1 0 0,-1-1 0,1 1 0,0-1 0,-1 0 0,1 0 0,0-1 0,0 1 0,0-1 0,1 0 0,-1 0 0,10-1 0,7 0 0,0-1 0,23-5 0,-44 6 0,7-1 0,0 0 0,0 0 0,0-1 0,0 0 0,-1-1 0,1 0 0,-1 0 0,0 0 0,0-1 0,0 0 0,0 0 0,-1-1 0,1 0 0,-1 0 0,0 0 0,-1-1 0,1 0 0,7-12 0,12-50 0,-17 52 0,-1-1 0,0 0 0,-2 0 0,0 0 0,-1 0 0,0-1 0,-1 1 0,-2-1 0,1-30 0,-2 44 0,0-1 0,1 0 0,0 0 0,0 1 0,0-1 0,0 1 0,1-1 0,0 1 0,2-5 0,-2 4 0,1 0 0,-1 0 0,-1 0 0,1 0 0,-1 0 0,0 0 0,0 0 0,0 0 0,0-7 0,-1-95 0,0 107 0,0 1 0,0 0 0,0-1 0,0 1 0,0 0 0,0-1 0,0 1 0,0-1 0,0 1 0,0 0 0,-1-1 0,1 1 0,0-1 0,0 1 0,-1 0 0,1-1 0,0 1 0,-1-1 0,1 1 0,0-1 0,-1 1 0,1-1 0,-1 1 0,1-1 0,-1 0 0,1 1 0,-1-1 0,1 0 0,-1 1 0,1-1 0,-1 0 0,1 1 0,-1-1 0,0 0 0,1 0 0,-1 0 0,1 0 0,-1 0 0,0 0 0,1 0 0,-1 0 0,0 0 0,1 0 0,-1 0 0,1 0 0,-1 0 0,0 0 0,1 0 0,-1-1 0,1 1 0,-1 0 0,1 0 0,-1-1 0,0 1 0,0-1 0,10 8 0,-8-7 0,0 1 0,0 0 0,0 0 0,0 0 0,0 0 0,0 0 0,0 0 0,0 0 0,0 0 0,-1 1 0,1-1 0,0 0 0,-1 0 0,1 1 0,-1-1 0,1 0 0,-1 1 0,1-1 0,-1 1 0,0-1 0,0 0 0,0 1 0,0-1 0,0 1 0,0 1 0,8 52 0,-5-44 0,0 1 0,-1-1 0,0 22 0,-1-17 0,1 0 0,0 0 0,1 0 0,6 15 0,6 36 0,39 163 0,-41-182 0,-5 49 0,-3-69 0,0 0 0,0 44 0,-5-69-7,0 0 1,1-1-1,-1 1 0,1 0 0,-1 0 1,1 0-1,0-1 0,0 1 0,0 0 1,0-1-1,1 1 0,-1-1 1,4 5-1,-4-5-52,1 0 1,-1 0-1,1 1 0,-1-1 1,0 1-1,0-1 0,0 1 1,0-1-1,0 1 0,-1 0 1,1-1-1,-1 1 1,0 5-1,0 7-1510,0 26-5003,0-16-5731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5.0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49 236 3714,'23'-24'6701,"-23"24"-6447,1 0-1,-1-1 1,0 1-1,0-1 1,1 1-1,-1-1 1,0 1-1,0 0 1,0-1-1,1 1 1,-1-1-1,0 1 1,0-1-1,0 1 1,0-1-1,0 1 1,0-1-1,0 1 1,0-1-1,0 1 1,-1-1-1,1 1 1,0-1-1,0 1 1,0-1-1,0 1 1,-1 0-1,1-1 1,-1 0-1,-16-12 2607,15 12-1722,2 1-973,0-1 0,0 1 0,-1 0 1,1-1-1,0 1 0,-1 0 0,1-1 0,-1 1 0,1 0 0,0-1 0,-1 1 1,1 0-1,-1 0 0,1-1 0,-1 1 0,1 0 0,-1 0 0,1 0 0,-1 0 1,1 0-1,0 0 0,-1 0 0,1 0 0,-1 0 0,1 0 0,-1 0 0,1 0 1,-1 0-1,1 0 0,-1 0 0,1 0 0,-1 1 0,-7 16 2161,7 38-1175,1-42-347,1 9-556,0 0 0,2 0 0,8 32 0,-9-21-215,-2-28-34,0 1 1,0 0-1,1-1 0,-1 1 0,1 0 0,2 6 0,8 11 1,1 0 0,1-1 0,1 0 0,0-1 0,2 0 0,20 20 0,-32-36 0,1-1 0,0 1 0,0-1 0,0 0 0,1-1 0,-1 1 0,1-1 0,0 0 0,8 3 0,19 10 0,-25-13 0,1 0 0,0-1 0,0 0 0,-1 0 0,1-1 0,1 0 0,-1-1 0,0 0 0,0 0 0,0-1 0,0 0 0,0-1 0,0 0 0,9-3 0,-8 1 0,0 0 0,-1-1 0,1 0 0,-1 0 0,-1-1 0,1 0 0,-1-1 0,13-13 0,-14 14 0,0 0 0,-1-1 0,0 0 0,-1 0 0,1 0 0,-1-1 0,0 0 0,-1 0 0,0 0 0,-1 0 0,1-1 0,-1 1 0,-1-1 0,0 0 0,0 0 0,1-15 0,5-40 0,-5 54 0,-1-1 0,0 1 0,-1-1 0,0 0 0,-1 1 0,-2-19 0,-3 2 0,-5-50 0,9 68 0,1 0 0,-1 0 0,-1 0 0,0 0 0,0 0 0,-1 1 0,0-1 0,0 1 0,-1 0 0,-4-9 0,-5-2 0,0 0 0,-28-30 0,37 45 0,-1 0 0,-1 0 0,1 1 0,0 0 0,-1 0 0,0 0 0,1 1 0,-1 0 0,0 0 0,0 1 0,0-1 0,-1 1 0,1 1 0,0-1 0,-9 1 0,-1 0 0,-1 0 0,0 1 0,0 1 0,-30 8 0,22 0 0,-1 1 0,2 1 0,0 2 0,-41 29 0,59-38 0,0 1 0,1 0 0,-1 0 0,1 0 0,0 0 0,1 1 0,-7 10 0,-13 21 0,21-33-230,0 0 0,-1 0 0,2 0 0,-1 1 0,1-1 0,-1 1 0,2-1 0,-1 1 0,-1 11 0,2-9-589,1 1 0,0-1 0,0 0-1,1 1 1,1-1 0,-1 0 0,1 0 0,0 1-1,1-2 1,5 12 0,2 1-1633,0 0 0,2-1 0,14 18 0,18 20-1264,-24-30-278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5.1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1 142 12982,'14'-11'3152,"40"-35"7418,-51 43-10049,0-1 0,-1 0 0,1 1 0,-1-1 0,1 0 1,-1 0-1,2-7 0,-3 9-402,0-1 0,-1 1 1,1 0-1,0-1 1,0 1-1,0 0 0,0 0 1,1 0-1,-1 0 0,1 0 1,-1 0-1,1 0 0,0 1 1,2-3-1,2-2-60,-1-3-3,-5 21-67,2 49 11,0-36 0,-1 0 0,-2 0 0,0 0 0,-7 39 0,0-37 0,4-17 0,1 1 0,1-1 0,-1 0 0,2 1 0,-1 15 0,2 30-439,1-12-1404,-1-1 0,-2 1-1,-13 66 1,13-84-1623,3-22 2606,-1 0 0,0 1 0,-1-1 0,1 1 1,-1-1-1,0 0 0,0 0 0,-2 6 0,-19 27-5190,2-8-1618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5.4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48 292 12710,'-4'-11'2172,"0"0"1,1-1-1,1 1 1,-1-1-1,2 1 0,-1-15 1,2 20-1755,-1 0 0,0-1 0,0 1 0,0 0 0,-1 0 0,0 0 0,-4-9-1,4 10-704,-1-1-1,1 0 0,0 0 0,1 0 0,-1 0 0,1 0 0,0-10 0,1 13-253,-1 0 1,1 1-1,0-1 0,0 0 0,1 1 0,-1-1 0,0 0 0,1 1 0,0-1 0,-1 1 1,1-1-1,0 1 0,0-1 0,1 1 0,-1-1 0,0 1 0,1 0 0,-1 0 1,4-3-1,9-13-5244,-13 17 5579,0 0 0,-1 0 0,1 0 0,0 0 0,0 0 0,0 1 0,0-1 0,0 0 0,0 1 0,0-1 0,0 1-1,0-1 1,0 1 0,0-1 0,0 1 0,0 0 0,1 0 0,-1-1 0,0 1 0,0 0 0,0 0 0,0 0 0,3 0 0,-1 1-140,1 0 1,0 0-1,-1 0 1,1 0-1,-1 1 1,0 0-1,0-1 1,4 3-1,1 2-35,0 0 0,-1 0 0,0 0 0,0 1 0,0 0 0,5 9 0,126 154 1045,-13-8 6705,-61-81-6171,-63-80-1381,-1 0 0,1 1 0,-1-1 1,1 0-1,-1 1 0,0-1 0,1 0 1,-1 1-1,0-1 0,0 1 0,0-1 1,0 0-1,0 1 0,-1 1 0,1 0-533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5.8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713 533 9412,'-39'-19'15365,"-3"1"-9350,-41-22-4069,58 25-1928,-50-21 0,3 1-25,67 33 7,0 0 0,0 0 0,0 0 0,0 0 0,0 1 0,-1 0 0,1 0 0,0 0 0,-1 1 0,1 0 0,0 0 0,-1 0 0,1 1 0,0-1 0,-1 1 0,1 1 0,0-1 0,0 1 0,0 0 0,0 0 0,-8 5 0,-2 1 0,1 2 0,0 0 0,1 0 0,0 2 0,-17 17 0,17-14 0,0 0 0,0 1 0,2 1 0,0 0 0,-17 36 0,16-25 0,3-11 0,0 1 0,2 0 0,0 0 0,1 1 0,1 0 0,1 0 0,1 0 0,-2 21 0,6-6 0,2 0 0,9 43 0,-11-69 0,1 0 0,1 0 0,-1 0 0,1-1 0,0 1 0,1-1 0,0 1 0,0-1 0,1-1 0,-1 1 0,1 0 0,1-1 0,-1 0 0,1-1 0,0 1 0,1-1 0,-1 0 0,12 6 0,38 30 0,-47-37 0,1-1 0,-1 0 0,1-1 0,0 0 0,0-1 0,0 0 0,0 0 0,-1-1 0,1 0 0,0-1 0,0 0 0,0-1 0,0 0 0,0 0 0,-1-1 0,1 0 0,-1-1 0,0 0 0,0 0 0,0-1 0,-1 0 0,1-1 0,8-8 0,15-15 0,-28 26 0,-1 0 0,1 0 0,-1 0 0,0 0 0,0-1 0,0 1 0,0-1 0,0 0 0,-1 0 0,0 0 0,0 0 0,3-6 0,14-27 0,-13 29 0,-1-1 0,0-1 0,-1 1 0,4-11 0,2-32 0,-3 0 0,-1-1 0,-3 0 0,-5-74 0,1 36 0,1 61 0,-1-1 0,-1 0 0,-2 1 0,-1 0 0,-2 0 0,0 0 0,-2 1 0,-2 0 0,0 0 0,-27-46 0,8 9 0,26 62 0,0 0 0,0 0 0,0 0 0,-1 1 0,0 0 0,1-1 0,-1 2 0,0-1 0,-1 1 0,-7-4 0,-14 30 0,26-22 0,1-1 0,0 1 0,-1 0 0,1-1 0,0 1 0,0 0 0,-1-1 0,1 1 0,1 0 0,-1-1 0,0 1 0,0-1 0,1 1 0,-1 0 0,1-1 0,-1 1 0,1-1 0,0 1 0,-1-1 0,1 1 0,0-1 0,0 1 0,0-1 0,0 0 0,2 3 0,6 9 0,-5-2 0,-1 0 0,0 1 0,0-1 0,1 19 0,7 31 0,-2-33 0,2-1 0,1 0 0,1-1 0,19 30 0,-9-17 0,21 50 0,-34-67 0,0-1 0,15 21 0,-11-21 0,-2 1 0,10 24 0,3 15-582,44 76 1,-50-88-3204,-18-44 3128,0-1-1,0 0 1,0 1-1,1-1 1,0 0 0,-1 0-1,2 0 1,-1 0-1,0-1 1,1 1 0,0 0-1,3 3 1,-4-6 62,0 1 1,-1 0-1,1 0 1,0 0-1,-1 0 0,0 0 1,1 0-1,-1 1 1,0-1-1,1 4 0,6 9-3096,15-2-484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6.4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200 625 8084,'23'-65'9343,"4"-18"2507,-21 65-10543,-5 16-1180,0-1 1,0 1-1,0-1 0,0 0 1,0 1-1,0-1 1,-1 0-1,1 0 1,-1 1-1,0-1 1,0 0-1,0 0 1,0 0-1,0 1 0,-2-6 1,-2 0-44,-17-27 11,20 34-97,0 0 1,0 0 0,0 0 0,-1 0-1,1 0 1,0 0 0,0 1-1,-1-1 1,1 0 0,-1 1 0,1-1-1,0 1 1,-1-1 0,1 1-1,-1 0 1,1 0 0,-1-1 0,1 1-1,-1 0 1,1 0 0,-1 1-1,1-1 1,-1 0 0,1 0 0,-1 1-1,-1 0 1,-7 3 1,1 0 0,-1 1 0,1 0 0,0 0 0,0 1 0,1 0 0,0 1 0,0 0 0,0 0 0,1 1 0,0 0 0,0 0 0,1 1 0,0-1 0,1 1 0,0 1 0,0-1 0,1 1 0,0 0 0,-3 16 0,4-18 0,1 0 0,-1 0 0,-1 0 0,-6 11 0,7-14 0,0 0 0,0 1 0,1-1 0,0 1 0,0 0 0,0 0 0,0 0 0,1 0 0,0 0 0,0 7 0,0 4 0,0-13 0,1 1 0,0 0 0,0 0 0,0-1 0,0 1 0,1 0 0,0-1 0,0 1 0,2 7 0,6 3 0,-7-12 0,0 0 0,-1 0 0,1 0 0,-1 1 0,1-1 0,-1 1 0,0-1 0,0 1 0,0 0 0,-1-1 0,1 6 0,-1-6 0,0 0 0,0 0 0,1-1 0,-1 1 0,1 0 0,0 0 0,-1-1 0,1 1 0,0 0 0,1-1 0,-1 1 0,0-1 0,1 1 0,-1-1 0,1 0 0,0 0 0,0 0 0,0 0 0,0 0 0,4 3 0,8 9 0,-11-12 0,0 1 0,1-1 0,-1 0 0,0 0 0,1 0 0,0-1 0,-1 1 0,1-1 0,0 0 0,0 0 0,-1 0 0,1 0 0,0-1 0,6 0 0,-7 1 0,1-1 0,-1 0 0,0 0 0,0 0 0,0-1 0,0 1 0,0-1 0,0 1 0,-1-1 0,1 0 0,0 0 0,0-1 0,0 1 0,-1 0 0,1-1 0,-1 0 0,1 1 0,-1-1 0,1 0 0,2-4 0,5-16 0,5-7 0,-4 17 0,-7 10 0,-1-2 0,0 1 0,0 0 0,0 0 0,-1-1 0,1 0 0,-1 1 0,0-1 0,0 0 0,2-5 0,0-4 0,0 1 0,1 0 0,9-17 0,-13 26 0,0-1 0,0 1 0,0 0 0,-1 0 0,1-1 0,-1 1 0,1 0 0,-1-1 0,0 1 0,-1-6 0,0 5 0,1 1 0,0 0 0,0-1 0,0 1 0,0 0 0,1 0 0,-1-1 0,3-5 0,12-15 0,-15 25 0,0-1 0,1 1 0,-1 0 0,0 0 0,0 0 0,1-1 0,-1 1 0,1 0 0,-1-1 0,0 1 0,1 0 0,-1-1 0,1 1 0,0 0 0,-1-1 0,1 1 0,-1-1 0,1 1 0,0-1 0,-1 1 0,2 0 0,18 20 0,-9 1 0,-9-14 0,2-1 0,-1 1 0,1-1 0,0 0 0,1 0 0,6 8 0,-6-10 0,1 0 0,-2 0 0,1 1 0,-1-1 0,0 1 0,0 0 0,0 0 0,4 12 0,-6-13-38,0 0 0,0 0 0,0 0 0,1 0 0,-1-1 0,1 1 0,1-1 0,-1 1-1,1-1 1,-1 0 0,1-1 0,0 1 0,0-1 0,5 4 0,-6-6-187,-1 1 1,0 0-1,0 0 0,0 0 0,0 0 1,0 0-1,0 0 0,0 0 1,-1 1-1,1-1 0,-1 1 0,0-1 1,2 4-1,0 2-543,-2-6 290,0-1-1,1 1 1,-1-1-1,0 1 1,1-1-1,-1 1 1,1-1 0,-1 0-1,1 0 1,-1 0-1,1 0 1,0 0-1,0 0 1,0 0-1,1 0 1,15 9-6223,1-28-1740,-19-93 3495,0-59 4730,0 55 1539,-1 88 593,-8-47 0,0-17 2747,9-68 9202,0 153-13178,-1 0 1,0-1 0,0 1 0,0 0-1,-1-1 1,0 1 0,-4-8-1,3 8-279,1 0-1,0-1 1,0 1-1,0-1 1,1 0-1,0 1 1,0-11-1,1 17-407,0-1 0,0 1 0,0-1 0,0 1 0,0 0 0,0-1 0,0 1 0,1 0 0,-1-1 0,0 1 0,0 0 0,0-1 0,1 1 0,-1 0 0,0 0 0,0-1 0,1 1 0,-1 0 0,0 0 0,0-1 0,1 1 0,-1 0 0,0 0 0,1 0 0,-1-1 0,0 1 0,1 0 0,-1 0 0,1 0 0,-1 0 0,0 0 0,1 0 0,-1 0 0,0 0 0,1 0 0,-1 0 0,0 0 0,1 0 0,-1 0 0,1 0 0,-1 0 0,0 0 0,1 1 0,-1-1 0,0 0 0,1 0 0,-1 0 0,0 0 0,1 1 0,0-1 0,0 1 0,0 0 0,0-1 0,-1 1 0,1-1 0,0 1 0,0 0 0,0 0 0,-1-1 0,1 1 0,0 0 0,-1 0 0,1 0 0,-1 0 0,1 0 0,-1 0 0,1 0 0,-1 0 0,0 0 0,0 0 0,1 0 0,-1 0 0,0 0 0,0 2 0,2 5 0,-1 0 0,2 0 0,-1 0 0,2 0 0,-1 0 0,1 0 0,0-1 0,0 0 0,1 0 0,6 9 0,13 21 0,-19-26 0,0 0 0,0 0 0,-2 1 0,5 21 0,13 36 0,20 13-305,-27-58-76,-1 0 0,-2 1 0,0 1 0,-2 0 0,9 38 0,-6-1-2440,-5-34-38,-2 1 0,-1 0 0,-1 30 0,-1-29 154,-1-19 1488,0 0-1,-1 0 1,0-1 0,-1 1-1,-1 0 1,-3 18 0,3-27 644,0 0 1,0 1-1,0-1 0,-1 0 1,1 0-1,-1 0 1,-5 4-1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6.7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0 272 6963,'0'-2'376,"0"0"0,0 1-1,0-1 1,0 0 0,1 0 0,-1 1 0,0-1-1,1 0 1,-1 1 0,1-1 0,-1 0-1,1 1 1,0-1 0,0 1 0,0-1-1,0 1 1,0 0 0,0-1 0,0 1-1,0 0 1,0 0 0,1-1 0,-1 1-1,3-1 1,-1 0 2,-1 0 0,0 1 1,0-1-1,0 0 0,0 0 0,0 0 0,-1 0 0,1 0 0,0-1 1,-1 1-1,2-4 0,1-1-101,-1 1 0,1-1 0,1 1-1,-1 0 1,1 0 0,0 0 0,0 1 0,12-9 0,-2 2-108,1 2 0,0 0 0,0 1 0,21-8 0,5-4 488,-21 11 634,1 1 1,0 0-1,0 2 1,45-8-1,-32 7-462,-29 7-773,-1 0 1,1 0-1,-1 0 1,1 1-1,0 0 1,-1 0-1,10 1 1,-14-1-54,0 0 0,-1 0 0,1 1 0,0-1 0,0 0-1,0 1 1,0-1 0,0 0 0,-1 1 0,1-1 0,0 1 0,0-1 0,-1 1 0,1 0 0,0-1 0,-1 1 0,1 0-1,-1-1 1,1 1 0,-1 0 0,1 0 0,-1 0 0,1-1 0,-1 1 0,0 0 0,0 0 0,1 0 0,-1 0 0,0 0-1,0 0 1,0 0 0,0-1 0,0 1 0,0 0 0,0 0 0,0 0 0,0 0 0,0 0 0,-1 0 0,1 0 0,0-1-1,-1 1 1,1 0 0,0 0 0,-1 0 0,1-1 0,-2 2 0,-3 8-3,-1 0 0,0-1 0,0 0 0,-15 17 0,14-19 0,1 0 0,0 1 0,0 0 0,1 0 0,0 0 0,1 0 0,-7 16 0,7-10 0,1 1 0,0-1 0,1 1 0,0 0 0,1 22 0,1-32 0,0 1 0,0-1 0,0 1 0,1 0 0,0-1 0,0 1 0,1-1 0,0 0 0,3 8 0,-4-12 0,0 1 0,0-1 0,0 0 0,0 1 0,0-1 0,1 0 0,-1 0 0,1 1 0,-1-1 0,1-1 0,-1 1 0,1 0 0,-1 0 0,1 0 0,0-1 0,0 1 0,-1-1 0,1 1 0,0-1 0,0 0 0,-1 0 0,1 0 0,0 0 0,0 0 0,0 0 0,-1 0 0,1-1 0,0 1 0,0 0 0,-1-1 0,1 0 0,3-1 0,3-1 0,0 0 0,-1-1 0,1 0 0,-1 0 0,0-1 0,0 0 0,10-8 0,-10 2 0,-6 8 0,1 0 0,0 0 0,1 0 0,-1 0 0,0 1 0,1-1 0,0 1 0,3-3 0,0 0 0,0-1 0,0 0 0,-1 0 0,0 0 0,0 0 0,0-1 0,-1 0 0,0 0 0,-1 0 0,1-1 0,-1 1 0,-1-1 0,1 0 0,-1 0 0,-1 1 0,2-16 0,-3 22 0,0 0 0,0 1 0,0-1 0,0 0 0,0 0 0,0 0 0,0 0 0,1 1 0,-1-1 0,0 0 0,0 0 0,1 0 0,-1 1 0,1-1 0,-1 0 0,0 0 0,1 1 0,0-1 0,-1 0 0,1 1 0,-1-1 0,1 1 0,0-1 0,-1 1 0,1-1 0,0 1 0,-1-1 0,1 1 0,0 0 0,0-1 0,1 1 0,-2 0 0,1-1 0,0 1 0,0 0 0,-1-1 0,1 1 0,0 0 0,-1-1 0,1 1 0,0-1 0,-1 1 0,1-1 0,-1 1 0,1-1 0,-1 1 0,1-1 0,-1 1 0,1-1 0,-1 0 0,0 1 0,1-1 0,-1 0 0,0 0 0,1 1 0,-1-1 0,0 0 0,0 1 0,0-1 0,0 0 0,0 0 0,0 0 0,0 0 0,0-12 0,0 14 0,-1 29 0,5 48 0,2-55 0,-2-1 0,-1 1 0,-1 0 0,-1 29 0,-1-45-127,1 0 0,0 1 1,0-1-1,0 0 0,1 0 0,0 0 1,6 13-1,7 21-1786,24 24-9399,-31-30 3568,8-15-2960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7.6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879 278 2113,'-3'-10'1057,"-1"1"0,0-1 0,-1 1 0,0 0 0,-1 0 0,0 1 0,0-1 0,-1 1 0,1 1 1,-2-1-1,1 1 0,-1 0 0,-10-6 0,-33-32 5022,44 37-5168,0 0 0,-1 1 0,0 0 0,-1 1 0,0-1 0,-14-7 0,4 7-245,1 0-1,-1 2 0,-26-5 1,-14-4-140,47 11-510,-1 1 0,0 0 0,0 1 0,0 0 0,0 1 0,0 0 0,0 1 0,0 1 0,0 0 0,-17 5 0,2 2-8,1 1 1,0 1 0,-41 24 0,54-26-9,1 1 0,0 1 0,0 0 0,2 1 0,-1 0 0,-14 21 0,9-13 0,12-14 0,1 0 0,-1 0 0,1 0 0,0 0 0,1 0 0,0 1 0,0 0 0,0 0 0,1 0 0,0 0 0,-2 11 0,-9 30 0,6-27 0,5-16 0,0 0 0,0 1 0,0-1 0,0 1 0,1 0 0,0 0 0,0 0 0,1-1 0,-1 1 0,1 0 0,1 0 0,1 10 0,24 66 0,-23-73 0,1-1 0,0 1 0,0-1 0,1 0 0,0 0 0,0 0 0,12 12 0,-13-14 0,1-1 0,-1 0 0,1 0 0,1-1 0,-1 1 0,1-1 0,-1 0 0,1-1 0,0 1 0,12 4 0,-7-7 0,-1 0 0,0 0 0,1-1 0,-1 0 0,0 0 0,0-1 0,1-1 0,-1 0 0,0 0 0,0-1 0,-1-1 0,1 1 0,-1-1 0,1-1 0,-1 0 0,0 0 0,-1-1 0,1 0 0,-1 0 0,8-9 0,-4-1 0,0-1 0,0 0 0,-2 0 0,0-1 0,12-33 0,-6 22 0,-13 24 0,0 0 0,0 0 0,0 0 0,0-1 0,-1 1 0,0-1 0,0 0 0,-1 0 0,1 0 0,-1 0 0,0-6 0,-1 10 0,0 0 0,0 0 0,0 0 0,1 1 0,-1-1 0,0 0 0,1 1 0,-1-1 0,1 0 0,0 0 0,-1 1 0,1-1 0,0 1 0,0-1 0,0 1 0,0-1 0,0 1 0,1 0 0,-1-1 0,0 1 0,3-2 0,2-2 0,-6 5 0,1 0 0,-1 0 0,0 0 0,1-1 0,-1 1 0,1 0 0,-1 0 0,1-1 0,-1 1 0,0 0 0,1-1 0,-1 1 0,0 0 0,1-1 0,-1 1 0,0-1 0,1 1 0,-1 0 0,0-1 0,0 1 0,0-1 0,1 1 0,-1-1 0,0 1 0,0-1 0,0 1 0,0-1 0,0 1 0,0-1 0,0 1 0,0-1 0,0 1 0,0-1 0,0 1 0,0-1 0,0 1 0,0-1 0,-1 1 0,1-1 0,0 1 0,0 0 0,-1-1 0,1 1 0,0-1 0,0 1 0,-1-1 0,-3 5 0,10 11 0,8 8 0,-2 1 0,0 0 0,8 28 0,11 23 0,-9-36 0,50 70 0,-64-98-375,0 0 0,1 0 0,0-1 1,1 0-1,0 0 0,1-1 0,21 15 0,-16-12-1554,1 0-2086,-5-9-2030,-12-8 2023,5-19 1641,2 17 2011,-6 6 323,1 0-1,-1-1 0,0 1 1,0 0-1,1-1 0,-1 1 0,0-1 1,0 1-1,0-1 0,-1 0 1,1 1-1,0-1 0,0 0 1,-1 0-1,1 1 0,-1-1 0,0 0 1,0 0-1,1 0 0,-1-2 1,0-7-48,1 6 104,-1 0 1,0 0-1,0 1 0,0-1 1,-1 0-1,1 0 0,-1 1 1,-3-10-1,-1 1 275,0-1 1,1-1-1,1 1 1,0 0-1,1-1 1,1 0-1,0-19 1,0 2 1901,-1 0 1,-10-49 0,9 63 443,1 0 0,1 0 0,2-35 0,1 10 568,-2 44-3194,0-1 0,0 1-1,0-1 1,0 0-1,1 1 1,-1-1 0,0 0-1,0 1 1,0-1 0,1 0-1,-1 1 1,0-1 0,1 0-1,-1 1 1,0-1 0,1 0-1,-1 0 1,0 1 0,1-1-1,-1 0 1,0 0-1,1 0 1,-1 0 0,1 1-1,-1-1 1,0 0 0,1 0-1,-1 0 1,1 0 0,-1 0-1,1 0 1,-1 0 0,0 0-1,1 0 1,-1 0 0,1 0-1,-1-1 1,0 1-1,1 0 1,-1 0 0,1 0-1,-1 0 1,0-1 0,1 1-1,-1 0 1,0 0 0,1-1-1,-1 1 1,0 0 0,0-1-1,1 1 1,-1 0-1,0-1 1,0 1 0,1 0-1,-1-1 1,0 1 0,0-1-1,0 0 1,3 8-4,-1-1 0,1 0 0,0 0 0,1 0 0,0 0 0,0 0 0,0-1 0,0 0 0,1 0 0,0 0 0,9 7 0,5 7 0,-14-13 0,1 0 0,-1 0 0,0 1 0,-1 0 0,0-1 0,0 1 0,0 1 0,-1-1 0,0 0 0,0 1 0,2 15 0,1-10 0,-1 0 0,2-1 0,-1 1 0,2-1 0,15 19 0,18 31 0,-32-51 0,-8-10 0,0 1 0,1-1 0,-1 0 0,0 1 0,0-1 0,0 1 0,0-1 0,0 1 0,0 0 0,-1-1 0,1 1 0,-1 0 0,1 0 0,-1-1 0,1 1 0,-1 0 0,0 2 0,0-3 0,0-1 0,0 1 0,0 0 0,0 0 0,0-1 0,0 1 0,0 0 0,0 0 0,0 0 0,0-1 0,1 1 0,-1 0 0,0 0 0,1-1 0,-1 1 0,0 0 0,1-1 0,-1 1 0,1 0 0,-1-1 0,1 1 0,-1-1 0,1 1 0,-1-1 0,1 1 0,0-1 0,-1 1 0,1-1 0,0 1 0,0-1 0,-1 0 0,2 1 0,-1-1 0,-1-1 0,1 1 0,-1 0 0,1-1 0,-1 1 0,0-1 0,1 1 0,-1 0 0,1-1 0,-1 1 0,0-1 0,1 1 0,-1-1 0,0 1 0,1-1 0,-1 1 0,0-1 0,0 0 0,0 1 0,0-1 0,1 1 0,-1-1 0,0 1 0,0-1 0,0 0 0,0 1 0,0-1 0,0 1 0,0-1 0,-1 0 0,1 1 0,0-1 0,0 1 0,0-1 0,-1 1 0,1-1 0,0 1 0,-1-1 0,1 1 0,0-1 0,-1 1 0,1-1 0,-1 0 0,-3-9 0,1 0 0,0 0 0,1 0 0,0-1 0,1 1 0,0 0 0,0-1 0,2-13 0,-1-16 0,-2 18 0,2 0 0,1-1 0,0 1 0,2 0 0,10-41 0,-11 39 0,-2 22 0,0 0 0,0 0 0,0 0 0,0 0 0,1 0 0,-1 0 0,1 0 0,-1 0 0,1 0 0,-1 0 0,3-3 0,6-2 0,-8 6 0,-1 1 0,1-1 0,0 1 0,0-1 0,0 0 0,0 1 0,0-1 0,-1 0 0,1 0 0,0 1 0,-1-1 0,1 0 0,-1 0 0,1 0 0,-1 0 0,1 0 0,-1 0 0,1 0 0,-1 0 0,0 0 0,1 0 0,-1 0 0,0 0 0,0-1 0,0 2 0,0-1 0,0 1 0,0-1 0,0 1 0,0-1 0,0 1 0,0-1 0,0 1 0,0-1 0,0 1 0,1 0 0,-1-1 0,0 1 0,0-1 0,0 1 0,1 0 0,-1-1 0,0 1 0,0-1 0,1 1 0,-1 0 0,0-1 0,1 1 0,-1 0 0,0 0 0,1-1 0,-1 1 0,1 0 0,-1 0 0,0-1 0,1 1 0,-1 0 0,1 0 0,0 0 0,21 4 0,29 24 0,-41-22 0,-5-3 0,0 0 0,-1 0 0,0 1 0,1-1 0,-1 1 0,-1 0 0,1 0 0,4 7 0,19 17 0,28 24 0,7 4 0,-50-45-650,0 0-1,0 0 1,-1 1 0,-1 0-1,16 25 1,15 17-2534,-10-7-6627,-11-14 1758,-4-18 4350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8.4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329 652 2369,'0'-7'826,"0"0"1,0 0-1,1 0 0,0 0 0,1 0 0,-1 0 1,1 0-1,1 1 0,-1-1 0,1 1 1,0-1-1,6-7 0,-6 7 591,0 1 1,0-1-1,-1-1 1,1 1-1,-1 0 0,-1 0 1,0-1-1,0 1 0,0-1 1,-1-11-1,0 17-1352,0 1-1,0 0 1,0 0-1,-1 0 1,1-1-1,0 1 1,0 0-1,-1 0 1,1 0-1,-1 0 1,1 0-1,-1-1 1,0 1-1,1 0 1,-1 0-1,0 0 1,0 1-1,1-1 1,-1 0-1,0 0 1,0 0-1,0 1 1,0-1-1,0 0 1,0 1-1,0-1 1,-1 1-1,1-1 1,0 1-1,0-1 1,0 1-1,0 0 1,-1 0-1,1 0 1,0 0-1,0 0 1,-1 0-1,1 0 1,0 0-1,0 0 1,-2 1-1,-49 12 1276,49-12-1323,-6 3-17,0 0 0,0 1 0,1 0 0,0 0 0,0 1 0,-11 10 0,-5 3 0,20-16 0,0 1 0,0 0 0,0 0 0,0 0 0,0 0 0,1 0 0,-1 1 0,-2 6 0,-11 14 0,-3-1 0,9-10 0,0 0 0,-16 27 0,17-23 0,0 0 0,2 1 0,0 0 0,1 0 0,1 1 0,1 0 0,0 0 0,2 0 0,0 0 0,1 25 0,2 40 0,0-84 0,0-1 0,0 1 0,1 0 0,-1-1 0,0 1 0,0 0 0,1-1 0,-1 1 0,0 0 0,1-1 0,-1 1 0,1-1 0,-1 1 0,1-1 0,-1 1 0,1-1 0,-1 1 0,1-1 0,-1 0 0,1 1 0,0-1 0,-1 0 0,1 1 0,0-1 0,-1 0 0,1 0 0,0 0 0,-1 1 0,1-1 0,0 0 0,-1 0 0,1 0 0,0 0 0,-1 0 0,1 0 0,0-1 0,-1 1 0,1 0 0,1 0 0,0-1 0,0 1 0,-1 0 0,1-1 0,0 1 0,0-1 0,0 1 0,0-1 0,-1 0 0,1 0 0,0 0 0,-1 0 0,1 0 0,0 0 0,1-2 0,13-24 0,-2-1 0,0-1 0,-2 0 0,14-53 0,-2 9 0,-23 69 0,1 0 0,-1 0 0,1 1 0,-1-1 0,1 0 0,0 1 0,1-1 0,-1 1 0,1 0 0,-1 0 0,1 0 0,0 0 0,0 0 0,0 0 0,6-3 0,-8 6 0,1-1 0,-1 1 0,0 0 0,1-1 0,-1 1 0,1 0 0,-1 0 0,1 0 0,-1 0 0,0 0 0,1 0 0,-1 0 0,1 0 0,-1 1 0,0-1 0,1 0 0,-1 1 0,2 0 0,1 1 0,-1 0 0,0 1 0,0-1 0,0 1 0,-1-1 0,1 1 0,-1 0 0,1 0 0,3 5 0,11 14-16,38 38 0,-9-12-136,-33-34-82,-5-3-359,1 0 0,0-1 0,1-1 0,0 1 0,1-2 0,-1 1 0,2-1 0,12 6 0,-1-2-3670,-22-12 4157,0 1 0,0 0 0,0-1-1,0 1 1,0-1 0,0 1-1,0-1 1,0 0 0,0 1-1,0-1 1,0 0 0,0 0-1,0 0 1,0 1 0,0-1 0,0 0-1,0-1 1,0 1 0,1 0-1,-1 0 1,0 0 0,0-1-1,0 1 1,1-1 0,4-2-220,0 0-1,0 0 1,-1-1 0,1 1 0,-1-1 0,0-1-1,0 1 1,0-1 0,0 0 0,-1 0 0,0 0-1,0 0 1,0-1 0,5-11 0,9-11-202,-12 15 349,0 1 0,0-1 0,-1 0 0,-1-1 0,0 1 1,3-27-1,5-14 54,-6 33 129,-2 6 58,0 0 0,-1 0 0,0 0 1,0-22-1,-2 15 298,1 1 1,5-24-1,-4 32 26,-1-1 0,-1 0 0,0 0-1,0 1 1,-3-23 0,-3 1 800,-6-60 3876,10 76-3754,-1 0-1,-1 0 1,-1 1-1,0-1 1,-1 1-1,-11-24 1,8 19-968,6 7-315,2 15-25,0-1 0,0 1 0,0-1-1,0 1 1,0-1 0,0 1-1,0-1 1,-1 1 0,1-1 0,0 1-1,-1 0 1,0-1 0,1 1 0,-1 0-1,-1-3 1,1 3 0,-24-17 0,14 19 0,6 17 0,13 8 0,-1-8 0,-5-10 0,-1 0 0,0 0 0,-1 0 0,-1 14 0,1-13 0,-1 0 0,2 0 0,-1 0 0,1 0 0,3 12 0,12 16 0,-11-28 0,-1 0 0,0 0 0,0 0 0,2 13 0,-1 4 0,2-1 0,0 0 0,2-1 0,15 31 0,-19-43 0,0 0 0,-1 0 0,4 17 0,-5-15 0,1 0 0,1-1 0,8 18 0,-5-12-290,0-1 0,-1 2 0,-1-1 0,-1 1 0,6 39 1,-11-57 90,0 1 0,0-1 0,1 0 0,-1 1 0,1-1 0,-1 0 1,1 1-1,0-1 0,0 0 0,0 0 0,0 0 0,1 0 1,-1 0-1,0 0 0,1 0 0,3 3 0,8 13-2170,-12-17 2243,-1-1-1,1 1 1,-1 0-1,1-1 1,-1 1-1,1 0 1,0-1-1,-1 1 1,1-1-1,0 1 1,0-1-1,-1 1 1,1-1-1,0 1 1,0-1-1,0 0 1,0 1-1,-1-1 1,1 0-1,0 0 1,0 0-1,0 0 1,0 0-1,0 0 1,0 0-1,0 0 1,0 0-1,-1 0 1,1 0-1,0-1 1,1 1-1,31-17-3363,-22 10 3219,-7 4 72,-1 1 0,0-1-1,0 0 1,0 0-1,0 0 1,-1 0 0,1-1-1,-1 1 1,0-1-1,0 1 1,2-7 0,9-13-290,0 3 268,-2-1 0,12-27 0,-1 1 300,-16 33 127,-1 1-1,-1-1 1,4-21 0,-5 20 431,0 1 0,2-1 1,8-20-1,-4 18 315,-6 13-491,-1 1 1,0-1-1,0 0 0,-1 0 0,1 0 0,-1 0 0,0 0 0,0 0 0,0 0 0,0 0 0,-1-6 1,1 7-50,-1 0 1,0 1-1,1-1 1,-1 0 0,1 1-1,0-1 1,0 1 0,0-1-1,0 1 1,2-4-1,-2 4-23,0-1 0,1 0 0,-1 1-1,0-1 1,0 0 0,-1 0-1,1 0 1,-1 1 0,1-1 0,-1-4-1,-1-2-297,0 13-68,1-3-25,0 0 1,0 0 0,0 0-1,1 0 1,-1 0 0,0 1-1,0-1 1,1 0 0,-1 0-1,0 0 1,1 0 0,-1 0-1,1 0 1,0 0 0,-1 0-1,2 1 1,4 2 1,-5-4 0,0 0 0,0 1 0,0-1 0,0 1 0,0-1 0,0 1 0,0 0 0,0-1 0,-1 1 0,1 0 0,0 0 0,0-1 0,-1 1 0,1 0 0,0 0 0,-1 0 0,1 0 0,-1 0 0,1 0 0,-1 0 0,0 0 0,1 0 0,-1 0 0,0 0 0,0 0 0,0 1 0,0 0 0,19 61 0,-19-61 0,0-1 0,0 1 0,1 0 0,-1-1 0,0 1 0,1-1 0,-1 1 0,1-1 0,-1 1 0,1-1 0,0 0 0,-1 1 0,1-1 0,0 0 0,0 1 0,0-1 0,0 0 0,0 0 0,1 0 0,-1 0 0,1 1 0,6 5 0,-7-5 0,22 29 0,-23-31 0,1 1 0,-1 0 0,1 0 0,0-1 0,-1 1 0,1 0 0,0-1 0,-1 1 0,1-1 0,0 1 0,0-1 0,-1 1 0,1-1 0,0 1 0,0-1 0,0 0 0,0 0 0,0 1 0,0-1 0,0 0 0,-1 0 0,1 0 0,0 0 0,0 0 0,0 0 0,0 0 0,0 0 0,1-1 0,9-4-7,-10 5 7,0 0-1,0 0 0,0 0 1,0 0-1,0-1 0,0 1 1,0-1-1,0 1 0,-1 0 1,1-1-1,0 1 0,0-1 1,0 0-1,-1 1 0,1-1 1,0 0-1,-1 1 0,1-1 1,-1 0-1,1 0 0,-1 1 1,1-1-1,-1 0 0,1 0 1,-1 0-1,0 0 0,1 0 1,-1 0-1,0-1 0,1-2 2,-1 1 1,1 0-1,0 0 0,0 0 0,0 0 0,0 0 0,0 0 0,1 0 1,0 0-1,-1 0 0,1 1 0,0-1 0,0 0 0,3-2 1,-2 3-2,-1-1 1,0 1-1,0-1 1,0 0 0,0 1-1,0-1 1,-1 0 0,1 0-1,-1-1 1,0 1-1,0 0 1,0 0 0,0 0-1,0-5 1,-1 5-1,0 1 0,1-1 0,-1 1 0,0 0 0,1-1 0,0 1 0,0-1 0,-1 1 0,1 0 0,1 0 0,0-3 0,0 3 0,-1 0 0,0-1 0,0 1 0,0-1 0,0 1 0,0-1 0,-1 0 0,1 1 0,-1-1 0,1 1 0,-1-4 0,0 5 0,0 1 0,0 0 0,0-1 0,0 1 0,0 0 0,0-1 0,0 1 0,0 0 0,0-1 0,0 1 0,0 0 0,0-1 0,0 1 0,0 0 0,0-1 0,0 1 0,0 0 0,1 0 0,-1-1 0,0 1 0,0 0 0,0 0 0,0-1 0,1 1 0,-1 0 0,0 0 0,0-1 0,1 1 0,-1 0 0,0 0 0,1 0 0,-1 0 0,0-1 0,0 1 0,1 0 0,-1 0 0,0 0 0,1 0 0,-1 0 0,0 0 0,1 0 0,-1 0 0,0 0 0,1 0 0,-1 0 0,0 0 0,1 0 0,-1 0 0,0 0 0,1 0 0,-1 0 0,0 1 0,0-1 0,1 0 0,-1 0 0,0 0 0,1 0 0,-1 1 0,0-1 0,0 0 0,1 0 0,-1 1 0,0-1 0,0 0 0,0 0 0,0 1 0,1-1 0,-1 1 0,1 0 0,1 1 0,-1 0 0,0-1 0,1 1 0,-1 0 0,0 0 0,0 0 0,0 0 0,-1 0 0,1 0 0,0 1 0,-1-1 0,0 0 0,1 0 0,-1 4 0,2 12 0,0-1 0,1 0 0,1 0 0,10 27 0,3 15 0,-9-17 0,-6-24 0,1-1 0,9 26 0,77 254 0,16 45 0,-95-307 0,10 60 0,-6-26 0,-13-58-301,1 0 1,-2 0-1,1 0 0,-2 0 1,1 0-1,-2 0 0,1 0 1,-2 0-1,1 0 0,-1 0 0,-1-1 1,0 1-1,0-1 0,-1 0 1,-1-1-1,-10 17 0,15-26 39,0 1 0,0 0 0,-1 0 0,1-1-1,0 1 1,0-1 0,0 1 0,-1-1 0,1 1-1,0-1 1,-1 0 0,1 1 0,0-1-1,-3 0 1,1 0-480,1 0-1,-1-1 0,0 1 1,1-1-1,-1 1 0,1-1 0,-1 0 1,1 0-1,0 0 0,-1 0 1,1 0-1,0 0 0,0-1 1,0 1-1,0-1 0,0 0 1,0 1-1,0-1 0,0 0 0,1 0 1,-1 0-1,-2-4 0,-11-19-2455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8.7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125 46 4578,'0'-14'1575,"-3"-12"14955,-7 21-8163,-4 6-8043,11 1-264,0-1 0,-1 1-1,1 0 1,0 0-1,0 0 1,0 0-1,0 0 1,1 0 0,-1 1-1,1 0 1,-1-1-1,1 1 1,0 0 0,0 0-1,0 0 1,0 1-1,-2 5 1,1-2-20,0 0 0,0 0 0,1 1 0,0 0 0,0-1 0,1 1 0,-1 12 0,2-7-40,1 1 0,0-1 0,0 0 0,2 1 0,0-1 0,0 0 0,1 0 0,1-1 0,0 1 0,0-1 0,2 0 0,-1 0 0,17 21 0,0-1 0,-16-20 0,1 0 0,1-1 0,16 17 0,-23-27 0,0 1 0,-1-1 0,1 1 0,-1-1 0,1 1 0,-1 0 0,1-1 0,-1 1 0,0 0 0,0 0 0,0 0 0,0 0 0,0 0 0,-1 0 0,1 0 0,0 0 0,-1 0 0,0 1 0,1-1 0,-1 0 0,0 0 0,0 0 0,0 1 0,-1-1 0,1 0 0,-1 2 0,0-2 0,0 0 0,0 0 0,0-1 0,0 1 0,0-1 0,0 1 0,-1-1 0,1 1 0,-1-1 0,1 0 0,-1 1 0,1-1 0,-1 0 0,0 0 0,0 0 0,1-1 0,-1 1 0,0 0 0,0-1 0,0 1 0,0-1 0,0 1 0,0-1 0,0 0 0,0 0 0,-2 0 0,-3 0-23,0 0-1,0-1 1,0 0 0,0 0-1,0 0 1,0-1 0,0 0-1,0 0 1,1-1 0,-1 0-1,-11-7 1,14 7-436,0 0 1,1-1 0,-1 1-1,0-1 1,1 0-1,0 0 1,0 0-1,0-1 1,-2-5 0,-2-1-1196,5 5 786,0-1 0,1 1-1,0-1 1,0 1-1,1-1 1,0 1 0,0-1-1,0 1 1,1-1-1,0 0 1,4-12 0,1 8-207,0 0 0,1 0 0,0 0 1,11-10-1,6-12-675,39-48-101,-59 76 2210,1 0 1,0 0-1,1 0 1,-1 0-1,1 1 1,0 0-1,0 0 1,0 1-1,1 0 1,-1 0-1,10-3 1,16 4 9958,-12 10-3380,-18-5-6688,0-1 1,-1 0-1,1 1 0,-1-1 1,1 1-1,-1 0 1,0 0-1,0-1 1,0 1-1,-1 0 1,1 0-1,-1 0 1,1 0-1,-1 0 1,0 0-1,-1 4 1,1-1-241,1 0-1,0-1 1,0 1 0,0-1 0,0 0 0,1 1 0,0-1 0,0 0 0,5 9 0,8 18-24,24 62 14,-25-60 0,-11-29 0,-1 1 0,1 0 0,-1-1 0,0 1 0,-1 0 0,1 0 0,-1 0 0,0 7 0,10 36-569,-3-12-1183,-8-36 1467,0-1 1,0 1-1,0 0 0,0 0 1,0-1-1,-1 1 0,1 0 1,0 0-1,0-1 0,-1 1 1,1 0-1,-1 0 0,1-1 1,0 1-1,-1-1 0,1 1 1,-1 0-1,1-1 0,-1 1 1,0-1-1,1 1 0,-1-1 1,0 1-1,0-1 0,0 1 18,1-1-1,-1 0 1,1 1-1,-1-1 1,1 0-1,-1 1 1,1-1-1,-1 1 1,1-1-1,-1 1 1,1-1-1,0 1 1,-1-1-1,1 1 1,0-1-1,0 1 1,-1-1-1,1 1 1,0-1-1,0 1 1,0 0-1,0-1 1,-1 2-1,-27 15-9966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9.0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0 401 5827,'10'-108'11000,"-1"1"-4502,-8 101-6324,-1 0 0,1 1 0,0-1 0,1 0 0,-1 1 0,1-1 0,0 1 0,3-6 0,-2 7-134,-1-1-1,-1 1 1,1-1-1,-1 0 0,1 1 1,-1-1-1,0-9 0,-1 12-60,0 0-1,0 1 0,0-1 1,0 0-1,1 0 1,-1 1-1,0-1 0,1 0 1,-1 0-1,1 1 1,0-1-1,0 1 0,-1-1 1,1 0-1,0 1 1,0-1-1,0 1 0,1 0 1,-1-1-1,0 1 1,0 0-1,1 0 0,-1 0 1,1 0-1,-1 0 1,3-1-1,16-15-931,-17 15 691,-1-1 0,1 1 1,-1 0-1,1 0 1,0 0-1,0 1 0,0-1 1,0 1-1,0-1 1,1 1-1,2-1 1,-4 2 143,-1-1 1,1 1 0,0-1 0,-1 1 0,1-1 0,0 1 0,-1 0 0,1 0-1,0 0 1,-1 0 0,1 0 0,0 0 0,-1 1 0,1-1 0,0 0 0,-1 1-1,1-1 1,0 1 0,-1 0 0,1 0 0,-1-1 0,1 1 0,-1 0 0,0 0-1,2 2 1,23 23-752,-23-24 831,1 1 0,-1 0-1,0 0 1,0 0-1,0 1 1,0-1 0,-1 1-1,1 0 1,-1-1-1,3 7 1,8 22 142,-10-25 43,0-1-1,-1 1 1,1 0-1,-1 0 0,-1 0 1,1 1-1,-1-1 1,0 8-1,-1-6 320,1-1 0,0 0 1,0 1-1,1-1 0,2 8 0,-1-8 235,-1 0 0,0 0 0,-1 0 0,1 17 0,-2 85 6267,0-39-5247,0-61-1688,1 0 1,0 1-1,1-1 0,0 0 1,6 16-1,-5-17-40,0 0 1,-1 1-1,0 0 0,0-1 1,0 16-1,-1-12 7,1 0 0,0 0 0,1 0 0,1 0 0,0-1 0,0 0 0,1 0 0,12 21 0,-11-21 0,-1-4 0,0 0 0,0 0 0,1-1 0,0 0 0,13 13 0,4 4 0,74 85 0,-51-70 0,-42-36 0,1 0 0,-1 0 0,0 1 0,1 0 0,-2-1 0,1 1 0,0 0 0,3 6 0,-51-19-2222,24 3 194,-2-1-1382,1-1 0,0 0 0,1-2 0,-25-15 0,-15-7-2924,13 18 1217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39.2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207 225 8068,'0'-14'3471,"-1"-1"0,0 1 1,-6-23-1,-11-7 3790,0 23-5226,13 17-1688,4 4-301,0-1 0,0 1-1,0-1 1,0 0 0,0 1 0,0-1-1,0 0 1,1 0 0,-1 1 0,0-1 0,0 0-1,1 0 1,-1 0 0,1 0 0,-1 0-1,1 0 1,-1 0 0,1 0 0,0 0-1,-1-1 1,1 1 0,0 0 0,0 0 0,0-2-1,-2 0-43,0-1 0,0 1 0,0 0-1,0-1 1,0 1 0,-1 0 0,1 1 0,-1-1-1,0 0 1,0 1 0,0-1 0,0 1-1,0 0 1,-6-3 0,5 4-154,0 0 0,0-1-1,0 1 1,-1 1 0,1-1 0,0 1-1,0-1 1,-1 1 0,1 0 0,0 1-1,0-1 1,-1 1 0,1 0 0,0 0-1,-7 2 1,4 11-7212,7-10 5607,-13 11-4281,10-4-138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49.55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98 26 8468,'-4'-3'1653,"-1"0"1,0 0 0,-1 1-1,1-1 1,0 1-1,-1 0 1,1 0 0,-1 1-1,1 0 1,-8-1-1,-11 0 1007,20 2-1259,2 35 124,1-26-1481,0-1-1,1 1 0,0-1 0,0 1 0,1-1 0,0 1 0,1-1 0,2 10 0,21 67 25,24 149 0,-43-204-101,2-1 1,1-1-1,21 44 1,-18-44-70,0 1-1,-2 0 1,9 44 0,-14-45-895,0-1 1,2 0-1,1 0 0,19 40 0,-15-32-2651,12 50-1,8 24-5178,-27-81 5847,-6-26 2771,1 0 0,0-1 0,0 1 0,0 0 0,1-1 0,-1 1 0,0 0-1,1-1 1,-1 1 0,1-1 0,-1 1 0,1 0 0,1 1 0,21 10-2235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50.23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1 626 3954,'0'-182'14112,"0"85"498,1 110-14602,1 0-1,1-1 0,0 1 0,1-1 0,0 0 1,1 0-1,0 0 0,1-1 0,1 1 0,-1-1 1,13 14-1,8 18-3,48 62-47,-68-95 46,0 1 0,1-2-1,0 1 1,13 10 0,22 27-1,-32-32-50,1 0 0,1-2-1,0 1 1,1-2 0,0 1 0,1-2-1,0 0 1,1-1 0,18 9-1,-33-19 46,0 1 0,0-1 0,0 1 0,-1-1 0,1 0 0,0 1 0,0-1 0,0 0-1,0 0 1,0 1 0,0-1 0,0 0 0,-1 0 0,1 0 0,0 0 0,0-1 0,0 1-1,0 0 1,0 0 0,0 0 0,0-1 0,-1 1 0,1 0 0,0-1 0,0 1-1,0-1 1,-1 1 0,1-1 0,0 1 0,0-1 0,-1 1 0,1-1 0,-1 0 0,1 0-1,-1 1 1,1-1 0,-1 0 0,1 0 0,-1 1 0,1-1 0,-1 0 0,0 0 0,1 0-1,-1 0 1,0 0 0,0 0 0,0 1 0,0-3 0,1 0 15,-1 0 0,1-1 1,-1 1-1,0 0 0,0 0 1,0 0-1,0-1 0,-1 1 1,1 0-1,-1 0 0,0 0 1,0 0-1,0 0 0,-2-4 0,-1 2 17,2 2-10,0 0 1,-1-1 0,2 1 0,-1 0 0,0-1-1,1 1 1,-1-1 0,1 1 0,0-1 0,0 1 0,1-1-1,-1 0 1,1 0 0,0-4 0,-19-112 132,18 112-152,1 1 0,-2-1 0,1 1 0,-1 0 0,0 0 0,-5-12 0,5 13 0,-1 0 0,1-1 0,0 1 0,1-1 0,0 0 0,-1-10 0,2-78 0,0 95 0,0-1 0,0 1 0,1-1 0,-1 1 0,0-1 0,1 1 0,-1-1 0,0 1 0,1 0 0,-1-1 0,0 1 0,1-1 0,-1 1 0,1 0 0,-1 0 0,1-1 0,-1 1 0,1 0 0,-1 0 0,1 0 0,-1-1 0,1 1 0,-1 0 0,1 0 0,-1 0 0,1 0 0,-1 0 0,1 0 0,-1 0 0,1 0 0,0 0 0,-1 0 0,1 0 0,-1 1 0,1-1 0,-1 0 0,1 0 0,-1 0 0,1 1 0,-1-1 0,0 0 0,1 1 0,-1-1 0,1 0 0,-1 1 0,1 0 0,38 18 0,-24-10 0,36 30 0,-29-27 0,-16-9 0,-1 0 0,1 0 0,0 0 0,-1 1 0,0 0 0,9 8 0,4 4-4,1 0-1,1-2 1,0 0-1,1-1 1,39 17-1,-7-11-690,-27-12-242,-22-6 741,1 0 1,-1 0 0,0 0-1,0-1 1,0 0 0,0 0 0,0 0-1,0 0 1,0-1 0,1 1 0,-1-1-1,0 0 1,0 0 0,-1-1 0,1 1-1,5-4 1,-7 4 181,0 0-1,0 0 1,-1-1 0,1 1-1,0-1 1,-1 1 0,0-1-1,1 1 1,-1-1 0,0 0-1,0 0 1,0 0 0,0 0-1,0 1 1,0-1 0,0 0-1,-1-1 1,1 1 0,-1 0-1,0 0 1,1 0 0,-1 0-1,0 0 1,0 0 0,0 0-1,-1-1 1,1 1 0,0 0-1,-1 0 1,1 0 0,-1 0-1,0 0 1,0 0 0,0 0-1,0 0 1,-1-2 0,-1 0 79,1 1 52,1-1 0,-1 0 0,0 1 0,1-1 0,0 0 0,0 0 0,0 0 0,0 0 0,0-8 0,0 4 192,0-1 0,-1 1-1,0-1 1,0 1 0,-1 0 0,0 0-1,-1 0 1,-5-9 0,-8-21 866,9 17-1068,-1 1-1,-21-34 1,27 46-107,7 7 0,8 10 0,-9-4 0,1-1 0,0 1 0,1-1 0,-1 0 0,1 0 0,0 0 0,0-1 0,0 1 0,0-1 0,11 5 0,24 14 0,-17-10 0,0-2 0,1 0 0,0-2 0,1 0 0,29 4 0,12 5 0,-44-13 0,0-1 0,0 0 0,0-2 0,1-1 0,-1 0 0,0-2 0,27-5 0,-39 5-1,0-1-1,0 0 1,0 0-1,0-1 1,-1-1 0,1 0-1,-1 0 1,10-7 0,-15 9 0,-2 2 1,-1-1 0,1 1 0,-1 0 0,1 0 0,-1-1 0,0 1 1,1-1-1,-1 1 0,0-1 0,0 1 0,0-1 0,0 0 0,0 0 0,-1 1 1,1-1-1,0 0 0,0-3 0,6-15 8,0 8-6,-3 5-2,0 1 0,0-1 0,0 0 0,-1 0 0,0 0 0,-1-1 0,1 1 0,-2-1 1,1 1-1,-1-1 0,0 0 0,0 0 0,-1 1 0,-1-12 0,-3 1 0,0-1 0,1 0 0,-1-36 0,3 49 0,0-1 0,0 1 0,0 0 0,-1 0 0,0-1 0,0 1 0,-1 0 0,0 1 0,0-1 0,-5-7 0,-9-19 0,16 30 0,1 1 0,-1-1 0,0 1 0,0-1 0,0 1 0,0-1 0,0 1 0,0 0 0,0-1 0,0 1 0,0 0 0,-1 0 0,1 0 0,-1 0 0,-1-1 0,-6 6 0,6 16 0,3-15 0,0 1 0,1 0 0,0 0 0,0 0 0,1-1 0,-1 1 0,1-1 0,4 9 0,11 36 0,-13-37 0,0 1 0,2-1 0,-1 0 0,2 0 0,-1-1 0,16 21 0,10 18 0,-10-6 0,-11-23 0,26 41 0,72 79 0,45 67 0,-6 16 0,-128-193-192,-2 1 0,-1 1 0,21 59 0,10 23-1294,-45-109 632,1 1 0,-1 0 1,-1 1-1,1-1 1,-2 0-1,3 17 1,-4-15-663,0 0 0,0 0 0,-1-1 1,0 1-1,-1-1 0,0 1 1,-1-1-1,0 0 0,0 1 1,-5 8-1,-16 13-2235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50.99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77 1219 4242,'-1'-31'1823,"-2"0"1,-2 0-1,-9-39 1,-7-35 2602,8 18-1333,6 46-1667,2 0 0,-1-44 0,6 78-1295,-1-1 229,1-1 0,0 0 0,0 1-1,1-1 1,0 1 0,0-1 0,1 1-1,0-1 1,1 1 0,0 0-1,0 0 1,9-15 0,4-12 1537,-15 32-1782,0 0 0,0 0-1,0 0 1,0 0 0,1 0-1,-1 0 1,1 0 0,-1 1-1,1-1 1,0 1 0,0-1 0,1 1-1,-1 0 1,0 0 0,1 0-1,-1 0 1,4-2 0,0 2-91,0 0 1,0 0 0,1 1-1,-1 0 1,0 0-1,0 0 1,1 1 0,-1 0-1,0 0 1,1 1-1,-1 0 1,0 0 0,0 0-1,1 1 1,-1 0-1,0 0 1,-1 0 0,1 1-1,0 0 1,-1 0-1,1 1 1,-1-1 0,0 1-1,0 0 1,-1 0-1,7 8 1,2 5-25,-2 1 0,0 1 0,-1-1 0,-1 2 0,0-1 0,-2 1 0,0 0 0,-2 1 0,0-1 0,4 39 0,-7-8 0,-1-35 0,0-1 0,-1 1 0,-1-1 0,0 1 0,-6 27 0,-20 52 0,26-89 1,-2 0-1,1 0 1,-1 0 0,0 0-1,0 0 1,0-1 0,-1 1-1,-6 7 1,6-8-5,0 0-1,0 0 1,1 1 0,-1 0 0,1 0-1,-2 6 1,3-4-352,-1 0-1,0-1 1,-1 0 0,0 1-1,0-1 1,0-1-1,-8 10 1,1-1-2129,8-9 420,6-26-13565,-3 19 15328,1-1 0,0 0 1,0 0-1,0 1 0,1-3 0,-1 3 154,1-1 0,-1 0 0,0 0 0,0 0 0,-1 0 0,1 0 0,0 0 0,-1 0-1,1 0 1,-1 0 0,0 0 0,1-3 0,-1 2-17,0 0 0,1-1 0,0 1 0,-1 0 0,1-1 0,1 1 0,-1 0 0,0 0 0,1 0 0,-1 0 0,1 0 0,0 0 0,0 0 0,4-3 0,-4 3 42,1-1 1,0 0-1,-1 0 1,1 1-1,-1-1 1,0-1-1,-1 1 1,3-5-1,30-103-1211,-32 104 1318,0-6 293,0 1-1,1 0 1,1 0 0,0 0 0,1 0 0,0 1 0,10-17 0,-12 26-27,-1-1 0,0 0 0,0 1-1,0-1 1,0 0 0,0 0 0,-1 0 0,0 0 0,0 0 0,0 0 0,0-1 0,-1 1-1,1 0 1,-2-9 0,1 11-93,0 0 0,0 0 1,1 0-1,-1 0 0,0 0 0,1 0 0,-1 0 0,1 0 0,0 0 0,0 0 0,-1 0 0,1 1 1,0-1-1,1 0 0,-1 0 0,0 1 0,3-4 0,5-7 3457,-4-7 7027,-7 39-7477,2-13-2736,-1-1 1,0 0-1,1 1 1,1-1-1,-1 1 1,1-1-1,0 0 1,0 1-1,3 7 0,11 23 171,-11-27-524,-1-1 0,1 1 0,1-1 0,8 14 0,7 23 86,-17-37-143,0 0 0,1 0 0,0-1 0,9 16 0,-6-13-18,0-1 0,1 0 0,0 0 0,1-1 0,0 0 0,0-1 0,1 0 0,12 8 0,19 10 0,-34-21 0,1 0 0,0 0 0,0-1 0,14 6 0,-3-3 0,0-1 0,37 6 0,-53-11 0,-1 0 0,1-1 0,0 1 0,0-1 0,0 0 0,0 0 0,-1 0 0,1 0 0,0-1 0,0 1 0,0-1 0,-1 1 0,1-1 0,0 0 0,-1 0 0,1 0 0,0 0 0,-1-1 0,0 1 0,1-1 0,-1 0 0,0 1 0,0-1 0,0 0 0,0 0 0,0 0 0,0-1 0,1-2 0,-2 3 0,0-1 0,-1 0 0,0 0 0,0 0 0,1 0 0,-2 1 0,1-1 0,0 0 0,-1 0 0,1 0 0,-1 1 0,0-1 0,0 0 0,0 1 0,0-1 0,0 0 0,0 1 0,-1 0 0,0-1 0,1 1 0,-1 0 0,0 0 0,-3-4 0,-14-22 0,13 7 0,6 17 0,-1 1 0,0 0 0,0 0 0,0 0 0,0 0 0,0 0 0,-1 0 0,0 0 0,1 0 0,-1 0 0,0 1 0,0-1 0,-3-2 0,-62-73 0,40 45 0,-1 1 0,-45-40 0,68 68 0,0-1 0,0 1 0,1-1 0,0 0 0,0 0 0,0 0 0,0-1 0,1 1 0,0-1 0,-3-7 0,5 11 0,0 0 0,0 0 0,0 0 0,-1 1 0,1-1 0,0 0 0,-1 1 0,1-1 0,-1 1 0,0 0 0,1-1 0,-1 1 0,-3-1 0,4 1 0,0 0 0,-1 1 0,1-1 0,0 0 0,0 0 0,-1 0 0,1 0 0,0 0 0,0 0 0,0 0 0,0 0 0,0-1 0,1 1 0,-1 0 0,0 0 0,0-1 0,1 1 0,-1-1 0,1 1 0,-1 0 0,1-1 0,0 1 0,-1-1 0,1 1 0,0-1 0,0-2 0,0 2 0,0 0 0,-1 0 0,1 1 0,0-1 0,0 0 0,0 1 0,0-1 0,0 0 0,1 0 0,-1 1 0,0-1 0,1 0 0,-1 1 0,1-1 0,0 0 0,-1 1 0,1-1 0,0 1 0,0-1 0,0 1 0,0 0 0,0-1 0,1 1 0,-1 0 0,0 0 0,0 0 0,1 0 0,-1 0 0,1 0 0,-1 0 0,1 0 0,-1 0 0,3 0 0,-4 1 0,1 0 0,-1-1 0,1 1 0,-1 0 0,0 0 0,1-1 0,-1 1 0,1 0 0,-1 0 0,1 0 0,-1 0 0,1 0 0,-1 0 0,1 0 0,-1 0 0,1 0 0,-1 0 0,1 0 0,-1 0 0,1 0 0,-1 0 0,1 0 0,-1 0 0,1 0 0,-1 1 0,1-1 0,-1 0 0,1 0 0,-1 1 0,1-1 0,-1 0 0,0 1 0,1-1 0,-1 0 0,0 1 0,1 0 0,10 7 0,12-2 0,-13-4 0,-1 0 0,0 1 0,0 0 0,0 0 0,9 6 0,-10-5 1,9 6-3,1 0 0,20 18 0,-34-26-15,-1 1-1,0-1 1,0 1-1,0 0 1,-1 0 0,1 0-1,-1 0 1,1 1 0,-1-1-1,0 1 1,-1 0 0,1-1-1,0 1 1,-1 0 0,0 0-1,0 0 1,1 7 0,-2-9-73,0-1 1,0 0 0,0 0 0,0 0-1,1 0 1,-1 0 0,0 0 0,1 0-1,-1 0 1,1 0 0,-1 0 0,1 0-1,-1 0 1,1 0 0,0 0 0,-1 0-1,1-1 1,0 1 0,0 0 0,0 0-1,0-1 1,-1 1 0,1-1 0,0 1-1,0 0 1,0-1 0,0 0 0,0 1 0,2-1-1,0 2-530,4 5-4709,2-26-8540,-7 16 13405,-1 0 1,1 0-1,-1 0 0,0-1 1,0 1-1,0 0 1,0-1-1,-1 1 0,0-1 1,1-6-1,-3-68-45,1 37 1182,2-19 242,1 24-189,-2 0 0,-6-48-1,-9-89 2165,14 54 2974,1 113-5313,0-8 1214,0 0-1,1 0 1,3-14-1,-4 27-1605,0-1 0,0 1 1,0 0-1,0 0 0,0 0 0,1-1 0,-1 1 0,0 0 0,1 0 1,-1 0-1,1 0 0,-1-1 0,1 1 0,0 0 0,-1 0 1,1 0-1,0 0 0,0 0 0,-1 1 0,1-1 0,0 0 0,0 0 1,0 1-1,0-1 0,0 0 0,0 1 0,1-1 0,-1 1 0,0-1 1,0 1-1,0 0 0,0-1 0,1 1 0,-1 0 0,0 0 1,0 0-1,0 0 0,1 0 0,-1 0 0,0 0 0,0 0 0,1 0 1,0 1-1,16 18 909,-11-9-922,19 20-67,-16-20-80,-1 0 1,-1 1 0,0 0 0,0 0-1,-1 1 1,11 23 0,-1 3 0,2 0 0,36 52 0,5 11 0,-23-41 0,12 25 0,-3 2 0,-32-63 0,-1 2 0,11 28 0,-9-16-369,25 44-1,-20-41-345,-3 10-1568,-15-39 789,0 1 0,-1 0 1,0 0-1,-1 0 0,-1 15 0,0-21 472,0 0-1,-1 0 1,1 0-1,-1 0 0,-1 0 1,1-1-1,-1 1 1,-4 7-1,5-11 580,0 0-1,0-1 0,-1 1 1,1 0-1,-1-1 1,1 1-1,-1-1 1,0 0-1,0 0 1,0 0-1,0 0 1,0 0-1,0-1 1,-1 1-1,1-1 1,-6 2-1,-11-2-2832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51.85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25 1481 1169,'-2'-4'311,"-1"1"1,1 0 0,-1-1 0,1 1 0,0-1 0,0 0 0,1 0 0,-1 0-1,1 0 1,0 0 0,0 0 0,0 0 0,0 0 0,1 0 0,0 0 0,0-1-1,0 1 1,0 0 0,1 0 0,-1 0 0,1 0 0,0-1 0,0 1-1,1 0 1,-1 1 0,4-7 0,3-13 1419,-1-10 584,-6 26-1785,0-1 0,1 1 1,0 0-1,0-1 0,1 1 0,4-8 1,3-5 210,2 1 0,0 1 1,1 0-1,0 1 1,2 0-1,0 1 0,1 1 1,0 0-1,32-21 1,59-32 2640,108-61 1218,-89 75-4576,-108 49-24,-13 6 0,-6 0 0,-1 0 0,0 0 0,0 0 0,0 0 0,0 0 0,1 0 0,-1 0 0,0 1 0,0-1 0,1 1 0,-1-1 0,1 1 0,0 0 0,-1-1 0,-1 4 0,-13 16 0,-27 17 0,36-33 0,0 1 0,1 0 0,-1 0 0,1 0 0,0 1 0,0 0 0,-6 11 0,-104 204 0,111-213 0,1 0 0,0 0 0,1 0 0,0 0 0,0 1 0,1 0 0,1-1 0,-1 1 0,1 0 0,1 0 0,0 0 0,1 10 0,-1-4 0,1-10 0,0 0 0,1 0 0,0 0 0,-1 0 0,2 0 0,-1 0 0,1-1 0,0 1 0,0-1 0,0 0 0,1 0 0,4 5 0,0 1 0,-7-9 0,1 0 0,-1 0 0,0 0 0,1-1 0,0 1 0,-1 0 0,1-1 0,0 1 0,0-1 0,0 1 0,0-1 0,0 0 0,0 0 0,0 0 0,0 0 0,0 0 0,0-1 0,1 1 0,-1 0 0,0-1 0,1 0 0,-1 0 0,0 0 0,1 0 0,-1 0 0,0 0 0,1 0 0,-1-1 0,0 1 0,0-1 0,1 0 0,-1 1 0,0-1 0,0 0 0,0 0 0,0-1 0,0 1 0,0 0 0,0-1 0,0 1 0,0-1 0,-1 1 0,1-1 0,-1 0 0,1 0 0,1-3 0,5-6 0,1-1 0,-1 0 0,-1 0 0,0 0 0,9-22 0,5-8 0,-15 32 0,0-1 0,-1 0 0,0 0 0,6-24 0,-5 13 0,1 0 0,19-39 0,-25 58 0,0 1 0,-1-1 0,1 1 0,-1-1 0,1 1 0,-1-1 0,0 1 0,0-1 0,-1 0 0,1-2 0,-1 3 0,1-1 0,0 1 0,0 0 0,-1-1 0,2 1 0,-1-1 0,0 1 0,0 0 0,1-1 0,-1 1 0,1 0 0,0 0 0,0-1 0,1-2 0,-1 4 0,0-1 0,0 0 0,1 1 0,-1 0 0,0-1 0,1 1 0,-1 0 0,0-1 0,1 1 0,0 0 0,-1 0 0,1 0 0,0 0 0,-1 1 0,1-1 0,0 0 0,0 1 0,0-1 0,0 1 0,0 0 0,-1-1 0,1 1 0,0 0 0,0 0 0,2 1 0,-1-1 0,0 1 0,-1 0 0,1 0 0,0 1 0,-1-1 0,1 0 0,-1 1 0,1 0 0,-1-1 0,0 1 0,1 0 0,-1 0 0,0 1 0,-1-1 0,1 0 0,2 4 0,46 64 0,-49-69 0,5 6 0,0-1 0,0 1 0,-1 0 0,0 0 0,0 0 0,-1 1 0,0-1 0,6 15 0,-8-17-18,0-1 1,1 0-1,0 0 0,0 0 1,0 0-1,0-1 0,1 1 1,6 4-1,-7-6-50,0 1-1,0-1 1,0 0-1,0 1 1,-1 0-1,1 0 1,-1 0-1,0 0 1,0 0-1,0 0 1,0 0-1,0 1 1,-1-1-1,1 1 1,-1-1-1,2 8 1,4 11-2380,3 8-3289,-15-20-455,-12-6-3434,14-5 9528,0 0-1,0 0 1,0 0 0,1 0 0,-1-1 0,0 1-1,1-1 1,-1 0 0,1 1 0,0-1 0,0 0 0,-1-1-1,1 1 1,0 0 0,1 0 0,-1-1 0,0 0 0,1 1-1,-1-1 1,1 0 0,0 1 0,0-1 0,0 0-1,-1-5 1,1-6 513,-1 0-1,0-1 1,-1 1 0,-1 0-1,-10-25 1,-10-40 2713,19 52 27,0 0 1,0-49-1,5 71-2604,-1 0 0,1 1 0,-1-1 0,0 1 0,0 0 1,0-1-1,-1 1 0,1 0 0,-1 0 0,0 0 0,0 0 0,-1 0 0,-4-6 0,6 9-454,1 0 0,-1 0 0,0-1 0,1 1 0,-1 0-1,0 0 1,1 0 0,-1 0 0,1-1 0,0 1 0,-1 0-1,1 0 1,0-1 0,0 1 0,0 0 0,0-1-1,0 1 1,0 0 0,0 0 0,0-1 0,1 1 0,-1 0-1,1 0 1,-1-1 0,0 1 0,1 0 0,0 0 0,-1 0-1,1 0 1,0 0 0,-1 0 0,1 0 0,2-2 0,-3 3-69,0-1 0,1 1 0,-1 0 0,1-1 1,-1 1-1,1 0 0,-1 0 0,1-1 0,-1 1 0,1 0 1,-1 0-1,1 0 0,-1 0 0,1 0 0,-1-1 1,1 1-1,-1 0 0,1 0 0,0 0 0,-1 0 1,1 0-1,-1 1 0,1-1 0,-1 0 0,1 0 1,-1 0-1,1 0 0,-1 1 0,1-1 0,-1 0 0,1 0 1,-1 1-1,1-1 0,-1 0 0,0 1 0,1-1 1,-1 1-1,0-1 0,1 0 0,-1 1 0,0-1 1,1 1-1,-1-1 0,0 1 0,0-1 0,1 1 1,-1-1-1,0 1 0,0-1 0,0 1 0,0-1 0,0 1 1,0 0-1,0-1 0,0 1 0,0-1 0,0 1 1,0-1-1,0 2 0,0 1-28,1 0 0,-1 0 0,1 0 0,0 0 0,0 1 0,0-1 0,1-1 0,-1 1 0,1 0 0,0 0 0,-1 0 0,1-1 0,0 1 0,1-1 0,3 4 0,10 14 0,-7 3 0,7 9 0,37 60 0,-43-79 0,0 0 0,0 0 0,12 25 0,2-13 0,-9-12 0,-15-12 0,0 0 0,0-1 0,1 1 0,-1 0 0,1 0 0,-1-1 0,1 1 0,-1 0 0,1-1 0,-1 1 0,1-1 0,-1 1 0,1 0 0,0-1 0,0 0 0,-1 1 0,1-1 0,0 1 0,-1-1 0,1 0 0,0 1 0,0-1 0,0 0 0,-1 0 0,2 1 0,-1-2 0,0 0 0,0 0 0,-1 1 0,1-1 0,-1 0 0,1 0 0,-1 1 0,1-1 0,-1 0 0,0 0 0,1 0 0,-1 0 0,0 0 0,0 0 0,1 0 0,-1 0 0,0 0 0,0-1 0,0-64 0,-1 50 0,1-376 0,0 391 0,0 0 0,0 0 0,0 1 0,0-1 0,0 0 0,0 0 0,0 0 0,0 1 0,0-1 0,0 0 0,0 0 0,1 0 0,-1 1 0,0-1 0,0 0 0,1 0 0,-1 1 0,1-1 0,-1 0 0,1 1 0,-1-1 0,1 1 0,-1-1 0,1 0 0,0 1 0,-1-1 0,1 1 0,0 0 0,-1-1 0,1 1 0,0-1 0,-1 1 0,1 0 0,0 0 0,0-1 0,0 1 0,-1 0 0,1 0 0,0 0 0,0 0 0,0 0 0,-1 0 0,1 0 0,0 0 0,0 0 0,0 1 0,-1-1 0,1 0 0,0 0 0,0 1 0,-1-1 0,1 0 0,0 1 0,0-1 0,-1 1 0,1-1 0,1 2 0,39 27 0,77 64 0,-62-39 0,-32-35 0,-9-6 0,1-1 0,1 0 0,19 10 0,-30-19 0,0-1 0,0 1 0,0-1 0,0 0 0,1 0 0,-1-1 0,1 0 0,-1 0 0,1-1 0,-1 1 0,1-2 0,0 1 0,-1-1 0,8-1 0,-11 0 0,1 0 0,-1 0 0,0-1 0,0 1 0,0-1 0,0 0 0,0 0 0,0 0 0,-1 0 0,0 0 0,1-1 0,-1 1 0,-1-1 0,1 1 0,0-1 0,-1 0 0,0 0 0,0 0 0,0 1 0,0-1 0,0 0 0,-1-6 0,2-44 0,0 27 0,-2 0 0,0-1 0,-8-48 0,2 53 0,-27-129 0,25 111 0,-2-1 0,-1 1 0,-21-47 0,13 35 0,11 34 0,-1 0 0,-1 1 0,-1 1 0,-13-19 0,17 26 0,3 4 0,0-1 0,1 0 0,0 0 0,0 0 0,1 0 0,-2-8 0,3 11 0,0 0 0,-1-1 0,1 1 0,-1 0 0,1 0 0,-1 0 0,0 0 0,-1 0 0,1 1 0,-1-1 0,-4-5 0,-9-10 0,12 16 0,4 13 0,0 2 0,3 20 0,1 0 0,2-1 0,1 0 0,1 0 0,2-1 0,23 51 0,-12-28 0,38 85 0,-35-87 0,-1 2 0,-3 1 0,-2 1 0,11 64 0,-21-52-3436,0 76 0,-8-134 1909,0 0 1,-1-1 0,0 1 0,-1 0 0,0-1 0,0 0 0,-1 1 0,0-1 0,-6 13 0,-15 5-3073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52.0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1 790 4738,'0'-13'2133,"1"1"0,1 0 0,1-1 0,-1 1 0,10-23 0,-1 2 3096,-9 25-4355,2 1 0,-1 0-1,1-1 1,0 1 0,0 1-1,0-1 1,10-10 0,11-15 1148,-4 6-1833,2 1-1,0 2 1,2 0 0,50-35-1,0 0-141,87-58-47,-116 87 0,-1-2 0,54-49 0,-81 63-15,2 0-1,0 1 1,43-24 0,-68 39-1263,5 1 1210,-1 0 1,1 0-1,-1 0 0,0 0 0,1 0 1,-1 0-1,1 0 0,-1 0 1,1 0-1,-1 0 0,1 0 1,-1 0-1,0 0 0,1 0 0,-1 0 1,1 1-1,-1-1 0,1 0 1,-1 0-1,1 1 0,-1-1 0,1 0 1,-1 1-1,-12 22-3635,-101 46-10776,67-29 9725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52.3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415 1256 17272,'-220'172'11230,"64"-51"-6965,125-109-4265,24-13 0,20-9 0,132-85 0,-14 22 0,210-122 0,57-28 0,-293 167 0,582-295 0,-351 182 0,-238 120 0,162-91 0,-187 94-859,-31 21-1346,-1-1-1,61-53 1,-101 78 1800,-1 1 1,1-1-1,-1 0 1,1 0-1,-1 0 1,1 0-1,-1 1 1,1-1-1,-1 0 1,0 0-1,0 0 1,1 0-1,-1 0 1,0 0-1,0 0 1,0 0 0,0 0-1,0 0 1,0 0-1,0 0 1,-1 1-1,1-3 1,-8 13-3756,-62 19-2259,26-5 4050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52.5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217 765 5010,'-44'34'9332,"-52"52"1,40-34-3240,54-50-5911,0 0 0,0 0 0,0 0-1,0 0 1,1 0 0,-1 0 0,0 1 0,1-1-1,0 1 1,-2 4 0,7-1 536,12-12-437,178-115-281,190-107 0,-129 93 0,128-89-1190,-177 92-8246,-101 61 2067,-11 16 777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52.7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1 188 10805,'3'-4'1282,"0"-1"0,0 1 0,0-1 0,-1 1 0,1-1 0,-1 0 0,0 0 0,1-5 0,-2 4-426,1 1-1,0 0 1,0 0-1,0 1 1,1-1-1,0 0 1,-1 1 0,5-5-1,15-22 643,-19 27-1403,-1 0-1,1 0 0,0 0 0,0 0 1,0 0-1,0 1 0,1-1 1,0 1-1,-1 0 0,1 0 0,0 1 1,9-5-1,-10 5-94,0 0 0,1 1 0,-1-1 0,1 1 0,0 0 0,-1 0 0,1 0 0,0 0 0,0 1 0,0-1 0,0 1 0,-1 0 0,1 1 0,0-1 0,0 0 0,0 1 0,-1 0 0,1 0 0,0 0 0,-1 0 0,1 1 0,-1 0 0,1-1 0,-1 1 0,0 0 0,0 1 0,0-1 0,0 0 0,0 1 0,0 0 0,0 0 0,2 3 0,-4-3 0,0 0 0,1 0 0,-1 0 0,0 0 0,-1 0 0,1 0 0,-1 0 0,1 0 0,-1 0 0,0 0 0,0 0 0,0 0 0,0 0 0,-2 6 0,1 9 0,1-5 38,1-9-87,-1 1 0,1-1 1,-1 0-1,-1 1 0,1-1 0,0 1 0,-1-1 1,0 0-1,0 0 0,-2 6 0,-18 35-4005,3 5-4903,18-50 8946,-8 26-6394,-15 1 463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37:52.85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1 137 11397,'18'11'10693,"-18"15"-4994,0-10-2882,0-6-656,0 6-2161,28-16 0,-28-16 0,0 6 0,0-6 0,0-10-256,0-1-2625,0 17-1313,0-22-1201,0 6-191,0-1 15,19 1-3249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4:52.9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 1 3554,'-1'6'429,"1"0"0,-1 0 0,0 0 0,0-1 0,-1 1 0,-2 6 0,2-6-246,0 0 0,1 0 0,-1 0 0,1 0 0,1 0 0,-1 7 0,-1 31 299,0 41-171,2-80-300,1 1 1,-1-1-1,1 0 0,0 0 0,1 0 1,-1 0-1,1 0 0,0 0 0,0-1 1,0 1-1,1-1 0,4 7 0,-4-7 4,3 3 38,0 1 0,0-1 1,1 0-1,0-1 0,0 0 1,0 0-1,1 0 0,0-1 0,0 0 1,0-1-1,1 1 0,-1-2 0,18 6 1,0-6 142,1-1 0,0-2 1,0 0-1,0-2 0,0-1 1,-1-1-1,1-2 1,-1 0-1,35-14 0,11-19-100,-53 33-116,-15 6 3,0-2-1,0 1 1,-1 0 0,1-1-1,0 1 1,0-1 0,-1 0-1,1-1 1,-1 1 0,0-1-1,1 1 1,-1-1 0,0 0 0,3-4-1,21-23-63,-21 25 65,0-1 0,-1 1 0,0-1 0,0 0 0,0-1 0,0 1 0,-1-1 0,0 0 1,-1 0-1,1 0 0,-1 0 0,-1-1 0,1 1 0,-1-1 0,1-13 0,-3 20 10,-3-34-98,3 34 98,0-1-1,-1 1 0,1-1 0,-1 1 0,1-1 0,-1 1 1,0-1-1,1 1 0,-1-1 0,0 1 0,0 0 0,0 0 0,0 0 1,0-1-1,0 1 0,0 0 0,-1 0 0,1 0 0,0 1 0,-3-3 1,-3 1-38,2-1 14,0 1-1,0 0 0,0 1 0,0-1 1,0 1-1,-1 0 0,1 1 0,0-1 1,-1 1-1,-9 0 0,-149 43-2042,163-43 1974,0 0 1,0 0-1,0 1 1,0-1-1,0 1 0,0-1 1,0 1-1,0-1 1,0 1-1,0-1 0,1 1 1,-1 0-1,0 0 0,0-1 1,1 1-1,-1 0 1,0 0-1,1 0 0,-1 0 1,1 0-1,-1 0 0,1 0 1,-1 0-1,1 0 1,0 0-1,-1 0 0,1 0 1,0 0-1,0 2 0,0 12-1933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4:56.18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14 295 1249,'1'2'3234,"-5"5"-1765,-7-4 603,30-4-964,164-8 1843,-61 5-1246,217-23 2662,-107 19-2300,-91 5-1175,609-1 3198,-403 6-2879,917-19 2198,-331-17-517,-444 15-2841,-209 1-51,-77 3 0,101-16 0,-207 19 0,-69 9-762,-26 3 606,-1 0-1,0 0 1,1 0 0,-1 1-1,1-1 1,-1-1 0,1 1 0,-1 0-1,0 0 1,1 0 0,-1-1-1,0 1 1,1-1 0,-1 1-1,0-1 1,1 0 0,-1 1 0,0-1-1,0 0 1,0 0 0,0 0-1,0 0 1,0 0 0,0 0-1,0 0 1,0 0 0,0 0 0,0 0-1,-1 0 1,1-1 0,0 1-1,-1 0 1,1-1 0,-1 1-1,0 0 1,1-1 0,-1 1 0,0 0-1,0-1 1,0 1 0,0-1-1,0 1 1,0-1 0,-1-2-1,2 3-569,-1-1 0,0 0-1,0 1 1,0-1 0,-1 0-1,1 1 1,0-1 0,-1 1-1,1-1 1,-1 1-1,1-1 1,-1 0 0,0 1-1,1 0 1,-1-1 0,-2-1-1,-4-9-2742,4-12-931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4:53.8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289 288 2097,'1'-2'382,"-2"1"-1,1-1 1,0 0-1,0 0 1,-1 0 0,1 0-1,-1 0 1,1 1-1,-1-1 1,0 0 0,0 1-1,1-1 1,-1 0 0,0 1-1,-1-1 1,1 1-1,0-1 1,0 1 0,-1 0-1,1 0 1,-2-2-1,-2-1-706,4 3 391,1 1-1,-1-1 0,1 1 1,-1-1-1,1 0 1,0 0-1,-1 1 0,1-1 1,-1 0-1,1 0 1,0 1-1,0-1 0,0 0 1,-1 0-1,1 0 1,0 0-1,0 1 0,0-1 1,0-1-1,-2-9 674,-1 5-354,1 4-179,1 0 0,-1-1 0,1 1 0,0 0 1,0-1-1,0 1 0,0 0 0,1-1 0,-1 1 0,0-1 1,1 1-1,0-4 0,-1 4 77,1 1-1,-1-1 1,0 0-1,0 0 1,0 1-1,0-1 1,0 0-1,0 1 1,0-1-1,0 1 1,0-1-1,-1 1 1,1 0-1,-1 0 1,1 0-1,-1-1 1,1 1-1,-4-1 1,-33-18 3624,30 16-3556,6 3-250,-1 1 1,1-1 0,0 0-1,-1 0 1,0 1 0,1 0 0,-1-1-1,1 1 1,-1 0 0,1 0-1,-1 0 1,0 1 0,1-1-1,-1 1 1,1-1 0,-1 1-1,1 0 1,-1 0 0,1 0 0,0 0-1,-1 0 1,1 1 0,0-1-1,0 1 1,-4 3 0,-18 25 488,19-25-430,1 0 1,0 0-1,0 1 1,0-1-1,1 1 1,0 0 0,0 0-1,0 0 1,-2 10-1,0-1 219,3-6-126,-1 0 0,1 0 0,1 0 0,-1 0 0,1 11 0,0-10-117,0 0 0,0-1 1,-1 1-1,-6 16 0,5-19-99,1 0 0,0-1 0,0 1 0,1 0 0,-1 0 1,2 0-1,-1 0 0,1 0 0,0 0 0,0 0 0,3 9 0,23 103-37,-22-102 0,1 1 0,1 0 0,1-1 0,16 32 0,2 6 0,-19-43 0,1 1 0,0 0 0,0-1 0,1-1 0,1 1 0,0-1 0,14 13 0,12 16 0,-15-16 0,1-1 0,1-1 0,1-1 0,0-1 0,29 18 0,-35-27 0,0 0 0,1-2 0,0 0 0,0-1 0,1 0 0,0-2 0,1 0 0,33 5 0,37 4 0,-85-14 0,0 0 0,1-1 0,-1 0 0,0 1 0,0-2 0,0 1 0,0 0 0,0-1 0,0 0 0,0 0 0,7-3 0,30-6 0,-36 8 0,1 0 0,-1 0 0,1-1 0,-1 0 0,0 0 0,0 0 0,0-1 0,0 0 0,-1 0 0,0 0 0,0-1 0,6-6 0,21-16 0,-26 21 0,0 0 0,0 0 0,-1-1 0,0 1 0,0-1 0,0 0 0,-1 0 0,0-1 0,5-13 0,5-7 0,-6 6 0,0 0 0,8-47 0,-5 22 0,-8 33 0,-1 1 0,-1-1 0,0 1 0,-2-25 0,0 11 0,1 15 0,-1 0 0,-1 0 0,0 0 0,0 0 0,-1 1 0,-1-1 0,-5-11 0,-12-48 0,17 56 0,-1-1 0,0 1 0,-2 1 0,0-1 0,0 1 0,-1 0 0,-1 1 0,-18-23 0,-14-23 0,31 43 0,-1-1 0,0 2 0,-1-1 0,0 2 0,-2-1 0,0 2 0,-21-17 0,10 13 0,-52-25 0,18 10 0,43 22 0,0 1 0,0 1 0,-1 0 0,0 2 0,-22-6 0,32 10 0,0 0 0,0 1 0,0 0 0,0 0 0,-1 1 0,1 0 0,0 0 0,0 1 0,-1 0 0,1 0 0,0 1 0,0-1 0,0 2 0,1-1 0,-9 5 0,6 4 0,7-8 0,-24 40 0,22-38 0,0 0 0,0 1 0,1 0 0,0 0 0,-1 0 0,2 0 0,-1 0 0,1 1 0,0-1 0,0 1 0,1-1 0,0 1 0,0 7 0,-1 38-262,2 51-1342,1-92 1225,0 0 0,0 0 1,1 0-1,1 0 1,0-1-1,8 19 0,61 109-12376,-68-129 12032,1-1-1,0 1 1,0-1-1,1 1 1,0-2-1,1 1 1,-1-1-1,1 0 1,1 0-1,8 6 1,32 28-2668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4:54.2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18 524 1249,'14'-24'1734,"-1"0"0,-1-1 0,-2-1 0,0 0 0,-2 0 0,0-1 0,-2 0 1,-1 0-1,-2-1 0,2-42 0,-5 41-52,1 16-627,-1-1-1,0 1 0,0-1 0,-2 1 0,1-1 1,-2 1-1,0 0 0,-5-14 0,2 10-319,6 17-727,0-1 1,0 1 0,0-1 0,0 1 0,0-1 0,-1 0 0,1 1 0,0-1 0,0 1 0,0-1 0,0 1 0,-1-1 0,1 1 0,0-1 0,-1 1 0,1-1 0,0 1 0,-1 0 0,1-1 0,0 1 0,-1-1 0,1 1 0,-1 0 0,1-1 0,0 1 0,-1 0 0,1 0 0,-1-1 0,1 1 0,-1 0 0,1 0 0,-1 0 0,0 0 0,1 0 0,-1-1 0,1 1 0,-1 0 0,1 0 0,-1 0-1,1 1 1,-1-1 0,1 0 0,-1 0 0,0 0 0,1 0 0,-1 0 0,1 1 0,-1-1 0,1 0 0,-1 0 0,1 1 0,0-1 0,-1 0 0,1 1 0,-1-1 0,1 0 0,0 1 0,-1-1 0,0 2 0,-5 5-9,0 1 0,0 0 0,1 1 0,0 0 0,1-1 0,-7 20 0,9-23 0,1 0 0,0 0 0,0 0 0,0 0 0,1 0 0,0 9 0,-2 25 0,-1-23 0,-1-1 0,1 0 0,1 0 0,0 0 0,1 0 0,1 0 0,2 23 0,3-6 0,1 0 0,1 0 0,17 44 0,70 125 0,-87-189 0,0-1 0,1 0 0,0 0 0,1-1 0,0 0 0,1 0 0,0-1 0,0-1 0,1 1 0,12 6 0,34 29 0,-54-41-78,1-1 1,-1 1-1,1-1 1,0 0-1,0 0 1,0 0-1,0-1 1,0 1-1,0-1 1,0 0-1,0 0 1,1 0-1,-1-1 1,0 0-1,0 1 1,1-2-1,-1 1 1,0 0-1,1-1 1,-1 0-1,0 0 1,7-2-1,-2 0-140,-1-1 0,0 0 0,0 0 1,0 0-1,0-1 0,-1 0 0,0-1 0,0 1 0,10-12 0,-3 1 24,-1 0-1,-1 0 0,-1-1 1,0 0-1,-1-1 1,-1-1-1,-1 1 1,0-1-1,-2-1 1,0 1-1,-1-1 0,-1 0 1,3-38-1,-7-197 6102,0 251-5855,0 1-1,-1-1 1,1 0 0,-1 0 0,0 1-1,0-1 1,0 1 0,0-1-1,0 1 1,-1-1 0,0 1-1,0 0 1,0-1 0,-3-2 0,1 0-49,-1-19-3,2 7 0,3 18 0,-1 0 0,1 0 0,0-1 0,0 1 0,0 0 0,-1 0 0,1 0 0,0-1 0,0 1 0,-1 0 0,1 0 0,0 0 0,0 0 0,-1 0 0,1 0 0,0 0 0,0-1 0,-1 1 0,1 0 0,0 0 0,-1 0 0,1 0 0,0 0 0,-1 0 0,1 0 0,0 0 0,0 1 0,-1-1 0,1 0 0,0 0 0,0 0 0,-1 0 0,1 0 0,0 0 0,-1 1 0,1-1 0,0 0 0,0 0 0,0 0 0,-1 0 0,1 1 0,0-1 0,0 0 0,0 0 0,-1 1 0,1-1 0,-1 6 0,-1 1 0,1-1 0,1 0 0,-1 0 0,1 1 0,0-1 0,0 0 0,1 0 0,0 1 0,2 7 0,8 18 0,-7-17 0,1 0 0,1 0 0,10 18 0,57 107-513,-52-97-252,-15-32-62,0-2-1,0 1 1,1-1-1,0 0 1,11 11-1,-10-12-258,0 1-1,0 0 1,12 20-1,-17-22 686,1-1 0,0-1 0,1 1 0,0-1 0,-1 1 0,2-1 0,-1-1 1,11 9-1,2 1-449,5 6-661,-16-13 877,0-1 0,0 0 1,1 0-1,0 0 1,0-1-1,0-1 0,1 1 1,9 3-1,-14-7 233,1 0-1,-1 0 0,0 0 1,1-1-1,-1 1 1,1-1-1,7-1 1,12 1-1965,19 0 47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4:54.40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97 477 2177,'2'-80'5276,"0"41"567,-1 0 0,-9-72 0,5 102-4789,1-1 0,-2 1 1,1 0-1,-8-13 0,-5-13 980,-12-29-1554,22 40-480,6 23 0,1 0 0,-1 0 0,0 0 0,0 0 0,0 0 0,0 1 0,0-1 0,0 0 0,0 0 0,0 0 0,-1 0 0,1 0 0,0 1 0,0-1 0,-1 0 0,1 0 0,0 0 0,-1 1 0,1-1 0,-1 0 0,1 0 0,-1 1 0,0-1 0,1 1 0,-1-1 0,1 0 0,-1 1 0,0-1 0,0 1 0,1-1 0,-1 1 0,0 0 0,0-1 0,0 1 0,-1-1 0,1 3 0,1 0 0,-1 1 0,0-1 0,1 0 0,0 0 0,-1 0 0,1 0 0,0 0 0,0 1 0,0-1 0,1 4 0,-1-2 0,-1 41 0,0-23 0,1 0 0,1-1 0,0 1 0,2 0 0,0-1 0,11 36 0,16 65 0,-6-18 0,91 294 0,-91-313-4159,-17-49-381,-1 1-1,-1 0 1,-2 51 0,-3-46-400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4:54.9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20 831 12694,'-3'-2'8975,"2"2"-8640,0-1 0,0 1 1,0-1-1,0 1 1,0-1-1,0 1 1,0-1-1,0 0 1,0 1-1,1-1 0,-1 0 1,0 0-1,0 0 1,1 0-1,-1 0 1,1 0-1,-1 0 1,1 0-1,-2-1 0,3 1-232,-1 0-1,0 1 1,0-1-1,1 1 1,-1-1-1,0 1 0,1-1 1,-1 1-1,1-1 1,-1 1-1,1-1 0,-1 1 1,1-1-1,-1 1 1,1 0-1,-1-1 1,1 1-1,-1 0 0,1-1 1,0 1-1,-1 0 1,1 0-1,-1 0 0,2-1 1,57-8-595,-40 7 836,21-5-825,71-5 0,-75 9 416,10 0 2,-27 3 90,-1-2 0,1 0 0,24-7 0,54-15 422,-58 16-19,0-2 0,72-28 1,-76 12 116,-15 10-339,-10 9-129,-6 5-57,0 0-1,-1-1 0,1 1 0,-1-1 0,0 0 1,0 1-1,0-1 0,0-1 0,0 1 1,0 0-1,-1-1 0,0 1 0,0-1 0,0 0 1,0 0-1,1-5 0,10-36 6,-8 33-27,-2 0-1,0 0 1,0-1-1,-1 1 1,1-18-1,-3-194 1,-1 214 0,0 0 0,0-1 0,-1 1 0,-1 0 0,1 0 0,-8-15 0,-2-10 0,5 14 0,-1-11 0,8 31 0,0 0 0,0 0 0,0 0 0,-1 0 0,1 0 0,0-1 0,-1 1 0,1 0 0,0 0 0,-1 0 0,1 0 0,-1 0 0,1 1 0,-1-1 0,0 0 0,1 0 0,-1 0 0,0 0 0,0 1 0,0-1 0,0 0 0,1 1 0,-1-1 0,0 0 0,0 1 0,0-1 0,-2 1 0,-3-4 0,4 1 0,-1 2 0,1 22 0,-3-10 0,2 0 0,-1 1 0,2 0 0,-1 0 0,2 0 0,0 0 0,0 24 0,14 93 0,-6-85 0,2 25 0,4-1 0,43 129 0,-36-137 0,0-1 0,30 61 0,-18-59 0,35 80 0,-62-129 0,1 0 0,1 0 0,0-1 0,13 17 0,3 5 0,-16-23 0,0 0 0,0 0 0,0-1 0,1 0 0,1 0 0,0 0 0,0-1 0,11 7 0,1 1 0,-16-11 1,1-1 1,1 0-1,-1 0 1,1 0-1,-1-1 1,1 0-1,0 0 1,0-1-1,0 0 0,0 0 1,12 1-1,-15-3-5,1 0 0,0 0-1,0 0 1,0-1 0,-1 1-1,1-1 1,0 0 0,-1-1-1,1 1 1,-1-1 0,1 0-1,-1 0 1,0 0 0,0-1-1,0 1 1,0-1 0,0 0-1,-1 0 1,7-8 0,8-12-138,-2-1 1,0-1-1,-2 0 1,22-52 0,-32 67 176,0-1 1,-1 0 0,0-1 0,-1 1 0,1-16 0,3-14 143,2 4-5,-3 19-122,-1-1 0,-1 0 0,0-29 0,-3-192-52,0 234 0,0 1 0,-1 0 0,0 0 0,0-1 0,0 1 0,-1 0 0,0 0 0,-4-10 0,3 11 0,1 0 0,1 0 0,-1-1 0,1 1 0,-1-1 0,1 0 0,1 1 0,-2-10 0,2 12 0,0 0 0,0-1 0,0 1 0,-1-1 0,1 1 0,-1 0 0,0-1 0,0 1 0,0 0 0,0 0 0,0 0 0,-2-4 0,-2-3 0,2-2 0,-2 18 0,-4-3 0,8-4 0,0 0 0,0 1 0,0-1 0,1 0 0,-1 1 0,0-1 0,0 1 0,1-1 0,-1 1 0,0-1 0,1 1 0,-1-1 0,0 1 0,1 0 0,-1-1 0,1 1 0,-1 0 0,1-1 0,0 1 0,-1 0 0,1 0 0,0-1 0,-1 1 0,1 0 0,0 0 0,0 0 0,0 0 0,0-1 0,0 1 0,0 0 0,0 0 0,0 0 0,0 0 0,0-1 0,0 3 0,0 1 0,0 0 0,-1 0 0,1-1 0,-1 1 0,0 0 0,0 0 0,-1 0 0,1-1 0,-1 1 0,-2 4 0,2-5 0,0 1 0,0 0 0,0 0 0,1 0 0,-1 0 0,1 0 0,0 1 0,1-1 0,-1 0 0,0 6 0,0 43 0,-1-24 0,2 0 0,1-1 0,6 42 0,18 29 0,17 87 0,-19-97 0,-16-69 0,-2 0 0,0 1 0,-1 0 0,2 32 0,-6-50-442,0 0 0,0 0-1,1-1 1,-1 1 0,1 0 0,-1 0 0,1-1-1,0 1 1,0-1 0,0 1 0,1-1 0,-1 1-1,0-1 1,3 4 0,-2-4-237,0 0-1,-1 0 1,0 0 0,1 1-1,-1-1 1,0 1-1,0-1 1,0 1 0,-1-1-1,1 1 1,-1-1-1,1 1 1,-1-1 0,0 5-1,0 8-6731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4:55.07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94 27 19097,'-28'-11'10020,"-19"11"-6370,47-16-4402,-19 16-3698,38 16-11382,-19-5 11366,0 5 993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4:55.55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1 562 2705,'5'4'694,"1"0"1,0-1-1,-1 0 0,1 0 0,0-1 1,1 1-1,-1-2 0,0 1 0,1 0 0,-1-1 1,8 0-1,-2 0-170,0 0 1,0-1-1,0-1 1,0 0-1,15-3 0,-21 2-238,-1 1 0,0-1 0,1 0-1,-1-1 1,0 1 0,0-1 0,7-6-1,3-1 420,-8 6-111,0-1 0,0 0 0,-1-1 0,1 1 0,-1-1 0,-1-1 0,1 1 0,-1-1 0,7-12 0,-3 6 504,-6 8-625,-1 0-1,1-1 1,-1 1-1,0-1 1,0 1-1,-1-1 1,0 0 0,1-8-1,5-19 1494,0 11-1220,-4 14-624,0 0 0,0-1 1,-1 1-1,0-1 1,-1 1-1,0-1 0,0 0 1,-1 0-1,0 1 1,0-1-1,-1 0 1,-3-13-1,-22-73-122,22 84 0,-1 1 0,0 0 0,0 0 0,-1 0 0,0 1 0,-1-1 0,0 1 0,0 1 0,-1 0 0,0 0 0,-13-10 0,18 16 0,-1 0 0,1 1 0,0-1 0,-1 0 0,1 1 0,-1 0 0,0 0 0,1 0 0,-1 0 0,0 1 0,0-1 0,0 1 0,1 0 0,-1 0 0,0 0 0,0 1 0,0-1 0,1 1 0,-1 0 0,0 0 0,1 0 0,-1 1 0,1-1 0,-1 1 0,1 0 0,0 0 0,0 0 0,0 0 0,0 1 0,-5 4 0,1-1 0,0 0 0,0 1 0,0 1 0,1-1 0,-1 1 0,2 0 0,-1 0 0,2 1 0,-1 0 0,-5 12 0,6-4 0,-3 3 0,1 1 0,1 0 0,1 1 0,-2 34 0,7-33 0,1-1 0,1 1 0,1 0 0,11 33 0,-8-29 0,2-3 0,1-1 0,0 0 0,2-1 0,0 0 0,26 33 0,9 17 0,-43-65 0,1 0 0,0-1 0,0 0 0,1 0 0,-1 0 0,1-1 0,1 0 0,-1 0 0,1-1 0,0 1 0,0-1 0,0-1 0,0 1 0,0-1 0,1-1 0,0 1 0,-1-1 0,1-1 0,0 0 0,0 0 0,16 0 0,-15-1 0,1 0 0,0-1 0,-1 0 0,1-1 0,-1 0 0,0-1 0,0 0 0,0 0 0,0-1 0,0 0 0,0 0 0,-1-1 0,0 0 0,0-1 0,-1 0 0,1 0 0,11-13 0,36-63 0,-45 69 0,0 0 0,-1 0 0,0-1 0,-1 0 0,10-25 0,-8 17 0,1 1 0,15-23 0,-12 21 0,0 0 0,11-29 0,39-125 0,-45 142 0,-10 27 0,-6 14 0,-2 22 0,2 1 0,9 45 0,-4 22 0,31 63 0,-34-134 0,2 0 0,1 0 0,1-1 0,1 0 0,0 0 0,19 27 0,-5 4 0,-22-49 0,0 1 0,1-1 0,-1 0 0,1 0 0,0 1 0,1-2 0,-1 1 0,1 0 0,1-1 0,-1 0 0,1 0 0,0 0 0,0 0 0,0-1 0,11 7 0,-8-6 0,0-2 0,0 1 0,0-1 0,0 0 0,10 1 0,-15-3 0,0 0 0,0-1 0,-1 1 0,1-1 0,0 0 0,0 0 0,0 0 0,-1-1 0,1 1 0,0-1 0,0 1 0,-1-1 0,1 0 0,0 0 0,-1 0 0,1 0 0,-1 0 0,1-1 0,3-2 0,2-10 0,9-12 0,-9 18 0,0-1 0,0-1 0,-1 0 0,10-18 0,8-11 0,-20 31-559,-1 0 0,0 0 1,0 0-1,-1 0 0,0 0 0,-1-1 0,3-16 0,14-40-5623,3 10-1104,-18-11 430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4:56.43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12694,'19'0'19561,"-19"11"-19049,28-11-1520,-9 0-4947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20.6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499 242 2641,'-7'-4'900,"1"0"0,-1 0 0,0 1 0,0 0-1,-13-4 1,-19-9-1342,13 2-671,19 11 1228,-1-1 0,1 0 0,-1 0 0,1-1 0,1 0 0,-1 0 1,1 0-1,-10-11 0,-11-4 2438,24 19-2174,1 0 0,0 1 0,0-1 0,0 0 0,0-1 0,0 1 0,1 0 0,-1-1 0,0 1 0,0-1 0,1 1 0,-1-1 0,1 0 0,0 1-1,-1-1 1,1 0 0,0 0 0,0 0 0,0 0 0,0 0 0,-1-4 0,2 5-262,0 0 1,0 0-1,0 0 1,-1 0-1,1 0 0,0 0 1,-1 0-1,1 0 0,-1 0 1,1 0-1,-1 0 0,0 0 1,1 0-1,-1 0 0,0 0 1,0 1-1,0-1 0,0 0 1,1 0-1,-1 1 1,0-1-1,0 1 0,0-1 1,0 1-1,-1-1 0,-1 0 1,0 0 304,2 0-183,1 0 0,-1 0 0,0 0 0,1-1 0,-1 1 0,1 0 0,-1 0 0,1 0 0,0 0 0,-1-1 0,1 1 0,0 0 0,0 0 0,0-1 0,0 1 0,0 0-1,0 0 1,0-1 0,1 1 0,-1-2 0,0 29 2616,-1-15-2383,0 1 0,2-1 0,-1 1 1,1-1-1,4 16 0,10 28-442,9 62-1,23 93-29,-13 19 0,-13-138 0,-15-72 0,-1 0 0,-1 0 0,0 1 0,0 28 0,-3-5 0,2-1 0,9 47 0,-10-76-1,0 1 1,-1 0-1,0 0 0,-1 0 0,-1 0 1,0 0-1,-1 0 0,0 0 0,-1 0 1,-7 18-1,7-8-799,-2-6-3834,0-22 4213,1-1 1,-1 0 0,1 0-1,0 0 1,0-1 0,0 0-1,1 1 1,-1-1 0,2 0-1,-1-1 1,-2-7 0,-16-31-16,2 8 478,1-1 1,-21-72 0,19 53 53,-74-275 1638,21 64 2548,29 93-192,42 162-3976,0 1 0,1-1 0,0 1 0,2-26 0,0 4-92,-1 31-22,0-1 0,0 1 0,0-1 0,1 1 0,-1-1 0,1 1 0,0-1 0,0 1 0,0-1 0,1 1 0,-1 0 0,1 0 0,0 0 0,0 0 0,0 0 0,0 0 0,0 0 0,1 1 0,3-4 0,-1 2 0,0 1 0,0 0 0,0 1 0,1-1 0,-1 1 0,1 0 0,-1 0 0,1 1 0,0 0 0,10-1 0,11 1 0,-1 1 0,0 1 0,0 2 0,29 6 0,-52-9 0,58 13 0,-1 3 0,116 47 0,94 70 0,-216-99 0,-1 3 0,88 79 0,-125-101 0,17 16 0,-3 2 0,0 1 0,27 43 0,-19-26 0,-20-22 0,-1 0 0,-1 0 0,-2 1 0,0 1 0,-3 1 0,0 0 0,8 49 0,-16-66 0,-2 0 0,0 1 0,0-1 0,-2 0 0,1 1 0,-2-1 0,0 0 0,-1 0 0,-1 0 0,0 0 0,-1-1 0,-1 0 0,0 0 0,0 0 0,-2-1 0,0 1 0,-10 12 0,4-7 0,-2 0 0,0-1 0,-1-1 0,0 0 0,-1-2 0,-1 0 0,-1-1 0,0 0 0,-40 18 0,7-3 0,-16 7 0,-92 8 0,117-33 0,0-3 0,-1-1 0,0-2 0,0-2 0,0-3 0,-70-7 0,95 5-23,0-1 0,0-2 0,0 0 0,0-1 0,1-1 0,0 0 0,0-2 0,1 0 0,0-1 0,-22-17 0,36 23-426,-1-1 0,1 1 0,0-1 1,0 0-1,0 0 0,1-1 1,0 1-1,0-1 0,-3-7 1,3 6-366,1 0 1,0 0 0,0-1-1,1 1 1,-1-1 0,2 1-1,-1-1 1,1 1 0,0-1-1,1 1 1,0-1-1,0 1 1,1-1 0,-1 1-1,2 0 1,-1-1 0,1 1-1,0 1 1,0-1 0,5-7-1,42-39-3761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21.0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376 157 4514,'70'-22'5512,"69"-33"0,-131 51-4974,-1 0 0,0 0-1,0-1 1,-1 0 0,1 0 0,-1-1 0,11-11 0,15-12 5948,-62 34-2045,1-1-3768,15 2-423,1-1 1,0 2-1,-18 11 0,-28 14 75,33-19-325,0 2 0,1 1 0,1 0 0,-34 31 0,-81 84 0,137-129 0,-24 27 0,1 0 0,1 2 0,-23 41 0,36-54 0,2 1 0,0 0 0,1 0 0,1 1 0,0 0 0,2 0 0,0 1 0,1-1 0,2 1 0,-1 22 0,3-35 0,1 0 0,0 0 0,1-1 0,0 1 0,0 0 0,1-1 0,0 1 0,0-1 0,1 0 0,0 0 0,0 0 0,0 0 0,1-1 0,0 0 0,0 0 0,1 0 0,10 8 0,-13-12 0,1 0 0,-1 0 0,0 0 0,1-1 0,0 0 0,-1 1 0,1-1 0,0-1 0,-1 1 0,1 0 0,0-1 0,0 0 0,0 0 0,-1 0 0,1 0 0,0-1 0,0 1 0,0-1 0,-1 0 0,1 0 0,-1-1 0,1 1 0,-1-1 0,1 1 0,5-5 0,3 0 0,0-1 0,0-1 0,-1 0 0,0-1 0,0 0 0,11-12 0,-15 13 0,-1 1 0,1-1 0,-1 0 0,0 0 0,-1-1 0,0 0 0,-1 0 0,0 0 0,0 0 0,0-1 0,2-13 0,0-8 0,1 1 0,2-1 0,20-47 0,-24 70 0,-1 0 0,-1-1 0,0 0 0,0 1 0,0-1 0,-1 0 0,-1 0 0,2-18 0,-3 21 0,0 0 0,0 0 0,1 0 0,0 0 0,0 0 0,1 1 0,0-1 0,-1 0 0,6-9 0,-1-13 0,-2 11 0,-3 17 0,-1 0 0,1 0 0,-1-1 0,1 1 0,-1 0 0,1 0 0,-1 0 0,1 0 0,-1-1 0,1 1 0,0 0 0,-1 0 0,1 0 0,-1 0 0,1 0 0,0 1 0,-1-1 0,1 0 0,-1 0 0,1 0 0,-1 0 0,1 1 0,-1-1 0,1 0 0,-1 0 0,1 1 0,-1-1 0,1 0 0,-1 1 0,1 0 0,0 0 0,0 0 0,-1 0 0,1 0 0,0 0 0,-1 1 0,1-1 0,-1 0 0,0 1 0,1-1 0,-1 0 0,0 1 0,0-1 0,1 0 0,-1 1 0,0-1 0,-1 3 0,3 11 0,15 28 0,1-1 0,39 62 0,-47-88-98,1-2 0,0 1 0,16 16 0,11 11-868,-12-17-632,-18-18 574,0 0-1,-1 1 1,13 15-1,-18-19 628,1 0 0,-1 0 0,1 0 1,0-1-1,0 1 0,1-1 0,-1 0 0,1 0 0,-1 0 0,1 0 0,0-1 0,0 1 1,0-1-1,1 0 0,-1 0 0,9 2 0,24 12-2385,-32-12 2104,1-1-1,-1 0 1,1-1-1,-1 1 0,1-1 1,0 0-1,0-1 0,0 1 1,0-1-1,0 0 0,0-1 1,0 0-1,1 0 0,-1 0 1,0 0-1,10-3 0,5-10-3888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21.2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104 295 8212,'1'-30'7383,"-8"-57"0,4 74-6026,0-1 0,-1 1 1,-1 0-1,0 0 0,0 1 1,-12-19-1,4 8-1131,10 17-205,0 0 1,0 0-1,-1 0 1,0 0-1,-7-8 0,10 14-21,1 0-1,0 0 0,0 0 0,-1-1 0,1 1 1,0 0-1,0 0 0,-1 0 0,1 0 0,0 0 1,0 0-1,-1 0 0,1 0 0,0 0 1,0 0-1,-1 0 0,1 0 0,0 0 0,0 0 1,-1 0-1,1 0 0,0 0 0,0 0 0,-1 0 1,1 1-1,0-1 0,0 0 0,0 0 0,-1 0 1,1 0-1,0 0 0,0 1 0,0-1 0,-1 0 1,1 0-1,0 0 0,0 1 0,0-1 0,0 0 1,-1 0-1,1 0 0,0 1 0,0-1 1,0 0-1,0 0 0,0 1 0,0-1 0,0 0 1,0 1-1,-4 36-26,4-23 27,0 0 0,1 0 0,0 0 0,1 0 0,1 0 0,0 0 0,1 0 0,10 24 0,-6-17 0,-2 2 0,0-1 0,-2 1 0,3 31 0,11 52 0,76 310 0,-67-253-3960,-9 222-13554,-18-316 12400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21.6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3 480 15911,'-1'-15'3968,"0"11"-2981,1 0 1,0 1 0,-1-1-1,1 0 1,1 0-1,-1 0 1,1 0-1,-1 1 1,1-1-1,0 0 1,2-5-1,24-29 51,-24 35-1038,-1-1 0,1 1 0,0 0 0,1 0 0,-1 0 0,0 0 0,1 1 0,0-1 0,-1 1 0,1 0 0,0 0 0,0 0 0,0 1 0,5-2 0,-4 1 0,74-24 0,1 3 0,125-19 0,0 0 0,-87 18 0,-76 17 0,-1-2 0,55-19 0,-79 22 0,-1 2 0,33-5 0,-33 7 0,0-1 0,0-1 0,0 0 0,22-10 0,11-5 0,23-12 0,-47 22 0,-24 9 0,0 1 0,0-1 0,-1-1 0,1 1 0,0 0 0,0 0 0,0 0 0,0 0 0,0-1 0,0 1 0,0 0 0,-1-1 0,1 1 0,0-1 0,0 1 0,0-1 0,-1 1 0,1-1 0,0 1 0,-1-1 0,1 0 0,0 1 0,-1-1 0,1 0 0,-1 0 0,1 0 0,-1 1 0,1-1 0,-1 0 0,0 0 0,1 0 0,-1 0 0,0-1 0,0 2 0,0-1 0,0 1 0,0-1 0,0 1 0,-1-1 0,1 1 0,0-1 0,0 1 0,0-1 0,-1 1 0,1-1 0,0 1 0,-1-1 0,1 1 0,0 0 0,-1-1 0,1 1 0,-1 0 0,1-1 0,-1 1 0,1 0 0,-1-1 0,1 1 0,-1 0 0,1 0 0,-1 0 0,1-1 0,-1 1 0,1 0 0,-1 0 0,1 0 0,-1 0 0,-28 0 0,-20 11 0,32-4 0,1 0 0,1 1 0,0 1 0,0 0 0,-26 21 0,-58 64 0,98-93 0,-30 33 0,-41 61 0,33-41 0,19-26 0,2 2 0,-21 47 0,-2 3 0,34-66 0,0 0 0,1 1 0,1 0 0,0 0 0,1 1 0,-3 19 0,-6 26 0,4-33 0,7-23 0,0 0 0,0 0 0,0 1 0,1-1 0,0 1 0,0-1 0,0 1 0,1-1 0,0 1 0,0-1 0,0 1 0,2 9 0,25 65 0,-26-76 0,1 0 0,-1 0 0,1 0 0,0-1 0,0 1 0,1 0 0,-1-1 0,1 0 0,0 1 0,0-1 0,0 0 0,0 0 0,1-1 0,-1 1 0,1-1 0,-1 1 0,1-1 0,0 0 0,0-1 0,0 1 0,6 1 0,-4-1 0,-1-1 0,1 1 0,0-1 0,0-1 0,0 1 0,0-1 0,0 0 0,0 0 0,1-1 0,-1 0 0,-1 0 0,13-4 0,12-17 0,-8 11 0,-18 10 0,0-1 0,-1 1 0,1-1 0,-1 0 0,1 0 0,-1 0 0,0 0 0,0-1 0,0 1 0,0-1 0,0 0 0,3-4 0,23-34 0,-17 27 0,-1-2 0,-1 0 0,0 0 0,12-29 0,25-65 0,-28 70 0,-2-1 0,-1 0 0,-2-1 0,12-68 0,-20 69 0,1 1 0,2 0 0,16-43 0,-22 42 0,-3 32 0,0 6 0,-1 17 0,7 28 0,1-27 0,-5-10 0,1 0 0,-1 0 0,0 1 0,0-1 0,-1 1 0,1 0 0,-1-1 0,-1 1 0,1 10 0,-1-5 0,1 0 0,0 0 0,0 1 0,1-1 0,0 0 0,1 0 0,8 18 0,-5-13 0,0 1 0,5 27 0,-8-26 0,2 0 0,11 27 0,-8-26 0,1 1 0,1-2 0,1 0 0,0 0 0,2-1 0,0 0 0,29 28 0,-14-17 121,-25-23-188,0-1 1,1 0 0,0 0-1,0-1 1,0 1 0,1-1 0,-1 0-1,1 0 1,-1 0 0,9 3 0,18 2-2565,-22-7 384,0 0 0,-1 0-1,1-1 1,0 0 0,10-2 0,24-6-4306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22.3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667 710 5170,'3'-2'562,"-1"0"0,0 0-1,1 0 1,-1 0 0,0 0-1,0-1 1,-1 1 0,1-1 0,0 1-1,-1-1 1,1 0 0,-1 1-1,0-1 1,0 0 0,0 0-1,0 0 1,-1 0 0,1 0-1,-1-5 1,0-72 3345,-2 39-2749,3 22-378,-2 0 1,0 0 0,-1 0-1,-1 1 1,-1-1 0,0 1-1,-8-20 1,-57-135 4272,64 163-5053,-1-1 0,0 1 0,-1 0 0,0 1 0,0 0 0,-1 0 0,0 0 0,-1 1 0,0 0 0,-10-7 0,-6-1 0,0 1 0,-48-22 0,65 34 0,0 1 0,0-1 0,-1 1 0,1 0 0,0 1 0,-1 0 0,0 1 0,1-1 0,-1 2 0,1-1 0,-1 1 0,1 0 0,0 1 0,-1 0 0,1 0 0,0 1 0,0 0 0,0 1 0,0-1 0,1 2 0,-13 8 0,3-1 0,0 1 0,1 1 0,0 1 0,1 0 0,1 1 0,1 1 0,-19 29 0,29-40 0,0 0 0,0 1 0,0-1 0,1 1 0,0 0 0,0-1 0,1 1 0,-2 11 0,-3 20 0,-1-11 0,3-10 0,0-1 0,1 1 0,-2 34 0,4-33 0,0-1 0,2 0 0,0 1 0,2-1 0,-1 0 0,2 0 0,0 0 0,9 21 0,4 6 0,-13-30 0,1 0 0,0-1 0,1 0 0,0 0 0,1 0 0,17 21 0,19 0 0,-17-6 0,-23-24 0,0-1 0,0 1 0,0-1 0,0 0 0,0 0 0,1 0 0,-1 0 0,1 0 0,0-1 0,0 1 0,0-1 0,0 0 0,0 0 0,1-1 0,-1 0 0,1 1 0,-1-1 0,6 0 0,4 1 0,1 0 0,-1-1 0,0-1 0,0-1 0,0 0 0,17-3 0,-24 2 0,-1 1 0,1-1 0,-1-1 0,0 1 0,0-1 0,0 0 0,-1 0 0,1-1 0,-1 0 0,1 0 0,-1 0 0,0-1 0,-1 1 0,1-1 0,5-9 0,6-10 0,-2-1 0,-1 0 0,-1-1 0,-2-1 0,0 0 0,-2 0 0,0-1 0,5-48 0,-5-11 0,-5-129 0,-4 128 0,16 123 0,2 1 0,-15-32 0,0 1 0,0-1 0,1 1 0,-1-1 0,1 0 0,0 0 0,0 0 0,1 0 0,-1-1 0,8 6 0,10 13 0,16 24-409,18 26-3225,3-3-1,81 75 1,-117-120 113,-20-21 3080,0 1 0,1-1 0,0 0 0,-1 0 0,1-1 0,1 1 0,-1-1 0,0 1 0,5 1 0,7 4-1016,0-2 1,1 0 0,0-1 0,0-1-1,20 3 1,-13-14-865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22.6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143 414 2225,'0'-41'2975,"1"4"3931,-7-55 0,4 77-5249,-1 1 1,0 0 0,-1 0 0,-1 1-1,0-1 1,-1 1 0,-9-16-1,-2-11-1107,-5-12-511,21 50-43,0 1 0,1-1-1,-1 1 1,0-1 0,0 1-1,0-1 1,0 1 0,0 0-1,-1 0 1,1-1 0,0 1-1,0 0 1,-1 0 0,1 0-1,-1 0 1,1 1 0,-1-1-1,1 0 1,-1 1 0,0-1-1,-2 0 1,-16 53 4,17-35 0,1 0 0,2 0 0,-1 1 0,2-1 0,0 0 0,1 0 0,6 21 0,-2 2 0,1 0 0,1 0 0,2-1 0,17 43 0,-4-14 0,47 120 0,-56-158 0,0-1 0,2 0 0,1-2 0,22 29 0,-22-32 0,-17-22 0,1-1 0,-1 1 0,1-1 0,0 0 0,0 1 0,-1-1 0,1 0 0,0 0 0,0 1 0,0-1 0,0 0 0,0 0 0,0 0 0,1 0 0,-1 0 0,0-1 0,1 1 0,-1 0 0,0-1 0,1 1 0,-1 0 0,1-1 0,-1 0 0,0 1 0,1-1 0,-1 0 0,1 0 0,-1 0 0,1 0 0,-1 0 0,1 0 0,0 0 0,-1 0 0,0-1 0,1 1 0,-1 0 0,1-1 0,-1 1 0,1-1 0,1-1 0,0 1 0,-1 0 0,1-1 0,-1 1 0,1 0 0,-1-1 0,0 0 0,1 0 0,-1 1 0,0-1 0,0 0 0,-1-1 0,1 1 0,0 0 0,-1-1 0,1 1 0,-1 0 0,0-1 0,1 0 0,-1 1 0,-1-1 0,1 0 0,0 1 0,-1-1 0,1-5 0,3-7 0,1 1 0,0 0 0,11-22 0,-12 28 0,-1-1 0,0 1 0,-1-1 0,0 1 0,0-1 0,0-9 0,5-22 0,0 12 0,-2 11 0,-2 0 0,1 0 0,0-35 0,15-188 0,-19 234 0,-1 0 0,2 0 0,-1 1 0,0-1 0,1 0 0,0 0 0,1 0 0,-1 1 0,1-1 0,0 1 0,0-1 0,1 1 0,0 0 0,4-7 0,-7 12 0,1-1 0,-1 0 0,1 0 0,0 0 0,-1 0 0,0 0 0,1 0 0,-1-1 0,0 1 0,1 0 0,-1 0 0,0 0 0,0 0 0,0 0 0,0 0 0,0 0 0,0-1 0,0 1 0,0 0 0,-1-2 0,0 2 0,7 9 0,63 89 0,-60-84 0,-1 0 0,0 1 0,10 25 0,7 14 0,-6-17 0,0-1 0,33 41 0,69 68-718,-100-119-4903,39 35-1,-39-39 1866,-14-16 2594,0 1 0,0-1 0,0 0 0,1 0-1,0-1 1,0 0 0,13 5 0,23 2-2429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23.5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498 796 7780,'8'-24'4083,"0"-1"1,-2 1 0,7-49-1,-4 19 1534,-9 46-5403,1 0-1,-1 0 1,-1 0-1,1 1 1,-1-1 0,0 0-1,-1 0 1,0 1-1,0-1 1,-1 1 0,0 0-1,0-1 1,-6-8 0,-5-13-169,13 24-45,-2-1 0,1 1 0,0 0 0,-1 1 0,0-1 0,0 0 0,-1 1 0,1 0 0,-1 0 0,0 0 0,0 0 0,0 0 0,0 1 0,-8-5 0,7 6 0,1 1 0,-1-1 0,0 1 0,1 0 0,-1 0 0,0 1 0,0-1 0,0 1 0,1 0 0,-1 1 0,0-1 0,0 1 0,0 0 0,1 0 0,-1 0 0,0 1 0,-8 3 0,-1 3 0,0 0 0,1 1 0,-19 15 0,-12 9 0,37-28 0,0 1 0,0 1 0,0-1 0,1 1 0,0 0 0,1 0 0,-1 1 0,1 0 0,1 0 0,-1 0 0,-3 11 0,-17 30 0,0-13 0,17-25 0,0-1 0,1 2 0,0-1 0,-7 18 0,0 7 0,2 1 0,-13 71 0,17-44 0,0 106 0,8-167 0,0 0 0,0 1 0,0-1 0,1 0 0,-1 0 0,1 1 0,0-1 0,0 0 0,0 0 0,0 0 0,1 0 0,-1 0 0,1 0 0,3 4 0,3 11 0,-3-11 0,11-5 0,-5-6 0,-1-1 0,1 0 0,-1 0 0,-1-1 0,1 0 0,-1-1 0,12-11 0,-8 1 0,0-1 0,-1-1 0,-1 0 0,0-1 0,7-21 0,0-4 0,16-29 0,-25 59 0,9-12 0,-1-1 0,-2-1 0,0 0 0,17-52 0,-32 78 0,1-1 0,0 0 0,0 1 0,0 0 0,1-1 0,-1 1 0,1 0 0,0-1 0,0 1 0,0 0 0,0 1 0,0-1 0,1 0 0,2-2 0,15-17 0,-20 21 0,0 1 0,0-1 0,1 0 0,-1 1 0,0-1 0,1 0 0,-1 1 0,1-1 0,-1 1 0,1-1 0,-1 1 0,1-1 0,-1 1 0,1-1 0,-1 1 0,1 0 0,0-1 0,-1 1 0,1 0 0,0-1 0,-1 1 0,1 0 0,0 0 0,-1-1 0,1 1 0,0 0 0,0 0 0,-1 0 0,1 0 0,0 0 0,-1 0 0,1 0 0,0 0 0,0 1 0,-1-1 0,1 0 0,0 0 0,-1 1 0,1-1 0,0 0 0,-1 1 0,1-1 0,0 0 0,-1 1 0,1-1 0,0 2 0,19 33 0,-14-23 0,44 53 0,113 230 0,-153-282-371,1-1-1,1 1 1,0-2-1,0 0 1,1 0 0,17 10-1,-10-7-336,-16-11 461,0-1 0,0 0 0,0 0 0,0 0 0,1-1 0,-1 0 1,0 1-1,1-1 0,-1-1 0,1 1 0,8 0 0,52-6-1987,-59 3 2014,-1 1 0,1-1 0,-1 0 0,1 0 0,-1 0-1,0-1 1,0 0 0,0 0 0,0 0 0,-1 0 0,1-1 0,-1 0 0,0 0 0,5-6 0,5-8-501,0-1 0,15-27 0,-26 39 681,0 0 1,0 0-1,0 0 1,-1 0-1,0 0 1,-1 0-1,0-1 0,1-10 1,3-16 3,1 5 44,0 7 104,-2 0 0,-1-1 0,1-29 0,-3 15 733,-2 0 0,-2-1 1,-2 1-1,-13-55 0,-13-21 3994,-54-130 1,82 237-4840,0 0 0,0 0 0,-1 0 0,0 1 0,-1 0 0,1 0 0,-1 0 0,0 0 0,-7-5 0,8 6 0,-1 1 0,1-1 0,0-1 0,0 1 0,0-1 0,1 1 0,-1-1 0,1 0 0,-3-6 0,4 7 0,0 1 0,0-1 0,0 1 0,0-1 0,-1 1 0,0 0 0,1 0 0,-1 0 0,-1 1 0,1-1 0,0 0 0,0 1 0,-1 0 0,-4-2 0,8 4 0,-1-1 0,0 1 0,0-1 0,0 1 0,0 0 0,0 0 0,0 0 0,0-1 0,0 1 0,0 0 0,0 0 0,0 0 0,0 1 0,0-1 0,0 0 0,0 0 0,0 0 0,0 1 0,0-1 0,0 1 0,-1 0 0,1 0 0,0 0 0,0 0 0,0 0 0,0 0 0,0 0 0,1 1 0,-1-1 0,1 0 0,-1 0 0,1 1 0,-1-1 0,1 1 0,-1-1 0,1 0 0,0 1 0,0-1 0,0 1 0,0-1 0,0 3 0,0 24 0,-1-17 0,1 1 0,0-1 0,1 1 0,4 22 0,4-7 0,8 51 0,-12-54 0,1-1 0,1 0 0,14 32 0,4 14 0,-14-40 0,25 47 0,-20-45 0,15 43 0,-21-49 0,1-1 0,19 34 0,13 24 0,-37-70 0,1-1 0,0 0 0,1 0 0,0-1 0,15 16 0,18 23 0,23 21 0,-62-69-4,0 1 1,0-1-1,0 0 0,1 1 0,-1-1 1,0 0-1,1-1 0,-1 1 0,1 0 1,-1-1-1,1 1 0,-1-1 0,1 0 1,-1 0-1,1 0 0,-1 0 1,1 0-1,-1-1 0,1 1 0,-1-1 1,1 1-1,-1-1 0,0 0 0,1 0 1,-1 0-1,0 0 0,0-1 0,1 1 1,1-3-1,21-49-431,-21 47 425,0-1 0,-1 1 0,-1-1-1,1 0 1,-1 0 0,0 0 0,0-1 0,-1 1 0,0 0-1,0-13 1,4-25 66,3-8 145,-3 0 0,-2-66 0,-4 106-201,0 1 0,-1 0 0,-5-18 0,-1-21 0,8 50 0,0 0 0,0 0 0,0 1 0,0-1 0,0 0 0,0 0 0,0 0 0,0 0 0,0 0 0,0 0 0,-1 0 0,1 0 0,0 1 0,-1-1 0,1 0 0,-1 0 0,1 0 0,-1 1 0,1-1 0,-1 0 0,1 0 0,-1 1 0,0-1 0,1 1 0,-1-1 0,0 1 0,0-1 0,1 1 0,-1-1 0,0 1 0,0-1 0,-1 1 0,1-1 0,0 1 0,1 0 0,-1 0 0,0-1 0,1 1 0,-1 0 0,0-1 0,1 1 0,-1 0 0,1-1 0,-1 1 0,1-1 0,-1 1 0,1-1 0,-1 1 0,1-1 0,-1 0 0,1 1 0,0-1 0,-1 1 0,1-1 0,0 0 0,0 1 0,-1-1 0,1 0 0,0 0 0,0 1 0,0-1 0,0 0 0,0 1 0,0-1 0,0-1 0,0-3 0,0 8 0,0 21 0,0 31 0,0-50 0,0 0 0,0 0 0,1 0 0,0-1 0,0 1 0,0 0 0,0-1 0,1 1 0,-1-1 0,6 9 0,9 27 0,-14-35 0,1 0 0,0 1 0,0-1 0,0 0 0,0-1 0,1 1 0,0-1 0,8 9 0,18 23 0,-28-32 0,0 0 0,-1-1 0,1 1 0,0 0 0,0 0 0,1-1 0,-1 1 0,1-1 0,-1 0 0,1 0 0,0 0 0,0 0 0,0 0 0,1-1 0,-1 1 0,1-1 0,-1 0 0,1 0 0,0 0 0,0-1 0,0 1 0,5 0 0,-6-1 0,1 0 0,-1 0 0,1-1 0,-1 0 0,0 0 0,1 0 0,-1 0 0,1 0 0,-1-1 0,0 0 0,1 1 0,-1-1 0,0 0 0,0-1 0,0 1 0,6-4 0,-2 0 0,0-1 0,0 0 0,-1 0 0,11-13 0,-4 4 0,-11 12 0,0 0 0,0 1 0,0-1 0,0 0 0,-1 0 0,1 0 0,-1-1 0,0 1 0,0 0 0,0 0 0,1-5 0,4-15 0,60-99 0,-18-25 0,-45 107 0,-3 29 0,0 278 0,1-242 0,1 0 0,9 41 0,-6-42 0,-1 0 0,1 39 0,-2 8 0,18 109 0,18-21 0,-4 42 0,-23-145 0,-12-8 0,0-43 0,-1-1 0,1 0 0,0 1 0,0-1 0,0 1 0,0-1 0,1 0 0,0 0 0,0 1 0,0-1 0,0 0 0,2 5 0,6 4 79,-7-11-117,-1 0-1,1 0 1,-1 0-1,1 0 1,-1 1-1,0-1 0,0 0 1,0 1-1,-1-1 1,1 1-1,0-1 1,-1 1-1,0-1 1,1 4-1,-1-6-88,0 0 0,0 0 0,0 0-1,0 1 1,1-1 0,-1 0 0,0 0 0,0 0 0,0 1 0,0-1-1,0 0 1,1 0 0,-1 0 0,0 0 0,0 1 0,1-1 0,-1 0-1,0 0 1,0 0 0,0 0 0,1 0 0,-1 0 0,0 0-1,0 0 1,1 0 0,-1 0 0,0 0 0,0 0 0,1 0 0,-1 0-1,0 0 1,0 0 0,1 0 0,-1 0 0,0 0 0,0 0-1,0 0 1,1 0 0,-1 0 0,0 0 0,0-1 0,1 1 0,-1 0-1,0 0 1,0 0 0,0 0 0,0-1 0,1 1 0,-1 0-1,0 0 1,0 0 0,0-1 0,0 1 0,13-10-5885,-9 6 4748,0 0 0,-1-1 0,0 1 0,0-1 0,0 1 0,4-10 0,10-18-2659,10-17 842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23.7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291 113 3362,'0'-6'1074,"0"0"1,0 0 0,-1 1-1,0-1 1,0 0 0,0 1 0,-1-1-1,1 1 1,-1-1 0,-1 1 0,1 0-1,-4-6 1,3 8-668,1 0 0,-1 0 0,0 1 0,0-1 0,0 1 0,0 0 0,0 0 0,0 0 0,0 0 1,-1 0-1,1 1 0,-1-1 0,1 1 0,-1 0 0,0 0 0,1 1 0,-1-1 0,0 1 0,0 0 0,-5 0 0,3 0-103,4-1-77,0 1 0,-1-1 0,1 1 0,-1 0 0,1 0 0,-1 0 0,1 0 0,-1 1 0,1-1 0,-1 0 0,1 1 0,-1 0-1,1 0 1,0 0 0,-1 0 0,1 0 0,0 0 0,0 0 0,0 1 0,0-1 0,0 1 0,0-1 0,0 1 0,1 0 0,-1 0 0,0 0 0,1 0 0,-3 4 0,-3 8-227,4-11 0,1 1 0,0-1 0,0 1 0,0 0 0,0-1 0,0 1 0,1 0 0,0 0 0,0 0 0,0 0 0,0 0 0,1 0 0,-1 1 0,1-1 0,0 0 0,0 0 0,2 6 0,41 70 0,11 16 0,-33-55 0,1-2 0,55 71 0,-60-86 0,-10-12 0,0 0 0,0 0 0,-2 1 0,8 21 0,-5-12 0,-7-20 0,-1-1 0,1 1 0,-1 0 0,0-1 0,1 1 0,-1 0 0,0-1 0,0 1 0,0 0 0,0-1 0,0 1 0,0 0 0,-1-1 0,1 1 0,0 0 0,-1-1 0,1 1 0,-1-1 0,0 1 0,0-1 0,-1 4 0,-1-2 0,0 0 0,0 0 0,0 0 0,0 0 0,0 0 0,-1 0 0,0-1 0,-4 3 0,-5 1 0,1 0 0,-1-1 0,-24 6 0,29-9-246,0-1 0,0 0 0,0-1 0,0 0 0,0 0 0,0 0 0,-1-1 0,1-1 0,-14-3 0,-8-1-2043,17 4 672,5 1 392,-1 0 1,0-1-1,1 0 0,-1-1 0,1 1 1,-11-6-1,-13-14-5329,5-1 1667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23.8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79 4306,'47'-26'6419,"-28"0"-945,9 10-1712,-9 5 3233,9 22-2897,-28 5-2385,0 10-1713,0 0 0,0 17 0,0-6 0,0 15 0,0-10 0,0 11 0,0 0-4290,-28 0-3137,9-11-705,19 0-4770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23.9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188 286 16536,'0'-53'13366,"-28"-5"-10501,28 21-2865,-19-5 0,19 16 0,-28-1 0,28 17 0,0-6 0,-19 0-832,-9 16-13415,9 0 7252,-28 32-3666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24.7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573 81 368,'-161'-24'4658,"12"13"-106,112 8-3639,-43-9 1359,58 10-1054,0 0-1,-41 3 1,29-1 1364,30 0-952,8 0-1123,234 1 6418,528-10-3008,-412 6-3400,-1 1-244,1029-13-273,-906 17 0,142 12 0,-234-3 0,71 1 0,351 4 0,142 0 0,-331-6 0,-92 3 0,86-8 0,-336-7 0,-263 1-123,-1 0 1,1-1-1,21-6 0,-9 2-1582,-23 6 1288,0 0 0,0 0 0,0 0 0,0 0 0,0-1 0,0 1 0,0 0 0,0-1 0,0 1 0,-1-1 0,1 1 0,0-1 0,0 1 0,-1-1-1,1 0 1,0 1 0,0-1 0,-1 0 0,1 0 0,-1 1 0,1-1 0,-1 0 0,1 0 0,-1 0 0,1 0 0,-1 0 0,0 0 0,0 1 0,1-1 0,-1 0 0,0 0 0,0 0-1,0 0 1,0 0 0,0 0 0,0-2 0,0-22-7055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26.3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555 469 6787,'3'-7'1707,"0"0"0,0 1 1,1-1-1,0 1 0,0 0 0,0 0 0,1 0 0,10-9 0,3-5 3604,0-14-2718,-10 17-1498,-7 12-979,1 0-1,-1 0 1,0 0-1,-1 0 1,1 0-1,-1 0 1,0-1-1,0 1 1,0 0-1,-1 0 1,0 0-1,0 0 1,-2-6-1,-2 9-115,1 0 0,-1 0 0,1 1 0,-1-1 0,1 1 0,-1 0 0,0 0 0,0 1 0,0-1 0,0 1 0,1 0 0,-1 1 0,-6 0 0,-1 1 0,0 1 0,1 1 0,-1-1 0,1 2 0,-13 6 0,-17 12 0,-75 56 0,94-63 0,9-5 0,1 1 0,0 0 0,-14 17 0,-20 21 0,40-46 0,1 0 0,0 1 0,0 0 0,0 0 0,0 0 0,1 1 0,0-1 0,0 1 0,1 0 0,-1 0 0,1 1 0,1-1 0,-1 0 0,-2 13 0,4-16 0,0 1 0,0 0 0,0 0 0,1-1 0,-1 1 0,1 0 0,0 0 0,0 0 0,0 0 0,1 0 0,-1-1 0,1 1 0,0 0 0,0 0 0,1-1 0,-1 1 0,4 6 0,-2-6 0,1 1 0,-1-1 0,1 0 0,0 0 0,0 0 0,1 0 0,-1-1 0,1 1 0,0-1 0,10 4 0,8 3 0,2-2 0,-1 0 0,1-2 0,34 4 0,-59-10 0,39 5 0,-1-3 0,67-4 0,-23 0 0,-66 2 0,-23 1 0,-54 9 0,-18 16 0,45-17 0,0 2 0,1 2 0,1 1 0,-34 19 0,-82 59 0,134-82 0,1 1 0,0 0 0,1 0 0,0 1 0,1 1 0,0 0 0,1 1 0,-10 17 0,17-26 0,-1 1 0,1 0 0,0-1 0,0 1 0,1 1 0,0-1 0,0 0 0,0 0 0,1 1 0,0-1 0,0 1 0,1-1 0,0 1 0,0-1 0,0 1 0,1 0 0,0-1 0,2 10 0,24 43 0,-25-56 0,-1 0 0,1 0 0,0-1 0,0 1 0,1-1 0,-1 1 0,1-1 0,-1 0 0,1 0 0,-1 0 0,1 0 0,0 0 0,0-1 0,0 1 0,0-1 0,0 0 0,1 0 0,3 1 0,66 12 0,-65-12 0,10-1-537,-1 0 0,1 0-1,0-2 1,-1 0 0,1-1 0,17-4 0,100-34-5743,-69 19 4555,-39 12 462,-1-1 1,-1-1 0,0-1-1,-1-1 1,0-2 0,32-24 0,70-67-2834,-10-15 3371,-91 92 948,-9 12 338,0-1 0,-2-1 0,0-1 0,21-39 0,-27 40 77,-2 5 159,0 1 0,0-1 0,2 2 0,-1-1-1,2 1 1,10-13 0,-16 22-398,-1 1-1,0-1 1,1 0-1,-1-1 1,0 1 0,0 0-1,-1-1 1,1 1 0,-1-1-1,1 1 1,-1-1-1,0-5 1,2-35 10224,-4 44-10616,1 0 1,0 0 0,0 0-1,0 0 1,0 0 0,0 0-1,0 1 1,0-1 0,0 0-1,-1 0 1,1 0 0,0 0-1,0 0 1,0 0 0,0 0-1,0 0 1,0 0 0,-1 0-1,1 0 1,0 0 0,0 0-1,0 0 1,0 0 0,0 0 0,0 0-1,0 0 1,-1 0 0,1 0-1,0-1 1,0 1 0,0 0-1,0 0 1,0 0 0,0 0-1,0 0 1,0 0 0,-1 0-1,1 0 1,0 0 0,0 0-1,0 0 1,0-1 0,0 1-1,0 0 1,0 0 0,0 0 0,0 0-1,0 0 1,0 0 0,0 0-1,0-1 1,0 1 0,0 0-1,0 0 1,0 0 0,0 0-1,-10 15-12,1-2-54,8-11 59,0-1 0,1 0 0,-1 0 0,0 1 0,1-1 0,-1 0 0,1 1 0,-1-1 0,1 1 0,-1-1 0,1 1 0,0-1 0,0 1 0,0-1 0,0 1 0,0 2 0,-1 12 0,-38 91 0,38-102 0,-1-1 0,1 1 0,1 0 0,-1 0 0,1 0 0,-1 0 0,1 0 0,2 9 0,-1-8 0,-1 0 0,0 0 0,0 0 0,0-1 0,-1 1 0,0 0 0,-2 8 0,-1-1-37,1 0 0,0 0 0,1 1 0,0-1 0,1 25 1,1-36-137,-1 1 1,1 0 0,0 0 0,-1-1-1,0 1 1,1 0 0,-1-1-1,0 1 1,0 0 0,-1-1 0,1 1-1,-1-1 1,-1 3 0,1-3-90,0 1-1,1-1 1,-1 0 0,1 1 0,0-1 0,0 1-1,0 0 1,0-1 0,0 1 0,1 0-1,-1 0 1,1-1 0,0 5 0,-3 22-2545,-11-17 196,7-9 2205,1 2-1019,-5 3-1727,10-8 3116,1-1-1,-1 1 1,1 0 0,-1 0-1,1-1 1,0 1-1,-1 0 1,1-1 0,0 1-1,-1 0 1,1-1-1,0 1 1,-1-1 0,1 1-1,0 0 1,0-1-1,0 1 1,-1-1 0,1 1-1,0-1 1,0 1-1,0-1 1,0 1 0,0-1-1,0 1 1,0-1-1,0 1 1,0-1 0,0 1-1,0-1 1,0 1-1,0 0 1,0-1 0,1 0-1,-1 0 13,0 0 0,0 0 0,0 0 0,-1 0 0,1 0 0,0 0 0,0 0 0,-1 0 0,1 1 0,0-1 0,-1 0 0,1 0 0,-1 0 0,1 0 0,-1 1 0,1-1 0,-1 0 0,0 1 0,1-1 0,-1 0 0,0 1 0,0-1 0,1 1 0,-1-1 0,-2 0 0,-7-7-22,8 4 76,0 0 0,-1-1 0,2 1-1,-1 0 1,0-1 0,1 1 0,-1-6-1,-11-27 742,5 21 169,0-1-1,0-1 1,-7-28 0,12 34 59,-2-1 0,1 1 0,-10-17 0,12 23-464,0-1-1,1 1 0,0-1 0,0 1 0,0-1 1,1 1-1,0-1 0,0 1 0,2-8 0,-1-6 578,3 24-1079,1 0 0,-1-1 1,1 1-1,0-1 0,0 0 0,0 0 0,1 0 1,8 2-1,31 20-1,-19-9-43,1 0 1,38 16-1,-40-22-65,171 60 225,-163-62-744,1-1 0,0-2 0,0-1-1,44 0 1,-59-4 50,79-3-2715,-88 2 2906,-1 0 0,0-1 0,0 0 0,0 0-1,0-1 1,-1 0 0,1-1 0,10-5 0,0-4-378,32-15-254,-43 23 932,0 1 0,0-1 1,0-1-1,-1 1 0,0-1 1,0-1-1,-1 1 1,0-1-1,0 0 0,0-1 1,6-9-1,-5 5 69,1-1 1,-2 0-1,0 0 0,0 0 1,-1-1-1,5-23 0,4-24 406,-9 41-10,0 0 0,-2 0 0,2-30 0,-6 9 1822,-2 1 0,-15-74 0,8 63 801,8 40-2308,-2-1 1,0 1-1,-8-18 0,-5-11-147,12 16-579,5 20 0,-1 1 0,0-1 0,1 1 0,-1-1 0,-1 1 0,1 0 0,0-1 0,-1 1 0,1 0 0,-1 0 0,0 0 0,-4-4 0,-5-5 0,-20-27 0,30 37 0,-1 0 0,0 0 0,1 0 0,-1 0 0,0 0 0,0 1 0,0-1 0,0 1 0,0-1 0,-1 1 0,-3-2 0,5 2 0,1 1 0,0-1 0,-1 1 0,1 0 0,-1-1 0,1 1 0,-1 0 0,1 0 0,-1-1 0,1 1 0,-1 0 0,1 0 0,-1 0 0,0 0 0,1 0 0,-1-1 0,1 1 0,-1 0 0,1 0 0,-1 0 0,1 1 0,-1-1 0,0 0 0,1 0 0,-1 0 0,1 0 0,-1 0 0,1 1 0,-1-1 0,1 0 0,-1 0 0,1 1 0,-1-1 0,1 0 0,-1 1 0,1-1 0,0 1 0,-1-1 0,1 1 0,0-1 0,-1 0 0,1 1 0,0-1 0,-1 1 0,1-1 0,0 1 0,0 0 0,0-1 0,0 1 0,-1-1 0,1 1 0,0 0 0,-1 48 0,0-18 0,1 0 0,5 45 0,1-43 0,0 2 0,0-1 0,19 51 0,-18-62 0,0 1 0,5 32 0,8 28 0,-4-36 0,-2 0 0,8 54 0,-20-92 0,1 1 0,0-1 0,1 0 0,6 13 0,7 22 0,31 146 0,-46-168-118,-3-20-74,1 1 0,0-1 1,0 0-1,0 0 1,1 0-1,-1 0 1,1 0-1,0 0 1,-1 0-1,1 0 0,2 4 1,8 5-3290,0 5-2262,-10-7-213,0 3-3822,-1-26 4402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26.9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0 215 6275,'3'-2'744,"-2"1"340,1-1 0,-1 0 0,1 1 0,0-1 1,-1 1-1,1 0 0,0 0 0,0 0 0,0 0 1,0 0-1,0 0 0,1 0 0,1 0 0,6 8 3298,-1 16-5992,-2-4 1685,2 7 257,1 0 0,1-1 0,17 27 0,-20-35 541,0 1 1,-1-1-1,7 26 0,-1-3 898,5 21-928,-13-43-747,0 0 0,13 29 0,-16-44-96,-1 0 0,0 0 0,0 0 0,-1 0 0,1 0 0,-1 1 0,1-1 0,-1 0 0,-1 6 0,1-8 0,0 0 0,-1 0 0,1-1 0,0 1 0,0 0 0,-1 0 0,1 0 0,0 0 0,0-1 0,0 1 0,0 0 0,0 0 0,0 0 0,1-1 0,-1 1 0,0 0 0,0 0 0,0 0 0,1-1 0,-1 1 0,1 0 0,-1 0 0,0-1 0,1 1 0,-1 0 0,1-1 0,-1 1 0,1 0 0,0-1 0,-1 1 0,1-1 0,0 1 0,-1-1 0,1 1 0,0-1 0,-1 0 0,1 1 0,0-1 0,0 0 0,0 0 0,1 1 0,-1-6 0,0 0 0,0 0 0,-1 0 0,1 1 0,-1-1 0,0 0 0,-1-6 0,1 7 0,0-4 0,1 0 0,0 0 0,0 0 0,1 0 0,0 0 0,5-11 0,-4 11 0,-1 1 0,1-1 0,-1 1 0,-1-1 0,0 0 0,1-12 0,-2 19 0,-1-56-94,3 0-1,13-79 1,-15 89-1593,-1 42 1301,1 0 0,-1 0 0,1 0 0,0 0 0,1 0 0,-1 0-1,1 0 1,0 1 0,0-1 0,0 0 0,3-6 0,5-3-705,-7 12 865,-1 0 0,1 0 1,-1-1-1,1 1 0,-1 0 0,0-1 1,0 1-1,0-1 0,0 1 0,-1-1 1,1 1-1,0-6 0,-1 7 163,0 1 0,0-1 0,0 0 0,0 1 0,0-1 0,0 1 0,0-1 0,0 1 0,1-1 0,-1 1 0,0-1 0,0 1 0,1-1 0,-1 1 0,0-1 0,1 1 0,-1-1 0,0 1 0,1-1 0,-1 1 0,1 0 0,-1-1 0,1 1 0,-1 0 0,1-1 0,-1 1 0,1 0 0,-1 0 0,1-1 0,-1 1 0,1 0 0,-1 0 0,1 0 0,-1 0 0,1 0 0,0 0 0,-1 0 0,1 0 0,-1 0 0,1 0 0,-1 0 0,1 0 0,0 0 0,-1 0 0,1 0 0,-1 1 0,1-1 0,-1 0 0,1 1 0,21 9-498,-2 42 220,15 28 405,-31-72 22,1 1 1,0-1 0,0 0 0,1 0 0,0 0 0,0-1-1,1 0 1,10 8 0,14 17 1093,-26-26-764,1 0 1,0 0-1,0-1 1,0 0 0,1 0-1,0 0 1,0-1-1,0 0 1,0-1 0,1 1-1,0-1 1,9 2-1,52 10 2362,-67-14-2638,0-1 0,1 1 0,-1-1 0,1 0 0,-1 0 0,1 0 0,-1 0 0,1 0 0,-1-1 0,1 1 0,-1-1 0,1 0 0,-1 1 0,0-1 0,1 0 0,2-2 0,19-6 1124,-21 8-1219,-1 0 1,1 0-1,-1 0 1,0 0-1,0-1 0,0 1 1,0-1-1,0 0 1,0 1-1,0-1 0,0 0 1,0 0-1,-1 0 1,1-1-1,1-2 0,16-19 48,-16 22-93,-1-1 0,0 0 0,0 0 0,0 0 0,0 0 0,0 0 0,-1-1 0,0 1 0,1 0 0,-1-1 0,0 1 0,-1-1 0,1 1 0,0-7 0,-2-59 0,0 35 0,0 24 0,1 0 0,-2-1 0,0 1 0,0 0 0,0 0 0,-1 0 0,-1 1 0,0-1 0,0 1 0,-1 0 0,0 0 0,0 0 0,-1 1 0,0-1 0,-1 2 0,0-1 0,0 1 0,0 0 0,-1 0 0,0 1 0,-1 0 0,1 0 0,-1 1 0,-12-6 0,17 11 0,0 0 0,1 0 0,-1 0 0,0 0 0,1 0 0,-1 1 0,1 0 0,-1 0 0,1 0 0,-1 0 0,1 0 0,0 1 0,-1-1 0,1 1 0,0 0 0,0 0 0,-3 3 0,-5 2 0,1 1 0,0 1 0,-13 13 0,16-14 0,0-1 0,1 1 0,0 0 0,0 1 0,1 0 0,0-1 0,0 2 0,1-1 0,1 0 0,-1 1 0,2 0 0,-1 0 0,1 0 0,1 0 0,0 0 0,0 0 0,1 0 0,1 11 0,-2 10 0,0-15 0,1-1 0,0 1 0,1 0 0,1 0 0,0 0 0,1 0 0,1-1 0,6 17 0,84 166 0,-90-190 0,2 0 0,-1-1 0,1 0 0,0 0 0,0-1 0,1 0 0,0 0 0,0 0 0,14 8 0,19 17 0,1-1-2159,-30-25 492,1 0 1,-1 0-1,1-1 0,0-1 1,1 0-1,-1 0 0,1-1 0,-1-1 1,18 0-1,30-6-2936,-13-8 499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27.6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96 69 8020,'0'-16'4714,"-1"-23"8249,1 38-12795,-1 1 0,1-1 1,0 0-1,0 1 0,-1-1 1,1 0-1,-1 1 0,1-1 1,0 0-1,-1 1 0,1-1 1,-1 1-1,1-1 1,-1 1-1,1-1 0,-1 1 1,0-1-1,1 1 0,-1 0 1,0-1-1,1 1 0,-1 0 1,0-1-1,1 1 0,-1 0 1,0 0-1,0 0 0,1 0 1,-1 0-1,0 0 0,1 0 1,-1 0-1,0 0 0,0 0 1,1 0-1,-1 0 0,0 0 1,0 1-1,1-1 0,-1 0 1,-1 1-1,-1 1-168,1 0 0,-1 0 0,0 0 0,1 1 0,-1-1 0,1 1 0,0-1 0,0 1 0,0 0 0,0 0 0,0 0 0,1 0 0,-1 0 0,-1 6 0,0-2 0,1 0 0,-1 1 0,1-1 0,1 1 0,-2 14 0,2 40 0,-14 106 0,12-143 0,2 0 0,1 40 0,1-21 0,18 128 0,-20-157 0,4 28 0,-3-42 0,0 0 0,0 0 0,0 0 0,0 0 0,1 0 0,-1-1 0,0 1 0,1 0 0,-1 0 0,1 0 0,-1 0 0,1-1 0,-1 1 0,1 0 0,0-1 0,-1 1 0,1 0 0,0-1 0,0 1 0,-1-1 0,1 1 0,0-1 0,0 1 0,0-1 0,0 0 0,-1 1 0,1-1 0,0 0 0,0 0 0,0 1 0,0-1 0,1 0 0,-1-1 0,0-1 0,0 1 0,-1-1 0,1 1 0,-1 0 0,1-1 0,-1 1 0,1-1 0,-1 1 0,0-1 0,0 1 0,0-1 0,0 1 0,0-1 0,0 0 0,0 1 0,0-1 0,-1-1 0,1-1 0,0-2 0,1-1 0,0 1 0,0-1 0,0 1 0,4-9 0,-3 9 0,0-1 0,0 1 0,-1 0 0,0-1 0,1-9 0,-1 2 0,1-1 0,1 0 0,1 1 0,0-1 0,1 1 0,0 0 0,10-17 0,-6 12 0,-1 0 0,6-24 0,-9 20 0,2-8 0,1 1 0,1 0 0,15-33 0,-14 40 0,1 0 0,1 1 0,1 1 0,1 0 0,1 0 0,29-31 0,-42 51 0,0-1 0,0 0 0,1 1 0,-1-1 0,0 1 0,1-1 0,-1 1 0,1 0 0,0 0 0,-1 0 0,1 1 0,3-1 0,-5 0 0,0 1 0,1 0 0,-1 0 0,0 0 0,0 0 0,0 1 0,0-1 0,1 0 0,-1 0 0,0 1 0,0-1 0,0 1 0,0-1 0,0 1 0,0-1 0,0 1 0,0 0 0,0-1 0,0 1 0,0 0 0,-1 0 0,1 0 0,0 0 0,0 0 0,-1 0 0,1 0 0,0 0 0,0 1 0,9 20 0,0-1 0,-1 0 0,9 34 0,-13-36 0,1-1 0,13 28 0,-12-30 0,0 1 0,-1-1 0,6 29 0,-6-22 0,-3-12 0,-1 0 0,0-1 0,-1 1 0,1 12 0,-2-17 0,1 1 0,0 0 0,0 0 0,1 0 0,0 0 0,5 12 0,-4-13 0,-1 0 0,0 1 0,0-1 0,0 1 0,-1 0 0,1 12 0,-2-13 0,1 1 0,0-1 0,0 0 0,0 0 0,4 12 0,-3-12 0,0 0 0,0-1 0,-1 2 0,0-1 0,1 12 0,-2-18 0,0 1 0,0 0 0,0-1 0,0 1 0,0 0 0,0-1 0,0 1 0,0 0 0,1-1 0,-1 1 0,0-1 0,0 1 0,1 0 0,-1-1 0,0 1 0,1-1 0,-1 1 0,1-1 0,-1 1 0,1-1 0,-1 1 0,1-1 0,-1 0 0,1 1 0,-1-1 0,1 0 0,-1 1 0,1-1 0,0 0 0,-1 0 0,1 0 0,-1 1 0,1-1 0,0 0 0,-1 0 0,1 0 0,0 0 0,-1 0 0,1 0 0,0 0 0,0-1 0,1 1 0,-1 0 0,1 0 0,-1-1 0,0 1 0,1-1 0,-1 1 0,0-1 0,1 0 0,-1 1 0,0-1 0,0 0 0,0 0 0,0 0 0,0 0 0,0 0 0,0 0 0,0 0 0,0 0 0,0 0 0,0-2 0,1-1 0,-1 1 0,1-1 0,0 0 0,0 1 0,0-1 0,1 1 0,-1 0 0,1 0 0,-1 0 0,7-5 0,-7 6 0,0 0 0,0 0 0,-1 0 0,1-1 0,-1 1 0,1 0 0,-1-1 0,0 1 0,0-1 0,0 1 0,0-1 0,0 0 0,-1 1 0,1-5 0,5-16 0,10-14 0,20-36 0,3-5 0,47-82 0,-8 15 0,-78 144 0,1 0 0,-1 0 0,1 0 0,-1 0 0,1 0 0,0 0 0,0 0 0,-1 0 0,1 0 0,0 0 0,0 1 0,0-1 0,0 0 0,0 0 0,0 1 0,0-1 0,0 1 0,0-1 0,0 1 0,2-1 0,-3 1 0,1 0 0,-1 0 0,1 0 0,-1 0 0,1 0 0,-1 0 0,1 0 0,-1 0 0,1 1 0,-1-1 0,1 0 0,-1 0 0,1 1 0,-1-1 0,1 0 0,-1 0 0,0 1 0,1-1 0,-1 0 0,1 1 0,-1-1 0,0 1 0,0-1 0,1 0 0,-1 1 0,0-1 0,0 1 0,1-1 0,-1 1 0,0-1 0,0 1 0,0-1 0,0 1 0,0-1 0,0 1 0,1-1 0,-1 1 0,-1-1 0,1 1 0,0-1 0,0 2 0,0 1 0,0-1 0,1 1 0,-1 0 0,1-1 0,0 1 0,-1 0 0,1-1 0,0 1 0,1-1 0,0 3 0,0-2 0,-1-1 0,0 1 0,0 0 0,0-1 0,0 1 0,0 0 0,0 0 0,-1 0 0,0 0 0,1 3 0,-1-3 0,0 1 0,1-1 0,-1 1 0,1-1 0,0 1 0,0-1 0,0 0 0,0 0 0,0 1 0,1-1 0,0 0 0,0 0 0,-1 0 0,6 4 0,-4-2 0,0-1 0,0 0 0,0 1 0,-1-1 0,0 1 0,1 0 0,1 7 0,42 160 0,-32-129 0,-10-34 0,-1 0 0,0 1 0,-1-1 0,0 1 0,0-1 0,0 12 0,-2-13-188,1-1 0,0 0-1,0 1 1,1-1 0,0 0 0,5 11-1,-4-11-372,-1-1-1,0 1 1,0-1 0,0 1-1,-1 0 1,1 10-1,-2-14-94,0 0 0,0 1 0,1-1-1,-1 0 1,1 0 0,0 0 0,0 0-1,0 0 1,0 0 0,2 3-1,-1-3-107,-1 0 0,0 0 0,1 0 0,-2-1 0,1 1 0,0 0 0,0 0-1,-1 1 1,1 5 0,-1-7 487,0-1 0,1 1 0,-1 0 0,1 0 0,-1 0 0,1-1 0,0 1 0,0 0 0,0-1 0,0 1 0,0-1 0,0 1 0,0-1 0,1 0 0,-1 1 0,0-1 0,1 0 0,-1 0 0,1 0 0,-1 0 0,1 0 0,0 0 0,-1 0 0,1-1 0,0 1 0,0-1 0,0 1 0,-1-1 0,1 1 0,0-1 0,0 0 0,0 0 0,3 0 0,1 0 31,0 0-1,0 0 1,0 0 0,0-1-1,0 0 1,0 0-1,0 0 1,0-1 0,0 0-1,7-3 1,0-3-28,32-18 2194,-36 20-715,-1 1-1,0-1 1,0-1-1,-1 0 1,11-11-1,17-19 3581,-28 30-3582,1 0 0,-1-1-1,0 0 1,-1 0 0,0 0 0,0-1-1,8-17 1,-5-7 2000,-8 27-2618,0-1 0,1 1 0,0 0-1,0-1 1,1 1 0,2-5 0,3-3-419,-2 0-1,0 0 1,0-1 0,-1 1 0,-1-1 0,-1 0 0,0 0 0,-1-1 0,1-27 0,-3 37-166,1-1 0,0 0 0,1 0 0,0 0 0,0 1 0,6-14 0,-6 16 0,0 1 0,0-1 0,-1 0 0,1 0 0,-1-1 0,0 1 0,0 0 0,0 0 0,-1-1 0,1 1 0,-1 0 0,0-1 0,0 1 0,-1 0 0,1-1 0,-1 1 0,0 0 0,-3-8 0,-5-4 0,7 14 0,0 0 0,1 0 0,0-1 0,-1 1 0,1 0 0,0-1 0,0 1 0,0-1 0,1 1 0,-1-1 0,0 1 0,1-5 0,0 6 0,0 0 0,1 1 0,-1-1 0,0 0 0,0 0 0,0 1 0,0-1 0,0 0 0,0 0 0,0 1 0,0-1 0,0 0 0,0 0 0,0 1 0,0-1 0,-1 0 0,1 0 0,0 1 0,0-1 0,-1 0 0,1 1 0,-1-1 0,1 0 0,0 1 0,-1-1 0,1 1 0,-1-1 0,1 0 0,-1 1 0,0 0 0,1-1 0,-1 1 0,0-1 0,1 1 0,-1 0 0,0-1 0,1 1 0,-1 0 0,0 0 0,0-1 0,1 1 0,-1 0 0,0 0 0,0 0 0,1 0 0,-1 0 0,0 0 0,0 0 0,1 0 0,-1 0 0,0 1 0,0-1 0,1 0 0,-1 0 0,0 1 0,0-1 0,1 0 0,-1 1 0,1-1 0,-1 1 0,-1 0 0,-36 32 0,25-19 0,0 0 0,2 1 0,0 1 0,1 0 0,0 0 0,1 1 0,1 0 0,1 0 0,0 1 0,2 0 0,0 1 0,1-1 0,-4 35 0,8-38 0,0 24 0,6 51 0,-4-77 0,1 1 0,0-1 0,1 0 0,0 0 0,1 0 0,1 0 0,8 14 0,6 9 0,-16-25 0,2-1 0,0 0 0,0 0 0,1 0 0,0-1 0,15 16 0,42 28 0,-57-49 0,-1 0 0,1 0 0,0-1 0,0 1 0,0-2 0,0 1 0,1-1 0,-1 0 0,1 0 0,-1-1 0,1 0 0,-1-1 0,1 1 0,14-3 0,-13 2 0,-1 0 0,1-1 0,0-1 0,0 0 0,-1 0 0,1 0 0,-1-1 0,0 0 0,1-1 0,-2 0 0,1 0 0,9-7 0,24-20-580,-36 28 132,1-1 1,-1 1-1,0-1 0,-1 0 0,1 0 0,-1-1 0,1 1 0,-2-1 1,8-10-1,57-118-19537,-41 93 12309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28.7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50 480 7219,'-2'0'644,"1"0"1,-1 1-1,0-1 0,0 0 0,1 1 0,-1 0 0,0-1 1,1 1-1,-1 0 0,0-1 0,1 1 0,-1 0 0,-2 2 1,2-1-389,0 0 1,1 0 0,-1 0 0,0 0 0,1 0-1,-1 1 1,1-1 0,0 0 0,0 1-1,0-1 1,0 1 0,0-1 0,0 1-1,1 0 1,-1-1 0,1 1 0,0-1 0,-1 4-1,0 33 1372,0-18-90,0 1 1,2 0-1,0 0 0,5 22 0,-1-27-1019,29 138 1294,-32-138-1813,2 0 0,-1 0 0,2 0 0,11 27 0,-10-28 0,0 1 0,5 28 0,-8-31 0,0 1 0,1-1 0,10 21 0,4 15 0,-16-43 0,0 0 0,1 0 0,0 0 0,0 0 0,0 0 0,1-1 0,5 8 0,9 17 0,-18-30 0,1 1 0,-1 0 0,1 0 0,0-1 0,-1 1 0,1 0 0,0-1 0,0 1 0,0-1 0,0 1 0,0-1 0,1 1 0,-1-1 0,0 0 0,1 0 0,-1 1 0,1-1 0,-1 0 0,1 0 0,0-1 0,-1 1 0,1 0 0,0 0 0,0-1 0,-1 1 0,1-1 0,0 0 0,0 1 0,0-1 0,0 0 0,-1 0 0,1 0 0,0 0 0,0-1 0,0 1 0,0 0 0,3-2 0,-3 1 0,0 0 0,0 0 0,0 0 0,1 0 0,-1 0 0,0-1 0,0 1 0,-1-1 0,1 1 0,0-1 0,-1 0 0,1 0 0,0 0 0,-1 0 0,0 0 0,0 0 0,2-3 0,15-44 0,-13 33 0,-2 11 0,-1-1 0,-1 0 0,1 0 0,-1 0 0,0 0 0,-1 0 0,1-7 0,0 2 0,0 1 0,1-1 0,0 1 0,5-15 0,-3 14 0,-1 0 0,0-1 0,-1 1 0,1-19 0,-4 15 0,0 0 0,-1 1 0,-1-1 0,-4-16 0,3 18 0,1-1 0,0 0 0,1 0 0,0-15 0,2-225 0,0 254-5,0 0 0,0-1 1,0 1-1,0-1 0,0 1 0,0-1 0,0 1 1,0-1-1,0 1 0,0 0 0,0-1 0,1 1 1,-1-1-1,0 1 0,0 0 0,1-1 0,-1 1 1,0-1-1,0 1 0,1 0 0,-1-1 0,0 1 0,1 0 1,-1 0-1,0-1 0,1 1 0,-1 0 0,1 0 1,-1 0-1,0-1 0,1 1 0,-1 0 0,1 0 1,-1 0-1,1 0 0,0 0 0,21 4-541,19 20-1726,80 67-10152,-111-82 11803,15 15-1034,1-2 0,1 0 0,31 18 0,-10-11 965,-35-19 820,0-1 0,0-1 1,1 0-1,0-1 0,1-1 1,0 0-1,22 5 0,-5-2 939,-29-7-900,0-1-1,-1 0 0,1 0 1,0 0-1,0-1 0,0 1 1,0-1-1,0 0 0,0 1 1,0-1-1,0 0 0,6-2 1,11-4 1118,33-12 1900,-50 17-2926,0-1 0,0 1 0,0-1-1,-1 1 1,1-1 0,0 0 0,-1 0 0,0 0 0,1-1 0,-1 1-1,0 0 1,0-1 0,3-5 0,7-14 1818,-9 18-1698,-1 0 0,0 0 0,0 0-1,0 0 1,0-1 0,0 1 0,-1-1-1,0 1 1,0-1 0,0 1 0,-1-6-1,1-24 684,-2-40 1123,1 69-2101,-1 0-1,0 0 1,0 0-1,-1 0 1,1 0-1,-1 0 1,0 1-1,-1-1 1,1 1-1,-1-1 0,-5-6 1,0 3-86,1-1 0,0 0 0,1 0 0,0 0 0,0-1 0,-6-13 0,10 20 0,1 1 0,-1 0 0,0-1 0,-1 1 0,1 0 0,0 1 0,-1-1 0,1 0 0,-1 1 0,1-1 0,-1 1 0,0 0 0,0 0 0,0 0 0,1 0 0,-1 0 0,0 1 0,-4-1 0,5 0 0,-1 1 0,1-1 0,-1 1 0,1 0 0,-1-1 0,0 1 0,1 1 0,-1-1 0,1 0 0,-1 1 0,1-1 0,-1 1 0,1-1 0,-1 1 0,1 0 0,0 0 0,0 1 0,-1-1 0,1 0 0,0 1 0,-2 1 0,-32 43 0,27-38 0,1 1 0,1 0 0,0 1 0,0 0 0,1 0 0,0 0 0,1 1 0,0 0 0,1 0 0,-5 20 0,2 13 0,2-1 0,1 57 0,5-78 0,0 0 0,2 0 0,8 32 0,-9-24 0,-2-26 0,0 0 0,0-1 0,0 1 0,0 0 0,1-1 0,0 1 0,-1 0 0,3 5 0,1-1 0,0 1 0,-1-1 0,1 0 0,1-1 0,0 1 0,0-1 0,0 1 0,7 6 0,-10-14 0,-1 0 0,1 0 0,-1 0 0,1 0 0,-1-1 0,1 1 0,-1 0 0,1-1 0,-1 1 0,0-1 0,1 1 0,-1-1 0,0 0 0,1 0 0,-1 0 0,0 1 0,0-1 0,0 0 0,0-1 0,0 1 0,0 0 0,0 0 0,0 0 0,0 0 0,-1-1 0,1 1 0,0 0 0,0-2 0,11-13 0,-10 14 0,0 0 0,0 0 0,0 0 0,0-1 0,0 1 0,-1-1 0,0 1 0,1-1 0,-1 0 0,0 1 0,0-1 0,0 0 0,-1 0 0,1 0 0,-1 0 0,1 0 0,-1 0 0,0 0 0,0 0 0,-1-3 0,1 1 0,0 0 0,0 0 0,1-1 0,-1 1 0,1 0 0,0 0 0,3-9 0,4-1 0,-6 11 0,1 1 0,-2-1 0,1 0 0,0 0 0,-1 0 0,0 0 0,0 0 0,0 0 0,0 0 0,-1-1 0,1-3 0,18-94 0,-19 101 0,0-1 0,0 1 0,0 0 0,0 0 0,0 0 0,0 0 0,1 0 0,-1-1 0,1 1 0,-1 0 0,1 0 0,-1 0 0,1 0 0,-1 0 0,1 0 0,0 0 0,0 0 0,-1 0 0,1 1 0,0-1 0,0 0 0,0 0 0,0 1 0,0-1 0,0 1 0,0-1 0,0 1 0,0-1 0,0 1 0,1-1 0,-1 1 0,0 0 0,0 0 0,0 0 0,0 0 0,1-1 0,-1 2 0,0-1 0,0 0 0,0 0 0,2 0 0,-1 1 0,1-1 0,-1 0 0,0 1 0,1 0 0,-1-1 0,0 1 0,1 0 0,-1 0 0,0 0 0,0 1 0,0-1 0,0 0 0,0 1 0,0 0 0,0-1 0,-1 1 0,1 0 0,-1 0 0,1 0 0,1 2 0,-1-1 0,0 0 0,0 0 0,0 0 0,1-1 0,-1 1 0,1-1 0,0 1 0,0-1 0,-1 0 0,2 0 0,-1 0 0,0 0 0,0-1 0,5 2 0,-3-1 0,0 0 0,-1 1 0,1-1 0,-1 1 0,0 0 0,1 1 0,-1-1 0,4 5 0,16 22 0,1-1 0,48 42 0,-58-61 0,0 0 0,1 0 0,0-2 0,0 0 0,1-1 0,27 8 0,-43-15 0,4 1-76,-1 0 0,1 0 0,0-1 0,-1 1-1,1-1 1,0-1 0,-1 1 0,1-1 0,-1 1 0,1-1 0,0 0 0,-1-1 0,0 1 0,1-1-1,-1 0 1,0 0 0,0-1 0,0 1 0,7-6 0,5-5-311,-2 0 1,1 0-1,13-18 1,-26 28 388,0 1 0,0-1 0,0 0 0,0 0 1,0 0-1,-1-1 0,0 1 0,1 0 0,-1-1 0,0 1 0,-1 0 0,2-6 1,3-15 52,3 1 21,-5 15-26,0 0 0,-1 0 0,0 0-1,0 0 1,-1 0 0,0 0 0,0-10 0,0-6 169,0 9 48,-1 0 0,-1 0 0,0 1 1,-3-18-1,-11-48 336,9 40-427,-17-55 0,5 29-176,13 44 0,-1 0 0,-1 0 0,0 1 0,-2-1 0,-16-27 0,14 32 0,-92-130 0,75 106 0,23 34 0,0-1 0,0 1 0,-1 0 0,1 0 0,-13-10 0,15 14 0,-40-29 0,43 31 0,-1 1 0,0-1 0,0 1 0,0 0 0,0-1 0,1 1 0,-1 0 0,0 0 0,0 0 0,0 0 0,0 0 0,0 0 0,0 0 0,1 0 0,-1 0 0,0 0 0,0 0 0,0 0 0,0 1 0,-1-1 0,1 1 0,0 0 0,1 0 0,-1 0 0,0 0 0,1 0 0,-1 0 0,0 0 0,1 0 0,-1 0 0,1 0 0,0 1 0,-1-1 0,1 0 0,0 0 0,0 0 0,0 0 0,0 1 0,0-1 0,0 0 0,0 2 0,-1 41 0,-1-27 0,2 0 0,0 1 0,1-1 0,6 29 0,11 34 0,-9-36 0,2-1 0,1 0 0,31 68 0,-19-66 0,-11-23 0,19 47 0,-16-28 0,2-1 0,1-1 0,27 39 0,-34-59 0,2-2 0,16 18 0,1 1 0,43 46-1531,-68-75 853,-3-3-51,0 1 0,0-1 0,1 0 0,-1 0 0,1-1 0,0 1 0,0-1 0,1 0 0,-1 0 0,1 0 1,-1-1-1,11 5 0,6 1-3807,-11-4 2911,1 0 0,-1-1 0,1 0 0,-1-1 1,15 2-1,-21-4 1273,1-1 1,-1 1-1,1-1 1,-1 1-1,1-1 1,-1 0-1,0-1 1,0 1-1,1-1 1,-1 0 0,0 0-1,0 0 1,-1-1-1,1 1 1,0-1-1,4-5 1,19-20-455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29.2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1 709 320,'14'-30'969,"5"-4"3289,-2-1 0,22-67-1,-11 8 7399,-26 84-10737,0 0 0,0 0 0,-1 0 0,-1 0 0,0-1 0,-1-17 0,-1-4-303,3 28-616,0 16 0,0-9 0,-1 1 0,-1 0 0,1-1 0,0 1 0,-1 0 0,0-1 0,0 1 0,-2 5 0,1-5 0,-1 0 0,0 1 0,1-1 0,0 1 0,0-1 0,0 1 0,0 0 0,1 0 0,0 0 0,0 0 0,0 0 0,0 0 0,1 1 0,0-1 0,0 0 0,0 0 0,1 0 0,2 9 0,5 6 0,-5-14 0,-1 0 0,0 1 0,0-1 0,0 1 0,0-1 0,-1 1 0,0 11 0,1-2 0,-1 0 0,2 0 0,0-1 0,1 1 0,1-1 0,9 22 0,4 16 0,-16-49 0,-1-1 0,1 1 0,0 0 0,0-1 0,0 1 0,0-1 0,1 1 0,4 4 0,17 27 0,-23-33 0,-1-1 0,1 1 0,-1 0 0,1 0 0,0-1 0,0 1 0,0-1 0,0 1 0,0-1 0,0 1 0,0-1 0,0 0 0,1 1 0,-1-1 0,1 0 0,-1 0 0,1 0 0,-1 0 0,1 0 0,-1 0 0,1 0 0,0-1 0,-1 1 0,1-1 0,0 1 0,0-1 0,0 1 0,-1-1 0,1 0 0,0 0 0,0 0 0,0 0 0,-1 0 0,1-1 0,0 1 0,0 0 0,0-1 0,1 0 0,1-1 0,0-1 0,0 1 0,-1-1 0,0 1 0,1-1 0,-1 0 0,0 0 0,0-1 0,0 1 0,-1-1 0,1 1 0,-1-1 0,0 0 0,0 0 0,3-7 0,96-312 0,-99 314 0,0 0 0,-1-1 0,0 1 0,0-1 0,-1 1 0,-1-12 0,0-7 0,1 26 0,0 1 0,0-1 0,1 1 0,-1-1 0,0 1 0,1-1 0,-1 1 0,1-1 0,0 1 0,-1 0 0,1-1 0,0 1 0,0 0 0,1-2 0,-2 3 0,0 0 0,0 1 0,0-1 0,-1 0 0,1 0 0,0 1 0,0-1 0,0 0 0,0 0 0,0 1 0,0-1 0,0 0 0,0 0 0,0 1 0,0-1 0,0 0 0,0 1 0,0-1 0,0 0 0,0 0 0,0 1 0,0-1 0,0 0 0,1 0 0,-1 1 0,0-1 0,0 0 0,0 0 0,0 0 0,0 1 0,1-1 0,-1 0 0,0 0 0,0 0 0,0 1 0,1-1 0,-1 0 0,0 0 0,0 0 0,1 0 0,-1 0 0,0 0 0,0 0 0,1 1 0,-1-1 0,0 0 0,0 0 0,1 0 0,-1 0 0,0 0 0,0 0 0,1 0 0,-1 0 0,0 0 0,0 0 0,1 0 0,-1-1 0,0 1 0,0 0 0,1 0 0,-1 0 0,0 0 0,0 0 0,1 0 0,-1-1 0,0 1 0,1 0 0,-2 1 0,2 0 0,-1 0 0,0-1 0,0 1 0,0 0 0,0 0 0,0 0 0,1 0 0,-1 0 0,0 0 0,1-1 0,-1 1 0,1 0 0,-1 0 0,1-1 0,-1 1 0,1 0 0,0 0 0,-1-1 0,1 1 0,0-1 0,-1 1 0,1-1 0,1 2 0,10 9 0,16 88 0,15-27 0,-17-33 0,-21-30 0,1 0 0,1-1 0,-1 1 0,1-2 0,11 10 0,-9-9 0,-1 1 0,1 0 0,10 15 0,-15-17 0,0-1 0,1 0 0,0-1 0,0 1 0,0-1 0,1 0 0,0 0 0,0-1 0,0 1 0,12 5 0,19 13 0,-34-21 0,1 1 0,-1-1 0,1 1 0,0-1 0,-1-1 0,1 1 0,7 2 0,-1 0 0,-9-3 0,1 0 0,0 0 0,0 0 0,-1 0 0,1 0 0,0-1 0,0 1 0,0-1 0,0 1 0,0-1 0,0 0 0,0 0 0,0 0 0,0 0 0,0 0 0,0 0 0,3-2 0,4-1 0,-1 0 0,0-1 0,0 0 0,0 0 0,-1-1 0,1 0 0,-1-1 0,-1 0 0,1 0 0,-1 0 0,0 0 0,0-1 0,0 0 0,-1-1 0,0 1 0,-1-1 0,0 0 0,0 0 0,-1 0 0,0-1 0,0 1 0,-1-1 0,0 0 0,0 1 0,-1-1 0,0 0 0,-1-11 0,3-64 0,-2-59 0,-2 125 0,0-1 0,-2 1 0,0-1 0,-1 1 0,-8-22 0,3 17 0,2-1 0,-7-35 0,12 51 0,-1 1 0,-1-1 0,0 1 0,0-1 0,0 1 0,0 1 0,-1-1 0,-1 1 0,1-1 0,-1 1 0,-7-5 0,11 8 0,-1 1 0,1 0 0,-1 1 0,0-1 0,1 0 0,-1 1 0,0 0 0,0-1 0,0 1 0,0 0 0,0 1 0,0-1 0,-5 0 0,6 1 0,0 0 0,0 1 0,1-1 0,-1 0 0,0 1 0,1 0 0,-1-1 0,0 1 0,1 0 0,-1 0 0,1 0 0,-1 0 0,1 0 0,0 0 0,-1 0 0,1 1 0,0-1 0,0 0 0,0 1 0,0-1 0,0 1 0,0-1 0,0 1 0,0-1 0,0 4 0,-19 29 0,17-30 0,0 0 0,1 0 0,-1 0 0,1 1 0,0-1 0,0 1 0,1-1 0,-1 1 0,1 0 0,0 0 0,0 0 0,0-1 0,1 10 0,-1 21 0,0-16 0,1 0 0,0 0 0,7 37 0,19 63 0,-23-109 0,0 0 0,1 0 0,0-1 0,0 1 0,1-1 0,0 0 0,1 0 0,12 14 0,19 34 0,-30-45 0,-1-1 0,2 0 0,0 0 0,0-1 0,11 10 0,19 26 0,-36-43 0,1 0 0,0 0 0,-1 1 0,1-1 0,1-1 0,-1 1 0,0 0 0,0-1 0,1 0 0,0 0 0,-1 0 0,1 0 0,6 2 0,9 4 0,0 3 0,-16-9 0,0 0 0,0 0 0,0-1 0,0 1 0,0-1 0,0 0 0,1 0 0,-1 0 0,0 0 0,1-1 0,-1 0 0,1 1 0,-1-1 0,0 0 0,7-1 0,-4 0-379,1 1 0,-1-1 0,1 0 1,-1 0-1,1-1 0,-1 0 0,0 0 0,0-1 0,0 1 1,0-1-1,0-1 0,-1 1 0,10-8 0,-6 3-750,-1 0 0,0 0 0,-1 0 0,0-1-1,0 0 1,-1-1 0,9-17 0,12-23-5872,-19 42 5572,0 0 0,1 0-1,15-11 1,-23 19 1384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29.6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141 1 19593,'-24'-1'3354,"-35"2"3419,56 0-6635,1-1 1,0 0-1,0 1 1,0 0-1,-1-1 1,1 1-1,0 0 1,0 0-1,0 0 1,0 0-1,1 0 1,-1 1-1,0-1 1,0 1-1,1-1 1,-1 1-1,1-1 1,-1 1-1,1 0 1,0 0-1,-2 2 1,0 3-139,0 1 0,1-1 0,0 0 0,0 1 0,1-1 0,0 1 0,0 0 0,1-1 0,0 1 0,0-1 0,2 13 0,2-4 0,0 4 0,-1-1 0,2 38 0,-3-34 0,1-1 0,1 1 0,1-1 0,0 0 0,13 28 0,-6-14 0,109 327 0,-101-280-2786,-17-64 951,0-1 1,1 0-1,13 33 0,-12-42 423,-1 1 1,0-1-1,-1 1 0,0 0 0,-1 0 0,0 0 0,0 0 0,0 17 0,-2 26-3561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30.6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51 1054 5394,'-20'-34'9918,"-2"0"-1096,21 33-8704,1 0 1,-1 0-1,0 1 1,0-1-1,1 0 1,-1 0-1,1 0 1,-1 0 0,1 0-1,-1 0 1,1 0-1,0 0 1,-1 0-1,1-1 1,0 1-1,0 0 1,0 0-1,0 0 1,0 0-1,0 0 1,0 0-1,0-1 1,0 1-1,0 0 1,1 0 0,-1 0-1,0 0 1,1 0-1,-1 0 1,1 0-1,-1 0 1,1 0-1,0 0 1,-1 0-1,1 0 1,1-1-1,36-23 9,-32 21 19,15-6-86,0 2 1,0 0 0,1 1-1,33-6 1,24-8-132,-45 11 86,16-4-176,-1-2 1,75-36-1,-81 31 93,-29 15 48,-2 0 0,1-1 0,-1-1 0,19-14 0,-20 13 13,-7 6 8,1 0-1,-1 0 0,0-1 1,0 0-1,0 1 0,-1-2 1,1 1-1,-1 0 0,0-1 0,0 1 1,-1-1-1,4-7 0,6-28 159,-8 29 27,0 0 1,-1-1 0,0 0-1,-1 1 1,1-21-1,-2 11 428,-1 13-298,1 1-1,-1 0 1,-1-1-1,0 1 1,0 0-1,-3-12 1,-3-6-110,1 5-194,0 0 1,-1 0-1,-1 1 0,0 0 1,-18-27-1,7 18-12,-14-12 0,32 40 0,0 0 0,0 0 0,0 0 0,0 0 0,-1 0 0,1 1 0,0-1 0,0 0 0,0 1 0,0-1 0,0 0 0,0 1 0,0-1 0,0 1 0,0 0 0,1-1 0,-1 1 0,0 0 0,0-1 0,0 1 0,1 0 0,-1 0 0,0 0 0,1 0 0,-1 0 0,0 0 0,1 0 0,0 0 0,-1 0 0,1 0 0,-1 1 0,-1 2 0,-1 0 0,1 1 0,0-1 0,1 1 0,-1-1 0,1 1 0,0 0 0,0-1 0,-1 6 0,3 5 0,1 0 0,0-1 0,9 29 0,5 27 0,-5-22 0,2 0 0,2-1 0,26 55 0,-10-26 0,40 96 0,-53-115 0,-17-49 0,1-1 0,0 1 0,0 0 0,1 0 0,0-1 0,1 1 0,0-1 0,6 9 0,10 17 0,3 5 0,-22-38 0,-1 1 0,1 0 0,-1 0 0,1-1 0,0 1 0,-1 0 0,1-1 0,0 1 0,-1-1 0,1 1 0,0-1 0,0 1 0,-1-1 0,1 1 0,0-1 0,0 0 0,0 0 0,0 1 0,0-1 0,-1 0 0,1 0 0,0 0 0,0 0 0,0 0 0,0 0 0,0 0 0,0 0 0,0 0 0,0 0 0,-1-1 0,1 1 0,1-1 0,0-2 0,-1 0 0,0-1 0,0 0 0,0 1 0,0-1 0,-1 1 0,0-1 0,1 0 0,-1 1 0,0-1 0,-1 0 0,0-6 0,0-2 0,3-49 0,0 40 0,-1 0 0,-1 0 0,-1 0 0,-1 0 0,-5-23 0,-2 18 0,6 18 0,1 0 0,-1 0 0,1-1 0,1 1 0,-1 0 0,1-13 0,1-207 0,0 228 0,0 1 0,0-1 0,0 0 0,1 0 0,-1 0 0,0 1 0,0-1 0,1 0 0,-1 0 0,0 0 0,1 1 0,-1-1 0,0 0 0,0 0 0,1 0 0,-1 0 0,0 0 0,1 0 0,-1 0 0,0 0 0,1 0 0,-1 0 0,0 0 0,1 0 0,-1 0 0,0 0 0,0 0 0,1 0 0,-1 0 0,0 0 0,1 0 0,-1 0 0,0 0 0,0-1 0,1 1 0,-1 0 0,0 0 0,1 0 0,-1-1 0,0 1 0,0 0 0,0 0 0,1-1 0,-1 1 0,0 0 0,0 0 0,0-1 0,0 1 0,1 0 0,-1 0 0,0-1 0,0 1 0,0 0 0,0-1 0,0 1 0,0 0 0,0-1 0,0 1 0,0 0 0,0-1 0,0 1 0,0 0 0,0-1 0,0 1 0,24 30 0,-13-16 0,28 27 0,-23-25 0,0 1 0,-1 0 0,18 28 0,-22-28 0,0-1 0,2-1 0,17 19 0,27 33 0,-49-55-77,1-2 0,0 0 0,14 12 0,22 26-1832,-39-39 151,1-1 0,0 0 0,1 0 0,-1 0 1,2-1-1,-1-1 0,14 9 0,14 11-4604,-28-26 3774,66-27-1950,-61 20 4351,-5 3 148,1 0 0,-2-1 1,1 0-1,-1 0 0,1 0 1,-1-1-1,-1 0 0,1-1 1,5-7-1,2-5 819,-2-1 0,0 0 1,-1-1-1,-1-1 0,-1 1 0,12-43 0,-9-3 1403,2-4 2636,-3 0 0,2-92 0,-12 137-3599,0 5-66,-1 0 1,-1 0-1,-5-30 0,6 48-1079,-1 1 0,1-1 0,-1 0 0,1 0 1,-1 0-1,0 1 0,0-1 0,0 0 0,0 1 0,-1-1 0,1 1 1,-1-1-1,0 1 0,1 0 0,-1 0 0,0 0 0,0 0 0,-1 0 0,1 0 1,0 0-1,0 1 0,-1-1 0,1 1 0,-1 0 0,0-1 0,1 1 0,-1 0 1,0 1-1,0-1 0,1 0 0,-6 0 0,3 2-75,0 0 0,0 0 0,0 0 0,0 0 0,1 1 0,-1 0 0,0 0 0,1 0 0,-1 1 0,1-1 0,0 1 0,0 0 0,0 0 0,0 1 0,1-1 0,-1 1 0,1-1 0,0 1 0,0 0 0,0 1 0,1-1 0,-1 0 0,-2 10 0,-4 4 0,2 2 0,0-1 0,1 1 0,-4 28 0,-1 9 0,4-25 0,1 0 0,-1 63 0,5-52 0,1-26 0,1 0 0,0 0 0,1 0 0,5 30 0,4-20 0,-8-21 0,1-1 0,-1 1 0,0 0 0,-1 0 0,0 0 0,0 0 0,1 11 0,-2-12 0,1 0 0,-1-1 0,1 1 0,0-1 0,0 1 0,4 7 0,4 26 0,-8-37 0,-1 1 0,1-1 0,0 1 0,-1-1 0,1 0 0,0 1 0,0-1 0,-1 0 0,1 0 0,0 0 0,0 1 0,0-1 0,1 0 0,-1 0 0,0-1 0,0 1 0,1 0 0,-1 0 0,0 0 0,1-1 0,-1 1 0,1-1 0,-1 1 0,0-1 0,1 0 0,-1 1 0,1-1 0,0 0 0,-1 0 0,1 0 0,-1 0 0,1 0 0,-1-1 0,3 0 0,26-23 0,-27 21 0,1 0 0,-1 0 0,0 0 0,0 0 0,-1-1 0,1 1 0,-1-1 0,1 0 0,-1 0 0,0 0 0,-1 0 0,1 0 0,0-4 0,2-1 0,-2-1 0,0 1 0,0-1 0,1-19 0,16-103 0,-19-82 0,0 203 0,0 18 0,5 22 0,11 2 0,-5-8 0,2 0 0,16 23 0,27 41 0,-42-62 0,1-1 0,1-1 0,1-1 0,33 34 0,-45-52-273,0 1 0,0-1 0,0-1 0,1 1 0,-1-1 0,1 0 0,0 0 0,-1-1 0,1 1 1,1-1-1,-1-1 0,0 1 0,0-1 0,1 0 0,-1-1 0,1 1 0,-1-1 0,0 0 0,1-1 0,-1 0 0,1 0 0,-1 0 0,0-1 0,0 0 0,8-3 0,1-3-534,-13 7 692,1 0 0,-1 0 0,1 0-1,-1-1 1,1 1 0,-1-1 0,0 0-1,1 0 1,-1 0 0,0 0 0,0 0-1,-1 0 1,1 0 0,0-1 0,-1 1-1,1 0 1,-1-1 0,0 0 0,0 1 0,0-1-1,0 0 1,1-3 0,18-38-349,-17 39 455,0 0 0,0 0-1,-1 0 1,1 0 0,-1-1 0,-1 1 0,1-1 0,-1 1 0,0-1 0,0 0-1,0-10 1,-1-197 2601,0 0 5170,0 199-7621,-1-1-1,-1 1 1,-1-1 0,0 1-1,-6-18 1,-4-13-211,6 26 70,6 16 0,-1 0 0,1 0 0,0 0 0,0 0 0,0 0 0,1 0 0,-1 0 0,1-1 0,-1-5 0,2 8 0,-1 0 0,-1-1 0,1 1 0,0 0 0,0-1 0,0 1 0,-1 0 0,1-1 0,0 1 0,-1 0 0,0 0 0,1-1 0,-1 1 0,1 0 0,-1 0 0,0 0 0,0 0 0,0 0 0,0 0 0,0 0 0,0 0 0,0 0 0,-2-1 0,-5-5 0,2-2 0,7 21 0,0-9 0,-1 1 0,0-1 0,1 1 0,0-1 0,0 0 0,0 1 0,0-1 0,0 0 0,1 0 0,3 5 0,-3-4 0,0-1 0,-1 0 0,1 1 0,0-1 0,-1 1 0,0 0 0,0 0 0,0-1 0,-1 1 0,1 8 0,2 10 0,0 0 0,1 0 0,1 0 0,0-1 0,2 1 0,1-1 0,14 26 0,-11-23 0,-1 1 0,-1 0 0,-1 1 0,7 36 0,-12-37 0,1 0 0,1 0 0,13 34 0,-8-24 0,10 61 0,-7-28 0,-10-52-607,-1 0-1,0 1 1,-2-1-1,-1 24 1,0 4-2404,1-37 1811,-1 0 0,0 0 0,0 0 0,-1 0 0,0 0 0,0-1 0,-1 1 0,-3 6 0,1 0-811,0 16-3877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30.7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0 359 5539,'43'-106'18504,"-35"85"-15996,-7 18-2313,-1 1-1,1 0 1,0-1 0,0 1 0,0 0-1,0 0 1,0 0 0,1 0 0,-1 0-1,1 0 1,3-4 0,2-2 103,2 0 1,-1 1-1,1 0 0,1 0 1,-1 1-1,1 0 1,0 0-1,0 1 0,1 1 1,-1 0-1,1 0 1,15-3-1,13 1-1551,72-21 1,-71 16-281,-1 1-1,41-4 1,-45 10-1118,31-2-6479,123-27 1,-143 21 6810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30.9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0 768,'54'7'4452,"-47"-6"-2521,0 2 0,-1-1 0,1 1 0,-1-1-1,0 2 1,0-1 0,0 1 0,0 0 0,6 5 0,10 15 3813,-17-5-3581,14 85-1832,-19-89-331,0 0 0,2 0 0,0 0 0,0 0 0,1 0 0,1-1 0,6 15 0,-7-16 0,-1-1 0,0 1 0,-1 0 0,0 0 0,-1 0 0,-2 17 0,0-16 0,2 1 0,0 0 0,3 20 0,3-1-338,-1-1 0,0 49 0,-5-64-2503,1-13 839,-1 0-1,0 0 0,0 0 1,-1 1-1,1-1 1,-1 0-1,-2 5 0,-12 8-3909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31.2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48 139 14903,'0'-3'1001,"-1"0"1,1 0-1,-1 0 1,1 0-1,-1 0 1,0 0-1,0 0 1,0 1-1,0-1 1,-1 0-1,1 1 1,-1-1-1,1 1 0,-3-3 1,-11-18 1840,11 12-2781,2 8-135,0 0 0,1-1 0,0 1 0,-1 0 0,1-1 0,1 1 0,-1-1 1,0 1-1,1-1 0,0-4 0,0 7-214,0 0 1,1 0-1,-1 1 0,0-1 1,1 0-1,-1 0 1,1 0-1,-1 1 1,1-1-1,0 0 0,-1 1 1,1-1-1,0 0 1,-1 1-1,1-1 1,0 1-1,0-1 1,-1 1-1,1 0 0,0-1 1,0 1-1,0 0 1,0-1-1,0 1 1,0 0-1,-1 0 1,1 0-1,2 0 0,21-3-2652,37 3-4570,22 0 1639,-54 1 4906,-1 1 1,38 9 0,-48-9 1322,0 0 1,31-1-1,-30-2 561,0 1 0,0 2 0,22 3 0,-19-4 836,-21-1-1619,0 0 0,1-1-1,-1 1 1,0 0 0,0 0 0,1 0-1,-1 1 1,0-1 0,0 0-1,1 0 1,-1 1 0,0-1-1,0 1 1,0-1 0,3 2 0,1 15 8260,-6-11-7390,0-1 0,0 1 0,-1 0 0,1-1 0,-1 0 0,0 1 0,-4 6 0,-10 28 2178,-4 10-3184,15-41 0,0 0 0,1 1 0,0 0 0,1 0 0,-3 11 0,0 13 0,0 1 0,2 0 0,1 35 0,3-58 0,1 1 0,0-1 0,1 0 0,0-1 0,0 1 0,2 0 0,-1-1 0,2 1 0,-1-1 0,1 0 0,1 0 0,13 18 0,41 39 0,-35-40 0,29 38 0,-6-13 0,-7-9 0,-41-44 0,0 0 0,0 1 0,1-1 0,-1 0 0,0 0 0,0 0 0,0 0 0,0 1 0,0-1 0,0 0 0,0 0 0,1 0 0,-1 1 0,0-1 0,0 0 0,0 0 0,0 0 0,0 1 0,0-1 0,0 0 0,0 0 0,0 0 0,0 1 0,0-1 0,0 0 0,0 0 0,0 1 0,0-1 0,-1 0 0,1 0 0,0 0 0,0 0 0,0 1 0,0-1 0,0 0 0,0 0 0,0 0 0,-1 0 0,1 1 0,0-1 0,0 0 0,0 0 0,0 0 0,-1 0 0,1 0 0,0 0 0,0 1 0,0-1 0,-1 0 0,1 0 0,0 0 0,0 0 0,-20 1 0,-25-11 0,0-5-1919,-39-16-5515,77 28 6779,1 0 1,-1 0 0,1-1 0,0 0 0,0 0-1,1 0 1,-1-1 0,1 0 0,-8-9 0,12 13-691,-9-7-399,6-8-11975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34.2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385 570 240,'0'-6'2281,"0"-38"13449,0 34-12598,1-1-951,-1 8-1523,1 0-1,-1 0 0,1-1 1,-1 1-1,0 0 0,0-1 1,-1 1-1,1 0 0,-1-1 1,1 1-1,-1 0 0,0 0 1,-3-6-1,-2 5-657,5 4 0,0-1 0,0 1 0,0-1 0,0 1 0,0-1 0,0 0 0,0 1 0,0-1 0,1 0 0,-1 1 0,0-1 0,0 0 0,1 0 0,-1 0 0,0 0 0,1 0 0,-1 0 0,1 0 0,-1 0 0,1 0 0,0 0 0,-1 0 0,1 0 0,0 0 0,0-2 0,0 2 0,0 0 0,-1 0 0,1 0 0,0 0 0,0 0 0,-1 0 0,1 0 0,0 0 0,-1 0 0,1 0 0,-1 0 0,1 0 0,-1 0 0,1 1 0,-1-1 0,0 0 0,0 0 0,1 0 0,-1 1 0,0-1 0,0 1 0,0-1 0,0 0 0,0 1 0,1-1 0,-1 1 0,0 0 0,0-1 0,0 1 0,-1 0 0,1 0 0,0-1 0,0 1 0,0 0 0,0 0 0,-2 0 0,-12-4 0,6-3 0,9 7 0,-1-1 0,1 1 0,-1-1 0,0 1 0,1-1 0,-1 1 0,1-1 0,-1 1 0,0 0 0,1 0 0,-1-1 0,0 1 0,0 0 0,1 0 0,-1-1 0,0 1 0,0 0 0,1 0 0,-1 0 0,0 0 0,0 0 0,1 0 0,-1 1 0,0-1 0,0 0 0,1 0 0,-1 0 0,0 1 0,1-1 0,-2 1 0,-10 2 0,0 1 0,0 0 0,1 1 0,-1 0 0,1 1 0,0 0 0,1 1 0,-1 0 0,1 1 0,1 0 0,-1 0 0,2 1 0,-1 0 0,1 1 0,0 0 0,1 0 0,-9 17 0,-8 19 0,-24 55 0,43-90 0,1 1 0,0 0 0,1 1 0,0-1 0,1 0 0,-1 21 0,3 165 0,2-185 0,0-1 0,1 0 0,1 0 0,-1 0 0,2 0 0,0-1 0,0 1 0,1-1 0,0-1 0,1 1 0,11 13 0,-10-13 0,-3-4 0,1 0 0,0-1 0,0 1 0,0-1 0,12 7 0,4 5 0,-16-13 0,1-1 0,0-1 0,0 1 0,0-1 0,0 0 0,12 2 0,-8-1 0,-8-3 0,0-1 0,0 0 0,0 1 0,0-1 0,0 0 0,0-1 0,0 1 0,0 0 0,0-1 0,0 0 0,0 0 0,0 1 0,-1-2 0,1 1 0,4-2 0,11-5 0,-11 6 0,-1 0 0,1-1 0,-1 0 0,0-1 0,0 1 0,0-1 0,-1 0 0,1 0 0,-1-1 0,0 0 0,0 0 0,0 0 0,-1 0 0,0-1 0,0 1 0,0-1 0,-1 0 0,0-1 0,0 1 0,0 0 0,2-13 0,0-7 0,-1 0 0,-1-1 0,-1 1 0,-3-41 0,1 24 0,-1 21 0,0 1 0,-1-1 0,-1 1 0,-11-38 0,11 48 0,-2-1 0,1 1 0,-1 0 0,-1 0 0,0 0 0,-1 1 0,1-1 0,-2 2 0,-15-17 0,22 25 0,-5-4 0,0-1 0,0 0 0,0 0 0,1-1 0,0 1 0,-4-8 0,8 12 0,0 0 0,0 0 0,0 0 0,0 0 0,0 1 0,-1-1 0,1 0 0,-1 1 0,1-1 0,-1 1 0,0 0 0,1-1 0,-1 1 0,0 0 0,-3-1 0,3 1 0,1 0 0,-1 0 0,0 0 0,0 0 0,1 0 0,-1-1 0,1 1 0,-1-1 0,1 1 0,-1-1 0,-1-2 0,-2-4 0,5 8 0,2 2 0,-1 0 0,1 0 0,0 1 0,0-1 0,0 0 0,0-1 0,0 1 0,1 0 0,1 1 0,70 25 0,-66-24-545,0-1 0,0-1-1,0 1 1,1-1 0,10 1 0,19 5-2251,-3-5 170,0-1 0,43-4-1,-40 1 2575,-27 1 305,0-1 1,0 0 0,-1 0 0,1-2 0,18-5-1,8-2 2523,-33 9-2482,0 0-1,-1 1 1,1-1 0,-1-1 0,1 1 0,-1 0 0,0-1 0,1 0 0,-1 0 0,0 0 0,0 0 0,0 0 0,0-1 0,-1 1 0,1-1 0,-1 0 0,1 0 0,-1 0 0,0 0 0,0 0 0,0 0 0,-1 0-1,1-1 1,-1 1 0,0-1 0,0 1 0,0-1 0,0 1 0,-1-1 0,1 0 0,-1 1 0,0-8 0,0 13-294,-1-1 0,1 1 0,0-1 0,-1 1 0,1 0 0,-1-1 0,1 1 0,-1-1 0,0 0 0,0 1 0,0-1 0,0 0 0,0 1 0,0-1 0,-1 1 0,0 0 0,1 0 0,-1 0 0,1 0 0,0 0 0,-1 0 0,1 0 0,0 0 0,0 0 0,0 0 0,0 1 0,1-1 0,-1 0 0,1 1 0,-1-1 0,1 5 0,-1 8 0,1-11 0,-1 1 0,1 0 0,0-1 0,0 1 0,1 0 0,0-1 0,0 1 0,0-1 0,1 5 0,5 6 0,-4-9 0,-1-1 0,1 0 0,-1 1 0,-1 0 0,1 0 0,-1 0 0,0-1 0,1 11 0,-1-3 0,0 0 0,1 1 0,1-1 0,0 0 0,1-1 0,10 25 0,8 26 0,1-16 0,2 1 0,-19-35 0,1 0 0,1-1 0,-1 1 0,2-1 0,0-1 0,19 20 0,-26-30 0,0 0 0,1-1 0,-1 1 0,0 0 0,1-1 0,-1 0 0,1 0 0,-1 1 0,1-1 0,-1-1 0,1 1 0,-1 0 0,0-1 0,1 1 0,-1-1 0,4-1 0,39-16 0,-42 15 0,0 0 0,1 0 0,-2 0 0,1-1 0,0 1 0,-1-1 0,1 0 0,-1 0 0,0 0 0,0 0 0,-1 0 0,2-5 0,15-55 0,-13 44 0,-1 0 0,-1-1 0,-1 0 0,0-21 0,-2-277 0,0 319 0,0 0 0,0 0 0,0-1 0,0 1 0,0 0 0,0-1 0,0 1 0,0 0 0,0-1 0,0 1 0,0 0 0,0-1 0,0 1 0,0 0 0,0 0 0,1-1 0,-1 1 0,0 0 0,0 0 0,0-1 0,0 1 0,1 0 0,-1 0 0,0-1 0,0 1 0,1 0 0,-1 0 0,0 0 0,0 0 0,1-1 0,-1 1 0,0 0 0,0 0 0,1 0 0,-1 0 0,0 0 0,1 0 0,-1 0 0,0 0 0,1 0 0,-1 0 0,0 0 0,0 0 0,1 0 0,-1 0 0,0 0 0,1 0 0,-1 0 0,0 0 0,1 0 0,-1 0 0,0 0 0,0 1 0,1-1 0,-1 0 0,0 0 0,0 0 0,1 0 0,-1 1 0,0-1 0,0 0 0,0 0 0,1 1 0,17 21 0,-15-16 0,1-1 0,-1 0 0,1 0 0,0 0 0,0 0 0,1-1 0,5 5 0,24 27 0,-23-19 0,1-1 0,1 0 0,1-1 0,0 0 0,32 25 0,6 6-866,-27-22-762,-8-2-2129,-16-20 3322,0-1 0,0 0 1,1 1-1,-1-1 0,0 0 0,1 0 0,-1 1 0,0-1 0,1 0 0,0 0 1,-1-1-1,1 1 0,-1 0 0,1 0 0,0-1 0,0 1 0,2 0 0,14 6-2574,-10-7 549,5-7 1332,-8 6 971,-1-1 0,1 0-1,-1-1 1,0 1 0,0-1 0,0 0 0,0 0-1,-1 0 1,1 0 0,-1-1 0,0 1-1,4-6 1,2-8 709,-2 0-1,0-1 1,0 0 0,-2 0-1,0 0 1,-1-1-1,2-32 1,-6-3 1439,1-17 3329,-3 0-1,-13-81 1,14 142-5210,0-1 0,1 0 0,2-20 0,-1 23-119,-1-1 0,1 1 0,-2-1-1,1 1 1,-1-1 0,0 1 0,-1 0-1,-2-10 1,-4-2 9,5 13 0,0 0 0,1 0 0,0 0 0,0 0 0,1 0 0,0 0 0,0-1 0,0-9 0,1 17 0,0-1 0,0 1 0,0 0 0,0 0 0,0 0 0,0 0 0,0 0 0,0 0 0,0 0 0,0-1 0,-1 1 0,1 0 0,0 0 0,0 0 0,0 0 0,0 0 0,0 0 0,0-1 0,0 1 0,0 0 0,0 0 0,0 0 0,0 0 0,1 0 0,-1 0 0,0 0 0,0-1 0,0 1 0,0 0 0,0 0 0,0 0 0,0 0 0,0 0 0,0 0 0,0 0 0,0-1 0,0 1 0,1 0 0,-1 0 0,0 0 0,0 0 0,0 0 0,0 0 0,0 0 0,0 0 0,0 0 0,1 0 0,-1 0 0,0 0 0,0 0 0,0 0 0,0 0 0,0 0 0,0 0 0,1 0 0,-1 0 0,0 0 0,0 0 0,0 0 0,0 0 0,0 0 0,0 0 0,1 0 0,-1 0 0,0 0 0,0 0 0,9 13 0,9 36 0,-7-5 0,25 121 0,-31-144 0,0 0 0,1-1 0,9 21 0,-8-24 0,-1 0 0,-1 1 0,6 28 0,9 87 19,-8-66-867,-3 1 1,0 69-1,-11-92-3526,-12 62-11560,11-71 10881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34.3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20 324 8516,'-3'-55'13530,"-10"4"-4322,12 48-9117,1-1 0,-1 0 0,0 1-1,1-1 1,0 0 0,0 0 0,0 0 0,0 1-1,1-1 1,0 0 0,-1 1 0,1-1 0,1 0-1,-1 1 1,0-1 0,3-2 0,1-8-122,-2 8 31,0 0 0,1 0 0,0 1 0,0-1 0,0 1 0,1 0 0,0 0 0,0 0 0,0 1 0,9-6 0,6-8 0,-16 15 7,1 0-1,-1 0 1,0 0 0,1 1 0,0-1-1,-1 1 1,1 0 0,0 0 0,0 1-1,0-1 1,0 1 0,0 0-1,1 1 1,-1-1 0,7 1 0,-4 0-106,1-1 0,-1 0 0,1 0 0,-1-1 0,13-5 0,-10 3-1045,0 1-1,0 0 1,0 1-1,17-2 1,96 4-11822,-59 1 5856,-21-1 3941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34.6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50 118 2401,'16'20'5627,"-16"-18"-4478,1 1 0,0-1 0,-1 0 0,1 1 0,-1-1 0,0 1 0,0-1 0,0 0 0,0 1 0,0-1 0,0 1 0,-1-1 0,1 0 1,-1 1-1,0-1 0,0 0 0,1 1 0,-3 2 0,-6 10 1758,8-14-2907,0 0 0,1 0 0,-1 0 0,1 0 0,-1 0 0,1 1 0,-1-1 0,1 0 0,0 0 0,0 0 0,0 1 0,-1-1 0,1 0 0,0 0 0,1 3 0,-4 11 0,-7-3 0,9-11 0,0 0 0,-1 0 0,1 1 0,0-1 0,0 0 0,0 1 0,0-1 0,1 1 0,-1 0 0,0-1 0,1 1 0,-1-1 0,1 1 0,-1 0 0,1 0 0,0-1 0,-1 1 0,1 0 0,0 3 0,-1 17 0,0-16 0,1 1 0,-1 0 0,1 0 0,1 0 0,-1-1 0,1 1 0,0 0 0,4 12 0,9 13 0,2-1 0,23 34 0,-34-56 0,1 0 0,1-1 0,-1 0 0,1-1 0,1 1 0,0-1 0,0 0 0,0-1 0,1 0 0,-1-1 0,1 1 0,13 4 0,-1-2 0,0-1 0,0 0 0,1-2 0,0 0 0,0-2 0,1 0 0,-1-2 0,0 0 0,44-5 0,-62 3 0,-1 1 0,1-1 0,-1 0 0,0 0 0,1 0 0,-1 0 0,0-1 0,0 1 0,0-1 0,0 0 0,0 0 0,0 0 0,0 0 0,-1-1 0,1 1 0,-1-1 0,0 1 0,0-1 0,0 0 0,3-5 0,-2 2 0,-1 0 0,1 0 0,-1-1 0,-1 1 0,1-1 0,-1 0 0,0 0 0,-1 1 0,0-8 0,1 4 0,-1 0 0,0 1 0,-1-1 0,0 0 0,-1 1 0,0-1 0,0 1 0,-1-1 0,0 1 0,-1 0 0,-5-9 0,-11-24 0,13 27 0,0 1 0,-1-1 0,0 1 0,-1 1 0,0 0 0,-18-20 0,-18-8 0,-83-62 0,106 88 0,0 2 0,0 0 0,-2 1 0,1 1 0,-1 2 0,-43-12 0,64 20-89,0 1-1,-1-1 1,1 1 0,0 0-1,-1 0 1,1 0 0,0 0-1,-1 0 1,1 1 0,0-1 0,-4 2-1,6-2 58,1 0 0,0 0-1,0 0 1,-1 1 0,1-1 0,0 0 0,0 0-1,0 0 1,-1 0 0,1 0 0,0 1-1,0-1 1,0 0 0,-1 0 0,1 0-1,0 1 1,0-1 0,0 0 0,0 0-1,0 0 1,0 1 0,0-1 0,-1 0-1,1 0 1,0 1 0,0-1 0,0 0-1,0 0 1,0 1 0,0-1 0,0 0 0,0 0-1,0 1 1,0-1 0,0 0 0,1 0-1,-1 1 1,0-1 0,0 0 0,0 0-1,0 1 1,0-1 0,20 14-1963,47 10-10762,-50-20 10104,-1 0 1,1-2-1,31 2 0,-25-4-2229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34.8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0 295 816,'32'-13'3816,"0"-1"-1,36-23 0,-62 34-3212,0-2 44,1 0 1,-1 0 0,1 0 0,-1-1-1,-1 0 1,1 0 0,-1-1 0,0 1-1,-1-1 1,1 0 0,-1 0 0,-1-1-1,0 1 1,0-1 0,0 0 0,1-8-1,9-59 6446,-12 42-5295,-19 298-1798,33 67 0,-8-237 0,-8 108 0,-2-73 0,4-84 13,-1 20-849,-1-1 0,-14 81 1,10-94-5123,5-45 4818,-1 1 1,1-1-1,-1 0 0,0 0 1,-1 1-1,1-1 1,-2 0-1,1 0 0,-1-1 1,0 1-1,-5 8 1,-12 14-4059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35.0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21 148 8468,'-9'-29'9173,"-2"-10"1099,11 38-10129,0 0 0,0 0 0,0 0-1,0 0 1,0 0 0,0 0 0,1 0-1,-1 0 1,0 0 0,1 0 0,-1 0-1,1 0 1,-1 0 0,1 0 0,-1 1-1,1-1 1,0 0 0,-1 0 0,1 1-1,0-1 1,0 0 0,-1 1 0,1-1-1,0 0 1,0 1 0,0-1 0,0 1-1,0 0 1,0-1 0,0 1 0,0 0 0,0 0-1,2-1 1,12-1-143,1 0 0,-1 1 0,1 1 0,24 2 0,-19-1 0,-1 0 0,35-4 0,245-12 0,-33 3 0,-192 2-5583,13-2-5647,-34 11 3392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37.2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20217,'28'26'12198,"-10"-15"-11846,-18 4-352,0-4 0,29 5 0,-29 0-4562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51.7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94 247 2865,'0'-16'2740,"-1"0"-1,0-1 1,-5-20 0,5 31-2024,-1 0 0,0 1 0,0-1 0,0 0 0,-1 1 0,0-1 0,0 1 0,0 0 0,-1 0 0,1 0 0,-8-7 0,9 10-425,-1 0-1,1 0 1,0 0 0,0 0 0,0-1 0,0 1 0,1-1 0,-1 1 0,0-1 0,1 0 0,0 1 0,0-1 0,0 0 0,0 0 0,0 0 0,0 0 0,1 0 0,-1-5-1,1 5-3,0 1 0,-1 0 0,1-1 0,-1 1 0,1 0 0,-1-1 0,0 1 0,0 0 0,0 0 0,-2-3 0,-4-1 905,4 11-717,6 34-475,1 1 0,2-1 0,1 0 0,3 0 0,1-1 0,22 51 0,-26-67 0,-1 0 0,5 34 0,-7-30 0,15 47 0,-9-37 0,12 68 0,-11-40 0,-1 13-3228,-12 43-7419,-1-38 5431,3-73 4343,-1-1 0,0 1 1,-1-1-1,0 1 1,0-1-1,-1 0 1,0 0-1,-7 15 0,3-8-1014,-9 2-1952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52.4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23 754 1825,'-2'-2'431,"0"0"1,0 0-1,0 1 1,0-1-1,1 0 1,-1-1-1,1 1 0,0 0 1,0 0-1,-1 0 1,1-1-1,1 1 1,-1-1-1,0 1 1,0-1-1,1 1 1,0-1-1,-1 1 1,1-1-1,0 1 0,0-1 1,1 1-1,-1-1 1,0 1-1,1-1 1,-1 1-1,3-5 1,-1 2-301,0 1 1,0 0 0,0 0-1,0 0 1,1 0-1,0 0 1,0 1 0,0-1-1,0 1 1,1 0 0,-1 0-1,1 0 1,4-3 0,30-12 374,78-27 0,-29 13 1318,-68 26-1495,-11 3-163,0 1 1,-1-1-1,1 0 0,-1-1 0,0 0 1,0 0-1,12-10 0,12-11 995,-17 15 99,0-1 1,18-20 0,-29 27-932,0 1 0,0-1 0,0 0 0,-1 0 0,1 0-1,-1 0 1,0 0 0,0 0 0,-1-1 0,1 1 0,-1-1 0,0 1 0,0-1 0,0-7-1,17-117 2319,-18 108-2647,-2-1 0,0 0 0,-9-35 0,9 45 0,1 0 0,0 0 0,1-23 0,1 11 0,-2 45 0,1-1 0,4 34 0,2-26 0,-1-4 0,1 0 0,2 0 0,11 26 0,-12-32 0,-1 1 0,-1 0 0,4 26 0,12 40 0,-15-68 0,7 21 0,2 0 0,28 52 0,-24-61 0,-8-12 0,-1 0 0,14 29 0,-18-34 0,0 0 0,1 0 0,1-1 0,16 19 0,18 28 0,-34-47 0,-1 0 0,1 0 0,1-1 0,0 0 0,11 10 0,-18-18 0,0 0 0,1 1 0,-1-1 0,1 0 0,-1 0 0,1-1 0,0 1 0,0 0 0,0-1 0,0 0 0,0 0 0,0 0 0,0 0 0,0 0 0,0-1 0,0 1 0,1-1 0,-1 0 0,0 0 0,0 0 0,0 0 0,1 0 0,-1-1 0,0 0 0,0 1 0,4-3 0,-4 0 0,0-1 0,-1 0 0,0 0 0,1 0 0,-2 0 0,1 0 0,2-7 0,-4 10 0,23-41 0,-20 36 0,1 0 0,-1 0 0,0 0 0,0 0 0,0 0 0,2-13 0,-2-27 0,2-12 0,2 33 0,2-7 0,-1 0 0,-1 0 0,-2-1 0,1-39 0,-5 62 0,0 1 0,0 0 0,0 0 0,1 0 0,1 1 0,0-1 0,6-15 0,-6 18 0,-2 3 0,0 0 0,-1 0 0,1 0 0,-1 0 0,1 0 0,-1-1 0,0 1 0,0 0 0,-1-5 0,0 6 0,1 0 0,0 0 0,0 0 0,-1 0 0,2 0 0,-1 0 0,0 0 0,0-1 0,1 1 0,-1 0 0,1 0 0,-1 0 0,1 1 0,2-5 0,-3 5 0,0 0 0,0 1 0,1-1 0,-1 0 0,0 0 0,1 0 0,-1 1 0,1-1 0,-1 0 0,1 1 0,0-1 0,-1 0 0,1 1 0,0-1 0,-1 1 0,1-1 0,0 1 0,-1-1 0,1 1 0,0 0 0,0-1 0,0 1 0,-1 0 0,1 0 0,0-1 0,0 1 0,0 0 0,0 0 0,-1 0 0,1 0 0,0 0 0,2 1 0,17 28 0,-15-19 0,86 127 0,-85-127 0,2 0 0,-1-1 0,15 14 0,3 5 0,-10-10 0,-7-6 0,1-1 0,0 0 0,1 0 0,1-1 0,0 0 0,18 12 0,2 0 0,1-1 0,66 32 0,-91-50 0,1 1 0,0-1 0,1 1 0,-1-2 0,1 1 0,0-1 0,0 0 0,18 0 0,-21-1 0,0-1 0,1-1 0,-1 1 0,0-1 0,1-1 0,-1 1 0,0-1 0,0 0 0,0 0 0,0 0 0,-1-1 0,1 0 0,-1-1 0,1 1 0,-1-1 0,0 0 0,0 0 0,6-8 0,-3 2 0,-1 0 0,-1 0 0,0-1 0,0 0 0,-1-1 0,0 1 0,4-21 0,-5 17 0,-2 0 0,0 0 0,-1-1 0,-1 1 0,-2-30 0,0 3 0,3 24 0,-1-1 0,0 1 0,-2-1 0,0 1 0,-1 0 0,-1 0 0,-1 0 0,0 0 0,-1 0 0,-16-31 0,6 7 0,15 35 0,-1 1 0,0 0 0,0-1 0,0 1 0,-1 0 0,0 0 0,0 1 0,-1-1 0,0 1 0,-7-10 0,-3 4 0,13 10 0,-1-1 0,1 1 0,0 0 0,-1-1 0,1 1 0,-1 0 0,1 0 0,-1 0 0,0 0 0,1 1 0,-1-1 0,0 0 0,0 1 0,-3-1 0,3 2 0,0-1 0,0 1 0,0 0 0,0 0 0,0 1 0,0-1 0,0 0 0,0 1 0,0-1 0,0 1 0,1 0 0,-1-1 0,1 1 0,-1 0 0,1 0 0,-1 2 0,-2 2 0,1-1 0,0 1 0,1-1 0,0 1 0,-1 0 0,2 0 0,-1 0 0,1 0 0,0 0 0,-1 9 0,1 72 0,2-51 0,0-24 0,0 0 0,1-1 0,0 1 0,0-1 0,2 0 0,7 20 0,36 64 0,-21-47 0,-19-37 0,1 1 0,0-1 0,1-1 0,0 0 0,1 0 0,0-1 0,0 0 0,1-1 0,14 9 0,11 10 0,-23-18 0,0 0 0,0 0 0,0-1 0,1-1 0,26 10 0,-34-15 0,0 0 0,-1 0 0,1-1 0,0 1 0,0-1 0,0-1 0,0 1 0,0-1 0,0 0 0,1-1 0,-1 1 0,0-1 0,0 0 0,-1-1 0,1 1 0,0-1 0,6-3 0,30-15-3440,-35 17 1871,1 0 0,-1-1 0,0 0-1,0 0 1,0 0 0,0-1 0,-1 0 0,12-11-1,8-10-5230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53.5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1 211 16888,'4'28'7547,"5"-9"-4207,-7-16-3026,0 0 0,0 0-1,-1 1 1,1-1-1,-1 0 1,0 1-1,0-1 1,0 1 0,0-1-1,-1 1 1,1-1-1,-1 7 1,0-7-263,-1 11 57,1 1 0,0 0 0,1-1 0,1 1 0,1-1 0,0 1 0,9 25 0,-6-23-108,0 1 0,6 34 0,-9-34 0,1 0 0,12 33 0,-2-21 0,-8-18 0,-1 0 0,0 1 0,0-1 0,2 15 0,-3-8 0,0-1 0,1 0 0,9 20 0,-13-32 0,1 0 0,-1 0 0,1 0 0,-2 0 0,1 1 0,-1-1 0,0 0 0,-1 13 0,-1 6 0,2-20 0,0-8 0,0-21 0,0-32 0,0-521 0,0 575 0,0 0 0,0 0 0,0 0 0,0 0 0,0 0 0,0 1 0,0-1 0,1 0 0,-1 0 0,1 0 0,-1 0 0,1 0 0,0 1 0,0-1 0,0 0 0,0 1 0,0-1 0,0 0 0,0 1 0,3-3 0,-3 4 0,0 0 0,0 0 0,0-1 0,0 1 0,0 0 0,0 0 0,0 0 0,0 1 0,0-1 0,0 0 0,0 0 0,0 1 0,0-1 0,0 0 0,0 1 0,0-1 0,0 1 0,0-1 0,0 1 0,0-1 0,-1 1 0,1 0 0,0 0 0,0-1 0,-1 1 0,1 0 0,0 0 0,-1 0 0,1 0 0,-1-1 0,1 1 0,-1 1 0,5 7 0,-1-1 0,0 0 0,0 1 0,-1 0 0,3 13 0,-3-10 0,0-1 0,1 0 0,0-1 0,8 15 0,32 55 0,-21-36 0,48 69 0,22 10 0,-70-96 0,-18-19 0,1 0 0,1-1 0,-1 0 0,1-1 0,1 1 0,8 5 0,-5-3 0,30 19 0,-41-28 0,1 0 0,-1 1 0,0-1 0,1 1 0,-1-1 0,1 0 0,-1 1 0,1-1 0,-1 0 0,1 0 0,0 1 0,-1-1 0,1 0 0,-1 0 0,1 0 0,0 0 0,-1 0 0,1 0 0,-1 0 0,1 0 0,-1 0 0,1 0 0,0 0 0,-1 0 0,1 0 0,-1 0 0,1-1 0,0 1 0,-1 0 0,1 0 0,-1-1 0,1 1 0,-1 0 0,1-1 0,-1 1 0,0-1 0,1 1 0,-1 0 0,1-1 0,-1 1 0,0-1 0,1 1 0,-1-1 0,0 1 0,1-1 0,-1 1 0,0-1 0,0 0 0,0 1 0,0-1 0,1 1 0,-1-1 0,0 0 0,0 1 0,0-1 0,0 1 0,0-1 0,-1 0 0,2-2 0,-1 0 0,0 0 0,1 1 0,-1-1 0,1 0 0,0 1 0,0-1 0,0 1 0,0-1 0,2-2 0,-2 3 0,0-1 0,1 0 0,-1 1 0,0-1 0,0 0 0,-1 0 0,1 1 0,-1-1 0,1 0 0,-1-3 0,0-556 0,0 553 0,-1 24 0,7 33 0,63 121 0,-30-86 0,-17-33 0,3-1 0,31 46 0,-52-89 0,0 0 0,-1 1 0,1-1 0,-1 1 0,3 13 0,-3-13 0,-1 0 0,1 0 0,1 0 0,-1 0 0,6 8 0,-5-9-472,-1-1 0,1 0-1,0 1 1,1-1 0,-1-1 0,1 1-1,0-1 1,0 0 0,1 0 0,-1 0 0,1-1-1,0 0 1,9 4 0,5 0-1311,-12-3 1039,0-1 1,0 0 0,0 0 0,1-1-1,-1 0 1,1-1 0,0 0 0,-1 0 0,1-1-1,0 0 1,0 0 0,9-2 0,8-4 342,0-2 0,0 0 1,-1-1-1,-1-2 0,0 0 0,27-18 1,-35 19 1001,-1-1 0,0-1 0,0 0-1,-1-1 1,-1 0 0,0-1 0,-1-1 0,-1 0 0,17-28 0,-5 0 1633,-15 30-1320,0 0 1,-1-1-1,-1 0 0,0 0 1,-1-1-1,0 1 1,-1-1-1,2-16 0,33-181 3475,-38 206-4389,0 1 0,-1-1 0,0 0 0,0 1 0,0-1 0,0 0 0,-1 1 0,0-1 0,0 1 0,-1-1 0,1 1 0,-5-10 0,-3-11 0,1-16 0,-4-13 0,11 52 0,0 0 0,0 0 0,0 0 0,-1 1 0,1-1 0,-1 1 0,1-1 0,-1 1 0,0-1 0,0 1 0,-1 0 0,1 0 0,0 0 0,-5-3 0,3 2 0,-1 1 0,1-1 0,-1 1 0,0 0 0,1 0 0,-1 0 0,0 1 0,0-1 0,0 1 0,-11 0 0,9 2 0,-1 1 0,1 0 0,0 0 0,-1 1 0,1 0 0,-13 7 0,12-5 0,0 0 0,0 1 0,1 0 0,-1 1 0,1-1 0,1 1 0,-1 1 0,1-1 0,0 1 0,-8 15 0,-7 15 0,-17 46 0,25-54 0,4-7 0,1 0 0,2 0 0,0 1 0,-2 25 0,2-17 0,3 0 0,1 0 0,3 57 0,0-28 0,0-52 0,-1-1 0,1 1 0,1 0 0,0 0 0,4 12 0,-2-7 0,-4-12 0,1 1 0,0 0 0,0 0 0,0-1 0,0 1 0,0 0 0,0-1 0,0 1 0,1-1 0,0 0 0,-1 1 0,1-1 0,0 0 0,4 3 0,-3-1 0,-2-4 0,0 1 0,0 0 0,-1 0 0,1 0 0,-1 0 0,1 0 0,-1 0 0,1 0 0,-1 0 0,0 0 0,1 0 0,-1 0 0,0 0 0,0 0 0,0 0 0,1 2 0,1 5 0,13-10 0,-11 1 0,-1 0 0,1-1 0,-1 0 0,0 0 0,0 0 0,1 0 0,-2 0 0,1-1 0,0 1 0,0-1 0,-1 0 0,1 1 0,-1-1 0,0 0 0,2-5 0,21-55 0,-4 5 0,-21 57 0,5-6 0,-2-1 0,1 1 0,-1-1 0,-1 0 0,1 0 0,-1 0 0,0 0 0,-1 0 0,1-16 0,17-157 0,-19 165 0,-1-25 0,1 41 0,0-1 0,0 0 0,0 0 0,0 0 0,0 0 0,0 1 0,0-1 0,0 0 0,-1 0 0,1 0 0,0 1 0,-1-1 0,1 0 0,0 0 0,-1 1 0,1-1 0,-1 0 0,1 1 0,-1-1 0,0 0 0,1 1 0,-1-1 0,1 1 0,-1-1 0,0 1 0,0-1 0,1 1 0,-1 0 0,0-1 0,0 1 0,-1-1 0,1 7 0,0 0 0,0 0 0,1 0 0,-1 0 0,1 0 0,1 0 0,-1 0 0,3 9 0,8 30 0,-6-21 0,1 0 0,2-1 0,0 0 0,18 36 0,49 49 0,-32-63 0,-9-10 0,-32-33 0,0 0 0,0 0 0,0-1 0,1 0 0,-1 1 0,1-1 0,-1 0 0,1 0 0,0 0 0,-1-1 0,1 1 0,0-1 0,0 1 0,-1-1 0,1 0 0,0 0 0,0 0 0,-1 0 0,1-1 0,0 1 0,0-1 0,-1 1 0,1-1 0,-1 0 0,4-2 0,3 0 0,-1 0 0,0 0 0,1-1 0,-2 0 0,1 0 0,8-7 0,-2-1 0,-2 0 0,0 0 0,0-2 0,-1 1 0,-1-1 0,-1-1 0,0 0 0,0 0 0,-1-1 0,-1 1 0,-1-2 0,-1 1 0,0-1 0,-1 0 0,0 0 0,-2 0 0,0-1 0,0-22 0,-5-9 0,2 36 0,0 0 0,1 0 0,0 0 0,1 0 0,1 0 0,4-21 0,1 13 0,-3 11 0,-1 0 0,0 0 0,-1-1 0,0 1 0,1-22 0,-4 22 0,2-22 0,-1 32 0,0 0 0,0-1 0,0 1 0,0-1 0,0 1 0,0-1 0,0 1 0,0 0 0,0-1 0,1 1 0,-1-1 0,0 1 0,0 0 0,0-1 0,0 1 0,1 0 0,-1-1 0,0 1 0,0 0 0,1-1 0,-1 1 0,0 0 0,1-1 0,-1 1 0,0 0 0,1 0 0,-1-1 0,0 1 0,1 0 0,-1 0 0,1 0 0,-1 0 0,0 0 0,1-1 0,-1 1 0,1 0 0,-1 0 0,0 0 0,1 0 0,-1 0 0,1 0 0,-1 0 0,0 0 0,1 1 0,-1-1 0,1 0 0,-1 0 0,0 0 0,1 0 0,-1 0 0,1 1 0,-1-1 0,1 2 0,0 0 0,0-1 0,-1 1 0,1 0 0,0 0 0,-1-1 0,0 1 0,1 0 0,-1 0 0,0 0 0,0 0 0,0 0 0,-1 2 0,4 21 0,11 0 0,-10-19 0,0 0 0,0 0 0,-1 1 0,0-1 0,-1 1 0,3 9 0,16 66 0,47 120 0,-5-18 0,-54-147 0,6 47 0,-9-45 0,11 39 0,-8-33 0,-2 0 0,-2 1 0,-2 0 0,-5 84 0,0-35 0,2-87 0,0 1 0,-1-1 0,0 1 0,-1-1 0,1 1 0,-7 15 0,7-20 0,-1-1 0,0 1 0,0-1 0,0 0 0,0 0 0,0 0 0,-1 0 0,1 0 0,-1 0 0,0 0 0,0-1 0,0 1 0,0-1 0,0 0 0,-1 0 0,1 0 0,-1-1 0,-3 2 0,-14-1-1620,-13-16-4918,27 9 4269,-1 0 0,1-1 0,0 0 1,-9-10-1,-4-10-3985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53.6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48 174 20249,'0'-26'12518,"-28"-1"-12518,9 1 0,19 10 0,0-10 0,0 15 0,19-5-912,-19 6-5027,47 10-48,-19-16 481,-10 16 623,39 0 721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54.3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51 279 8900,'3'0'956,"0"2"1,0-1-1,0 0 0,-1 1 1,1-1-1,0 1 0,-1 0 1,1 0-1,-1 0 0,1 0 1,-1 0-1,0 0 0,0 1 1,0-1-1,0 1 0,2 4 1,-2-2-675,-1-1 0,0 1 0,0 0 1,0-1-1,-1 1 0,0-1 1,0 1-1,0 0 0,0-1 0,-1 1 1,0 0-1,0-1 0,-2 8 0,-15 45 1160,-11 48 774,9-49-2216,16-48 0,0 0 0,1 0 0,0 1 0,0-1 0,1 1 0,0-1 0,1 1 0,-1 10 0,1 23 0,-1-25 0,2 0 0,0 0 0,1 0 0,0 0 0,5 17 0,1-10 0,1 6 0,20 47 0,-10-49 0,-14-23 0,-1 0 0,1 0 0,-1 0 0,0 1 0,-1 0 0,4 7 0,-5-7 0,1-1 0,0 0 0,0 1 0,0-1 0,1 0 0,0 0 0,0-1 0,0 1 0,1-1 0,-1 1 0,1-1 0,0 0 0,0-1 0,7 6 0,-6-5 0,0 1 0,0-2 0,0 1 0,0 0 0,0-1 0,1 0 0,0 0 0,-1-1 0,1 0 0,0 0 0,0 0 0,1 0 0,11 0 0,-4-2 0,0 0 0,-1-2 0,1 0 0,23-6 0,-25 5 0,-7 2 0,0-1 0,0-1 0,-1 1 0,1-1 0,0 1 0,-1-1 0,0-1 0,0 1 0,0 0 0,0-1 0,0 0 0,-1 0 0,0 0 0,5-7 0,-4 5 0,-1 1 0,0-1 0,0 0 0,0 0 0,0 0 0,-1-1 0,0 1 0,0-1 0,-1 1 0,1-10 0,7-41 0,-7 50 0,0-1 0,0 0 0,-1 0 0,0 0 0,-1 0 0,0 0 0,-1-12 0,-2-5 0,-2 1 0,0 1 0,-1-1 0,-2 1 0,0 0 0,-21-39 0,13 33 0,10 17 0,0 1 0,-1 0 0,0 0 0,0 1 0,-1 0 0,-12-11 0,-1 1 0,12 12 0,-1-1 0,1 1 0,-1 1 0,-21-13 0,26 18 0,1-2 0,-1 1 0,1 0 0,0-1 0,0 0 0,-5-6 0,5 2 0,19 20 0,31 22 0,-36-28 0,-1 0 0,0 1 0,0 0 0,-1 0 0,0 1 0,12 15 0,30 35 0,-34-40 0,0 0 0,21 33 0,-27-35 0,-3-4 0,1 1 0,-2-1 0,0 1 0,8 24 0,-6-22 0,-7-13 0,0-1 0,0 0 0,-1 1 0,1 0 0,0-1 0,0 1 0,-1-1 0,1 1 0,-1 0 0,0-1 0,1 1 0,-1 0 0,0 0 0,0-1 0,0 3 0,0-1 0,1 0 0,0 0 0,-1 0 0,1 0 0,0 0 0,1 0 0,-1 0 0,0-1 0,1 1 0,0-1 0,-1 1 0,3 2 0,-3-4 0,0 0 0,0 0 0,-1 0 0,1 0 0,0 0 0,0 0 0,0 0 0,0-1 0,0 1 0,0 0 0,0 0 0,0-1 0,0 1 0,0-1 0,1 1 0,-1-1 0,0 0 0,0 1 0,0-1 0,1 0 0,-1 0 0,0 1 0,0-1 0,1 0 0,-1-1 0,0 1 0,0 0 0,1 0 0,0-1 0,-1 1 0,0-1 0,-1 0 0,1 0 0,-1 0 0,1 1 0,-1-1 0,1 0 0,-1 0 0,0 0 0,1 0 0,-1 0 0,0 0 0,0 0 0,0 0 0,0 0 0,0 0 0,0 0 0,0 0 0,0 0 0,0-1 0,2-19 0,26-14 0,-24 31 0,0 0 0,0 0 0,-1 0 0,0 0 0,1 0 0,-2-1 0,6-8 0,8-27 0,2 2 0,41-63 0,-29 52 0,14-43 0,-44 91 0,1 1 0,-1 0 0,1-1 0,-1 1 0,1-1 0,-1 1 0,1-1 0,-1 1 0,1-1 0,-1 1 0,0-1 0,1 1 0,-1-1 0,0 0 0,0 1 0,1-1 0,-1 1 0,0-1 0,0 0 0,0 1 0,0-1 0,0 0 0,0 1 0,0-1 0,0 1 0,0-1 0,0 0 0,0 1 0,0-1 0,-1 0 0,1 1 0,0-1 0,0 1 0,-1-1 0,1 0 0,-1 1 0,1 1 0,0-1 0,-1 0 0,1 1 0,0-1 0,0 1 0,0-1 0,-1 1 0,1-1 0,0 1 0,0-1 0,0 1 0,0-1 0,0 1 0,0-1 0,0 1 0,0-1 0,0 1 0,0-1 0,0 1 0,0-1 0,0 1 0,0-1 0,0 1 0,1-1 0,-1 1 0,0-1 0,0 1 0,1-1 0,-1 1 0,0-1 0,1 0 0,-1 1 0,0-1 0,1 1 0,-1-1 0,0 0 0,2 1 0,0 3 0,0 0 0,0 0 0,0 1 0,0-1 0,-1 0 0,1 1 0,-1 0 0,0-1 0,-1 1 0,1-1 0,-1 1 0,0 0 0,-1 8 0,1-4 0,1 5 0,1 0 0,1-1 0,0 1 0,0-1 0,8 17 0,-1 2 0,29 106 0,-36-123 0,1-1 0,0 0 0,0 0 0,11 20 0,29 61 0,-40-75-3181,-5-19 2791,1 1 1,0-1-1,0 1 1,0-1-1,0 1 1,0-1-1,0 1 0,0-1 1,1 0-1,-1 1 1,0-1-1,1 1 1,-1-1-1,1 0 0,0 0 1,-1 1-1,1-1 1,0 0-1,0 0 1,0 0-1,0 1 0,0-1 1,0 0-1,0 0 1,0-1-1,0 1 1,0 0-1,1 0 0,1 1 1,-2-2 121,0 0-1,0 0 1,0-1 0,0 1 0,0 0-1,0 0 1,0 0 0,0-1 0,0 1-1,-1 0 1,1-1 0,0 1 0,0-1-1,0 1 1,0-1 0,-1 1 0,1-1-1,0 1 1,0-1 0,-1 0 0,1 0-1,-1 1 1,1-1 0,0 0 0,-1 0-1,1 0 1,0-1 0,4-28-2407,-2 6 437,1 10 1761,0 1 1,-1-1-1,-1 0 1,0-1-1,-1 1 1,-1-23 0,1 18 651,1 0 0,1 0 1,8-29-1,3-21 1749,-9 38-837,0-3 1169,1-52 1,-5 54 21,12-58 0,-8 57 821,4-60 0,10-137 8549,-19 223-11648,2-41 0,-2 47 0,0 1 0,0-1 0,-1 0 0,1 0 0,1 0 0,-1 1 0,0-1 0,0 0 0,0 0 0,0 1 0,0-1 0,1 0 0,-1 0 0,0 1 0,1-1 0,-1 0 0,1 1 0,-1-1 0,1 0 0,-1 1 0,1-1 0,-1 0 0,1 1 0,-1-1 0,1 1 0,0 0 0,-1-1 0,1 1 0,0-1 0,-1 1 0,1 0 0,0-1 0,0 1 0,-1 0 0,1 0 0,0 0 0,0 0 0,-1 0 0,1-1 0,0 1 0,0 1 0,1-1 0,-1 1 0,0 0 0,-1 0 0,1 1 0,-1-1 0,1 0 0,-1 1 0,1-1 0,-1 0 0,1 1 0,-1-1 0,0 1 0,0-1 0,0 0 0,0 1 0,0 2 0,3 24 0,8-1 0,-2 1 0,-2 0 0,6 31 0,9 35 0,-13-64 0,6 50 0,-10-42 0,1 0 0,13 45 0,2 17 0,-17-71 0,2 0 0,10 28 0,1 11-3078,-14-28-2686,0 0 0,-5 43 1,1-21 1854,1-48 382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54.8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1 372 3794,'0'-59'20046,"0"34"-16505,0 24-3499,0 0 0,1-1 0,-1 1 0,1 0 0,-1 0 0,1 0 0,0-1 0,-1 1 0,1 0 0,0 0 0,0 0 0,0 0 0,0 0 0,0 0 1,0 1-1,0-1 0,0 0 0,0 0 0,0 1 0,1-1 0,-1 0 0,0 1 0,0 0 0,1-1 0,-1 1 0,2-1 0,46-9 145,-26 6-144,7-6 652,0 1-1,38-5 0,-35 8 646,94-5-742,-126 10-598,1 0 0,0 1 0,0-1 0,0 1 0,0 0 0,0-1 0,0 1 0,0 0 0,0 0 0,0 0 0,0 1 0,0-1 0,0 0 0,0 1 0,-1-1 0,5 2 0,-5 0 0,0-1 0,0 1 0,0 0 0,0-1 0,0 1 0,-1 0 0,1-1 0,0 1 0,-1 0 0,1 0 0,-1 0 0,0 0 0,0 0 0,1-1 0,-1 1 0,-1 0 0,1 4 0,1-4 0,0 1 0,0 0 0,0-1 0,1 1 0,-1-1 0,1 1 0,0-1 0,-1 0 0,1 1 0,0-1 0,0 0 0,1 0 0,3 2 0,11 13 0,-16-15 0,0 0 0,0 0 0,1-1 0,-1 1 0,1 0 0,-1-1 0,1 1 0,-1-1 0,1 0 0,0 0 0,0 1 0,0-1 0,0 0 0,0-1 0,0 1 0,0 0 0,0 0 0,0-1 0,0 1 0,0-1 0,1 0 0,-1 0 0,0 0 0,0 0 0,0 0 0,0 0 0,1 0 0,-1-1 0,0 1 0,0-1 0,0 0 0,0 0 0,0 1 0,0-1 0,0 0 0,0-1 0,-1 1 0,1 0 0,0 0 0,0-1 0,1-1 0,4-4 0,-1 1 0,1-1 0,-1 0 0,-1 0 0,1-1 0,-1 0 0,-1 0 0,1 0 0,4-15 0,6-10 0,-12 28 0,-1 0 0,0 0 0,0 1 0,0-1 0,-1 0 0,0-1 0,1 1 0,-2 0 0,1 0 0,-1-7 0,1 9 0,-1 1 0,0-1 0,1 0 0,-1 0 0,1 0 0,0 0 0,0 0 0,0 1 0,0-1 0,1 0 0,-1 1 0,4-5 0,-3 5 0,-1-1 0,1 1 0,-1 0 0,0 0 0,0-1 0,0 1 0,0-1 0,0 1 0,0-1 0,-1 1 0,1-1 0,0-4 0,-1 4 0,2-1 0,-1 1 0,0 0 0,0-1 0,1 1 0,0 0 0,0 0 0,0 0 0,3-4 0,0 17 0,1 0 0,-1 0 0,0 0 0,-1 1 0,0 0 0,0 0 0,-1 0 0,-1 0 0,2 14 0,6 25 0,8 5 0,-13-40 0,0 0 0,6 31 0,13 74 0,-15-79 0,5 41 0,-8-26 0,18 73 0,-18-94 0,5 58 0,-3-22 0,-1-20 0,-1-18 0,-1 0 0,-2 0 0,-1 0 0,-2 1 0,-5 43 0,-34 154 0,37-212 0,1-9 0,0 0 0,0 0 0,-1 0 0,0 0 0,-1-1 0,0 1 0,0-1 0,-1 1 0,0-1 0,-1 0 0,0 0 0,0-1 0,-8 10 0,-56 34 0,63-49 0,0 0 0,1-1 0,-1 0 0,0 0 0,-1 0 0,1-1 0,0 0 0,0 0 0,-1 0 0,1-1 0,0 0 0,-1-1 0,-11-1 0,-1 1 0,12 0 0,0 1 0,0-1 0,0-1 0,0 1 0,0-1 0,1 0 0,-1 0 0,1-1 0,0 0 0,-1 0 0,1-1 0,1 0 0,-1 0 0,0 0 0,1 0 0,0-1 0,0 0 0,-5-6 0,-4-8 0,1 1 0,1-2 0,-20-38 0,29 49 0,0 1 0,0-1 0,0 0 0,1 0 0,-1-10 0,-5-22 0,3 20 0,0 6 0,1 0 0,1 0 0,0 0 0,0-22 0,-7-29 0,8 58 0,0-1 0,1 1 0,-1 0 0,2-1 0,-1 1 0,1-1 0,0 1 0,2-12 0,3-2 0,1-1 0,1 1 0,1 0 0,0 0 0,22-38 0,-17 40-266,1 0 0,0 1 0,1 0 0,24-22-1,-14 19-1367,0 1-1,44-27 0,5 2-6355,-7-5-179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55.2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153 296 19209,'-8'12'2079,"-2"0"0,1-1 1,-1-1-1,-20 17 0,-26 11 1083,34-23-3162,22-15 0,-1 1 0,1-1 0,0 0 0,-1 0 0,1 0 0,-1 1 0,1-1 0,0 0 0,-1 1 0,1-1 0,-1 0 0,1 1 0,0-1 0,-1 0 0,1 1 0,0-1 0,0 0 0,-1 1 0,1-1 0,0 1 0,0-1 0,0 1 0,0-1 0,-1 1 0,1-1 0,0 0 0,0 1 0,0-1 0,0 1 0,0-1 0,0 1 0,0-1 0,0 1 0,0-1 0,1 1 0,-1-1 0,0 1 0,0-1 0,0 1 0,0-1 0,1 0 0,-1 1 0,0-1 0,0 1 0,1-1 0,-1 0 0,0 1 0,1-1 0,-1 0 0,0 1 0,1-1 0,-1 0 0,1 0 0,-1 1 0,1-1 0,-1 0 0,1 0 0,2 0 0,1-1 0,0 1 0,-1-1 0,1 0 0,-1 0 0,0 0 0,1-1 0,-1 1 0,0-1 0,0 0 0,0 0 0,5-4 0,-1 1 0,1 0 0,-1-1 0,-1 0 0,1 0 0,7-10 0,-5 2 0,0 0 0,-1 0 0,0-1 0,-1 0 0,-1-1 0,-1 1 0,7-29 0,14-49 0,-25 90 0,0 0 0,-1 0 0,1-1 0,-1 1 0,0 0 0,0 0 0,-1-1 0,1 1 0,0 0 0,-1 0 0,0-1 0,0 1 0,0 0 0,0 0 0,-2-3 0,-26-41 0,25 42 0,3 2 0,-1 1 0,0-1 0,0 1 0,0-1 0,0 1 0,0 0 0,-1 0 0,1 0 0,-1 0 0,1 1 0,-1-1 0,0 0 0,1 1 0,-5-1 0,5 1 0,0 1 0,0 0 0,0 0 0,0 0 0,0 0 0,-1 1 0,1-1 0,0 1 0,0-1 0,0 1 0,0 0 0,0-1 0,0 1 0,0 0 0,0 0 0,1 1 0,-1-1 0,0 0 0,1 1 0,-1-1 0,-1 3 0,-4 2 0,4-4 0,0 0 0,1 0 0,-1 1 0,0 0 0,1-1 0,0 1 0,0 0 0,0 0 0,0 0 0,0 0 0,0 1 0,1-1 0,-1 1 0,1-1 0,0 0 0,0 1 0,1 0 0,-1-1 0,1 1 0,-1-1 0,1 6 0,0-2 0,0 17 0,1-1 0,4 30 0,-3-43 0,1 0 0,0-1 0,0 1 0,1-1 0,0 0 0,1 0 0,0 0 0,7 9 0,1-2-761,1 0-1,1-1 1,0-1-1,1-1 1,0 0-1,33 19 1,-41-28-243,0 0 1,0 0-1,1-1 1,0-1-1,-1 1 1,1-1-1,0-1 1,0 1 0,0-2-1,0 1 1,0-1-1,0 0 1,0-1-1,0 0 1,12-3 0,-11 1 218,-1 0 0,1 0 0,-1-1 0,0-1 0,0 1 0,0-1 0,-1-1 0,9-6 0,6-14-1323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55.4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1 439 1729,'8'-19'1393,"0"0"1,-1-1-1,-1 0 1,-1-1-1,0 1 1,-2-1-1,-1 0 1,1-29 0,-2 33 468,0 0 1,2 0 0,5-24 0,-3 23 720,-2 1-1,0-1 1,1-27-1,-4 8-1867,-1 100-715,5 223 0,-3-278 0,40 275 0,-16-121 0,-3-16 0,-15-110 0,2 43 0,0-5 0,-1-27 0,-2-16 0,-1 0 0,-1 31 0,-4-38-227,0 273-20724,0-264 15445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55.5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55 191 10645,'0'-2'676,"0"0"-1,0 1 1,0-1-1,0 0 1,-1 0 0,1 1-1,0-1 1,-1 0 0,0 1-1,1-1 1,-1 1 0,0-1-1,0 1 1,0-1 0,0 1-1,0 0 1,0-1-1,0 1 1,-2-2 0,-6-8 3192,3 1-1874,5 9-1863,0 0-1,1 0 1,-1 0 0,0 0 0,0 0 0,1 0-1,-1 0 1,0 0 0,0 0 0,0 0 0,0 0 0,0 1-1,-1-1 1,1 0 0,0 1 0,0-1 0,0 1 0,-1-1-1,1 1 1,-1-1 0,-1-2-131,10 0 0,12 1 0,-16 2 0,55 0 0,115-14 0,74-12 0,-222 23-242,130-22-7901,-33-2-5239,-71 11 7889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56.1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23 2177,'5'0'2457,"-4"0"-2126,1 0-1,-1 0 0,1-1 1,0 1-1,-1-1 1,1 1-1,-1-1 1,1 1-1,-1-1 1,26-17 22490,-27 25-20814,0 355-2007,1-336 0,2 0 0,10 51 0,1-5 0,-9-38 0,6 62 0,-11-78 0,2 1 0,0-1 0,1 1 0,7 22 0,4 20 0,-8-32 0,-3-17 0,-1 0 0,0 0 0,1 18 0,-3-23-426,1 0 0,0 0-1,1 0 1,0-1 0,0 1 0,5 9 0,-5-12-19,0 0 1,0 0-1,0 0 1,-1 1-1,1-1 1,-1 0 0,0 1-1,0-1 1,-1 0-1,1 1 1,-1-1-1,0 1 1,0-1 0,-1 1-1,1-1 1,-1 1-1,0-1 1,0 0-1,-2 5 1,-6 1-1946,-2 4-539,8 2-2565,3 13 870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57.2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468 790 2497,'0'0'8529,"1"-8"-5987,-1 5-1067,0-1 0,0 1 0,0 0 0,0 0 1,0 0-1,0 0 0,-1 0 0,0 0 0,-1-5 1,-6 3-518,6 3-764,-1 0 0,0 1 0,1-1 0,-1 0 0,0 1-1,0-1 1,0 1 0,0 0 0,0 0 0,0 0-1,0 1 1,0-1 0,-1 1 0,1 0 0,0 0-1,0 0 1,-6 0 0,-25 7-194,22-6 0,0 2 0,1-1 0,-1 1 0,1 1 0,-1 0 0,1 1 0,-15 8 0,-20 14 0,30-19 0,1 0 0,0 1 0,1 1 0,-21 18 0,-32 36 0,63-59 0,0-1 0,0 1 0,0 0 0,1 0 0,0 0 0,0 1 0,0-1 0,0 1 0,1-1 0,0 1 0,0 0 0,1 0 0,-2 12 0,-3 5 0,6-19 0,-1 0 0,1 0 0,-1-1 0,1 1 0,0 0 0,0 0 0,1 0 0,-1 0 0,1-1 0,0 1 0,0 0 0,0 0 0,1-1 0,-1 1 0,1-1 0,0 0 0,2 5 0,1-1 0,1 0 0,-1 0 0,1 0 0,0-1 0,12 9 0,37 19 0,-37-24 0,-2-2-287,0-1-1,0 0 1,1-1 0,0 0-1,0-2 1,35 6-1,-18-7-809,1-2 0,64-5-1,-58 1-420,-10 2 201,0-2-1,0-1 1,41-11 0,30-16-2502,-62 21 1372,62-27 0,-65 22 1433,95-46-987,-117 53 2045,-1-1 0,0 0-1,0-1 1,-1 0 0,0-1 0,16-18 0,2-10 1943,-2-1-1,30-55 1,-54 86-1047,0-1 1,-1 1-1,0-1 1,-1 0-1,3-11 1,-5 17-304,0-1 0,-1 0-1,1 1 1,-1-1 0,1 0 0,-2 1 0,1-1 0,0 0-1,-1 1 1,0-1 0,0 1 0,0-1 0,-3-6 0,-23-35 2356,25 43-2993,0-1 0,0 1 0,0-1 0,0 1 0,-1 0 0,0 0 0,0 0 0,0 0 0,0 0 0,0 1 0,0-1 0,-1 1 0,1 0 0,-1 0 0,0 0 0,1 0 0,-1 1 0,0 0 0,0-1 0,0 1 0,0 1 0,0-1 0,0 1 0,0-1 0,-1 1 0,-3 1 0,-3-1 0,1 0 0,-1 1 0,1 0 0,-1 1 0,1 0 0,0 1 0,0 0 0,0 1 0,-14 6 0,17-7 0,-1 1 0,1 0 0,-1 1 0,1-1 0,1 1 0,-1 1 0,1-1 0,0 1 0,0 0 0,0 1 0,1-1 0,0 1 0,0 0 0,1 0 0,0 1 0,0-1 0,1 1 0,-4 9 0,-4 11 0,8-23 0,0 0 0,1 0 0,0 1 0,0-1 0,0 0 0,1 1 0,-1-1 0,1 1 0,1 0 0,-1-1 0,1 1 0,0 0 0,0-1 0,0 1 0,1 0 0,2 7 0,44 85 0,-8-60 0,-39-37 0,1 0 0,-1-1 0,1 1 0,0 0 0,-1 0 0,1-1 0,0 1 0,0 0 0,-1-1 0,1 1 0,0-1 0,0 1 0,0-1 0,0 1 0,0-1 0,-1 1 0,1-1 0,0 0 0,0 0 0,0 1 0,0-1 0,0 0 0,0 0 0,0 0 0,0 0 0,0 0 0,2-1 0,-2 1 0,0 0 0,0 0 0,0 0 0,0 0 0,0 0 0,1 0 0,-1 0 0,0 1 0,0-1 0,0 0 0,0 0 0,0 1 0,0-1 0,0 1 0,0-1 0,0 1 0,0 0 0,2 0 0,-2 0 0,0 0 0,0-1 0,1 1 0,-1 0 0,0-1 0,1 0 0,-1 1 0,0-1 0,1 0 0,-1 1 0,0-1 0,1 0 0,-1 0 0,1 0 0,-1 0 0,0-1 0,1 1 0,-1 0 0,1-1 0,-1 1 0,0 0 0,3-2 0,1-1 0,0 1 0,0-1 0,0 0 0,0 0 0,0-1 0,6-6 0,-6 5 0,0 1 0,-1-1 0,0 0 0,0 0 0,0-1 0,0 1 0,-1-1 0,0 0 0,0 0 0,-1 0 0,0 0 0,0 0 0,0 0 0,0-1 0,0-7 0,-2 13 0,-1-1 0,2 1 0,-1 0 0,0-1 0,0 1 0,0-1 0,1 1 0,-1-1 0,0 1 0,1-1 0,-1 1 0,1 0 0,0-1 0,0 1 0,-1 0 0,1 0 0,0 0 0,0-1 0,0 1 0,0 0 0,2-1 0,15-22 0,-17 21 0,0 1 0,0-1 0,1 1 0,-1-1 0,1 1 0,-1 0 0,1-1 0,0 1 0,0 0 0,0 0 0,0 0 0,0 1 0,1-1 0,-1 0 0,0 1 0,1 0 0,-1-1 0,1 1 0,4-1 0,-3 1 0,0 1 0,0 0 0,0-1 0,0 2 0,1-1 0,-1 0 0,0 1 0,0 0 0,0 0 0,0 0 0,0 1 0,-1-1 0,1 1 0,0 0 0,4 2 0,43 36 0,62 18 0,-104-53-76,18 11-2663,1-2 1,44 17-1,-65-28 2296,0-1 0,-1 0 0,1-1 0,0 1-1,0-1 1,0 0 0,0-1 0,0 0 0,0 0 0,0-1-1,0 1 1,0-1 0,0-1 0,0 0 0,0 0 0,-1 0-1,8-4 1,-12 5 338,1 0 0,-1-1 0,0 1 1,0-1-1,0 0 0,0 1 0,0-1 0,-1 0 0,1 0 0,0 0 0,-1-1 0,0 1 0,2-3 0,17-24-312,-15 20 469,1-1 0,-2 1 0,0-1 0,0-1 0,0 1 1,-1 0-1,-1-1 0,0 0 0,1-12 0,2-9 438,-2 3 655,-1-1 0,-2 0-1,-1 0 1,-1 1 0,-2-1 0,0 0 0,-13-39-1,-7-53 4267,21 106-4901,-1 0 0,0 0 0,-14-30 0,10 29-376,2 0 0,0 0-1,-4-23 1,7 23-134,3 12 0,0 1 0,-1-1 0,0 0 0,0 1 0,-1-1 0,1 1 0,-1 0 0,0-1 0,0 1 0,0 0 0,0 0 0,-1 0 0,0 1 0,-3-5 0,-20-36 0,8 11 0,15 136 0,6-62 0,2 0 0,1-1 0,3 0 0,1 0 0,21 53 0,-13-42 0,-3 1 0,13 77 0,-24-106 0,2 0 0,13 35 0,-11-35 0,0 2 0,6 36 0,-1 16-3237,-6-45-1023,-2 1-1,1 54 1,-6-38-2063,0-5 1115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5:57.6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1 349 7251,'7'-57'9317,"12"9"-3846,-7 30-4383,1 0-1,28-31 1,-33 42-983,0 0 0,0 1 0,1 0-1,0 0 1,0 1 0,1 0 0,-1 1-1,1 0 1,0 1 0,12-3 0,36-16 997,-35 14-124,-1 0 0,2 1 0,37-5 1,17-5 318,-40 9-1297,1 1 0,1 2 0,58 0 0,-76 9 0,-22-3 0,1-1 0,-1 0 0,0 1 0,0-1 0,1 0 0,-1 1 0,0-1 0,0 0 0,0 1 0,1-1 0,-1 0 0,0 1 0,0-1 0,0 1 0,0-1 0,0 0 0,0 1 0,0-1 0,0 1 0,0-1 0,0 0 0,0 1 0,0-1 0,0 1 0,0-1 0,0 0 0,0 1 0,-1-1 0,1 0 0,0 1 0,-28 32 0,11-14 0,-25 20 0,34-33 0,1 0 0,0 0 0,1 0 0,0 1 0,0 0 0,-6 9 0,-40 50 0,32-43 0,-30 48 0,25-25 0,-19 54 0,42-95 0,1 1 0,0 0 0,0 0 0,0 1 0,1-1 0,-1 0 0,1 0 0,2 8 0,-1 3 0,-1-16 0,0 0 0,0 0 0,0 0 0,0 0 0,0 0 0,0 0 0,1 0 0,-1 0 0,1 0 0,-1 0 0,0 0 0,1 0 0,0 0 0,-1 0 0,1 0 0,0 0 0,-1 0 0,1-1 0,0 1 0,0 0 0,0-1 0,-1 1 0,1 0 0,0-1 0,0 1 0,2 0 0,4 4 0,-5-4 0,0 1 0,0-1 0,1 1 0,-1-1 0,1 0 0,-1 0 0,0 0 0,1 0 0,0 0 0,-1-1 0,1 1 0,-1-1 0,1 0 0,0 0 0,-1 0 0,1 0 0,0 0 0,-1 0 0,1-1 0,0 1 0,-1-1 0,1 0 0,-1 0 0,1 0 0,-1 0 0,1 0 0,-1 0 0,3-2 0,4-3 0,1 1 0,-1-1 0,0-1 0,0 1 0,-1-1 0,10-11 0,44-65 0,-52 68 0,-5 6 0,0-1 0,-1 0 0,0 0 0,5-17 0,11-27 0,-17 48 0,0 0 0,-1 0 0,1 0 0,-1-1 0,0 1 0,-1-1 0,1 1 0,-1-1 0,-1 1 0,1-11 0,-1 13 0,0 0 0,1-1 0,-1 1 0,1 0 0,0 0 0,0 0 0,1 0 0,-1 0 0,1 0 0,0 0 0,0 1 0,0-1 0,0 1 0,4-5 0,-4 4 0,-1 1 0,0 0 0,0-1 0,0 1 0,0-1 0,-1 1 0,1-1 0,-1 0 0,-1-6 0,0 2 0,0 31 0,10 21 0,-7-38 0,0 1 0,0 0 0,-1 0 0,0-1 0,1 10 0,-2-7 0,2-1 0,-1 1 0,1 0 0,0 0 0,1-1 0,0 1 0,0-1 0,1 0 0,0 0 0,9 13 0,-6-9 0,0 0 0,-1 0 0,7 21 0,-5-4 0,-7-21 0,1 0 0,0 0 0,0-1 0,1 1 0,0-1 0,0 1 0,1-1 0,0 0 0,0-1 0,1 1 0,-1-1 0,7 7 0,11 7 0,-13-13 0,0 1 0,-1 0 0,13 16 0,0 1-1865,22 6-5552,-39-29 6615,1 0 0,-1 0-1,0 0 1,1 0 0,-1-1 0,1 0 0,0 0 0,0 0 0,-1 0 0,1-1 0,0 0 0,0 0-1,0 0 1,8-2 0,15-11-4520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01.8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375 792 2337,'0'-1'175,"0"1"1,0-1-1,1 0 1,-1 0-1,0 1 0,0-1 1,0 0-1,0 1 0,1-1 1,-1 0-1,0 0 1,0 1-1,1-1 0,-1 1 1,1-1-1,-1 0 0,1 1 1,-1-1-1,1 1 0,-1-1 1,1 1-1,-1-1 1,1 1-1,-1-1 0,1 1 1,0 0-1,-1-1 0,1 1 1,0 0-1,1-1 1,-1 1-23,-1 0 1,1-1-1,0 1 1,0 0-1,0-1 1,-1 1-1,1-1 1,0 1-1,-1-1 1,1 1-1,0-1 1,-1 1-1,1-1 1,-1 0-1,1 1 1,-1-1-1,1 0 1,-1 0-1,1 1 1,-1-1-1,0 0 1,1 0-1,-1 0 1,0 1-1,0-1 1,1 0-1,-1 0 1,0 0-1,0 0 1,0 0-1,0 0 1,-1-4 400,1 1 0,0-1 0,-1 1 0,0 0 0,0-1 0,0 1 0,-1 0 0,1 0 0,-1 0 0,0 0 0,0 0 0,-1 0 0,-3-4 0,5 6-507,-7-27 4897,7 26-4694,-1 0 1,0 1-1,-1-1 1,1 0-1,0 1 1,-1-1-1,0 1 0,1-1 1,-1 1-1,0 0 1,0 0-1,0 1 1,0-1-1,0 1 0,-1-1 1,-5 0-1,2 1 58,1 1 0,0 0-1,-1 1 1,1 0 0,-1 0-1,1 0 1,0 1 0,0 0-1,-8 3 1,3-1-308,8-4 0,-1 2 0,1-1 0,-1 0 0,1 0 0,0 1 0,0 0 0,-1 0 0,1 0 0,0 0 0,0 0 0,1 1 0,-1-1 0,0 1 0,1-1 0,0 1 0,-3 3 0,-40 53 0,30-42 0,0 2 0,2-1 0,-17 32 0,19-29 0,2 0 0,0 0 0,2 1 0,-9 39 0,10-31 0,3-20 0,1-1 0,0 1 0,1 0 0,0-1 0,0 1 0,1 0 0,1 0 0,2 16 0,1-4 0,12 46 0,10 1 0,-24-66 0,0 1 0,0 0 0,0 0 0,0-1 0,0 1 0,1-1 0,0 0 0,-1 0 0,1 0 0,0 0 0,1 0 0,-1-1 0,0 1 0,1-1 0,0 0 0,4 2 0,30 24 0,-32-21 0,1-2 0,1 1 0,-1-1 0,1 0 0,0 0 0,0-1 0,0 0 0,0-1 0,1 0 0,0 0 0,13 2 0,3 0 0,0-1 0,0-1 0,27-1 0,23-12 0,-28 2 0,-31 5 0,0-1 0,0-1 0,25-12 0,-14 7 0,-17 6-22,0 0-1,0-1 1,-1 0 0,0-1-1,0 1 1,0-2 0,-1 1-1,1-1 1,10-12 0,-1-4-91,-1 0 0,17-28 0,9-14 67,-38 58 101,-1 0 0,0-1 0,-1 1 0,0-1 0,0 0 0,3-15 0,16-39 168,-13 49-223,-8 11 0,1 0 0,0 0 0,-1 0 0,0 0 0,0 0 0,0-1 0,0 1 0,0 0 0,0-1 0,0 1 0,-1-1 0,1 1 0,-1-1 0,0 1 0,0-4 0,0 6 0,0 0 0,0 1 0,0-1 0,0 0 0,0 0 0,-1 1 0,1-1 0,0 0 0,0 0 0,0 1 0,-1-1 0,1 0 0,0 0 0,0 0 0,-1 1 0,1-1 0,0 0 0,0 0 0,-1 0 0,1 0 0,0 0 0,-1 1 0,1-1 0,0 0 0,-1 0 0,1 0 0,0 0 0,-1 0 0,1 0 0,0 0 0,-1 0 0,1 0 0,0 0 0,0-1 0,-1 1 0,1 0 0,0 0 0,-1 0 0,1 0 0,0 0 0,-1 0 0,1-1 0,0 1 0,0 0 0,-1 0 0,1 0 0,0-1 0,0 1 0,0 0 0,-1 0 0,1-1 0,0 1 0,0 0 0,0-1 0,0 1 0,0 0 0,-1 0 0,1-1 0,0 1 0,0 0 0,0-1 0,0 1 0,0 0 0,0-1 0,0 1 0,0 0 0,0-1 0,0 0 0,-1 3 0,0 0 0,-1-1 0,1 1 0,0 0 0,0-1 0,0 1 0,0 0 0,0 0 0,0 0 0,1 0 0,-1 0 0,0 0 0,1 0 0,-1 4 0,1-2 0,0 0 0,-1 0 0,1 0 0,-1 0 0,0 0 0,-1 0 0,-2 6 0,3-6 0,-1 1 0,0-1 0,1 1 0,0-1 0,0 1 0,0-1 0,1 9 0,-2 19 0,1-19 0,0-1 0,1 0 0,0 1 0,1-1 0,5 24 0,33 47 0,-37-77 0,1-1 0,0 1 0,1-1 0,-1 0 0,1 0 0,0 0 0,0-1 0,1 1 0,-1-1 0,1 0 0,0 0 0,0-1 0,0 0 0,1 0 0,-1 0 0,11 4 0,6-2 0,1-1 0,-1-2 0,1 0 0,0-1 0,0-1 0,23-3 0,-38 1 0,0-1 0,-1-1 0,1 1 0,-1-1 0,0 0 0,0-1 0,-1 1 0,1-1 0,-1-1 0,0 1 0,0-1 0,-1 0 0,0-1 0,0 1 0,0-1 0,-1 0 0,0 0 0,0 0 0,-1-1 0,0 1 0,3-13 0,-1 5 0,-3 11 0,-1 0 0,1-1 0,-1 1 0,0-1 0,0 1 0,-1-1 0,1 0 0,-1 1 0,0-1 0,0 0 0,-2-7 0,2 12 0,-4-23 0,-2 0 0,0 1 0,-2 0 0,-1 0 0,-22-40 0,19 43 0,-2 1 0,0 0 0,-2 1 0,1 1 0,-2 0 0,0 1 0,-1 1 0,-1 1 0,0 0 0,-31-14 0,37 20 0,-1 1 0,1 0 0,-2 2 0,1-1 0,0 2 0,-1 0 0,0 0 0,-23 0 0,37 3 1,1 0 0,-1 0 0,0 0 0,1-1 0,-1 1 0,0 0 0,1 0 0,-1 0 0,0 0 1,1 1-1,-1-1 0,0 0 0,1 0 0,-1 0 0,0 0 0,1 1 0,-1-1 0,0 0 0,1 1 0,-1-1 0,1 0 0,-1 1 0,1-1 0,-1 1 0,1-1 0,-1 1 0,1-1 1,-1 1-1,1-1 0,0 1 0,-1-1 0,1 1 0,0 0 0,-1-1 0,1 1 0,0-1 0,0 2 0,0-1-9,0 0 0,1 0 0,-1 0 0,1 0 0,-1 0 0,1 0 0,-1-1 0,1 1 0,0 0 0,-1 0 0,1-1 0,0 1 0,0 0 0,0-1 0,-1 1 0,1-1 0,0 1 0,0-1 0,0 1 0,0-1 0,0 0 0,0 1 0,0-1 0,2 0 0,24 11-1190,-23-9 623,0 0 1,0 0-1,0 0 0,0-1 1,0 0-1,0 0 0,0 0 1,1 0-1,6 0 0,34 2-4311,-36-2 3973,0 1 1,-1-2-1,1 0 1,0 0-1,0 0 1,0-1-1,0 0 1,11-4-1,42-9-2154,-55 13 2967,-1 0 0,1 0 0,0-1 0,0 0 1,0 0-1,-1 0 0,0-1 0,1 0 1,-1 0-1,0-1 0,0 1 0,5-6 0,31-19 686,-38 27-477,-1-1 0,1 0-1,-1 0 1,1 0-1,-1 0 1,0-1-1,0 0 1,0 1-1,0-1 1,0 0 0,0 0-1,-1-1 1,0 1-1,4-7 1,2-20 1089,-6 24-799,-1 0 0,1-1 0,0 1-1,0 0 1,6-10 0,-1 3 589,-1-1 0,0 1 1,-1-1-1,0 0 1,-1 0-1,-1-1 0,3-24 1,-2-108 8805,-5 96-8732,1 58-1062,-1 20 0,0 0 0,2 0 0,5 30 0,0-36 0,-2-6 0,0 0 0,-1 0 0,0 0 0,0 22 0,-2-17 0,1 0 0,5 26 0,-1-6 0,-2-10 0,0 1 0,18 54 0,-10-42 0,9 59 0,-10-47 0,-6-27 0,-2-11 0,0-1 0,1 1 0,12 27 0,9 37 0,-6-17 0,-14-51 0,1 0 0,1-1 0,0 1 0,14 17 0,-13-18 0,-6-11 0,0 1 0,0 0 0,0-1 0,0 0 0,0 1 0,0-1 0,0 0 0,0 0 0,0 0 0,1-1 0,-1 1 0,0 0 0,1-1 0,-1 0 0,1 1 0,-1-1 0,0 0 0,1 0 0,-1 0 0,1-1 0,-1 1 0,0 0 0,1-1 0,3-1 0,23-23 0,-20 19 0,0-2 0,-1 1 0,0-1 0,0-1 0,-1 0 0,0 0 0,0 0 0,-1-1 0,-1 1 0,0-1 0,7-18 0,19-78 0,-17 65 0,-1 0 0,-3-1 0,-1 0 0,4-60 0,-5-179 0,-8 271 0,0-4 0,-1 1 0,0-1 0,-1 1 0,-1 0 0,0 0 0,-1 0 0,0 0 0,-1 0 0,0 1 0,-1 0 0,-1 0 0,-14-21 0,14 17 0,1 6 0,-8 23 0,9 12 0,1 3 0,-6 0 0,2 0 0,1 1 0,1 0 0,1 0 0,2 0 0,0 49 0,2-23 0,0 1 0,2 0 0,3 0 0,16 88 0,-16-133 0,0 0 0,0 0 0,1-1 0,10 15 0,-9-15 0,0 1 0,0 0 0,-1 1 0,7 21 0,-9-23 0,0 0 0,0 0 0,1 0 0,0 0 0,1-1 0,0 0 0,0 0 0,1 0 0,0-1 0,1 0 0,0 0 0,0-1 0,1 1 0,-1-2 0,12 8 0,-12-10 0,0 0 0,0-1 0,0 0 0,1 0 0,11 2 0,-2 0 0,-14-5 0,1 0 0,-1 0 0,1 0 0,-1 0 0,1 0 0,0-1 0,-1 0 0,1 0 0,-1 0 0,0 0 0,1 0 0,-1-1 0,0 1 0,0-1 0,0 0 0,0 0 0,5-4 0,25-12 0,-24 15 0,-1-1 0,0 0 0,0-1 0,0 0 0,0 0 0,-1 0 0,1-1 0,-1 0 0,-1-1 0,1 1 0,-1-1 0,-1-1 0,1 1 0,-1-1 0,6-12 0,21-34 0,-19 33 0,0 0 0,-1-1 0,-1-1 0,-2 0 0,12-38 0,-8 4 0,-8 34 0,0 1 0,-1-1 0,0-43 0,-3 51 0,0 11 0,-1 0 0,0 0 0,0 0 0,0 0 0,0 0 0,-1 0 0,1 0 0,-1 0 0,0 0 0,-2-5 0,-24-46 0,27 54 0,-1 0 0,1-1 0,-1 1 0,0 0 0,0-1 0,1 1 0,-1 0 0,0 0 0,0 0 0,0 0 0,0 0 0,0 0 0,-1 0 0,1 0 0,0 0 0,0 1 0,-1-1 0,1 0 0,0 1 0,-1-1 0,1 1 0,0-1 0,-1 1 0,1 0 0,-1 0 0,1 0 0,-1-1 0,1 1 0,-1 1 0,1-1 0,0 0 0,-1 0 0,1 0 0,-1 1 0,1-1 0,-1 1 0,1-1 0,0 1 0,0-1 0,-1 1 0,0 1 0,-11 2 0,9-3 0,1 0 0,-1 0 0,1 0 0,-1 1 0,1-1 0,-1 1 0,1 0 0,0 0 0,0 0 0,0 0 0,0 1 0,0-1 0,0 1 0,1 0 0,-1 0 0,-2 4 0,0 2 0,0 0 0,1 1 0,0 0 0,-4 13 0,1-2 0,-1 43 0,0-45 0,6-17 0,1 1 0,-1 0 0,1 0 0,-1 0 0,1 0 0,0 0 0,0 0 0,0 1 0,1-1 0,-1 0 0,1 0 0,0 1 0,0-1 0,0 0 0,0 0 0,1 1 0,1 5 0,7 12 0,8 24 0,-15-38 0,1 0 0,-1 0 0,1-1 0,1 1 0,6 9 0,13 28 0,-21-38 0,1-1 0,0 0 0,0 0 0,0 0 0,0-1 0,1 1 0,0-1 0,0 0 0,0 0 0,0 0 0,1 0 0,-1-1 0,7 4 0,-1-1 0,0-1 0,0 0 0,1-1 0,-1 0 0,18 4 0,38 1-1986,-44-8-123,1-1-1,-1-1 0,1-1 1,-1-1-1,0-1 0,33-11 1,16-16-1299,-43 13 2953,-2-1 0,0-1 1,-2-2-1,31-32 0,-42 40 400,9-9 331,-2-1 1,23-34-1,-35 47 80,-1-1 1,0 0-1,0-1 0,-2 0 0,1 0 0,-2 0 1,5-18-1,6-36 2967,-11 52-2036,0 1 1,-1-1-1,-1 1 0,1-20 0,-3 26-399,-1 0 1,0 0-1,0 0 1,-1 0-1,0 0 1,-1 0-1,-6-14 1,-3-11 831,11 30-1708,-1 0 0,1 0 0,-1 0 1,1 0-1,-1 0 0,0 1 0,0-1 0,0 1 1,-1-1-1,1 1 0,0 0 0,-1 0 0,0 0 0,1 0 1,-1 0-1,0 1 0,0-1 0,0 1 0,0 0 0,0 0 1,0 0-1,-6-1 0,4 1-16,0 1 0,0-1 0,0 1 0,0 0 0,0 0 0,0 0 0,0 1 0,0-1 0,0 1 0,1 1 0,-1-1 0,0 1 0,-7 3 0,2 0 4,0 0 0,1 1 0,0 0 0,0 0 0,0 1 0,1 0 0,0 0 0,0 1 0,1 0 0,0 1 0,1 0 0,-10 15 0,7-10 0,1 1 0,0 0 0,1 0 0,1 1 0,1-1 0,0 1 0,-5 25 0,10-37 0,-8 39 0,-2 52 0,9-82 0,1-1 0,1 0 0,-1 1 0,2-1 0,0 0 0,1 0 0,0 0 0,0 0 0,7 14 0,12 19 0,56 84 0,-71-120 0,1-1 0,0 0 0,0 0 0,0 0 0,1-1 0,0-1 0,19 11 0,-21-13 0,0-1 0,0 1 0,0-2 0,1 1 0,0-1 0,-1 0 0,1 0 0,0-1 0,0 0 0,-1-1 0,1 0 0,9 0 0,1-3-237,-11 3-228,1 0-1,0-1 0,-1 0 1,1-1-1,0 0 1,-1 0-1,0 0 0,0-1 1,1 0-1,-2-1 1,1 0-1,0 0 1,-1 0-1,1 0 0,6-8 1,23-24-1914,-28 30 2133,-1-1 0,0-1 0,0 1 0,-1-1 1,0 0-1,0-1 0,5-10 0,13-31 94,-2 0 0,-2-1 0,-3-1 0,16-78-1,-19 45 1512,-4-2 0,-1-91 0,-8 113 924,1 38-771,-1 0-1,-2 0 1,-7-51-1,4 61-1456,0 0 1,-1 1-1,0-1 0,-2 1 0,0 1 1,-11-20-1,14 30-55,2 3 0,1 0 0,-1 0 0,1 0 0,-1 0 0,1 0 0,0-1 0,0 1 0,0 0 0,0-1 0,0 1 0,0-1 0,1 1 0,-1-1 0,1-4 0,0 6 0,0 1 0,0 0 0,0-1 0,0 1 0,1-1 0,-1 1 0,0-1 0,0 1 0,0-1 0,0 1 0,0-1 0,0 1 0,0-1 0,0 1 0,0-1 0,-1 1 0,1-1 0,0 1 0,0-1 0,0 1 0,-1-1 0,1 1 0,0 0 0,0-1 0,-1 1 0,1-1 0,0 1 0,-1 0 0,1-1 0,0 1 0,-1 0 0,1-1 0,-1 1 0,1 0 0,0 0 0,-1-1 0,1 1 0,-1 0 0,1 0 0,-1 0 0,1 0 0,-1 0 0,1-1 0,-1 1 0,1 0 0,-1 0 0,1 0 0,-1 0 0,1 0 0,-1 1 0,1-1 0,-1 0 0,1 0 0,-1 0 0,1 0 0,0 0 0,-1 1 0,1-1 0,-1 0 0,1 0 0,-1 1 0,1-1 0,0 0 0,-1 1 0,0 0 0,-1 1 0,-1 0 0,1 0 0,0 1 0,-1-1 0,1 1 0,0-1 0,0 1 0,1 0 0,-1 0 0,-1 3 0,-5 69 0,3-63 0,1 0 0,0 0 0,1 0 0,0 0 0,1 1 0,0-1 0,1 1 0,1-1 0,0 1 0,0 0 0,1-1 0,3 14 0,2 2 0,0-6 0,-2 1 0,0-1 0,0 31 0,14 186 0,-16-213 0,0 1 0,8 34 0,-4-35 0,-2 1 0,1 36 0,-5 215-8289,0-276 7704,0 1 1,-1 0-1,1-1 1,0 1-1,-1 0 1,0-1-1,1 1 0,-1-1 1,0 1-1,0-1 1,0 1-1,-1-1 1,1 0-1,-1 1 1,1-1-1,-3 2 0,-3 5-1448,2 9-3287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18 243 10693,'-6'-49'16010,"-4"19"-10786,10 28-5193,-1 0 1,1 0 0,0 0 0,0 0 0,0-1 0,0 1-1,0 0 1,0 0 0,0 0 0,1 0 0,-1 0 0,1-1-1,0 1 1,-1 0 0,1 0 0,0 0 0,0 1 0,0-1-1,0 0 1,1 0 0,-1 0 0,0 1 0,1-1 0,0 1-1,-1-1 1,1 1 0,0 0 0,-1-1 0,1 1 0,0 0-1,0 0 1,4-1 0,4-3-67,1 0 0,0 1 0,0 1 0,0 0 0,16-3 0,86-5 35,-76 3 39,43-1 0,-5-1-1491,-73 10 1341,118-24-19040,-73 9 13167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02.3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3920 38 3874,'0'-5'5263,"-1"-20"15609,-3 20-18114,1 4-2758,0 1 0,0-1 0,-1 1 0,1 0 0,0 0 0,-1 0 0,1 0 0,0 0 0,0 1 0,0 0 0,-1-1 0,1 1 0,0 0 0,-4 3 0,-50 25 0,29-13 0,-51 20 0,-116 35 0,39-16 0,15 1 0,-126 48 0,133-58 0,-260 82 0,-196 43 0,312-94 0,10-4 0,76-14 0,-208 68 0,-198 62 0,536-170-898,41-15-482,19-5 383,8-4-234,12-3-6105,-1 3 3929,2-1 773,-17 4 1967,1 0 0,0 1-1,-1-2 1,0 1 0,1 0 0,-1 0-1,0-1 1,0 1 0,2-4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03.1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189 106 6003,'-29'-33'14730,"26"29"-13871,0-1 1,-1 1-1,1 0 0,-1 0 1,0 1-1,-8-7 0,4-5 913,1 14-1337,6 1-353,1 0-1,-1 0 1,0 0-1,1 0 1,-1 0 0,1 0-1,-1 0 1,0 0-1,1-1 1,-1 1-1,1 0 1,-1 0 0,1 0-1,-1-1 1,0 1-1,1 0 1,-1 0-1,1-1 1,0 1 0,-1-1-1,1 1 1,-1 0-1,1-1 1,-1 1 0,1-1-1,0 1 1,-1-1-1,1 1 1,0-1-1,0 1 1,-1-1 0,1 1-1,0-1 1,0 0-1,0 0 1,-14-2 636,7-2-593,9 2-93,-2 4-32,0 0 0,1-1 0,-1 1 0,0-1 0,0 1 0,0 0 0,0-1 0,0 1 0,0 0 0,0-1 0,0 1 0,0 0 0,0-1 0,0 1 0,0 0 0,0-1 0,-1 1 0,1 0 0,0-1 0,0 1 0,-1 0 0,1-1 0,0 1 0,-1-1 0,1 1 0,-1-1 0,1 1 0,-1-1 0,1 1 0,-1-1 0,-16 27 0,15-25 0,1 0 0,0 1 0,0 0 0,1 0 0,-1 0 0,0-1 0,1 1 0,0 0 0,-1 0 0,2 5 0,-3 18 0,-10 16 0,2 1 0,1 0 0,3 1 0,-1 64 0,6-71 0,0-10 0,2 1 0,4 37 0,3-23 0,-2-17 0,-2 1 0,2 44 0,13 169 0,-18-218 0,0 0 0,2-1 0,6 26 0,-4-28 0,-2 0 0,0 0 0,0 21 0,-3 217 0,0-254-295,0-1 0,-1 1 0,1-1 0,0 1 0,-1-1 1,1 1-1,-1-1 0,1 0 0,-1 1 0,1-1 0,-1 1 0,0-1 0,0 0 0,0 0 0,0 1 0,0-1 1,0 0-1,0 0 0,0 0 0,-2 1 0,2-2-50,0 1 0,0 0 1,0-1-1,1 1 0,-1 0 0,0 0 0,0 0 1,1-1-1,-1 1 0,0 0 0,1 0 0,-1 0 1,1 0-1,-1 0 0,1 0 0,0 0 1,-1 0-1,1 1 0,0-1 0,0 0 0,0 0 1,0 0-1,0 2 0,-7-12-7511,6 8 7623,0 1-1,0-1 1,0 0 0,1 1 0,-1-1 0,0 0-1,0 0 1,1 1 0,-1-1 0,1 0 0,-1 0-1,0 0 1,1 0 0,0 0 0,-1 0-1,1 0 1,0 0 0,-1 0 0,1-1 0,0-13-2553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03.3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95 543 2017,'0'-14'1239,"1"-27"1766,-2 1 0,-2-1 0,-1 1 0,-13-53-1,16 87-2767,-5-13 842,1-1-1,1 0 1,1 0-1,-1-41 1,4 54-823,0 0 1,1 1 0,0-1 0,0 0 0,1 0 0,0 1 0,0-1-1,0 1 1,5-8 0,-6 10-126,1 1-1,1 0 1,-1 0-1,0 0 0,1 0 1,-1 0-1,1 0 1,0 1-1,0-1 1,0 1-1,1 0 1,-1 0-1,0 0 1,1 0-1,-1 1 1,1-1-1,-1 1 1,6-1-1,0-1 61,0 2-1,0-1 1,0 1-1,0 1 1,0-1-1,0 2 1,1-1-1,-1 1 1,0 0-1,0 1 1,0 0-1,-1 1 1,1 0-1,0 0 1,-1 1-1,0 0 1,0 0-1,0 1 1,14 11-1,5 10-190,29 36 0,-48-51 0,0-1 0,-1 2 0,0-1 0,-1 1 0,0 0 0,-1 1 0,6 17 0,9 90 0,-19-110 0,-1 1 0,1-1 0,-2 1 0,0-1 0,0 1 0,-1-1 0,0 0 0,-6 17 0,-4 4 0,-21 40 0,21-47 0,0-4-17,0 0 1,-1-1-1,-1 0 1,0-2-1,-2 1 0,0-2 1,-1 0-1,0-1 0,-1-1 1,-1 0-1,0-2 1,-30 15-1,6-4-1480,-24 13-9394,64-34 9950,0-1-1,-1 1 1,1-1-1,0 0 1,-1 0-1,1 0 1,-1 0-1,1-1 0,-1 0 1,1 1-1,-1-1 1,1 0-1,-7-1 1,5-8-2455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03.6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3 187 5186,'28'-17'3311,"23"-12"2367,-32 24 4601,-19 5-10170,-7 9 544,5-7-454,1 0 1,-1 0-1,1 1 0,-1-1 1,1 0-1,0 0 0,-1 1 1,1-1-1,1 1 1,-1-1-1,0 1 0,1 0 1,-1-1-1,1 1 0,0 0 1,0 3-1,-1 2 240,0 1 1,-1-1-1,1 1 0,-1-1 1,-1 1-1,-3 7 0,-10 37 648,9-15-1087,2 0 0,-1 45 0,6-65 0,0-1 0,1 1 0,1-1 0,1 1 0,1-1 0,0 0 0,8 19 0,-7-27 0,0 0 0,1-1 0,0 0 0,1 0 0,-1 0 0,1-1 0,1 0 0,0 0 0,13 8 0,-6-3 0,-5-5 0,1 0 0,0-1 0,0 0 0,0 0 0,1-1 0,0-1 0,0 0 0,0-1 0,0 0 0,15 1 0,-18-2 0,-1-1 0,1-1 0,0 0 0,-1 0 0,1 0 0,-1-1 0,1-1 0,-1 1 0,1-1 0,-1-1 0,0 0 0,0 0 0,0 0 0,0-1 0,12-8 0,4-5 0,-20 15 0,0-1 0,0 1 0,-1-1 0,1 0 0,-1 0 0,1 0 0,-1-1 0,0 1 0,0-1 0,0 1 0,-1-1 0,1 0 0,-1 0 0,0 0 0,0-1 0,2-7 0,7-25 0,-5 21 0,-2 0 0,1-1 0,-2 0 0,2-22 0,-19-19 0,5 5 0,8 39 0,-2 0 0,1-1 0,-8-18 0,-4-4 0,9 21 0,0-1 0,-1 1 0,-1 1 0,-1-1 0,0 1 0,-1 1 0,0 0 0,-1 0 0,-1 0 0,-17-16 0,9 15 0,0 0 0,0 1 0,-2 0 0,0 2 0,0 1 0,-28-11 0,40 19 0,0 0 0,0 0 0,-1 1 0,0 0 0,1 1 0,-1 0 0,0 1 0,1 0 0,-1 0 0,0 1 0,1 0 0,-1 1 0,1 0 0,-1 0 0,1 1 0,0 0 0,0 1 0,-10 5 0,17-7-99,-1-1 1,1 1-1,0 0 1,0 0-1,0 0 1,0 1-1,1-1 1,-1 0-1,0 1 1,1-1-1,0 1 1,-1 0-1,1-1 1,0 1-1,1 0 1,-1 0-1,0-1 1,1 1-1,-1 0 1,1 0-1,0 0 0,0 0 1,0 0-1,0 0 1,1-1-1,0 5 1,0 10-1124,-1-13 439,0 1-1,1-1 0,0 1 0,0-1 1,0 1-1,1-1 0,-1 0 1,1 0-1,0 1 0,0-1 0,1-1 1,-1 1-1,1 0 0,0 0 1,4 4-1,4 2-1968,0 0 0,25 16 0,-29-20 1676,18 20-5890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03.8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0 140 4834,'3'-1'785,"0"0"-1,0 0 1,-1 0 0,1-1-1,-1 1 1,1-1 0,-1 0-1,1 1 1,-1-1-1,0 0 1,0-1 0,0 1-1,0 0 1,0-1-1,-1 1 1,1-1 0,-1 1-1,1-1 1,-1 0 0,0 0-1,0 1 1,0-1-1,-1 0 1,1 0 0,-1 0-1,1 0 1,-1 0-1,0 0 1,0 0 0,-1-5-1,1 7-695,0 0 0,0 0 0,0 1 0,0-1 0,0 0 0,0 0 0,0 0 0,1 0 0,-1 1 0,0-1 0,0 0 0,1 0 0,-1 0 0,1 1 0,-1-1 0,0 0 0,1 1 0,0-1 0,-1 0 0,1 1 0,-1-1 0,1 1 0,0-1 0,-1 0 0,1 1 0,0 0 0,-1-1 0,1 1 0,0-1 0,0 1 0,1 0 0,-2-1-65,1 1 0,0 0 0,0 0-1,-1-1 1,1 1 0,0 0 0,-1-1 0,1 1-1,0-1 1,-1 1 0,1-1 0,-1 1 0,1-1 0,-1 1-1,1-1 1,-1 0 0,1 1 0,-1-1 0,0 0-1,1 1 1,-1-1 0,0 0 0,1 1 0,-1-1-1,0 0 1,0 0 0,0 1 0,0-1 0,0 0-1,0 0 1,0 0 0,0-23-24,-1 41 0,1-8 0,0 1 0,0-1 0,1 1 0,4 14 0,0-12 0,-1 0 0,0 1 0,-1 0 0,0-1 0,-1 1 0,-1 0 0,0 0 0,-1 14 0,10 61 0,-6-66 0,-2 0 0,1 24 0,-2-35-715,0-1 0,0 1 0,1 0 0,1-1 0,6 19 0,5 20-3380,-11-42 2803,-1-1 0,1 1 0,0-1 0,0 1 0,7 9 0,13 29-7348,-7-19 4652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04.3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124 1007 4018,'-5'-70'6643,"-5"24"3241,-21-65 0,15 61-7546,15 47-2338,1 0 0,-1 0 0,0 0 0,0 0 0,-1 1 0,1-1 0,0 0 0,-1 1 0,0-1 0,0 1 0,1 0 0,-1-1 0,0 1 0,-3-2 0,2 2 0,-6-16 0,9 18 0,0-1 0,0 1 0,0-1 0,0 1 0,0-1 0,0 1 0,0 0 0,0-1 0,0 1 0,0-1 0,0 1 0,-1 0 0,1-1 0,0 1 0,0-1 0,0 1 0,-1 0 0,1-1 0,0 1 0,0 0 0,-1-1 0,1 1 0,0 0 0,-1-1 0,1 1 0,0 0 0,-1 0 0,1 0 0,0-1 0,-1 1 0,1 0 0,-1 0 0,1 0 0,0 0 0,-1 0 0,1-1 0,-1 1 0,1 0 0,0 0 0,-1 0 0,1 0 0,-1 0 0,1 0 0,-1 0 0,1 1 0,0-1 0,-1 0 0,1 0 0,-1 0 0,1 0 0,0 1 0,-1-1 0,1 0 0,0 0 0,-1 0 0,1 1 0,0-1 0,-1 0 0,1 1 0,0-1 0,0 0 0,-1 1 0,1-1 0,0 0 0,0 1 0,-1 0 0,1-1 0,-1 1 0,0 0 0,1 0 0,-1 0 0,1-1 0,-1 1 0,1 0 0,-1 0 0,1 0 0,0 0 0,-1 0 0,1 0 0,0 0 0,0 0 0,0 0 0,0 0 0,0 0 0,0 0 0,0 0 0,0 0 0,0-1 0,0 1 0,0 0 0,1 0 0,-1 0 0,1 1 0,14 25 0,-7-13 0,1 53 0,18 11 0,-25-72 0,1 1 0,0-1 0,0 1 0,0-1 0,1 0 0,0 0 0,5 6 0,-4-7 0,-1 1 0,0-1 0,-1 1 0,0 0 0,0 0 0,3 7 0,-2-2 0,0-1 0,1 0 0,0-1 0,1 1 0,0-1 0,0 0 0,1 0 0,13 12 0,11 17 0,-31-37 0,1-1 0,-1 1 0,1 0 0,-1 0 0,1-1 0,0 1 0,-1 0 0,1-1 0,0 1 0,-1-1 0,1 1 0,0-1 0,0 1 0,-1-1 0,1 1 0,0-1 0,0 0 0,0 1 0,0-1 0,0 0 0,0 0 0,-1 0 0,1 1 0,0-1 0,0 0 0,0 0 0,0 0 0,0-1 0,1 1 0,0-1 0,0 0 0,0 0 0,0 0 0,0-1 0,0 1 0,-1-1 0,1 1 0,0-1 0,-1 1 0,0-1 0,3-4 0,4-6 0,-2 0 0,1 0 0,6-22 0,1-3 0,-8 26 0,-1-1 0,-1-1 0,0 1 0,-1-1 0,0 0 0,2-23 0,-4 26 0,0 1 0,0 0 0,1-1 0,0 1 0,1 0 0,5-13 0,5-21 0,-6 21 0,2-19 0,-9 39 0,0 1 0,1-1 0,-1 0 0,1 0 0,-1 0 0,1 1 0,0-1 0,0 0 0,0 1 0,-1-1 0,2 0 0,-1 1 0,0-1 0,0 1 0,0 0 0,1-1 0,-1 1 0,1 0 0,-1 0 0,1 0 0,-1 0 0,1 0 0,0 0 0,-1 0 0,1 1 0,0-1 0,0 1 0,-1-1 0,1 1 0,0 0 0,0-1 0,0 1 0,0 0 0,0 0 0,-1 0 0,1 1 0,0-1 0,0 0 0,0 1 0,0-1 0,-1 1 0,1 0 0,0-1 0,0 1 0,-1 0 0,1 0 0,2 2 0,74 81 0,10 9 0,-66-71 0,-21-20 0,1 0 0,0-1 0,0 1 0,0-1 0,0 1 0,0-1 0,0 1 0,0-1 0,0 0 0,0 0 0,1 0 0,-1 0 0,0-1 0,1 1 0,-1-1 0,1 1 0,-1-1 0,0 0 0,1 0 0,-1 0 0,1 0 0,-1 0 0,1 0 0,-1-1 0,1 0 0,-1 1 0,0-1 0,1 0 0,-1 0 0,3-2 0,-2 2 0,5-10 0,31-42 0,-35 39 0,0 0 0,0 0 0,1-21 0,6-22 0,-3 29 0,-5 18 0,0 0 0,0 0 0,-1 0 0,0 0 0,0-20 0,-1-22 0,1 20 0,-2-1 0,-1 1 0,-1 0 0,-2 0 0,-1 1 0,-12-42 0,10 53 0,1 0 0,-4-24 0,8 33 0,0 0 0,-1 0 0,0 0 0,0 0 0,-2 1 0,1-1 0,-1 1 0,-1 0 0,-7-11 0,-2-5 0,-3-3 0,18 29 0,0 0 0,0-1 0,-1 1 0,1 0 0,0 0 0,-1-1 0,1 1 0,0 0 0,-1-1 0,1 1 0,0 0 0,-1 0 0,1 0 0,-1-1 0,1 1 0,0 0 0,-1 0 0,1 0 0,-1 0 0,1 0 0,0 0 0,-1 0 0,1 0 0,-1 0 0,1 0 0,0 0 0,-1 0 0,1 0 0,-1 0 0,1 0 0,-1 0 0,1 1 0,0-1 0,-1 0 0,1 0 0,0 0 0,-1 1 0,1-1 0,0 0 0,-1 0 0,1 1 0,0-1 0,-1 0 0,1 1 0,0-1 0,0 0 0,-1 1 0,1-1 0,0 1 0,-10 16 0,1 1 0,1 0 0,1 0 0,1 1 0,0-1 0,1 1 0,1 1 0,-2 23 0,-3 166 0,11-145 0,19 114 0,26-21 0,-39-97 0,-6-43 0,1 0 0,0 0 0,6 17 0,8 12 0,8 29 0,-3 9 0,-10-44 0,-11-39-151,-1 1 0,0 0 0,0 0 0,1 0 0,-1-1 0,1 1 0,0 0 0,0 0 0,-1-1 0,1 1 0,0-1 0,0 1 0,1-1-1,-1 1 1,0-1 0,0 0 0,1 1 0,-1-1 0,0 0 0,1 0 0,0 0 0,-1 0 0,1 0 0,-1 0 0,1-1 0,0 1 0,0 0 0,-1-1 0,1 0 0,3 1 0,19-38-22588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04.5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5 258 1937,'-2'-38'3291,"1"27"-1145,0-1-1,1 0 1,0 0 0,1 0 0,0 0 0,6-22 0,2 14 508,-7 16-2040,0 0 0,0 1-1,-1-1 1,1 0 0,-1 0-1,0 0 1,0-1 0,0 1-1,0-6 1,-1 7-548,0 1 0,1 0 0,-1 0 0,0 0 0,1 0 0,0 0 0,-1 0 0,1 0 0,0 0-1,0 0 1,0 0 0,0 0 0,0 1 0,1-1 0,-1 0 0,1 1 0,-1-1 0,1 1 0,-1-1 0,1 1 0,0 0 0,0 0 0,-1-1 0,1 1 0,0 1 0,0-1 0,0 0 0,0 0-1,0 1 1,1-1 0,-1 1 0,0 0 0,0-1 0,0 1 0,0 0 0,0 0 0,4 1 0,12 0 231,0 0 0,1 2 1,26 6-1,-31-6-265,29 2-32,20 4 0,-42-3 0,-1-1 0,1-1 0,24 2 0,-25-4 0,-1 1 0,34 10 0,-28-10-2745,4-11-6731,-15 2 5415,13 3-3348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14.50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310 11 16440,'0'0'12485,"-19"0"-8643,-9 16-3842,10-16 0,-11 0 0,-17 0 0,27 0 0,-9 16 0,9-16 0,-9-16 0,9 16-3458,-9 0-3217,0-16-496,28 6 304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19.2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48 151 1857,'1'-1'256,"1"1"0,-1-1 0,1 1 0,-1-1 0,0 0 0,0 0 0,1 0 0,-1 0 0,0 0 0,0 0 0,0 0 0,0 0 0,0 0 1,0 0-1,0 0 0,0-1 0,0 1 0,-1 0 0,1-1 0,-1 1 0,1 0 0,-1-1 0,1 1 0,-1-3 0,0 2 93,-1-1 0,0 1 0,0 0 0,0 0 0,0 0 0,0 0 0,-1 0 0,1 0 0,-1 1 1,1-1-1,-1 0 0,0 1 0,-1-2 0,1 0-18,1-1 0,0 1 0,0 0 0,0 0 1,0 0-1,1-1 0,-1 1 0,1 0 0,0-1 0,0 1 1,0 0-1,0-1 0,2-5 0,-1-2 1940,-9-1-198,-1 3 1303,7-1 3007,1 46-5942,5 65 1,6-28-442,-4 0 0,-5 136 0,-2-94 0,-18 124 0,21-195 0,-1-28 0,-1 0 0,0 0 0,0-1 0,-2 1 0,-4 18 0,-3-8 0,6-21 0,1 1 0,0-1 0,0 0 0,1 1 0,0-1 0,0 1 0,0 0 0,0 6 0,1 126-5384,0-138 5270,0 1 0,0-1 0,0 0 0,0 1 0,0-1 0,0 0 0,0 1 0,0-1 0,0 1 0,0-1 0,0 0 0,0 1 1,0-1-1,0 0 0,0 1 0,1-1 0,-1 0 0,0 1 0,0-1 0,0 0 0,1 0 0,-1 1 0,0-1 0,0 0 0,0 1 0,1-1 0,-1 0 0,0 0 0,1 0 0,-1 1 0,0-1 0,1 0 0,-1 0 0,0 0 0,1 0 0,13-5-3617,10-17-3033,-16 10 3012,15-3-63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19.56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123 132 5410,'-73'34'20184,"29"-17"-16138,39-15-3381,31-11-583,168-46 665,-142 42-589,-19 4 307,67-9 1,62-3 114,-99 11-933,90-3 0,-31 3-5319,-119 10 5104,1-1 0,-1 1-1,1 0 1,-1-1-1,0 0 1,1 1-1,-1-1 1,5-2-1,11-4-1851,67-6-9743,-81 13 8863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21.3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32 244 9380,'0'-1'552,"0"0"0,0 0 0,0 0 0,-1 0 0,1 0-1,0 0 1,-1 0 0,1 0 0,0 0 0,-1 0 0,1 1 0,-1-1-1,1 0 1,-1 0 0,0 0 0,1 0 0,-1 1 0,0-1 0,0 0-1,1 1 1,-1-1 0,0 1 0,0-1 0,0 1 0,-1-1 0,1 0-359,1 1 0,-1 0 0,0-1 1,0 1-1,0-1 0,1 1 0,-1-1 1,0 1-1,1-1 0,-1 0 0,1 1 1,-1-1-1,0 0 0,1 0 0,0 1 1,-1-1-1,1 0 0,-1 0 0,1 0 1,0 1-1,-1-1 0,1 0 0,0 0 0,0-1 1,-1 33-59,0-18 297,0 1-1,1-1 0,1 1 1,0-1-1,5 21 1,-5-29-367,9 27 219,-1 1-1,-1 0 1,-2 0-1,2 44 1,-7-57-284,1 0 0,1 0 0,9 30 0,1 11 0,16 66 0,-19-88 0,-7 1 0,-3-34 0,0 0 0,0 1 0,1-1 0,0 0 0,0 0 0,2 8 0,1-3 0,0-1 0,0 0 0,-1 0 0,0 1 0,-1-1 0,0 1 0,-1-1 0,0 17 0,-5 15 0,4-41 0,-1 0 0,1 0 0,0 0 0,-1 0 0,1 0 0,-1 0 0,1-1 0,-1 1 0,0 0 0,1 0 0,-1 0 0,0-1 0,1 1 0,-1 0 0,0-1 0,0 1 0,0-1 0,1 1 0,-1-1 0,0 1 0,0-1 0,0 0 0,0 1 0,0-1 0,0 0 0,0 0 0,0 1 0,0-1 0,0 0 0,-1 0 0,2-34 0,0 29 0,-1 0 0,0-1 0,1 1 0,-2 0 0,1 0 0,0 0 0,-1 0 0,-4-8 0,4 8 0,-1-1 0,1 1 0,0 0 0,1-1 0,0 1 0,-1-1 0,2 1 0,-1-10 0,-18-159 0,19-290 0,1 425 0,7-40 0,2-33 0,-10 106 0,0 0 0,1 0 0,0 1 0,0-1 0,1 0 0,0 0 0,0 1 0,0-1 0,1 1 0,3-8 0,-3 9 0,-2 0 0,1 1 0,-1 0 0,0 0 0,-1-1 0,1 1 0,0 0 0,-1-1 0,0 1 0,0-5 0,3-10 0,-3 17 0,1 1 0,-1-1 0,1 1 0,0 0 0,-1 0 0,1-1 0,-1 1 0,1 0 0,0 0 0,-1 0 0,1-1 0,0 1 0,-1 0 0,1 0 0,0 0 0,-1 0 0,1 0 0,0 1 0,-1-1 0,1 0 0,-1 0 0,1 0 0,0 0 0,-1 1 0,1-1 0,-1 0 0,1 1 0,0-1 0,4 5 0,-1-1 0,1 1 0,-1 0 0,0 0 0,-1 0 0,1 0 0,-1 1 0,0 0 0,3 9 0,3 3 0,196 346 0,-177-313 0,-19-33 0,-2 0 0,10 31 0,5 12 0,12 9 0,-21-5 0,26 106-374,-38-165-103,-1 1-1,1-1 1,-1 0-1,0 1 0,-1-1 1,1 1-1,-1-1 1,0 0-1,-3 9 0,-24 51-8351,14-37 2671,13-27 5893,0-1 0,0 0-1,1 1 1,-1-1 0,0 1 0,0-1 0,0 0 0,-1 0 0,1 0 0,0 1-1,0-1 1,-1 0 0,1-1 0,-1 1 0,-2 1 0,-38 3-3513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21.68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70 496 3442,'-4'-4'1202,"-1"-2"1,1 1 0,0 0-1,1-1 1,-1 0 0,1 0-1,-4-10 1,-10-17 2731,9 21-3526,7 11-361,0 0 1,0 0 0,0 0-1,0-1 1,0 1 0,0 0-1,1-1 1,-1 1 0,0 0-1,1-1 1,0 1 0,-1-1-1,1 1 1,-1-3 0,2 1-34,0 1-1,0 0 1,0 0 0,1 0 0,-1 0-1,1 0 1,-1 0 0,1 0 0,-1 0 0,1 0-1,0 1 1,3-3 0,3-2-52,0 0 0,1 0 0,0 1 0,15-7 1,8-6-270,-20 11 155,0 1 1,0 0 0,0 0-1,26-7 1,22-8-229,37-16-600,-22 12-171,77-19-1033,5-1-149,-124 36 1878,-23 6 359,0 0-1,0 0 0,0 0 1,-1-2-1,1 1 0,9-7 1,37-13 436,-11 6 8841,-49 20-7494,-4 6-825,0 1 1,1 0-1,1 0 1,-1 0-1,1 0 1,1 1-1,0 0 1,0 0-1,-4 15 1,7-14-638,0 0-1,0 0 1,1 1 0,1-1-1,0 1 1,0-1 0,1 0 0,1 1-1,0-1 1,0 0 0,1 0 0,6 14-1,-2 0-2,-3-9-157,1 0-1,1-1 1,0 0 0,1 0 0,12 18 0,10 20 70,-21-37-110,0-1 1,1 0-1,0 0 1,2-1 0,13 15-1,-8-11-9,-1 0-1,16 26 0,21 26 86,-49-68-97,-1 1 0,1-1 0,-1 1 0,0 0 0,0 0 0,0 0 0,0 0 0,-1 0 0,1 0 0,-1 0 0,0 1 0,0-1 0,0 1 0,0-1 0,-1 1 0,1-1 0,-1 1 0,0-1 0,0 5 0,0-6-7,-1-1 0,1 0 0,0 0 0,-1 1 0,1-1 0,-1 0 0,1 0 0,-1 0 0,0 1 0,1-1 0,-1 0 0,0 0 0,0 0 0,0 0 0,0-1 0,0 1 0,0 0 0,0 0 0,0 0 0,0-1 0,0 1 0,0-1 0,-1 1 0,1-1 0,0 1 0,0-1 0,-1 0 0,1 1-1,0-1 1,-1 0 0,-1 0 0,-49 2-335,41-2 175,-12-1-272,0-2-1,0 0 0,0-1 1,0-1-1,1-1 0,-37-15 1,42 14-1139,1-1 0,0 0 0,1-2 0,0 1 0,-21-19 0,19 7-1180,16 19 2201,-1-1-1,1 1 0,0-1 1,0 0-1,0 0 0,0 0 0,0 1 1,0-1-1,1 0 0,-1 0 1,1 0-1,0 0 0,0 0 0,0 0 1,0 0-1,1 0 0,-1 0 1,1 0-1,0 0 0,-1 0 1,3-4-1,21-19-4075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21.92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94 137 5266,'5'-3'1294,"0"1"-1,0-1 0,-1 0 0,0 0 0,0 0 0,0-1 0,0 0 0,0 1 0,0-1 0,-1-1 0,6-8 1,1-25 8273,-9 5-7151,-1 33-2416,0-1 0,0 0 0,0 1 0,0-1 0,0 1 0,0-1 0,0 0 0,0 1 0,-1-1 0,1 1 0,0-1 0,0 1 0,0-1 0,-1 0 0,1 1 0,0-1 0,-1 1 0,1-1 0,-1 1 0,1 0 0,-1-1 0,1 1 0,0-1 0,-1 1 0,1 0 0,-1-1 0,0 1 0,1 0 0,-1 0 0,1-1 0,-1 1 0,1 0 0,-1 0 0,0 0 0,1 0 0,-1 0 0,1 0 0,-1 0 0,0 0 0,1 0 0,-1 0 0,0 0 0,1 0 0,-1 0 0,1 0 0,-1 0 0,1 1 0,-1-1 0,0 0 0,1 1 0,-1-1 0,1 0 0,-1 1 0,0-1 0,-36 22 0,31-18 0,-1 1 0,1 0 0,0 0 0,0 0 0,1 1 0,0-1 0,0 1 0,0 1 0,0-1 0,1 1 0,0-1 0,1 1 0,-1 1 0,1-1 0,1 0 0,-1 1 0,-2 14 0,0 9 0,0 0 0,2 0 0,2 37 0,1-40 0,2-1 0,1 0 0,12 52 0,-11-65 0,0 1 0,1-1 0,1-1 0,0 1 0,1-1 0,0 0 0,1 0 0,1-1 0,12 14 0,-10-13 0,2 0 0,0 0 0,0-1 0,1-1 0,0 0 0,1-1 0,26 12 0,-12-9 0,-26-11 0,1 0 0,0 0 0,0-1 0,0 1 0,0-1 0,0 0 0,0 0 0,0 0 0,0 0 0,1-1 0,-1 0 0,0 0 0,0 0 0,1 0 0,7-2 0,44-15-3172,-36 9 575,0-1 0,-1 0 0,0-1-1,-1-1 1,25-19 0,1-5-4148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22.1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414 0 10005,'0'0'20193,"1"1"-20118,-1-1 1,0 1 0,0-1-1,0 1 1,0-1-1,0 1 1,1-1-1,-1 1 1,0-1-1,0 1 1,0-1 0,0 1-1,0-1 1,-1 1-1,1-1 1,0 0-1,0 1 1,0-1 0,0 1-1,0-1 1,-1 1-1,1-1 1,0 1-1,0-1 1,-1 0-1,1 1 1,0-1 0,-1 0-1,1 1 1,0-1-1,-1 0 1,1 1-1,-1-1 1,-4 5-76,1 0 0,1 0 0,-1 0 0,1 0 0,-1 1 0,2-1 0,-1 1 0,0 0 0,1 0 0,0 0 0,1 0 0,-2 10 0,-16 75 0,-25 153 0,23-146 0,3-22 0,10-2 0,4-38 0,-9 41 0,0-24 0,2-15 0,-7 60 0,14-58 0,-2 1 0,-2-2 0,-26 78 0,12-58-1088,-3-2-1,-2 0 1,-42 63-1,63-107-9199,7-23 2648,-1-2 2501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23.01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0 122 13174,'19'0'11272,"-19"0"-11247,0 0-1,-1 0 1,1 1 0,0-1-1,0 0 1,0 1 0,0-1 0,0 0-1,0 0 1,0 1 0,0-1-1,0 0 1,0 1 0,0-1-1,0 0 1,0 1 0,0-1 0,0 0-1,0 1 1,0-1 0,0 0-1,0 0 1,0 1 0,0-1 0,0 0-1,1 1 1,-1-1 0,0 0-1,0 0 1,0 1 0,0-1-1,1 0 1,-1 0 0,0 0 0,0 1-1,1-1 1,-1 0 0,0 0-1,0 0 1,1 0 0,-1 1 0,0-1-1,1 0 1,-1 0 0,1 0-1,5 5 60,-4-5-75,-1 1-1,0 0 1,0-1-1,0 1 1,0 0-1,0 0 1,0 0-1,0 0 1,-1 0-1,1 0 1,0 0-1,0 0 1,-1 0-1,1 0 1,-1 0-1,1 0 1,-1 0-1,1 1 1,-1-1-1,0 0 1,1 0-1,-1 1 1,0-1-1,0 3 1,2 11 24,0 0 0,1 0 0,0 0 0,1-1 0,8 19 0,4 16 139,9 72 1288,-13-78-455,-2 0 0,8 69 0,-12-63 17,20 79-1,-20-105-1021,-2 0 0,3 26 0,1 12 0,1-19 0,-4-25 0,-2 1 0,0 0 0,1 23 0,-4 189-3338,0-233 3272,-1 1-1,1 0 0,0 0 1,0-1-1,-1 1 0,0 0 1,1 0-1,-1-1 0,0 1 1,0 0-1,0 0 0,0 0 1,0 0-1,-3-3 0,-7-13-120,6-23-95,2-1 175,-4-14 85,-1-99 1,6 119 30,-10-64 0,6 65 54,-2-63 0,7 52 13,0 11 157,7-70 0,2 60-20,-2 9 203,4-69 1,-10 70-83,2 0 1,1 1-1,2-1 1,1 1 0,2 0-1,19-54 1,-25 84-313,0 0 0,0 1-1,0 0 1,1-1 0,-1 1 0,1 0 0,-1 0-1,1 1 1,0-1 0,0 0 0,1 1 0,-1 0-1,0 0 1,1 0 0,0 0 0,-1 0-1,1 1 1,0-1 0,0 1 0,0 0 0,4 0-1,-2 0 8,0 0 0,1 1 0,-1-1 0,0 1 0,1 1-1,-1-1 1,0 1 0,0 0 0,1 1 0,-1 0 0,0 0-1,0 0 1,8 5 0,-7-4-29,18 10 0,0 1 0,-1 2 0,0 0 0,-1 1 0,-1 1 0,-1 1 0,21 24 0,8 24 0,-3 3 0,-4 1 0,48 106 0,-81-149 0,-1 0 0,-2 0 0,-1 1 0,-1 0 0,-1 0 0,-1 53 0,-3-61 0,0-1 0,-2 1 0,0-1 0,-1 0 0,-1 1 0,-1-1 0,-1-1 0,-16 37 0,10-33 0,-1-1 0,0 0 0,-2-1 0,-1 0 0,-1-1 0,0-1 0,-1-1 0,-1 0 0,-1-2 0,-32 22 0,19-19 0,20-10 0,0-1 0,0 0 0,-1-1 0,0-1 0,0 0 0,-1-1 0,1-1 0,-1 0 0,0-1 0,-23 3 0,33-6 0,0 0 0,-1 0 0,1 0 0,0 0 0,0-1 0,0 0 0,0 0 0,0 0 0,0-1 0,0 0 0,1 0 0,-1 0 0,1 0 0,-1-1 0,1 1 0,0-1 0,0 0 0,0-1 0,0 1 0,0-1 0,1 1 0,-1-1 0,1 0 0,-3-7 0,5 10 0,1-1 0,-1 1 0,1-1 0,-1 0 0,1 1 0,0-1 0,0 0 0,0 0 0,0 1 0,0-1 0,0 0 0,1 1 0,-1-1 0,1 0 0,-1 1 0,1-1 0,-1 1 0,1-1 0,0 1 0,0-1 0,0 1 0,0-1 0,0 1 0,0 0 0,0-1 0,0 1 0,3-2 0,3-7 0,-4 6 0,1 0 0,-1 1 0,1-1 0,0 1 0,0 0 0,0 0 0,0 0 0,1 1 0,-1-1 0,1 1 0,6-2 0,65-19 0,-16 5 0,191-61 0,-31 12 0,-177 51 0,113-47 0,-84 34 0,-41 17 0,55-29 0,-63 29 0,-4 2 0,1-1 0,-2 0 0,1-2 0,-2 0 0,26-24 0,20-30 0,-51 30 0,6 9 0,-15 26 0,-1-1 0,0 1 0,0-1 0,0 1 0,0-1 0,0 0 0,0 0 0,-1 0 0,1 0 0,-1 0 0,0 0 0,0 0 0,0 0 0,0 0 0,-1-1 0,0 1 0,1 0 0,-1 0 0,0-1 0,0 1 0,-1 0 0,1-1 0,-1 1 0,1 0 0,-3-4 0,1 1 0,-1 1 0,0 0 0,0 0 0,0 1 0,-1-1 0,0 1 0,-5-6 0,7 8 0,0 1 0,0-1 0,-1 1 0,1 0 0,0 0 0,0 0 0,0 0 0,-1 0 0,1 1 0,-1-1 0,1 1 0,0-1 0,-1 1 0,1 0 0,-1 0 0,1 0 0,-1 0 0,1 0 0,-1 1 0,1-1 0,0 1 0,-5 1 0,-17 6 0,0 2 0,0 1 0,-24 14 0,38-18 0,0-1 0,0 1 0,1 1 0,-1 0 0,2 0 0,-1 1 0,1 0 0,1 1 0,-7 10 0,-50 72 0,59-85 0,1-1 0,0 1 0,0 0 0,1 1 0,0-1 0,0 1 0,0-1 0,1 1 0,-2 15 0,-13 38 0,12-50 0,2-6 0,1 0 0,-1 1 0,1-1 0,0 1 0,0-1 0,1 1 0,-1 0 0,1 0 0,1-1 0,-1 1 0,1 0 0,0 0 0,0 0 0,2 11 0,8 23 0,27 94 0,-33-126 0,0 0 0,0 0 0,1-1 0,0 1 0,1-1 0,-1 0 0,2-1 0,-1 1 0,0-1 0,1 0 0,0-1 0,1 0 0,-1 0 0,1 0 0,16 6 0,22 6-1724,-39-14 922,0-1 1,0 0-1,0-1 0,1 0 1,-1 0-1,1 0 0,-1-1 1,0 0-1,1 0 0,-1-1 1,9-2-1,57-21-10005,-49 9 6210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23.2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292 27 8628,'0'-1'589,"0"0"-1,0-1 1,0 1-1,0 0 1,0 0-1,0-1 1,0 1-1,0 0 1,-1 0-1,1 0 1,0-1 0,-1 1-1,1 0 1,-1 0-1,0 0 1,1 0-1,-1 0 1,0 0-1,-1-1 1,1 1-330,1 1 0,-1-1 0,0 1 0,0 0 0,0 0 0,0 0 0,0-1 0,0 1 0,0 0 0,0 0 0,1 0 0,-1 0-1,0 0 1,0 0 0,0 1 0,0-1 0,0 0 0,0 0 0,0 1 0,-1 0 0,-7 4 299,0 0 1,0 1-1,0 0 0,-8 8 0,-2 1 1663,1-5-1294,14-8-851,-1 0 1,1 1-1,0 0 0,0-1 0,0 1 1,0 1-1,0-1 0,1 0 0,-1 1 0,1 0 1,0 0-1,-3 6 0,-22 30-76,22-33 0,0 0 0,1 1 0,0 0 0,0 0 0,1 0 0,0 0 0,0 1 0,1 0 0,-4 13 0,-13 36 0,16-51 0,0 1 0,1 0 0,0 1 0,0-1 0,1 1 0,1-1 0,-2 16 0,2-15 0,0 0 0,1 0 0,1-1 0,0 1 0,0 0 0,0 0 0,1-1 0,1 1 0,-1-1 0,1 1 0,1-1 0,6 12 0,4 5 0,-11-18 0,1 1 0,0-1 0,1 0 0,0 0 0,0-1 0,7 8 0,-3-5 0,1 0 0,0 0 0,1-1 0,0-1 0,0 0 0,1 0 0,-1-1 0,1-1 0,1 0 0,-1 0 0,1-1 0,0-1 0,0 0 0,0-1 0,25 1 0,2-2 0,-22 0 0,1-1 0,0 0 0,0-1 0,-1-1 0,34-8 0,-8 0 0,-39 9 0,1 1 0,0-2 0,-1 1 0,1 0 0,-1-1 0,1 0 0,9-6 0,14-3 121,-27 11-149,0 0 0,0-1-1,0 1 1,0-1 0,0 1 0,0-1 0,0 0 0,-1 1 0,1-1 0,0 0 0,0 0 0,0-1 0,-1 1 0,1 0 0,-1 0-1,1-1 1,-1 1 0,1-1 0,-1 0 0,0 1 0,0-1 0,0 0 0,0 1 0,0-1 0,0 0 0,0 0 0,0 0 0,-1 0-1,1 0 1,-1-2 0,-1 2-667,0 0-1,-1 0 0,1 0 0,-1 1 1,1-1-1,-1 0 0,0 1 1,0 0-1,1-1 0,-1 1 1,0 0-1,0 0 0,-1 0 0,-2-1 1,-39-15-8833,24 15 4453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29.62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49 220 2609,'-5'-52'15491,"-5"23"-12203,7 8-246,4 20-2902,-1 0 0,0 1 0,0-1-1,0 0 1,0 0 0,0 0-1,0 0 1,0 0 0,0 1-1,0-1 1,0 0 0,0 0 0,-1 0-1,1 1 1,0-1 0,-1 0-1,1 0 1,-1 0 0,1 1 0,0-1-1,-1 0 1,1 1 0,-2-2-1,-1-1 99,1 0-1,-1 0 0,1 0 1,0 0-1,0 0 0,0-1 1,1 1-1,-1-1 0,1 1 1,0-1-1,-1 0 0,2 1 0,-1-1 1,0 0-1,1 0 0,0 0 1,0 1-1,0-1 0,0 0 1,1-5-1,-1-10-237,-1 27 0,7 30 0,2-25 0,-6-10 0,0 0 0,0 1 0,-1-1 0,1 0 0,-1 1 0,0-1 0,0 1 0,0-1 0,0 1 0,0 0 0,-1-1 0,1 7 0,0 5 0,0-1 0,1 0 0,1 0 0,1 0 0,8 23 0,-7-23 0,-1-1 0,0 1 0,0 1 0,-2-1 0,2 25 0,5 31 0,-5-54 0,-2 0 0,2 30 0,-4 483-152,0-528 51,0 0 0,0 0 1,0 0-1,0 0 0,0 0 0,1 0 1,-1 0-1,0 0 0,0 0 0,1 0 0,-1 0 1,0 0-1,1 0 0,-1 0 0,1 0 1,0 0-1,-1 0 0,1-1 0,0 1 0,-1 0 1,1 0-1,0-1 0,0 1 0,0-1 1,-1 1-1,1-1 0,2 2 0,-2-2-198,0 0-1,-1 1 0,1-1 0,0 1 1,0-1-1,-1 1 0,1-1 1,0 1-1,-1-1 0,1 1 1,0 0-1,-1-1 0,1 1 1,-1 0-1,1 0 0,-1-1 0,0 1 1,1 0-1,-1 0 0,0 0 1,1-1-1,-1 1 0,0 0 1,0 0-1,0 0 0,0 0 1,0 1-1,0-1 97,0-1 1,0 1-1,0-1 1,0 1-1,0-1 0,0 1 1,0-1-1,0 1 1,0-1-1,1 1 1,-1-1-1,0 1 1,0-1-1,0 1 1,1-1-1,-1 1 0,0-1 1,0 1-1,1-1 1,-1 0-1,0 1 1,1-1-1,-1 1 1,1-1-1,-1 0 0,0 1 1,2-1-1,18 2-6088,-15-2 3959,10 0-1125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29.95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64,'0'0'16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30.4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141 106 336,'-5'16'11894,"-18"-16"-5750,20-2-3847,2 0-2677,-18-18 9980,11 16-9360,1 1-1,0-1 1,0 0 0,0-1-1,0 0 1,1 0 0,-1 0-1,2-1 1,-1 0 0,0 0-1,-7-13 1,10 5-240,3 3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30.82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71 228 32767,'1'0'0,"0"-1"0,0 1 0,0-1 0,0 1 0,0-1 0,0 1 0,0-1 0,0 0 0,0 0 0,-1 1 0,1-1 0,0 0 0,0 0 0,-1 0 0,1 0 0,0 0 0,-1 0 0,1 0 0,-1 0 0,1 0 0,-1 0 0,0 0 0,1 0 0,-1-1 0,0 1 0,0 0 0,0-1 0,0 1 0,0 0 0,1 0 0,-1 0 0,0 0 0,0 0 0,1 0 0,-1 0 0,0 0 0,1 0 0,-1 0 0,1 0 0,-1 0 0,1 0 0,0 0 0,-1 0 0,1 1 0,0-1 0,-1 0 0,1 1 0,0-1 0,0 0 0,0 1 0,0-1 0,1 0 0,7-6 0,-3-7 0,-5 12 0,-1 1 0,0 0 0,1-1 0,0 1 0,-1 0 0,1-1 0,0 1 0,0 0 0,0 0 0,-1 0 0,1 0 0,1 0 0,-1 0 0,0 0 0,0 0 0,0 0 0,0 0 0,3 0 0,-2-1 0,0 1 0,0-1 0,-1 1 0,1-1 0,0 1 0,0-1 0,-1 0 0,0 0 0,1 0 0,-1 0 0,0 0 0,0 0 0,1-3 0,-1 3 0,0 0 0,1-1 0,-1 1 0,0 0 0,1 0 0,-1 0 0,1 0 0,-1 0 0,1 0 0,0 1 0,0-1 0,0 0 0,3-1 0,38-25 0,-31 19 0,-1 1 0,1 1 0,1 0 0,20-8 0,-29 14 0,1-1 0,-1 1 0,1 0 0,0 1 0,-1-1 0,1 1 0,0 0 0,-1 0 0,1 0 0,0 1 0,-1 0 0,1 0 0,0 0 0,-1 0 0,1 1 0,-1 0 0,0 0 0,5 2 0,-5-1 0,-1 0 0,1 0 0,-1 0 0,0 0 0,0 1 0,0 0 0,0-1 0,-1 1 0,1 0 0,-1 0 0,0 0 0,0 0 0,-1 1 0,1-1 0,-1 0 0,0 1 0,0-1 0,0 10 0,2 14 0,-2 1 0,-2 29 0,0-13 0,-1-15 0,-1-1 0,-1 0 0,-1 1 0,-2-2 0,-17 49 0,-71 138 0,62-160 0,25-44 0,1 0 0,0 0 0,-9 24 0,10-21 0,2 1 0,0 0 0,1 0 0,0 0 0,1 0 0,0 19 0,2-33 0,0 1 0,0-1 0,1 0 0,-1 1 0,0-1 0,1 0 0,-1 1 0,0-1 0,1 0 0,0 1 0,-1-1 0,1 0 0,0 0 0,-1 0 0,1 0 0,0 0 0,0 0 0,0 0 0,0 0 0,0 0 0,0 0 0,1 0 0,-1 0 0,0-1 0,0 1 0,0-1 0,2 1 0,2 1 0,1 0 0,-1-1 0,1 0 0,0 0 0,-1-1 0,1 1 0,7-1 0,14-2 0,1-2 0,27-6 0,-54 10 0,3-1 0,-1-1 0,1 1 0,0-1 0,0 0 0,0 1 0,-1-2 0,1 1 0,-1 0 0,0-1 0,6-5 0,27-18 0,-25 20 0,0 0 0,-1 0 0,0-1 0,0 0 0,0-1 0,-1-1 0,15-16 0,-19 19 0,0 0 0,-1-1 0,0 0 0,0 0 0,-1 0 0,1 0 0,-2 0 0,1-1 0,-1 0 0,0 1 0,0-1 0,-1 0 0,0-14 0,0 14 0,-2 0 0,1 0 0,-1 1 0,0-1 0,0 0 0,-1 0 0,0 1 0,-1-1 0,0 1 0,0 0 0,0 0 0,-1 0 0,0 0 0,0 0 0,-1 1 0,0 0 0,0 0 0,0 0 0,-1 1 0,-10-9 0,3 4 11,-1 0-1,0 1 1,-1 0 0,1 1 0,-2 0-1,1 2 1,-1-1 0,0 2-1,0 0 1,0 1 0,-24-2 0,-21 0-181,-110 2 0,111 5-155,16-1-8850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31.85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105 202 2449,'-23'-13'2636,"17"5"1394,2 5-3284,1 2-275,1 0-120,-1 0 0,1 1 0,-1-1 0,1 0 0,-1 0 0,1-1 0,-1 1 0,1 0 0,0-1 0,0 1 0,0-1 0,0 0 1,0 0-1,0 0 0,-3-4 0,-18 2 3880,22 1-3772,0 0 0,0 1 0,0-1 1,0 0-1,1 0 0,-1 0 0,1 1 0,0-1 0,0 0 1,0 0-1,0 0 0,1 0 0,-1 0 0,1 0 1,-1 1-1,1-1 0,2-4 0,70-44 3698,-55 44-4142,-1 0 0,1 1 0,1 0 0,-1 2 0,1 0 0,0 1 0,-1 1 0,1 1 0,0 1 0,33 3 0,-42-2-15,-1 0 0,0 1 0,1 0 0,-1 1 0,0 0 0,-1 0 0,1 1 0,0 0 0,-1 1 0,0 0 0,0 0 0,8 8 0,4 1 0,-15-10 0,0-1 0,1 1 0,-2-1 0,1 2 0,0-1 0,-1 0 0,0 1 0,0 0 0,0 0 0,0 0 0,-1 0 0,0 1 0,0-1 0,4 12 0,7 32 0,-10-39 0,-1 0 0,0 1 0,-1-1 0,0 1 0,1 19 0,-2-17 0,-1 1 0,-1 0 0,0 0 0,-1-1 0,0 1 0,-1-1 0,-1 0 0,0 1 0,-6 13 0,-13 44 0,20-56 0,-1-1 0,-1 1 0,-7 15 0,-4 1 0,11-20 0,0 1 0,-1-1 0,0 0 0,-1-1 0,-1 0 0,-13 15 0,-4-4 0,17-14 0,-1 0 0,1 0 0,0 0 0,1 1 0,0 0 0,0 0 0,-6 12 0,6-4 0,6-14 0,1 1 0,-1-1 0,0 0 0,0 0 0,-1 0 0,1 0 0,0 0 0,-1 0 0,1 0 0,-1 0 0,1-1 0,-3 3 0,-1 0 0,0 1 0,1 1 0,-1-1 0,1 1 0,0 0 0,-5 10 0,9-15 0,-1 0 0,1-1 0,0 1 0,0-1 0,-1 1 0,1-1 0,0 1 0,0 0 0,0-1 0,0 1 0,0-1 0,0 1 0,-1 0 0,2-1 0,-1 1 0,0 0 0,0-1 0,0 1 0,0-1 0,0 1 0,0 0 0,1-1 0,-1 1 0,0-1 0,0 1 0,1-1 0,-1 1 0,1-1 0,-1 1 0,1 0 0,1 0 0,0-1 0,0 0 0,0 1 0,0-1 0,0 0 0,0 0 0,0 0 0,0 0 0,-1-1 0,1 1 0,0 0 0,0-1 0,0 1 0,0-1 0,3-1 0,184-64 0,-44 10-317,-50 18-4152,53-41-13081,-105 62 13026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32.22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47 244 4866,'-4'-32'8716,"-11"14"-5850,11 14-2896,3 3 90,0 0 1,1 1-1,-1-1 0,1 0 0,-1-1 1,1 1-1,0 0 0,-1 0 1,1 0-1,0 0 0,-1 0 0,1 0 1,0 0-1,0-1 0,0 1 0,0 0 1,0 0-1,1-1 0,-4-17 897,-8 1 676,6-19 6880,5-32-5784,0 44-1743,0 40-600,10 77-386,-6-67 0,1 46 0,-6-50 0,1-12 0,-1 1 0,2-1 0,-1 1 0,1 0 0,4 15 0,3-1 0,-5-17 0,0 1 0,-1 0 0,0 0 0,0 0 0,-1 1 0,1 14 0,-2 12 0,2 0 0,12 67 0,-13-93 0,0-1 0,0 1 0,-1 0 0,-1 14 0,1-17 0,-1 0 0,1 0 0,0 1 0,1-1 0,-1 0 0,1 0 0,4 12 0,3 1 37,-6-14-83,1 1 1,-1 0 0,0 1-1,0-1 1,-1 0 0,1 0 0,-2 1-1,1-1 1,-1 1 0,0 7-1,-1 6-984,0-12-765,1 0-1,-1 0 1,2 0-1,-1 0 1,1 0 0,3 15-1,-2-19 882,-1 0 0,1 0 0,0 0 0,0 0 0,0-1 0,0 1 0,1 0 0,-1-1 0,1 0 0,0 0 0,0 0 0,1 0 0,-1 0 0,5 3 0,13 9-4051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32.89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113 96 9188,'-9'-5'4817,"-12"-6"5316,-17-1-1984,35 11-8119,0-1 0,0 1 0,0 0 0,0-1 0,0 1 0,0-1 0,1 0 0,-1 0 0,0 0 0,1-1 0,0 1 0,-1 0 0,1-1 0,0 0 0,-3-4 0,5 5-30,1 1 0,-1 0 0,0-1 0,1 1 0,-1 0 0,1 0 0,-1-1 0,1 1 0,-1 0 0,1 0 0,0 0 0,0 0 0,0 0 0,0 0 0,-1 0 0,1 0 0,1 0 0,-1 0 0,0 1 0,0-1 0,0 0 0,0 1 0,0-1 0,1 1 0,-1-1 0,0 1 0,0-1 0,1 1 0,-1 0 0,0 0 0,2 0 0,53-4 0,-50 4 0,-1 1 0,-1 1 0,0 0 0,1 0 0,-1 1 0,0-1 0,0 1 0,-1 0 0,1 0 0,0 0 0,-1 1 0,0-1 0,0 1 0,0 0 0,0 0 0,-1 0 0,4 7 0,7 21 0,-10-25 0,0-1 0,0 1 0,-1 0 0,0 0 0,0 0 0,-1 0 0,0 1 0,1 9 0,-2 201 0,-1-209 0,0-1 0,0 0 0,0 1 0,-1-1 0,-1 0 0,1 0 0,-1 0 0,-6 10 0,8-16 0,-1 4 0,1-1 0,-1 0 0,1 1 0,0-1 0,0 0 0,1 1 0,0-1 0,0 1 0,0-1 0,2 10 0,-1 13 0,-1-5 0,-1-16 0,1 0 0,0 0 0,1 0 0,-1 0 0,1 0 0,3 9 0,-3-13 0,0-1 0,0 1 0,1-1 0,-1 1 0,1-1 0,0 0 0,0 0 0,0 0 0,0 0 0,0 0 0,0-1 0,0 1 0,0 0 0,1-1 0,-1 0 0,1 1 0,-1-1 0,1 0 0,4 1 0,5 0 0,1 0 0,-1-1 0,0 0 0,1 0 0,0-2 0,-1 0 0,0 0 0,1-1 0,-1 0 0,13-5 0,17-1 0,-38 7 0,1 0 0,0 0 0,-1-1 0,1 0 0,-1 1 0,1-1 0,-1-1 0,0 1 0,0-1 0,5-3 0,5-4 0,39-15 0,-41 19 0,0 1 0,-1-1 0,1-1 0,17-14 0,1 0 0,-19 15 0,-1-1 0,0 0 0,-1-1 0,12-11 0,-6 2 0,-1 0 0,0 0 0,20-35 0,-33 49 0,1 0 0,0 0 0,0 0 0,0 0 0,1 0 0,-1 1 0,1-1 0,3-2 0,-4 4 0,-1 0 0,1-1 0,-1 1 0,1 0 0,-1-1 0,0 1 0,1-1 0,-1 0 0,0 1 0,0-1 0,0 0 0,0 0 0,-1 0 0,1 0 0,0 0 0,-1 1 0,1-1 0,-1 0 0,0 0 0,0 0 0,1 0 0,-2-4 0,1 3 0,1 1 0,-1-1 0,0 1 0,1-1 0,-1 1 0,1 0 0,0-1 0,0 1 0,0 0 0,0-1 0,1-1 0,0 2 0,-1-1 0,0 1 0,0-1 0,0 1 0,0-1 0,0 1 0,0-1 0,-1 1 0,1-1 0,-1 0 0,0-3 0,0-46 0,0 37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33.18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0 233 32767,'0'-226'0,"0"220"-3141,0 36-16598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33.56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37 112,'0'1'54,"-1"-1"0,0 0 0,0 1-1,0-1 1,0 0 0,0 0 0,1 0 0,-1 0 0,0 0-1,0 0 1,0 0 0,0 0 0,0 0 0,0 0 0,0 0-1,1-1 1,-1 1 0,0 0 0,0-1 0,0 1 0,1-1-1,-1 1 1,0 0 0,0-1 0,1 0 0,-1 1 0,0-1 0,1 1-1,-1-1 1,1 0 0,-1 1 0,1-1 0,-1 0 0,1 0-1,-1 0 1,1 1 0,0-1 0,-1 0 0,1 0 0,0 0-1,0 0 1,0 0 0,0 1 0,0-1 0,0 0 0,0 0-1,0 0 1,0 0 0,0-1 0,0-1 21,0-8-1895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34.5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75 105 1377,'-4'-1'2617,"-15"-6"-27,14 5-351,-11-1 442,11-1-2196,4 3-423,1 0 0,-1 0 0,0 1 0,0-1 0,0 0-1,1 1 1,-1-1 0,0 1 0,0-1 0,0 1 0,0-1 0,0 1 0,0 0 0,0 0-1,0-1 1,0 1 0,0 0 0,-1 0 0,1 0 0,-1 0 0,-3 0 989,5-3 57,0 0 1,1 1-1,-1-1 1,1 0-1,-1 0 1,1 1-1,0-1 0,0 0 1,3-4-1,-3 5-842,0 0 0,1 0-1,0 0 1,-1 0-1,1 0 1,0 0 0,0 0-1,0 0 1,0 1 0,0-1-1,1 1 1,-1-1 0,0 1-1,1 0 1,-1 0 0,1 0-1,3 0 1,16-5 143,0 2 0,1 0 0,32 0 1,-47 4-349,-1 1 1,1-1-1,-1 1 1,1 1 0,-1 0-1,1 0 1,-1 0 0,0 1-1,0-1 1,0 2-1,0-1 1,-1 1 0,1 0-1,10 10 1,-10-8-62,-2 0 0,1 1 0,0-1 0,-1 1 0,-1 1 0,1-1 0,-1 1 0,0-1 0,-1 1 0,0 0 0,0 1 0,0-1 0,1 12 0,-1 8 0,0 0 0,-3 49 0,-1-35 0,1-32 0,-1 0 0,-1-1 0,0 1 0,0-1 0,-1 1 0,0-1 0,0 0 0,-8 15 0,-44 63 0,45-73 0,-41 65 0,30-56 0,19-21 0,0-1 0,0 0 0,1 1 0,-1-1 0,1 1 0,-1-1 0,1 1 0,-1 0 0,1 0 0,0 0 0,0-1 0,0 1 0,0 0 0,0 0 0,0 1 0,0 2 0,1-5 0,0 1 0,0-1 0,0 1 0,0-1 0,0 1 0,0-1 0,0 1 0,1-1 0,-1 1 0,0-1 0,0 1 0,0-1 0,1 1 0,-1-1 0,0 1 0,1-1 0,-1 0 0,0 1 0,1-1 0,-1 1 0,0-1 0,1 0 0,-1 1 0,1-1 0,-1 0 0,1 0 0,-1 1 0,1-1 0,-1 0 0,1 0 0,-1 0 0,1 0 0,-1 0 0,1 0 0,0 1 0,26-5 0,29-20 0,19-17-2856,92-38 0,-149 71-293,-1-1 1,0-1-1,25-19 0,5-7-3003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35.04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76 110 3506,'-1'0'216,"-46"-4"7297,46 4-7377,0 0-1,0 0 1,0 0 0,-1 0 0,1-1 0,0 1-1,0-1 1,0 1 0,0-1 0,-1 1 0,1-1-1,0 1 1,0-1 0,0 0 0,0 0 0,0 0-1,1 1 1,-1-1 0,0 0 0,0 0-1,1 0 1,-1 0 0,0 0 0,1 0 0,-1-1-1,1 1 1,-1 0 0,1 0 0,0 0 0,-1-2-1,74-33 5812,-49 24-1255,46-15-1,-64 25-4493,0 1 0,-1 0 0,1 0 1,0 0-1,0 1 0,0-1 0,0 2 0,12 0 0,12 1 12,-24-2-210,-1 0 0,0 1 0,0-1 0,0 1 0,0 0 0,0 1 0,0-1 0,0 1 0,0 0 0,-1 0 0,1 0 0,4 4 0,1 1 0,-1 1 0,0 0 0,15 18 0,-22-23 0,0-1 0,0 1 0,0 0 0,0 0 0,-1 1 0,1-1 0,-1 0 0,0 1 0,0-1 0,0 0 0,1 7 0,4 14 0,2-2 0,-5-17 0,-1 0 0,0 0 0,0 0 0,0 0 0,-1 1 0,1-1 0,-1 1 0,-1-1 0,1 1 0,-1 0 0,0-1 0,0 1 0,-1-1 0,0 1 0,0-1 0,-1 7 0,-45 174 0,30-152 0,13-28 0,0 0 0,0 1 0,1-1 0,1 1 0,-3 7 0,-2 8 0,-1 0 0,-14 31 0,12-31 0,9-19 0,0 1 0,0-1 0,0 0 0,1 1 0,-1-1 0,1 0 0,0 1 0,0-1 0,0 1 0,1-1 0,-1 1 0,1-1 0,2 6 0,6-3 0,-8-5 0,1 0 0,0 1 0,0-1 0,0 0 0,0 0 0,0 0 0,0 0 0,0 0 0,1 0 0,-1-1 0,0 1 0,0-1 0,1 0 0,-1 1 0,0-1 0,1 0 0,-1 0 0,0-1 0,0 1 0,1 0 0,-1-1 0,0 1 0,4-2 0,252-92-2236,-236 85-3150,0-1-1,38-25 0,-24 13 41,-5 4 835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35.9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68 69 5587,'-18'-18'6713,"3"4"-2089,5 7-5151,10 6 577,0 1 0,-1 0 0,1-1 0,-1 1 0,1 0 0,-1-1-1,1 1 1,0-1 0,-1 1 0,1-1 0,0 1 0,0-1 0,-1 1 0,1-1 0,0 1 0,0-1 0,0 1 0,-1-1 0,1 1 0,0-1 0,0 0 0,0 1 0,0-1-1,0 1 1,0-1 0,0 1 0,0-1 0,1 1 0,-1-1 0,0 0 0,0 0 33,1 1 1,-1-1-1,0 1 0,0 0 1,0-1-1,0 1 0,0-1 1,0 1-1,0 0 0,0-1 1,0 1-1,0-1 0,0 1 1,0 0-1,0-1 0,0 1 1,0-1-1,-1 1 0,1 0 0,0-1 1,0 1-1,0 0 0,0-1 1,-1 1-1,1 0 0,0-1 1,-1 1-1,1-1 0,-1 1-25,1 0-1,0 0 0,-1 0 1,1-1-1,0 1 0,-1 0 0,1 0 1,0 0-1,-1 0 0,1 0 1,0 0-1,-1 0 0,1 0 1,0 0-1,-1 0 0,1 0 0,0 0 1,-1 0-1,1 0 0,-1 0 1,1 0-1,0 0 0,-1 0 1,1 1-1,0-1 0,-1 0 0,1 0 1,0 0-1,0 1 0,-1-1 1,1 0-1,0 0 0,0 1 1,-1-1-1,1 0 0,0 0 0,0 1 1,0-1-1,-1 0 0,1 1 1,0-1-1,-5 23 4155,10 28 1575,0-33-5787,-1 0 0,-1 0 0,0 0 0,-2 1 0,0-1 0,-2 20 0,1-13 0,0-21 0,0-1 0,0 1 0,1-1 0,-1 1 0,1-1 0,0 1 0,0-1 0,0 1 0,0-1 0,1 0 0,-1 1 0,4 4 0,-3-5 0,0 0 0,-1 0 0,1 0 0,-1 0 0,0 0 0,1 0 0,-2 0 0,1 1 0,0-1 0,-1 0 0,1 1 0,-1 5 0,0 97 0,0-105 0,0 0 0,0 1 0,0-1 0,0 0 0,0 0 0,0 1 0,0-1 0,0 0 0,1 0 0,-1 0 0,1 1 0,-1-1 0,1 0 0,-1 0 0,1 0 0,-1 0 0,1 0 0,0 0 0,0 0 0,0 0 0,-1 0 0,1-1 0,0 1 0,0 0 0,0 0 0,0-1 0,0 1 0,0 0 0,1-1 0,-1 1 0,0-1 0,0 0 0,0 1 0,0-1 0,1 0 0,-1 0 0,0 0 0,0 0 0,1 0 0,-1 0 0,0 0 0,0 0 0,0 0 0,1 0 0,-1-1 0,0 1 0,0-1 0,0 1 0,0-1 0,1 1 0,-1-1 0,1-1 0,42-12 0,-43 14 0,13-5 0,-13 5 0,-1 1 0,1-1 0,-1 0 0,1 1 0,0-1 0,-1 1 0,1-1 0,-1 1 0,1-1 0,-1 1 0,0-1 0,1 1 0,-1-1 0,0 1 0,1 0 0,-1-1 0,0 1 0,1 0 0,-1-1 0,0 1 0,0 0 0,0-1 0,0 1 0,0 0 0,0-1 0,0 1 0,0 0 0,0 0 0,0-1 0,0 1 0,-1 0 0,1 0 0,0-1 0,0 1 0,0 0 0,0-1 0,0 1 0,1-1 0,-1 1 0,0-1 0,0 1 0,0-1 0,0 1 0,1-1 0,-1 1 0,0-1 0,0 1 0,1-1 0,-1 1 0,0-1 0,1 1 0,-1-1 0,1 0 0,-1 1 0,0-1 0,1 0 0,-1 1 0,1-1 0,-1 0 0,1 1 0,-1-1 0,1 0 0,-1 0 0,1 0 0,-1 0 0,1 1 0,0-1 0,-1 0 0,1 0 0,-1 0 0,1 0 0,0 0 0,0-1 0,-1 1 0,1 0 0,-1 0 0,1 0 0,-1 0 0,1 0 0,-1 1 0,1-1 0,-1 0 0,1 0 0,-1 0 0,0 0 0,1 0 0,-1 1 0,1-1 0,-1 0 0,1 0 0,-1 1 0,0-1 0,1 0 0,-1 1 0,1-1 0,-1 0 0,0 1 0,0-1 0,1 1 0,-1-1 0,0 0 0,0 1 0,1-1 0,-1 1 0,0-1 0,0 1 0,0-1 0,0 1 0,0-1 0,1 1 0,-1-1 0,0 2 0,0-2 0,0 1 0,0 0 0,0 0 0,0-1 0,0 1 0,1 0 0,-1-1 0,0 1 0,0 0 0,1-1 0,-1 1 0,0-1 0,1 1 0,-1-1 0,1 1 0,-1 0 0,1-1 0,-1 0 0,1 1 0,-1-1 0,1 1 0,0-1 0,-1 0 0,1 1 0,0-1 0,-1 0 0,1 1 0,0-1 0,-1 0 0,1 0 0,0 0 0,-1 0 0,1 0 0,0 0 0,-1 0 0,1 0 0,0 0 0,0 0 0,-1 0 0,1 0 0,0 0 0,-1-1 0,2 1 0,-1-1 0,0 1 0,1 0 0,-1-1 0,0 1 0,0-1 0,0 1 0,0-1 0,0 0 0,0 1 0,0-1 0,0 0 0,0 0 0,0 0 0,0 0 0,0 1 0,0-1 0,-1-1 0,1 1 0,0 0 0,-1 0 0,1 0 0,-1 0 0,1 0 0,-1 0 0,1-1 0,-1 1 0,0-3 0,0 3 0,1 1 0,-1-1 0,0 0 0,0 0 0,0 0 0,0 0 0,1 0 0,-1 0 0,0 0 0,1 1 0,-1-1 0,1 0 0,-1 0 0,1 0 0,-1 1 0,1-1 0,0 0 0,-1 1 0,1-1 0,0 0 0,0 1 0,-1-1 0,1 1 0,0-1 0,1 1 0,8-9 0,-7 4 0,0 0 0,0 0 0,-1 0 0,1 0 0,-1-1 0,0 1 0,-1-1 0,1 0 0,-1 0 0,0-6 0,-1 10 0,1-1 0,-1 0 0,0 0 0,1 1 0,0-1 0,-1 0 0,1 0 0,0 1 0,1-1 0,-1 1 0,0-1 0,1 1 0,1-3 0,-1 3 0,0-1 0,-1 1 0,1 0 0,-1-1 0,0 1 0,0-1 0,0 0 0,0 1 0,0-1 0,-1 0 0,1 0 0,-1 1 0,0-5 0,0-182 0,0 594 0,2-370 0,2 0 0,15 66 0,-12-68 0,-1 0 0,3 60 0,-7-68 0,0 1 0,1-1 0,2 0 0,1-1 0,16 46 0,1 4 0,-22-59 147,-1-14-193,-1 1 1,1-1-1,0 0 1,0 1-1,0-1 1,1 0-1,-1 1 1,0-1-1,0 0 1,1 1-1,-1-1 1,1 0-1,-1 0 1,1 1-1,-1-1 1,1 0-1,0 0 1,1 1-1,10 9-2162,-10-9 924,0 0 1,0-1-1,1 0 1,-1 1-1,0-1 1,1 0-1,-1 0 1,1 0-1,-1 0 1,1-1-1,0 1 1,-1-1 0,5 1-1,13-1-10540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36.8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49 148 3522,'0'-1'888,"0"-1"0,0 1 1,0-1-1,0 1 0,0-1 1,0 1-1,1-1 0,-1 1 1,0 0-1,1-1 1,-1 1-1,1 0 0,0-1 1,1-1-1,-1 2-648,-1 1 0,1-1-1,-1 1 1,1-1 0,-1 1 0,1 0 0,0 0-1,-1-1 1,1 1 0,0 0 0,-1 0 0,1-1 0,0 1-1,0 0 1,-1 0 0,1 0 0,0 0 0,-1 0-1,1 0 1,0 0 0,1 1 0,3 1-51,0 0 1,0 0-1,0 0 1,0 1-1,0 0 1,4 3-1,3 2 2016,-8-6-2041,-1 1-1,1-1 1,-1 1-1,0 0 1,1 0-1,-2 1 1,1-1-1,0 0 0,-1 1 1,1 0-1,-1-1 1,0 1-1,0 0 1,-1 0-1,1 0 1,-1 1-1,0-1 0,1 8 1,1 8 709,-2 0 0,0 0 0,-3 21 0,1 1-358,-1-25-515,1 0 0,-2 1 0,-1-2 0,-5 18 0,-4 19 0,11-43 0,-2 0 0,1 1 0,-2-1 0,1-1 0,-1 1 0,-1-1 0,-9 14 0,8-14 0,1 0 0,0 1 0,1-1 0,0 1 0,0 0 0,-4 17 0,8-23 0,-1 5 0,0 0 0,0 0 0,-1 0 0,0-1 0,-1 1 0,-9 15 0,10-19 0,0 0 0,1 0 0,-1 0 0,1 0 0,0 0 0,1 0 0,-1 0 0,1 1 0,0-1 0,0 1 0,1-1 0,0 1 0,0-1 0,1 10 0,-1 4 0,0-17 0,0-1 0,0 0 0,1 0 0,-1 0 0,0 1 0,1-1 0,-1 0 0,1 0 0,-1 0 0,1 0 0,-1 0 0,1 0 0,0 0 0,-1 0 0,1 0 0,0 0 0,0 0 0,0 0 0,0-1 0,0 1 0,0 0 0,0-1 0,0 1 0,0-1 0,0 1 0,0-1 0,0 1 0,1-1 0,-1 0 0,0 1 0,0-1 0,2 0 0,49 1 0,-34-1 0,-4-1-144,0 0 1,-1-1-1,1-1 0,0 0 1,-1-1-1,21-8 0,81-43-2335,-62 28 1010,-41 20-13,-1 0 0,0-1 0,0 0 0,0-1 0,-2 0 0,1-1 0,10-13 0,-13 16 471,0 0 1,0 1-1,0 0 1,15-9 0,-17 12 681,0 0 1,0 0-1,-1 0 1,1-1 0,-1 1-1,0-1 1,0 0-1,0 0 1,-1-1 0,1 1-1,-1-1 1,0 0 0,-1 0-1,4-7 1,-4 6 87,0-1 46,-1 1 0,1 0 0,1 0 0,-1 0 0,1 0 0,0 0 0,1 1 0,4-7 0,-3 4 152,0 0 0,0 0 0,-1 0-1,0 0 1,4-12 0,5-11 705,-12 28-520,0-1 1,0 1-1,0-1 1,0 1-1,0-1 0,-1 1 1,1-1-1,-1 1 1,-1-8-1,3-13 670,5 6-26,-6 17-682,0-1 1,0 0-1,-1 1 1,1-1-1,0 0 1,-1 0-1,1 0 1,-1 0-1,1 0 1,-1 1-1,0-1 1,0 0-1,0 0 1,0 0 0,0 0-1,0 0 1,-1 0-1,0-2 1,-12-50 4582,11 16 3624,-4 35-4905,-12 3-1821,13 0 723,5 3 240,5 9-2129,3-7-303,-7-4-116,0-1 0,0 0 0,0 1-1,0-1 1,0 1 0,-1-1 0,1 1-1,0 0 1,0-1 0,-1 1 0,1 0-1,0 0 1,-1-1 0,1 1 0,-1 0-1,1 0 1,-1 0 0,1 0 0,-1 0-1,0 0 1,1 0 0,-1 0 0,0 0-1,0 0 1,0-1 0,1 1 0,-1 0-1,0 2 1,0 2 0,1-1 0,0 1 0,0 0 0,0-1 0,1 1 0,-1-1 0,1 1 0,0-1 0,1 0 0,-1 0 0,1 0 0,5 7 0,47 47 0,-20-23 0,-17-12 0,-8-11 0,0 0 0,22 20 0,31 30 0,-42-40 0,37 30 0,-44-42 0,0 0 0,-1 1 0,-1 1 0,0 0 0,0 1 0,-1 0 0,-1 1 0,14 24 0,4 3 0,-18-29 0,-1 1 0,13 25 0,-21-36 0,-1 0 0,1 1 0,-1-1 0,1 0 0,-1 1 0,0-1 0,0 0 0,0 1 0,0-1 0,0 0 0,-1 0 0,1 1 0,0-1 0,-1 0 0,0 0 0,0 1 0,0-1 0,0 0 0,0 0 0,0 0 0,0 0 0,0 0 0,-1 0 0,1-1 0,-1 1 0,0 0 0,1-1 0,-1 1 0,0-1 0,-2 2 0,-5 3 0,1-1 0,-1 0 0,0-1 0,0 1 0,-10 2 0,-6 0-191,0-1 0,-1-1 0,1-1 0,-1-1 0,0-2 0,0 0 0,1-2 0,-1 0 0,-33-8 0,44 5-1709,1 0 0,0-1 0,0-1 0,0 0 0,1-1 0,0-1 0,0 0 0,1-1 0,-22-19 0,-2 0-1647,10 7 1941,2-1-1,1-1 0,-22-27 1,37 37 1502,0 0 0,0 0 0,2-1 0,-1 0 0,2 0 0,0-1 0,0 1 1,2-1-1,0 0 0,-2-23 0,1 16 270,3 5 617,1 0 1,1 0-1,0 0 0,1 1 0,1-1 1,0 0-1,1 1 0,11-26 1,4-25 4206,-15 56-4244,1 1 0,-1-1 0,2 1 0,0 0-1,0 1 1,1-1 0,0 1 0,15-16 0,91-41 5555,-86 51-5495,0 1 0,2 1 0,-1 2-1,45-12 1,33-13-2572,35-3-8162,-113 27 4793,14 9-230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37.46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185 1 816,'-1'0'221,"-1"0"-1,0 0 0,1 0 0,-1 0 0,1 0 0,-1 1 1,1-1-1,-1 0 0,1 1 0,-1 0 0,1-1 1,0 1-1,-1 0 0,1 0 0,-2 1 0,2-1 119,0 0 0,0-1 0,-1 1 0,1 0 0,0-1 0,-1 1 0,1 0 0,0-1-1,-1 0 1,1 1 0,-1-1 0,1 0 0,-1 0 0,1 1 0,-2-2 0,-86 12 13571,85-11-11525,7 2-2041,-1 0 0,0 0-1,1 0 1,-1 0 0,1-1 0,0 1-1,-1-1 1,1 0 0,0 0 0,0 0-1,0 0 1,0 0 0,0 0-1,5 0 1,14 5 1210,-14-1-1554,1 0 0,-1 1 0,0 0 0,0 0 0,0 0 0,-1 1 0,0 1 0,-1-1 0,1 1 0,6 11 0,1 16 0,-11-31 0,-1 1 0,0-1 0,0 0 0,0 1 0,-1 0 0,1-1 0,-1 1 0,0 0 0,0-1 0,-1 1 0,1 0 0,-1 0 0,0 0 0,-1 0 0,1 0 0,-1-1 0,0 1 0,-2 6 0,-23 59 0,24-63 0,0-1 0,-1 0 0,0 0 0,0 0 0,0 0 0,-1 0 0,-7 9 0,6-8 0,0-1 0,1 1 0,0-1 0,0 1 0,-3 9 0,5-10 0,-1 0 0,0 0 0,-1 0 0,1 0 0,-8 8 0,-10 19 0,21-31 0,-1 0 0,0-1 0,1 1 0,-1 0 0,1 0 0,-1 0 0,1 0 0,0 0 0,0 0 0,-1 0 0,2 0 0,-1 0 0,0 0 0,0-1 0,1 1 0,-1 0 0,1 0 0,-1 0 0,1 0 0,0 0 0,0-1 0,0 1 0,0 0 0,0-1 0,0 1 0,0-1 0,0 1 0,1-1 0,-1 1 0,1-1 0,-1 0 0,1 0 0,-1 0 0,1 0 0,0 0 0,3 2 0,7 2 0,1 0 0,0 0 0,1-1 0,17 3 0,-1 1 0,28 10 0,-26-9 0,-1 2 0,-1 1 0,33 18 0,-61-29 0,-1 0 0,1 0 0,-1 0 0,1 0 0,-1 1 0,1-1 0,-1 1 0,0-1 0,0 1 0,0 0 0,0-1 0,0 1 0,0 0 0,0 0 0,0-1 0,-1 1 0,1 0 0,-1 0 0,1 0 0,-1 0 0,0 0 0,0 0 0,0 0 0,0 0 0,-1 3 0,1-2 0,0 0 0,-1 0 0,0 0 0,0 0 0,0 0 0,0-1 0,0 1 0,-1 0 0,1-1 0,-1 1 0,0-1 0,1 1 0,-1-1 0,0 0 0,0 0 0,-5 4 0,-27 12 0,0-2 0,-1 0 0,-52 14 0,47-16 0,-31 4 0,39-12 0,-57-3-211,72-8-2603,18-6-4127,26-18-7438,-16 19 12976,-7-14-1982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37.79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190 161 2225,'36'-43'8279,"-34"41"-7603,-1 0 0,0 0-1,1 0 1,-1 0 0,0 0-1,0 0 1,0-1 0,0 1 0,-1 0-1,1-1 1,-1 1 0,1-1-1,-1 1 1,0 0 0,0-1-1,0 1 1,0-1 0,0 1 0,-1-1-1,0-3 1,-9 16 2718,10-10-3309,-1 0 0,0 1 1,1-1-1,-1 0 0,1 1 1,-1-1-1,1 1 0,-1-1 0,1 1 1,-1-1-1,1 1 0,-1-1 0,1 1 1,0 0-1,-1-1 0,1 1 1,0 0-1,0-1 0,-1 1 0,1 0 1,0-1-1,0 1 0,0 0 0,0-1 1,0 1-1,0 0 0,0-1 1,0 1-1,0 0 0,0 0 0,0 2 33,0 0-1,-1-1 0,1 1 0,-1 0 1,0-1-1,0 1 0,1-1 0,-2 1 1,1-1-1,0 1 0,-1-1 0,-1 4 1,1-4-79,0 0 0,1 1 1,-1-1-1,1 1 0,0 0 1,-1-1-1,1 1 0,1 0 1,-1 0-1,0-1 0,1 1 1,-1 5-1,1-2-39,-1-1 0,0 1 0,0-1 0,0 1 0,0-1 0,-4 7 0,4-9 0,0 0 0,0 0 0,0 1 0,0-1 0,0 0 0,1 0 0,-1 1 0,1-1 0,0 0 0,0 1 0,0-1 0,0 0 0,1 4 0,46 126 0,-45-128 0,1 0 0,-1 0 0,1 0 0,0 0 0,0 0 0,1 0 0,-1-1 0,1 1 0,0-1 0,0 0 0,0-1 0,1 1 0,6 4 0,66 34 0,-71-40 0,4 3 0,0 0 0,0-1 0,1-1 0,0 1 0,-1-2 0,1 0 0,0 0 0,0-1 0,0 0 0,1-1 0,-1 0 0,0-1 0,0 0 0,0-1 0,0 0 0,0 0 0,-1-1 0,1-1 0,-1 0 0,11-6 0,-18 8 0,0 0 0,-1 0 0,1-1 0,-1 1 0,1-1 0,-1 0 0,0 1 0,0-1 0,0 0 0,0 0 0,0-1 0,-1 1 0,0 0 0,1-1 0,-1 1 0,1-7 0,13-29 0,-11 32 0,-1 0 0,0-1 0,0 1 0,0-1 0,-1 1 0,0-1 0,-1 0 0,0 0 0,0 0 0,0 0 0,-2-14 0,1 16 0,-1 0 0,0 0 0,0 0 0,0 1 0,-1-1 0,1 0 0,-2 1 0,1-1 0,0 1 0,-6-8 0,4 6 0,0-1 0,0 0 0,1 0 0,-4-12 0,4 6 0,0 1 0,-1 0 0,-1 0 0,-9-18 0,11 26 0,-1 0 0,1 0 0,-1 0 0,0 0 0,0 0 0,0 1 0,-1 0 0,1 0 0,-1 0 0,0 0 0,-1 1 0,1 0 0,-11-5 0,-4-1 0,10 4 0,1 1 0,-1 0 0,0 0 0,0 1 0,0 0 0,0 1 0,-1 0 0,1 1 0,-18-1 0,-8 7 0,22-5 0,1 2 0,1 0 0,-1 0 0,0 1 0,0 0 0,1 1 0,0 1 0,-21 11 0,-39 16 137,-8 5-160,75-35-44,0 2 0,0-1 1,1 1-1,-1-1 0,1 1 0,0 1 0,0-1 0,0 0 0,0 1 1,1 0-1,0 0 0,-3 6 0,5-9-572,0 1-1,0-1 1,0 1 0,1 0 0,-1-1-1,1 1 1,-1-1 0,1 1-1,0 0 1,0-1 0,0 1 0,1 3-1,1 14-7318,-2 4 1579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38.48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68 77 2129,'-10'-32'23270,"5"25"-22548,4 5-1615,-8-17 4207,5 12-414,-13 6-1575,16 1-1325,0 1 0,0-1 0,-1 1 0,1-1 0,0 1 0,0 0 0,0-1 0,0 1 0,0 0 0,0 0 0,0 0 0,0-1 0,0 1 0,0 0 0,1 1 0,-1-1 0,0 0 0,1 0 0,-1 0 0,0 0 0,1 0 0,0 1 0,-1-1 0,1 0 0,0 0 0,-1 1 0,1-1 0,0 0 0,0 1 0,0-1 0,1 3 0,-1 59 0,1-37 0,0-5 0,1 0 0,2 1 0,0-1 0,0-1 0,10 24 0,7 32 0,-19-71 0,-1 0 0,1-1 0,0 1 0,1 0 0,-1-1 0,1 0 0,4 6 0,10 18 0,-10-5 0,-6-20 0,-1 0 0,1 1 0,0-1 0,1 0 0,-1 0 0,0 1 0,1-1 0,0 0 0,0 0 0,3 4 0,37 35 0,-40-40 0,0 1 0,0-1 0,0 0 0,0 0 0,1 0 0,-1 0 0,1-1 0,-1 1 0,1-1 0,-1 1 0,1-1 0,0 0 0,0 0 0,-1 0 0,1 0 0,0-1 0,0 1 0,0-1 0,0 0 0,0 0 0,0 0 0,0 0 0,0 0 0,0-1 0,0 1 0,0-1 0,0 0 0,0 1 0,-1-2 0,1 1 0,0 0 0,-1 0 0,1-1 0,-1 0 0,1 1 0,-1-1 0,0 0 0,1 0 0,-1 0 0,3-4 0,34-36 0,-30 19 0,7-9 0,-15 30 0,5-5 0,-1 0 0,0 0 0,-1 0 0,1-1 0,-1 1 0,-1-1 0,0 0 0,3-10 0,15-60 0,-14 56 0,-1 1 0,-1-1 0,-1 0 0,3-39 0,-7 55 0,1 0 0,0 0 0,0 0 0,0 0 0,1-1 0,0 2 0,3-9 0,-2 7 0,0 1 0,-1-1 0,0 1 0,-1-1 0,1 0 0,-1 0 0,0-10 0,1 9 0,4 17 0,2 5 0,-7-9 0,1-1 0,-1 1 0,0 0 0,0 0 0,-1 0 0,1 0 0,-1 0 0,0 0 0,-1 0 0,1-1 0,-2 6 0,1 6 0,0 3 0,1-11 0,0-1 0,0 1 0,0 0 0,1-1 0,0 1 0,2 7 0,5 5 0,-5-12 0,0 0 0,-1 1 0,1-1 0,-2 1 0,1-1 0,0 17 0,-1-10 0,0 1 0,2-1 0,6 28 0,-5-29 0,-1 0 0,0 1 0,1 24 0,-3-19 0,1 0 0,5 25 0,2 29 0,-9-62 0,1 0 0,1 0 0,0 0 0,0-1 0,5 13 0,-4-13 0,0 1 0,0 0 0,-1 0 0,-1 0 0,1 13 0,7 24 51,-7-41-102,0 0 0,0 1-1,0-1 1,0 15 0,-2-22-169,0 0 0,0 0 0,0 0 0,1 0 1,-1 0-1,0 0 0,1 0 0,-1 0 0,1 0 1,-1 0-1,1 0 0,0 0 0,-1 0 1,1 0-1,0 0 0,0-1 0,-1 1 0,1 0 1,0-1-1,0 1 0,0 0 0,0-1 0,0 1 1,0-1-1,0 0 0,0 1 0,0-1 0,2 1 1,-1 0-501,6 14-10992,9-13 6736,10-2 902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38.79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151 69 3217,'-5'-3'4381,"-68"-34"5309,41 35-8293,-8-9 11677,62-5-31302,-16 16 14251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39.2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282 1 1265,'-19'0'31096,"18"0"-31083,0 0-1,-1 1 0,1-1 0,0 0 0,0 1 0,-1-1 1,1 1-1,0-1 0,0 1 0,0 0 0,0-1 0,-1 1 1,1 0-1,0 0 0,0 0 0,1 0 0,-1 0 0,0 0 0,0 0 1,0 0-1,1 0 0,-1 0 0,0 1 0,1-1 0,0 0 1,-1 0-1,1 1 0,-1-1 0,1 0 0,0 0 0,0 1 0,0-1 1,0 0-1,0 3 0,-4 13-32,1-12 20,1 1 0,0 0 0,0-1 0,0 1 0,1 0 0,-1 0 0,1 0 0,1 0 0,-1 12 0,1-3 0,0 13 0,6 51 0,-5-70 0,1 0 0,1 1 0,0-1 0,0-1 0,0 1 0,1 0 0,1-1 0,-1 0 0,8 9 0,156 182 0,-121-146 0,17 27 0,-62-78 0,-1 1 0,0-1 0,-1 1 0,1 0 0,0 0 0,-1 0 0,1-1 0,-1 1 0,0 0 0,0 0 0,0 0 0,0 0 0,-1-1 0,1 1 0,-1 0 0,0 0 0,1-1 0,-1 1 0,-1 0 0,1-1 0,0 1 0,-1-1 0,1 1 0,-1-1 0,1 0 0,-1 0 0,0 1 0,-4 2 0,-2-2 0,0 0 0,0 0 0,0 0 0,-1-1 0,1 0 0,-1-1 0,1 0 0,-1 0 0,-10-1 0,6 0 0,-1 1 0,1 1 0,-20 4 0,11-1 0,0-2 0,0 0 0,0-1 0,-36-2 0,37 0 0,7-2-6,0 0 1,0-1-1,1-1 1,0 0-1,-1-1 1,-16-8-1,4 2-886,9 0-6449,-14-26-3529,28 24 4832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39.41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0 201 5523,'12'-19'6479,"4"-4"5954,-2 14-7841,-12 9-4439,-1-1 0,0 1 0,0-1-1,0 1 1,0-1 0,0 1 0,0-1 0,-1 1 0,1-1 0,0 0 0,0 1 0,0-1 0,0 0 0,-1 0 0,1 0 0,0 0 0,-1 0 0,1 0 0,-1 0 0,1-1 0,10-8 375,-3 6-528,5-1 0,0 0 0,1 1 0,0 0 0,20-3 0,-27 7 0,0-1 0,-1 0 0,1 0 0,-1-1 0,0 1 0,8-5 0,32-6 0,5 5-68,0-2 1,59-19-1,-61 16-2098,-4 8-3339,-29 2 2929,34-7-7479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43.07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404 264 2481,'-23'6'1989,"-1"-1"0,0-1 1,-26 2-1,-16 2-88,23-2-1265,19-3-94,2 1 0,-32 9 0,15-5 758,5-3 2886,97-11 1335,-32 4-4568,280-57 3519,-124 18-2738,11 3-1734,245-42 0,-316 56 0,-75 14 0,83-7 0,61-5 0,55 0 0,-84 11-5941,-111 11-15635,-32 0 18983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44.70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21 760 2497,'31'-1'1925,"0"-1"-1,0-2 0,0-1 1,34-10-1,-30 5-740,51-23 0,-84 31-1146,23-8 637,-1-2 0,-1 0-1,0-2 1,22-16 0,-30 18 279,-9 9 220,-1-2 0,1 1 0,-1 0 0,0-1-1,0 0 1,8-11 0,-13 16-1026,1-1 0,-1 0 0,0 1 0,0-1 0,1 0 0,-1 0 0,0 1 0,0-1 0,0 0 0,0 1 0,0-1 0,0 0 0,0 0 0,0 1 0,0-1 0,0 0 0,0 0 0,0 1 0,-1-1 0,1 0 0,0 1 0,0-1 0,-1 0 0,1 1 0,0-1 0,-2 0-1,0-1-5,0 0 0,0 0 0,0 1 0,0-1-1,-1 1 1,1-1 0,-1 1 0,1 0 0,-1 0-1,1 0 1,-5 0 0,-5-1-142,-1 1 0,1 0 0,-1 0 0,1 1 0,-1 1 0,0 1 0,1-1 0,-1 2 0,1 0 0,0 0 0,-12 6 0,-2-1 0,-3 3 0,0 2 0,0 1 0,2 1 0,0 1 0,-32 26 0,46-33 0,7-4 0,0 0 0,0 1 0,0 0 0,0 0 0,1 1 0,0-1 0,0 1 0,1 0 0,0 1 0,-4 8 0,-2 9 0,-11 44 0,20-65 0,-2 14 0,1 1 0,1 0 0,3 33 0,-1-18 0,-1-30 0,0 0 0,0 0 0,1 0 0,0 0 0,0 0 0,0 0 0,0 0 0,1 0 0,-1 0 0,1-1 0,0 1 0,0 0 0,0-1 0,1 0 0,-1 1 0,1-1 0,0 0 0,0-1 0,0 1 0,0 0 0,5 2 0,5 3 0,0-1 0,0-1 0,1 0 0,19 6 0,-24-10 0,-2-1 0,1 0 0,-1-1 0,1 0 0,-1-1 0,1 1 0,-1-1 0,1-1 0,-1 0 0,0 0 0,0 0 0,0-1 0,13-6 0,-10 5 0,4-3 0,-1 0 0,0-1 0,0 0 0,-1-1 0,14-13 0,-3 4 0,-14 9 0,0 1 0,-1-2 0,0 1 0,0-1 0,-2 0 0,1 0 0,-1-1 0,0 0 0,-1 0 0,-1 0 0,1-1 0,-2 1 0,4-22 0,-4 23 0,13-33 0,-13 37 0,-1 1 0,0 0 0,0-1 0,0 0 0,-1 1 0,0-1 0,0 0 0,0 0 0,-1-10 0,0 11 0,0 2 0,-1 0 0,1 0 0,0 0 0,0 0 0,0 0 0,0 0 0,0 0 0,1 0 0,-1 0 0,1 1 0,0-1 0,2-5 0,21-6 0,-24 16 0,1 0 0,0 0 0,0 0 0,0 0 0,0-1 0,0 1 0,0 0 0,0-1 0,1 1 0,-1-1 0,1 1 0,-1-1 0,1 0 0,2 2 0,43 27 0,-30-19 0,0-1 0,0 0 0,21 8 0,118 47 0,-139-60-357,-1-1-1,1 0 1,0-1-1,0-1 1,0-1-1,0 0 1,1-2-1,-1 0 1,0 0-1,0-2 1,0 0-1,0-1 1,-1 0-1,25-11 1,-38 14 354,0 0 1,-1 0 0,1 0 0,-1-1 0,1 1 0,-1-1 0,1 1-1,-1-1 1,0 0 0,0 0 0,0 0 0,0 0 0,0 0 0,0 0 0,-1-1-1,1 1 1,-1-1 0,1 1 0,-1-1 0,0 1 0,0-1 0,0 0-1,0 0 1,0-4 0,-1 4 64,1-1-1,0 1 1,-1-1-1,1 1 1,0 0-1,1-1 0,-1 1 1,1 0-1,-1 0 1,3-3-1,-2 3 63,0 1 0,-1-1 0,1 0 0,-1 0 0,0 1 0,0-1 0,0 0 0,0 0 0,0 0 0,0 0 0,-1 0 0,0 0 0,1 0 0,-1 0 0,0-1 0,-1 1 0,1 0 0,-1 0 0,1 0 0,-1 0 0,-2-5 0,-6-7 664,7 14-713,1-1 0,0 0-1,-1 0 1,1 0-1,0 0 1,0 0 0,0 0-1,0-1 1,0 1 0,1 0-1,-1 0 1,1-1 0,-1 1-1,1 0 1,0-5 0,0 2-72,-1 0 0,0 0 0,0 0 0,0 1 0,-1-1 0,1 0 0,-1 1 0,0-1 0,-1 1 0,1 0 0,-6-7 0,7 9-3,0 0 0,0 1 0,0-1-1,0 0 1,0 1 0,-1-1-1,1 1 1,-1 0 0,1 0 0,-1-1-1,1 1 1,-1 0 0,0 0 0,0 0-1,1 1 1,-1-1 0,0 0-1,0 1 1,0-1 0,0 1 0,0-1-1,0 1 1,0 0 0,0 0 0,0 0-1,-2 1 1,3 1 0,-1 1 0,1 0 0,1-1 0,-1 1 0,0 0 0,1 0 0,-1 0 0,1 0 0,0 0 0,0 0 0,0 0 0,0 0 0,2 4 0,-2-1 0,-2 30 0,1-26 0,0 0 0,1-1 0,-1 1 0,2 0 0,0 0 0,0 0 0,1-1 0,3 12 0,42 71 0,-42-63 0,-3-5 0,1-18 0,0 1 0,1-1 0,-1-1 0,1 1 0,0 0 0,1-1 0,7 8 0,10 13 0,-22-25 0,1 0 0,0 0 0,0 0 0,0 0 0,-1 0 0,1-1 0,0 1 0,0 0 0,0 0 0,0-1 0,0 1 0,0-1 0,0 1 0,1-1 0,-1 1 0,0-1 0,0 0 0,0 1 0,0-1 0,1 0 0,-1 0 0,0 0 0,0 0 0,0 0 0,1 0 0,-1 0 0,0-1 0,0 1 0,0 0 0,1 0 0,-1-1 0,0 1 0,0-1 0,0 1 0,0-1 0,0 0 0,0 1 0,0-1 0,0 0 0,0 0 0,0 0 0,-1 0 0,3-1 0,1-3 0,0 0 0,0 0 0,0 0 0,0-1 0,-1 0 0,0 1 0,5-13 0,13-16 0,-18 30 0,1 0 0,-1 0 0,-1-1 0,1 1 0,-1-1 0,1 1 0,-1-1 0,2-7 0,17-40 0,-15 40 0,0-1 0,-2 1 0,6-18 0,-4 8 0,-4 13 0,0 1 0,0-1 0,-1 1 0,1-16 0,-1 15 0,0 0 0,0 0 0,1 1 0,0-1 0,5-13 0,-3 13 0,-2 1 0,1-1 0,-1 0 0,-1 0 0,2-15 0,-3 23 0,0 0 0,0 0 0,0 0 0,0 0 0,0 0 0,1 0 0,-1 0 0,0 0 0,1 0 0,-1 0 0,1 0 0,-1 0 0,1 0 0,-1 0 0,1 0 0,0 0 0,0 0 0,-1 1 0,1-1 0,0 0 0,0 0 0,0 1 0,0-1 0,0 1 0,0-1 0,0 1 0,1-1 0,4-3 0,-6 4 0,1 0 0,-1-1 0,0 1 0,1 0 0,-1 0 0,0 0 0,1 0 0,-1-1 0,1 1 0,-1 0 0,0 0 0,1 0 0,-1 0 0,1 0 0,-1 0 0,0 0 0,1 0 0,-1 0 0,1 0 0,-1 0 0,0 0 0,1 0 0,-1 0 0,1 1 0,-1-1 0,0 0 0,1 0 0,-1 0 0,0 0 0,1 1 0,-1-1 0,0 0 0,1 0 0,-1 1 0,0-1 0,1 0 0,-1 1 0,0-1 0,0 0 0,0 1 0,1-1 0,-1 0 0,0 1 0,0-1 0,0 1 0,0-1 0,0 0 0,1 1 0,-1-1 0,0 1 0,4 6 0,4 22 0,5-13 0,-9-13 0,-1 1 0,1 0 0,-1 0 0,0 0 0,-1 0 0,5 8 0,6 17 0,2-2 0,0 0 0,2-1 0,0 0 0,29 30 0,1 5 0,-12-23 130,-29-32-243,0 0-1,0 1 1,-1 0 0,0-1 0,4 9-1,-7-10-795,0 0 0,1 0 0,-1 0 0,1 0 0,0-1 0,0 1 0,0-1 0,1 0 0,0 0 0,0 0 0,0 0 0,0 0 0,0-1 0,1 0 0,-1 0 0,1 0 0,0-1 0,6 3 0,10 0-1411,0-2 1,1 0 0,33-1 0,-43-2 1938,-1 0 1,1-1 0,-1-1-1,1 0 1,-1 0-1,0-1 1,0-1 0,0 0-1,11-6 1,-4 0 183,-6 5 577,-1-1-1,-1 0 1,1 0 0,-1-1 0,0-1-1,-1 0 1,1 0 0,-1-1 0,-1 0 0,9-12-1,9-24 2758,35-69 7186,-56 102-8749,0-1 1,-1 1 0,-1-1 0,1 0-1,-2 1 1,0-2 0,1-16 0,-4 25-1431,1-1 0,-1 1 1,0 0-1,0 0 1,0-1-1,-5-8 0,-2-24-290,8 37 146,-1-1 0,1 1 0,0-1 0,0 0 0,-1 1 0,1-1 0,-1 1 0,0-1 0,1 1 0,-1 0 0,0-1 0,0 1 0,0 0 0,0-1 0,0 1 0,0 0 0,0 0 0,0 0 0,-1 0 0,1 0 0,0 0 0,-1 0 0,1 0 0,-1 1 0,1-1 0,-1 0 0,-2 0 0,1 0 0,-1 0 0,0 0 0,0 0 0,0 1 0,0-1 0,0 1 0,1 0 0,-1 0 0,-7 2 0,9-1 0,-1 0 0,1 1 0,-1-1 0,1 1 0,-1 0 0,1 0 0,0 0 0,0 0 0,0 0 0,0 0 0,0 0 0,0 1 0,-2 4 0,-10 10 0,9-13 0,-1 0 0,1 0 0,0 0 0,0 1 0,1 0 0,-1 0 0,1 0 0,0 1 0,0-1 0,1 1 0,0 0 0,0 0 0,0 0 0,-2 7 0,-6 24 0,6-25 0,2-1 0,0 1 0,0-1 0,1 1 0,0 0 0,0 17 0,1-3 0,0-17 0,0-1 0,0 0 0,1 1 0,0-1 0,1 0 0,0 0 0,0 1 0,5 13 0,33 35 0,-39-56 0,1 0 0,0 0 0,-1 0 0,1 0 0,0 0 0,0 0 0,0 0 0,0-1 0,0 1 0,0 0 0,0 0 0,0-1 0,0 1 0,0-1 0,0 1 0,0-1 0,0 1 0,0-1 0,0 0 0,1 1 0,-1-1 0,0 0 0,0 0 0,0 0 0,1 0 0,-1 0 0,0 0 0,0 0 0,0 0 0,1-1 0,-1 1 0,0 0 0,0-1 0,0 1 0,0-1 0,0 1 0,0-1 0,0 0 0,0 1 0,2-3 0,4-3 0,0 0 0,-1-1 0,0 0 0,8-13 0,0 2 0,-9 13 0,0 0 0,-1-1 0,0 1 0,0-1 0,0 0 0,-1 0 0,0 0 0,0 0 0,-1-1 0,1 1 0,-1-1 0,2-12 0,-4 17 0,0 0 0,0 0 0,0-1 0,1 1 0,-1 0 0,1 0 0,0 0 0,0 0 0,0 0 0,0 0 0,0 0 0,0 0 0,0 0 0,0 1 0,3-4 0,-2 4 0,-1-1 0,0 1 0,0-1 0,0 0 0,1 1 0,-1-1 0,-1 0 0,1 0 0,0 0 0,0 0 0,-1 0 0,1 0 0,-1 0 0,0 0 0,1-3 0,-1 5 0,0-1 0,-1 0 0,1 0 0,0 1 0,0-1 0,0 0 0,0 1 0,1-1 0,-1 0 0,0 0 0,0 1 0,0-1 0,0 0 0,1 1 0,-1-1 0,0 0 0,1 1 0,-1-1 0,1 1 0,-1-1 0,0 0 0,1 1 0,-1-1 0,1 1 0,0 0 0,-1-1 0,1 1 0,-1-1 0,1 1 0,0 0 0,-1-1 0,1 1 0,0 0 0,-1 0 0,1-1 0,0 1 0,-1 0 0,1 0 0,0 0 0,0 0 0,-1 0 0,1 0 0,0 0 0,0 0 0,-1 0 0,1 0 0,0 1 0,-1-1 0,1 0 0,0 0 0,-1 1 0,2 0 0,38 21 0,-32-17 0,-6-4 0,-1 0 0,0-1 0,0 1 0,1 0 0,-1 0 0,0 0 0,0 0 0,0 1 0,0-1 0,0 0 0,0 0 0,-1 1 0,1-1 0,0 0 0,-1 1 0,1-1 0,-1 1 0,1 1 0,6 13 0,6-2 0,0 0 0,0 0 0,17 11 0,-7-10 0,-21-15 0,0 1 0,0 1 0,0-1 0,0 0 0,0 0 0,0 1 0,0-1 0,-1 1 0,1 0 0,-1-1 0,1 1 0,-1 0 0,1 0 0,-1 0 0,2 3 0,-2-3-34,0 0 0,1 0 0,0 0 0,-1 0 0,1 0 0,0-1 0,0 1 0,0-1 0,0 0 0,0 1 0,0-1 0,0 0 0,0 0 0,1 0 0,3 0 0,19 12-695,-23-12 595,1 0 0,-1 0 0,1 0 0,0-1 0,-1 1 0,1-1 0,0 1 0,-1-1 0,1 0 0,0 0 0,0-1 0,-1 1 0,5-1-1,-1 0-205,-1 0 275,1-1-1,0 0 1,-1 0-1,0-1 0,1 1 1,-1-1-1,0 0 0,0 0 1,5-5-1,-7 5 82,0-1-1,0 0 0,0 1 1,0-1-1,-1 0 1,1 0-1,-1-1 0,2-5 1,16-25 248,-17 32-213,-1 0 1,0-1-1,0 1 1,0 0-1,-1 0 1,1-1-1,-1 1 1,0-1-1,0 1 1,0-1-1,0 0 1,0 1-1,-1-1 1,0 0-1,0 1 1,0-7-1,0 4 69,0 1 0,0-1 0,1 0 0,-1 1 0,1-1 0,2-5 0,6-11 391,-6 17-361,-1 0 0,0-1 0,0 1 0,0-1-1,-1 1 1,0-1 0,0 0 0,0-10 0,-1-7 13,1 9-162,-1 0 0,0 0 0,-2 0 0,-2-13 0,-2 2-1,1 6 0,1 0 0,1 0 0,-2-31 0,4 33 0,-1 1 0,0-1 0,-1 1 0,-1 0 0,0 0 0,-9-19 0,-8-34 0,19 65 0,1-1 0,-1 2 0,0-1 0,0 0 0,0 0 0,-1 1 0,1-1 0,-5-3 0,5 5 0,0 0 0,0-1 0,0 1 0,0-1 0,1 1 0,-1-1 0,1 0 0,-1 1 0,1-1 0,0 0 0,0 0 0,0 0 0,0-5 0,0 7 0,0-1 0,-1 1 0,1-1 0,0 1 0,-1-1 0,1 1 0,-1 0 0,0 0 0,1 0 0,-1 0 0,0 0 0,-2-1 0,-2-2 0,6 6 0,0 1 0,-1 0 0,1 0 0,0 0 0,-1 0 0,0 0 0,0 0 0,0-1 0,0 1 0,0 0 0,-3 3 0,-1 7 0,3 0 0,0 0 0,0 0 0,1 1 0,1-1 0,0 1 0,3 13 0,14 77 0,-12-77 0,3 13 0,2 0 0,25 67 0,-14-30 0,-18-61 0,1-1 0,0 0 0,10 23 0,-2-13 0,-7-15 0,-1 0 0,1-1 0,0 0 0,1 0 0,9 11 0,74 65 0,-86-81-156,1-1 0,-1 0 0,1 0 0,-1 0 0,1 0 0,0-1 0,0 0-1,0 0 1,1 0 0,-1 0 0,0 0 0,1-1 0,-1 0 0,1 0 0,-1 0 0,1-1 0,0 1 0,-1-1 0,1 0 0,0 0 0,-1-1-1,1 0 1,-1 1 0,1-1 0,-1-1 0,1 1 0,7-4 0,0 0-24,44-22-472,-53 24 643,0 1 1,0 0-1,0-1 1,0 1 0,0-1-1,-1 0 1,1 0 0,-1 0-1,0 0 1,0 0 0,0-1-1,0 1 1,-1 0 0,3-7-1,-3 7 23,2-8 175,0 0 1,1 0-1,0 0 0,11-19 1,-13 25-16,1 0 0,-1-1 0,0 1 0,0-1 0,-1 1 0,0-1 0,0 1 1,0-1-1,0 0 0,-1-6 0,9-44 1961,-1 35-1845,-6 17-288,0 0-1,1-1 0,-1 0 1,-1 1-1,1-1 1,-1 0-1,0 0 1,0 0-1,0 0 0,-1 0 1,1 0-1,-1 0 1,-1 0-1,1 0 0,-1 0 1,0 0-1,0 0 1,-2-6-1,-2 2-1,3 4 0,-1 1 0,1-1 0,0 1 0,0-1 0,0 0 0,1 0 0,0 0 0,0 0 0,0 0 0,0 0 0,1 0 0,0-8 0,0 146 0,0-129 0,1 0 0,-1 0 0,1 0 0,0 0 0,0 0 0,0-1 0,1 1 0,-1 0 0,1-1 0,0 1 0,2 3 0,11 23 0,-13-24 0,0-1 0,1 1 0,-1-1 0,1 0 0,0 0 0,0 0 0,1 0 0,0-1 0,0 1 0,0-1 0,0 0 0,9 7 0,-10-10 0,0 1 0,0-1 0,1 1 0,-1-1 0,0 0 0,1 0 0,-1 0 0,1 0 0,-1-1 0,1 0 0,0 1 0,-1-1 0,1-1 0,-1 1 0,1 0 0,-1-1 0,1 0 0,-1 0 0,1 0 0,-1 0 0,0 0 0,0-1 0,1 1 0,2-3 0,0 0 0,10-4 0,-1-1 0,26-20 0,-37 24 0,1 1 0,-1-1 0,0 0 0,0 0 0,0 0 0,0 0 0,-1 0 0,0-1 0,0 0 0,-1 0 0,4-10 0,14-21 0,-1 6 0,-14 14 0,0 0 0,-1-1 0,0 1 0,-2-1 0,0 0 0,-1-34 0,1 44 0,-7 31 0,-1-4 0,2 1 0,0 0 0,1 0 0,1 1 0,1-1 0,0 0 0,5 32 0,-3 10 0,-2 9 0,-1-29 0,9 84 0,-3-95 0,1-3 0,1 49 0,-5-57 0,1 0 0,1 0 0,5 19 0,-3-19 0,-2 0 0,0 1 0,0 19 0,-3 49-2050,0 141-10493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45.10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281 28 10949,'-4'-18'11159,"-6"10"-5760,-21 7-3019,14 2-1058,11 0-1205,0 1-1,1 1 1,-1-1-1,1 1 1,-1 0-1,1 0 1,0 0 0,0 1-1,0 0 1,1 0-1,-1 0 1,-4 6-1,3-4-73,1 0-43,0 0 0,0 1 0,1-1 0,0 1 0,0 0 0,1 0 0,-1 0 0,2 0 0,-1 1 0,1-1 0,0 1 0,-1 9 0,1-3 0,1 0 0,0 0 0,1-1 0,0 1 0,1 0 0,4 20 0,2-12 0,2-1 0,0 1 0,1-1 0,1-1 0,26 35 0,-3-1 0,-3-12 0,2 5 0,-32-46 0,-1 1 0,0-1 0,1 1 0,-1-1 0,0 1 0,0-1 0,0 1 0,0-1 0,0 1 0,-1-1 0,1 1 0,0-1 0,0 0 0,-1 1 0,1-1 0,-1 1 0,0-1 0,1 0 0,-1 1 0,0-1 0,0 0 0,0 0 0,-1 2 0,-2 4 0,1-4 0,1-1 0,-1 1 0,0-1 0,0 0 0,0 0 0,0 0 0,0 0 0,0 0 0,-1 0 0,1-1 0,-1 0 0,1 0 0,-1 0 0,1 0 0,-1 0 0,0-1 0,1 1 0,-7-1 0,-2 1 0,-1 0 0,0-1 0,0-1 0,-20-3 0,25 3 3,-1-2 1,1 1-1,-1-1 1,1 0-1,0-1 1,0 1-1,1-2 1,-8-4-1,12 7-10,0-1-1,0 0 0,1 1 0,-1-1 0,1 0 0,0 0 1,-1-1-1,1 1 0,1 0 0,-1-1 0,0 1 0,1-1 0,0 1 1,0-1-1,0 0 0,0 0 0,1 1 0,-1-1 0,1-7 1,0 3-233,1 0 0,0 1 0,0-1 1,1 0-1,0 1 0,0-1 1,1 1-1,-1 0 0,2 0 0,5-11 1,0 4 46,1 1 0,0 1 0,1-1 0,19-16 0,84-81 161,-47 35 1019,-29 34 163,-32 34-919,0-1 1,1 1 0,0 1 0,0-1-1,0 1 1,14-8 0,-5 1-232,4 1 0,-19 12 0,0 1 0,0-1 0,-1 1 0,1 0 0,0 0 0,-1-1 0,1 1 0,0 0 0,-1 0 0,1 0 0,-1-1 0,1 1 0,-1 0 0,0 0 0,0 0 0,1 0 0,-1 0 0,0 0 0,0 0 0,0 0 0,0 0 0,0 0 0,0 0 0,0 0 0,0 0 0,0 0 0,0 0 0,-1 1 0,1 2 0,0 0 0,1 0 0,0-1 0,0 1 0,0 0 0,0-1 0,0 1 0,1-1 0,-1 0 0,3 4 0,-2-3 0,0 0 0,0 0 0,0 0 0,-1 0 0,1 0 0,-1 0 0,0 0 0,0 0 0,-1 1 0,1 5 0,-1 5 0,1 1 0,0-1 0,1 1 0,1-1 0,0 0 0,10 28 0,-11-36 0,0 0 0,0 0 0,-1 0 0,-1 1 0,1-1 0,-1 0 0,0 0 0,-2 9 0,2-8 0,-1 1 0,1 0 0,0-1 0,3 18 0,3 7 0,-1 0 0,-2 1 0,-1 42 0,-2-51-3102,0 42-12207,0-56 8653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45.4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151 180 7587,'-3'-3'620,"1"1"0,-1-1 0,1 0 0,0 0 0,0 0 0,0 0 0,0 0 0,1 0 0,-1 0-1,1-1 1,0 1 0,0-1 0,0 1 0,-1-6 0,1-30 1584,1 27-2488,0 10 194,1 0-1,-1 0 1,1 0 0,0 0 0,-1 0 0,1 0-1,0 0 1,0 1 0,0-1 0,0 0-1,1 1 1,-1-1 0,0 1 0,1-1-1,-1 1 1,3-2 0,8-10-1788,-10 10 1453,0 1 0,0-1 1,0 1-1,1 0 0,-1-1 1,1 1-1,-1 0 0,1 0 1,0 1-1,0-1 0,-1 1 1,1-1-1,0 1 1,1 0-1,3-1 0,-2 1 120,0 0 1,-1 1-1,1 0 0,-1 0 0,1 0 0,-1 1 1,1-1-1,-1 1 0,1 0 0,5 2 0,-4 0 283,0-1 0,1 1 0,-1 1 1,0-1-1,0 1 0,-1 0 0,1 0 0,-1 0 0,0 1 0,0 0 0,0 0 0,-1 0 0,0 1 0,6 8 0,29 27 1700,-11 10 1035,-26-42-1702,0-1-1,0 1 0,-1-1 1,0 1-1,0 0 0,-1 0 1,0-1-1,-3 16 0,1 4 1761,1 26 756,0-28-1510,0-1 0,2 0 0,5 28 0,8 2-2017,2 0 0,3-2 0,3 0 0,34 63 0,-47-100 0,11 20 0,-17-30 0,1-1 0,-1 1 0,0 0 0,0 0 0,-1 0 0,0 0 0,0 0 0,0 1 0,-1-1 0,0 1 0,0-1 0,0 8 0,-1-6 0,1-7 0,-1 1 0,0-1 0,0 1 0,1-1 0,-1 0 0,0 1 0,0-1 0,0 1 0,0-1 0,0 0 0,-1 1 0,1-1 0,0 1 0,-1-1 0,1 0 0,-1 1 0,1-1 0,-1 0 0,0 0 0,1 1 0,-1-1 0,0 0 0,0 0 0,0 0 0,0 0 0,0 0 0,0 0 0,0 0 0,0 0 0,0-1 0,0 1 0,-1 0 0,1-1 0,0 1 0,-1-1 0,1 1 0,0-1 0,-1 1 0,1-1 0,0 0 0,-1 0 0,-1 0 0,-18 3 0,-13 3 0,0-2 0,0-2 0,-54-2 0,-102-36-5943,127 21 2266,6-1-3671,9-9 161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6:52.74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12811 37 3586,'-43'-5'5377,"-9"-1"-3999,26-1-1279,24 6-89,0 0 0,0 0-1,0 0 1,0 0 0,0 0 0,0 0-1,0 1 1,0-1 0,0 1-1,0 0 1,-3 0 0,-114-11 3490,-151 11 2139,-363 0-1385,324 11-2830,68 2-68,-58-9 39,56-4-525,-285 10 116,381-11-783,-106 17 184,-489-16 1806,548 10-2190,155-8-3,-54 11 0,20-3 0,-119 21 0,137-3 0,-82 25 0,87-28 0,35-17 0,0 0 0,0 0 0,-1-2 0,0 0 0,-1-1 0,-31 6 0,23-8 0,-141 23 0,79-12 0,0-4 0,0-4 0,-140-7 0,71-2 0,-25-7 0,112 7 0,-88-16 0,-3 0 0,-26 0 0,120 7 0,50 8 0,0 1 0,0 1 0,-24-2 0,-167-9 0,-5 0 0,-4 4 0,145 5 0,-88 4 0,49 2 0,-192 9 0,66 5 0,-383-16 0,379 10 0,-856-10 0,903 16 0,-48-7 0,77 6 0,23-4 0,110-7 0,-156 23 0,127-18 0,40-7 0,1 0 0,0 2 0,-24 7 0,-12 5 0,47-14 0,0-1 0,0 2 0,0-1 0,0 1 0,0 1 0,-8 4 0,-104 45 0,-1 3 0,6-3 0,99-46 0,0 0 0,0-1 0,-18 5 0,16-6 0,1 1 0,0 0 0,-18 11 0,7-4 0,-1-1 0,-1-1 0,-39 8 0,-16 7 0,17-15 0,-4 4 0,64-13 0,1-1 0,0 0 0,-1 0 0,1-1 0,-1 1 0,1-2 0,-11 0 0,-34 1 0,28 4 0,-16 4 0,27-1 0,1 0 0,-1 0 0,0-1 0,-1-1 0,1 0 0,-24 4 0,-19 8 0,46-13 0,0 0 0,-1 1 0,1 0 0,1 0 0,-16 12 0,-21 13 0,41-27 0,1-1 0,0 1 0,0 0 0,1 0 0,-1 1 0,1-1 0,-1 1 0,1-1 0,0 1 0,0 0 0,1 0 0,-5 9 0,-2 12 0,8-23 0,0 0 0,0 0 0,0 0 0,0 0 0,0 0 0,0 0 0,0 0 0,1 0 0,-1 0 0,1 1 0,-1 3 0,-1 42 0,1-30 0,0 0 0,1 0 0,0 0 0,2 0 0,4 20 0,-2-21 0,0-1 0,-1 1 0,-1 0 0,0 20 0,-2-31 0,1 1 0,0-1 0,0 1 0,0-1 0,1 0 0,0 0 0,4 8 0,-4-7 0,1-1 0,-1 1 0,0 0 0,0 0 0,-1 0 0,0 0 0,0 10 0,18 117 0,-19-124 0,1 0 0,1 1 0,-1-1 0,2 0 0,-1 0 0,6 13 0,6 25 0,-8-25 0,4 32 0,-10-50 0,0 0 0,1 0 0,0 0 0,0 0 0,0 0 0,0-1 0,1 1 0,0 0 0,3 7 0,-2-8 0,-1 0 0,-1 0 0,1 0 0,-1 1 0,1-1 0,-1 0 0,0 1 0,-1 0 0,1 6 0,-1-7 0,0-1 0,1 1 0,-1 0 0,1-1 0,0 1 0,0 0 0,0-1 0,0 1 0,1-1 0,-1 0 0,4 5 0,-3-4 0,0-1 0,0 1 0,-1 0 0,1-1 0,-1 1 0,0 0 0,0 0 0,0 0 0,-1-1 0,1 1 0,-1 6 0,1 4 0,1 0 0,1 0 0,0 0 0,0-1 0,2 1 0,-1-1 0,11 19 0,12 36 0,-25-42 0,-2-24 0,0 0 0,0 0 0,0 0 0,0 0 0,1 0 0,-1 0 0,0 0 0,1 0 0,-1 0 0,1 0 0,1 3 0,38 64 0,6 3 0,-45-69 0,1 0 0,-1 0 0,1 0 0,-1 0 0,1-1 0,0 1 0,0 0 0,0-1 0,0 0 0,0 1 0,1-1 0,-1 0 0,1 0 0,-1 0 0,1 0 0,0-1 0,0 1 0,0-1 0,0 1 0,5 0 0,32 21 0,-34-18 0,0-1 0,1 0 0,-1 0 0,1-1 0,0 0 0,14 5 0,22 3 0,-27-7 0,-1 0 0,1-1 0,-1 0 0,21 0 0,17 6 0,-16-2 0,-18-7 0,1-1 0,-1 0 0,0-2 0,26-5 0,-30 4 0,0 2 0,0 0 0,17 1 0,8-2 0,227-40 0,-76 16 0,-67 1 0,229-19 0,-124 20 0,10-2 0,24-7 0,140-8 0,-192 21 0,86-2 0,-91 10 0,-8 0 0,201 2 0,-113-5 0,192-7 0,-237 11 0,-5-3 0,-189 10 0,12-2 0,72 1 0,41-7 0,15 0 0,120 2 0,2-5 0,716 16 0,-769-10 0,-62-6 0,-7 5 0,-164 11 0,-1-2 0,25-4 0,35-2 0,-31 6 0,77-14 0,-78 8 0,77-2 0,45-6 0,-106 15 0,79-11 0,-89 7 0,113 5 0,-88 2 0,299 14 0,-139-3 0,-98-2 0,398 31 0,-280-31 0,-202-8 0,96-9 0,-32 0 0,-117 6 0,-1 0 0,1 0 0,-1-1 0,0 0 0,1 0 0,-1 0 0,0-1 0,10-4 0,29-6 0,7 0 0,-37 7 0,1 2 0,-1 0 0,29-2 0,-41 5 0,0 0 0,0 0 0,1 0 0,-1 0 0,0 0 0,0 0 0,0-1 0,0 1 0,0 0 0,0-1 0,0 0 0,0 1 0,-1-1 0,1 0 0,0 0 0,0 0 0,0 0 0,-1-1 0,1 1 0,-1 0 0,3-3 0,-2 1 0,-1 1 0,1 0 0,0 0 0,0 0 0,0 0 0,0 1 0,0-1 0,0 0 0,4-1 0,18-18 0,-19 15 0,0 1 0,0-1 0,1 1 0,-1 0 0,1 0 0,1 0 0,-1 1 0,1 0 0,-1 0 0,1 1 0,12-5 0,20-11 0,-32 16 0,-1 0 0,0 1 0,1 0 0,0 0 0,11-2 0,24-9 0,10-2 0,-6 3 0,-26 6 0,0 1 0,0 0 0,39-3 0,-54 8 0,-1 0 0,1-1 0,0 0 0,0 0 0,-1 0 0,9-3 0,21-3 0,35-4 0,-62 10 0,1 0 0,-1 0 0,0 0 0,1-1 0,-1-1 0,0 1 0,0-1 0,0 0 0,0-1 0,7-4 0,15-7 0,-28 15 0,-1-1 0,0 1 0,1 0 0,-1-1 0,1 1 0,-1-1 0,0 1 0,1 0 0,-1-1 0,0 1 0,1-1 0,-1 1 0,0-1 0,0 1 0,0-1 0,1 1 0,-1-1 0,0 1 0,0-1 0,0 0 0,0 1 0,0-1 0,0 1 0,0-1 0,0 0 0,2-8 0,5 7 0,-7 2 0,0 0 0,1-1 0,-1 1 0,1 0 0,-1 0 0,1 0 0,-1 0 0,0 0 0,1 0 0,-1-1 0,0 1 0,1 0 0,-1 0 0,1-1 0,-1 1 0,0 0 0,0-1 0,1 1 0,-1 0 0,0-1 0,1 1 0,-1 0 0,0-1 0,0 1 0,0-1 0,1 1 0,-1 0 0,0-1 0,0 1 0,0-1 0,0 1 0,0-1 0,0 1 0,0 0 0,0-1 0,0 1 0,0-1 0,0 1 0,0-1 0,0 0 0,0-1 0,0 0 0,0 0 0,1 0 0,-1 0 0,1 0 0,-1 0 0,1 0 0,0 0 0,0 0 0,0 1 0,0-1 0,0 0 0,0 0 0,3-2 0,-2 2 0,-1 1 0,1-1 0,-1 0 0,0 1 0,0-1 0,0 0 0,0 0 0,0 0 0,0 0 0,0 0 0,-1 0 0,1 0 0,-1-1 0,1-3 0,-1-172 0,0 174 0,-1 1 0,1-1 0,-1 1 0,0 0 0,0-1 0,0 1 0,0 0 0,0 0 0,-1-1 0,-2-3 0,2 3 0,0 0 0,0 0 0,0 0 0,0 0 0,1 0 0,0 0 0,0 0 0,0-1 0,0 1 0,1-8 0,-9-25 0,7 33 0,0-1 0,1 1 0,-1-1 0,1 1 0,0-1 0,1 1 0,-1-6 0,1 5 0,0-1 0,-1 1 0,1 0 0,-1-1 0,0 1 0,-1 0 0,1-1 0,-1 1 0,0 0 0,0 0 0,-6-9 0,4 7 0,3 2 0,-1-1 0,0 1 0,1-1 0,0 1 0,1-1 0,-1 1 0,1-1 0,0 0 0,0 1 0,2-8 0,-1 6 0,-1 0 0,0 1 0,0-1 0,0 1 0,-2-12 0,-3 2 0,2 0 0,0 0 0,0 0 0,1-32 0,2-380 0,0 424 0,-1-1 0,0 1 0,1 0 0,-1-1 0,-1 1 0,1 0 0,-1 0 0,1 0 0,-4-4 0,3 4 0,0 0 0,0 0 0,0 0 0,1-1 0,0 1 0,-1 0 0,1-1 0,1 1 0,-1-6 0,1-81 0,0 89 0,0 1 0,-1-1 0,1 0 0,0 1 0,0 0 0,-1-1 0,1 1 0,-1-1 0,0 1 0,1-1 0,-1 1 0,0 0 0,0 0 0,-1-2 0,1 1 0,0 1 0,0-1 0,0 0 0,0 1 0,0-1 0,0 0 0,1 0 0,-1 0 0,0 0 0,1 0 0,0 1 0,-1-1 0,1 0 0,0-3 0,-3-24 0,-10 18 0,6 7 0,6 3 0,0 0 0,1 0 0,-1 0 0,1 0 0,-1 0 0,1 0 0,-1 0 0,1 0 0,0 0 0,-1 0 0,1 0 0,0 0 0,0 0 0,0-1 0,0 1 0,0 0 0,0 0 0,0 0 0,0 0 0,0 0 0,1-2 0,0 2 0,-1 0 0,0 0 0,0 0 0,1 0 0,-1 0 0,0-1 0,0 1 0,0 0 0,0 0 0,0 0 0,0 0 0,-1 0 0,1 0 0,0 0 0,-1 0 0,1 0 0,0 0 0,-1 0 0,1 0 0,-1 0 0,0 0 0,-38-14-2991,15 12-13515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00.0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1473 296 80,'4'0'205,"82"0"6356,-86 0-6546,1-1 0,-1 1 1,0 0-1,0 0 0,0 0 0,1 0 1,-1 0-1,0 0 0,0 0 0,0 0 1,0 0-1,1-1 0,-1 1 0,0 0 1,0 0-1,0 0 0,0 0 0,0-1 1,0 1-1,0 0 0,1 0 0,-1 0 1,0 0-1,0-1 0,0 1 0,0 0 1,0 0-1,0 0 0,0-1 0,0 1 1,0 0-1,0 0 0,0-1 0,0 1 1,0 0-1,0 0 0,0 0 0,0-1 1,0 1-1,0 0 0,0 0 0,-1-1 1,1 1 15,0 0 0,0 0 0,0 0 0,0-1 0,0 1 0,0 0 0,0 0 0,0-1 0,-1 1 0,1 0 0,0 0 0,0-1 0,0 1 0,1 0 0,-1 0 0,0-1 0,0 1 0,0 0 0,0 0 0,0-1 0,0 1 0,0 0 1,0 0-1,0-1 0,0 1 0,1 0 0,-1 0 0,0 0 0,0-1 0,0 1 0,0 0 0,1 0 0,-1 0 0,0 0 0,0 0 0,1-1 0,-1 1 0,0 0 0,0 0 0,0 0 0,1 0 0,-1 0 0,0 0 0,0 0 0,1 0 0,1 0 101,-1 0-96,0 0 0,-1 0 1,1 1-1,0-1 0,0 0 0,-1 0 1,1 0-1,0 0 0,0 0 0,-1 0 1,1 0-1,0-1 0,-1 1 1,1 0-1,0 0 0,-1 0 0,1-1 1,0 1-1,-1 0 0,1-1 1,0 1-1,-1-1 0,1 1 0,-1 0 1,1-1-1,-1 0 0,1 1 1,-1-1-1,1 1 0,-1-1 0,1 1 1,-1-4 1578,1-37 8278,-2 31-9175,-3 6-526,-15-7 32,19 11-219,-1 0 0,1 0 0,0 0 1,-1 0-1,1 0 0,0 0 0,0-1 0,-1 1 1,1 0-1,0 0 0,0 0 0,-1-1 0,1 1 0,0 0 1,0 0-1,0-1 0,-1 1 0,1 0 0,0 0 1,0-1-1,0 1 0,0 0 0,0 0 0,-1-1 1,1 1-1,0 0 0,0-1 0,0 1 0,0 0 1,0-1-1,0 1 0,0 0 0,0-1 0,0 1 0,0 0 1,0 0-1,0-1 0,1 1 0,-1 0 0,0-1 1,0 1-1,0 0 0,0-1 0,1 1 1,-1 0 0,0 0 0,0-1-1,0 1 1,0 0 0,0 0 0,0-1 0,0 1-1,0 0 1,0 0 0,0-1 0,1 1 0,-1 0-1,0 0 1,0-1 0,0 1 0,-1 0 0,1 0-1,0-1 1,0 1 0,0 0 0,0 0-1,0-1 1,0 1 0,0 0 0,0 0 0,0 0-1,-1-1 1,1 1 0,0 0 0,0 0 0,0 0-1,0-1 1,-1 1 0,1 0 0,0 0 0,0 0-1,0 0 1,-1 0 0,1-1 0,0 1 0,-1 0-1,-14-11 143,14 9-129,-1 0-1,0 1 1,1 0 0,-1-1 0,0 1 0,0 0 0,0 0-1,0 0 1,0 0 0,0 1 0,0-1 0,-3 0 0,4 1-13,0-1 1,0 1 0,0 0-1,0-1 1,1 1 0,-1 0 0,0-1-1,0 1 1,0-1 0,0 1-1,1-1 1,-1 0 0,0 1 0,1-1-1,-1 0 1,0 1 0,1-1-1,-1 0 1,1 0 0,-1-1 0,-8-7 102,-60-19 308,0 1-108,47 16-172,-1 1 0,-1 1 0,-37-9 0,-2-1 38,54 18-162,1-1 0,-1 1-1,1 0 1,-1 1 0,1 0 0,-13 1 0,-18-1 22,10-4 5,0 1 0,0 1 0,-53 4 0,15 6-48,-33 6-26,28-2 43,57-11-12,1 1 0,-1 1 0,-16 5 0,-58 13 59,43-6-130,15-4 73,17-6-3,0 0-1,0 1 1,1 0-1,-1 1 0,-20 16 1,-6 1 23,23-15-27,12-7 13,0 0 0,0 1-1,1-1 1,-1 1 0,1 0 0,-1 0-1,1 1 1,0-1 0,0 1 0,1 0-1,-1 0 1,-4 7 0,-51 52-8,57-59 5,-1-1 0,1 0 0,0 1-1,-1-1 1,0 0 0,0 0 0,0 0 0,-3 2-1,-14 17 4,3 1-1,16-22 0,-1 1 1,1-1-1,0 1 1,0-1 0,0 1-1,0-1 1,0 1-1,0 0 1,0-1 0,0 1-1,1 0 1,-1 0 0,1 0-1,-1-1 1,1 1-1,0 0 1,0 0 0,0 3-1,-1-3 2,1 0 0,0 0 0,0 1 0,-1-1 0,1 0 0,-1 0 0,0 0 0,0 0-1,0 0 1,0 0 0,0 0 0,0 0 0,-3 3 0,2-2 3,1-1 0,-1 1-1,0-1 1,1 1 0,0 0-1,-1 0 1,1 0 0,0 0-1,1-1 1,-1 1 0,0 0-1,1 1 1,0-1 0,-1 4 0,-7 23 92,6-27-64,0 0 0,1 1 0,0-1 0,0 1 0,0-1 0,0 1 0,1-1 0,-1 6 0,1 244 3416,0-243-3393,1 0 1,0 0 0,6 19-1,-4-19 17,-1 1 0,0-1 0,0 21-1,-2-24 5,0-1-1,0 1 1,1 0-1,-1 0 1,1-1-1,1 1 0,-1-1 1,1 1-1,0-1 1,1 0-1,0 0 1,6 11-1,0 36 672,-3-43-609,-4-6-114,1 0 1,-1 0 0,0 0 0,-1 0-1,1 0 1,-1 0 0,1 1-1,-1-1 1,-1 1 0,1-1 0,0 6-1,-1-6-27,0 1 0,1 0-1,0-1 1,-1 1 0,2-1-1,-1 1 1,3 6 0,-2-7-3,0 0 1,-1 0 0,0 0-1,0 0 1,0 0 0,0 0-1,-1 6 1,1-6 0,-1 0 0,1 0 0,-1 0 0,1 0 0,1 0 0,-1 0 0,0-1 0,1 1 0,0 0 0,-1-1 0,4 4 0,10 23 0,-12-20 0,1 0 0,0-1 0,0 1 0,1-1 0,0 0 0,12 14 0,-12-16 0,1 1 0,-1 0 0,-1 0 0,0 0 0,4 11 0,4 7 0,-3-4 0,-9-19 0,1 0 0,1 0 0,-1 0 0,0 0 0,1 0 0,0 0 0,-1 0 0,5 4 0,14 29 0,-18-31 0,1-1 0,-1 1 0,1 0 0,-1-1 0,1 0 0,0 1 0,6 4 0,11 17 0,-18-22 0,1 0 0,-1-1 0,1 1 0,0-1 0,0 1 0,0-1 0,4 3 0,4 2 0,-4-3 0,0 0 0,0 0 0,-1 1 0,0 0 0,0 1 0,0-1 0,9 14 0,-11-11 0,1-1 0,-1 1 0,2-1 0,0 0 0,0-1 0,0 1 0,1-1 0,0-1 0,0 1 0,0-1 0,1 0 0,0-1 0,9 5 0,55 43 0,-55-42 0,0 1 0,27 23 0,25 19 0,-5-23 0,-48-24 0,0 0 0,0 1 0,-1 1 0,20 15 0,-30-20 0,-1-1 0,1 1 0,0-1 0,0 0 0,0 0 0,0-1 0,0 0 0,1 0 0,-1 0 0,7 1 0,25 10 0,-17-6 0,1-1 0,23 3 0,32 10 0,-53-11 0,1-1 0,0-2 0,0 0 0,30 1 0,-14-1 0,-1-1 0,0-2 0,47-4 0,-11 0 0,-34-1 0,0-1 0,71-17 0,-61-3 0,-37 19 0,-7 3 0,0 0 0,0 0 0,0-1 0,-1-1 0,10-5 0,-9 5 0,0 0 0,1 0 0,-1 1 0,1 0 0,10-3 0,-11 4 0,1 0 0,0-1 0,-1 0 0,0 0 0,0-1 0,0 0 0,9-7 0,57-39 0,-46 33 0,39-32 0,-25 12 0,61-60 0,-93 88 0,-5 4 0,1 1 0,-1-1 0,0 0 0,-1 0 0,1 0 0,-1 0 0,4-9 0,-5 9 0,0 0 0,1 0 0,0 1 0,0-1 0,0 1 0,0-1 0,1 1 0,0 0 0,8-6 0,-7 5 0,0 1 0,0-1 0,-1 0 0,1-1 0,5-9 0,18-68 0,-15 59 0,-9 18 0,0 0 0,-1-1 0,1 0 0,-1 0 0,-1 0 0,1 0 0,-1 0 0,-1-1 0,2-12 0,-2 17 0,-1 0 0,0 0 0,0 0 0,1 1 0,0-1 0,0 0 0,-1 1 0,1-1 0,1 0 0,-1 1 0,0 0 0,1-1 0,1-2 0,-1 3 0,0-1 0,-1 1 0,1 0 0,-1-1 0,0 1 0,0-1 0,0 0 0,0 1 0,0-1 0,-1 0 0,1 1 0,-1-1 0,1-4 0,-1-275 0,-1 276 0,0 0 0,0-1 0,0 1 0,0 0 0,-1 0 0,-5-11 0,4 10 0,1 0 0,0 0 0,0 0 0,0 0 0,1 0 0,0-1 0,-1-6 0,2 4 0,-1 0 0,-1 0 0,1 0 0,-5-10 0,-2-28 0,8 47 0,0-1 0,0 1 0,-1-1 0,1 1 0,0-1 0,0 1 0,-1-1 0,1 1 0,-1-1 0,1 1 0,-1-1 0,0 1 0,0 0 0,0-1 0,1 1 0,-1 0 0,0 0 0,0 0 0,-1-1 0,1 1 0,-1-1 0,-7-7 0,-19-70 0,10 45 0,2 6 0,-23-58 0,37 84 0,1-1 0,-1 0 0,1 1 0,-1-1 0,0 1 0,0 0 0,0 0 0,0 0 0,0 0 0,-3-2 0,-11-13 0,8 1 0,7 14 0,0 0 0,0 0 0,0-1 0,0 1 0,0 0 0,-1 0 0,1 0 0,-1 0 0,1 0 0,-4-3 0,-31-34 0,29 29 0,-2 0 0,1 1 0,-1 0 0,0 1 0,-13-10 0,-25-20 0,0-5 0,22 20 0,17 20 0,7 3 0,-1 0 0,1-1 0,0 1 0,0-1 0,0 1 0,0-1 0,0 1 0,0-1 0,0 1 0,0-1 0,0 0 0,1 0 0,-1 1 0,0-1 0,0 0 0,1 0 0,-1 0 0,-1-2 0,-19-14 0,18 15 0,1 1 0,-1-1 0,1 0 0,-1 1 0,1-1 0,0 0 0,-1-1 0,1 1 0,-2-3 0,-35-21 0,32 18 0,6 7 0,1 0 0,-1 1 0,0-1 0,1 0 0,-1 1 0,0-1 0,0 1 0,1-1 0,-1 1 0,0-1 0,0 1 0,0 0 0,0-1 0,0 1 0,0 0 0,0 0 0,1-1 0,-1 1 0,-2 0 0,-50-27 0,28 5 0,4 17 0,15 4 0,0 0 0,0 0 0,0-1 0,0 1 0,1-1 0,-1-1 0,1 1 0,0-1 0,-9-5 0,11 5 0,0 0 0,0 1 0,-1 0 0,1-1 0,-1 1 0,0 0 0,1 0 0,-1 1 0,0-1 0,-7-1 0,-52-12 0,49 12 0,-19-5 0,15 3 0,0 1 0,0 1 0,0 1 0,-21-1 0,-202 3 0,241 0 0,-1 0 0,1 0 0,-1-1 0,1 1 0,-1 0 0,0 0 0,1 0 0,-1 0 0,1 0 0,-1 0 0,0 0 0,1 0 0,-1 0 0,0 0 0,1 0 0,-1 0 0,1 1 0,-1-1 0,1 0 0,-1 0 0,0 1 0,1-1 0,-1 0 0,1 1 0,-1-1 0,1 0 0,-1 1 0,1-1 0,0 1 0,-1-1 0,1 1 0,-1-1 0,1 1 0,0-1 0,-1 1 0,1-1 0,0 1 0,0-1 0,0 1 0,-1 0 0,1-1 0,0 1 0,0-1 0,0 1 0,0 0 0,0-1 0,0 1 0,0 0 0,0 0 0,0 0 0,0-1 0,-1 1 0,1 0 0,0-1 0,0 1 0,-1 0 0,1-1 0,-1 1 0,1-1 0,0 1 0,-1-1 0,1 1 0,-1-1 0,0 1 0,1-1 0,-1 1 0,1-1 0,-1 1 0,1-1 0,-1 0 0,0 0 0,1 1 0,-1-1 0,0 0 0,0 0 0,1 0 0,-1 1 0,0-1 0,1 0 0,-1 0 0,0 0 0,1 0 0,-1-1 0,0 1 0,0 0 0,1 0 0,-1 0 0,0 0 0,0-1 0,-20 3 0,-1 16-4576,-2 1-3435,16-14 1933,-16 3 92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02.07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2667 296 4066,'1'-2'3845,"-5"-12"-2464,-2 7-732,6 6-587,-1 1 1,0-1 0,0 0-1,0 0 1,1 0-1,-1 0 1,0 0 0,1 0-1,-1 0 1,1 0-1,-1 0 1,1 0 0,0 0-1,-1 0 1,1 0 0,0 0-1,0 0 1,0-2-1,0 2-49,0 0-1,0 1 1,0-1-1,0 1 1,0-1-1,0 0 1,-1 1-1,1-1 1,0 1-1,0-1 0,0 0 1,-1 1-1,1-1 1,0 1-1,-1-1 1,1 1-1,0-1 1,-1 1-1,1-1 0,0 1 1,-1-1-1,1 1 1,-1 0-1,1-1 1,-1 1-1,1 0 1,-1-1-1,1 1 1,-1 0-1,0 0 0,1-1 1,-1 1-1,0 0 1,0 0-5,0-1 1,0 1-1,0 0 0,0-1 1,0 1-1,0-1 1,1 1-1,-1-1 1,0 0-1,0 1 0,1-1 1,-1 0-1,0 1 1,1-1-1,-1 0 1,0 0-1,1 0 0,-1 1 1,1-1-1,0 0 1,-1 0-1,1 0 0,0 0 1,-1 0-1,1 0 1,0 0-1,0 0 1,0 0-1,0 0 0,0 0 1,0 0-1,0 0 1,1-1-1,-2 0 44,0 1 1,1 0-1,-1 0 0,0-1 1,1 1-1,-1 0 0,0 0 0,0 0 1,0 0-1,0 0 0,0 0 1,0 1-1,0-1 0,0 0 0,-1 0 1,1 1-1,0-1 0,0 1 1,-1-1-1,1 1 0,-3-1 0,-21-16 1794,22 15-1591,0-1 0,0 0 0,1 1 0,-1-1 0,-1 1 0,1 0 0,0 0 0,0 0 0,-1 0 0,1 1 0,-1 0 0,0-1 0,1 1 0,-5 0 0,-27-13 1395,14 4-1014,0 0 0,-1 1 1,-37-11-1,30 11-256,26 7-332,-1 1 1,0 0 0,0 0 0,0 0 0,0 0-1,0 0 1,0 1 0,-5 0 0,-65-11 319,69 11-359,-1 0 1,0-1-1,1 0 0,-1 0 0,1 0 1,-6-2-1,4 1-9,1 0-1,-1 0 0,1 1 1,-1 0-1,0 1 1,-7-1-1,-13 0 13,-49-11 0,49 7 108,-54-3 0,-103-3 441,-248 11 1229,331 11-1385,19 1 79,51-7-293,-70 22 471,-34 6 1053,120-29-1523,0 0-1,0 1 1,1 0-1,-20 10 0,7-3-22,-115 55 1283,126-61-1450,1 1-1,0 1 1,1 1 0,0 0 0,0 0 0,-22 21 0,31-25-2,0-1 0,-1 0 0,0-1 0,0 1 0,0-1 0,0 0 0,-7 2 0,-29 17 0,-125 118 0,163-136 0,1 0 0,0 0 0,0 1 0,0-1 0,0 1 0,1-1 0,-3 8 0,-16 24 0,15-27 0,0 0 0,0 0 0,1 0 0,-6 14 0,1-3 0,7-13 0,-1 0 0,1 0 0,0 0 0,1 1 0,0 0 0,0-1 0,0 1 0,0 12 0,2-16 0,-1 0 0,1 1 0,-1-1 0,0 0 0,0 0 0,-1 0 0,1 0 0,-1 0 0,-3 7 0,2-8 0,2 1 0,-1-1 0,0 1 0,1 0 0,0 0 0,0-1 0,0 1 0,0 0 0,0 7 0,1-7 0,0-1 0,0 1 0,-1 0 0,1-1 0,-1 1 0,0-1 0,0 1 0,0-1 0,0 0 0,-1 1 0,1-1 0,-4 6 0,3-6 0,0 0 0,0 0 0,1 0 0,-1 0 0,1 0 0,0 0 0,0 1 0,0-1 0,1 1 0,-1-1 0,1 1 0,0 6 0,-1 7 0,-1 1 0,0 0 0,-9 30 0,8-30 0,1 0 0,0 0 0,1 0 0,1 0 0,3 20 0,-1 10 0,-3 0 0,0-19 0,1 0 0,1-1 0,2 1 0,11 53 0,-11-34 0,-4-42 0,1 0 0,0 0 0,0 0 0,1 0 0,0 0 0,2 11 0,16 14 0,-10 6 0,31 61 0,-36-89 0,0 1 0,1-1 0,1 0 0,-1-1 0,11 13 0,-9-13 0,-1 0 0,0 0 0,0 1 0,-1 0 0,6 15 0,-3-11 0,1 0 0,0 0 0,1 0 0,0-1 0,1-1 0,21 17 0,-19-17 0,0-1 0,27 15 0,16 12 0,-51-32 0,1-1 0,-1 0 0,1 0 0,0 0 0,0-1 0,10 4 0,-10-4 0,-1-1 0,1 1 0,-1 0 0,0 0 0,0 1 0,6 5 0,3 1 0,-1 0 0,1-1 0,1-1 0,-1 0 0,19 6 0,92 32 0,-85-32 0,30 13 0,-41-15 0,0-2 0,0 0 0,1-2 0,40 6 0,115 20 0,-140-25 0,5-1 0,78 3 0,182-11 0,-204-11 0,-85 10 0,0-1 0,0-1 0,-1 0 0,31-11 0,38-7 0,-77 20 0,-2 0 0,0-1 0,-1 0 0,0 0 0,1-1 0,-1 0 0,13-6 0,-12 4 0,1 1 0,0 1 0,0 0 0,14-2 0,2-2 0,-4-1 0,-13 6 0,0-1 0,0 0 0,0-1 0,0 0 0,-1 0 0,0-1 0,0-1 0,0 1 0,-1-2 0,1 1 0,-2-1 0,10-10 0,-13 13 0,0 0 0,0 0 0,0 1 0,1-1 0,-1 1 0,1 0 0,0 0 0,0 0 0,7-2 0,-5 2 0,-1 0 0,0 0 0,0-1 0,0 1 0,0-2 0,-1 1 0,1 0 0,8-11 0,-8 10 0,-1 0 0,1 0 0,0 1 0,0 0 0,9-5 0,-8 6 0,-1 0 0,0-1 0,0 0 0,0 0 0,-1-1 0,9-8 0,-6-3 0,-8 14 0,1-1 0,0 1 0,0 0 0,1 0 0,-1 0 0,0 0 0,1 0 0,-1 0 0,1 0 0,3-3 0,67-59 0,-46 29 0,-5 5 0,-8 19 0,18-22 0,17-47 0,-1-14 0,-45 88 0,1-1 0,0 1 0,0 0 0,0-1 0,1 1 0,4-6 0,-7 11 0,0 0 0,0 0 0,0-1 0,-1 1 0,1 0 0,-1-1 0,1 1 0,-1 0 0,1-1 0,-1 1 0,0-1 0,0 1 0,1-1 0,-1 1 0,0 0 0,-1-4 0,2-9 0,38-70 0,-31 45 0,-4 28 0,-1 0 0,0 0 0,-1 0 0,0 0 0,0-1 0,-1 1 0,-1 0 0,-1-17 0,1 10 0,0 17 0,0-1 0,0 0 0,0 0 0,0 1 0,1-1 0,-1 0 0,1 1 0,-1-1 0,1 0 0,0 1 0,0-1 0,-1 1 0,1-1 0,0 1 0,0-1 0,1 1 0,-1 0 0,2-2 0,-2 2 0,0-1 0,1 1 0,-1 0 0,0-1 0,0 1 0,0 0 0,0-1 0,0 0 0,-1 1 0,1-1 0,0 1 0,-1-1 0,1 0 0,-1 1 0,0-1 0,1 0 0,-1 0 0,0-2 0,0-430 0,0 432 0,0 1 0,0-1 0,-1 0 0,1 1 0,0-1 0,-1 0 0,1 1 0,-1-1 0,0 1 0,1-1 0,-1 1 0,0-1 0,0 1 0,0 0 0,0-1 0,0 1 0,-3-2 0,3 1 0,0 1 0,-1 0 0,1 0 0,0-1 0,0 1 0,0-1 0,0 1 0,0-1 0,0 0 0,1 1 0,-1-1 0,1 0 0,-1 0 0,1 1 0,-1-1 0,1 0 0,0 0 0,0-2 0,0 1 0,-1 0 0,1 0 0,-1-1 0,0 1 0,1 0 0,-2 0 0,1 0 0,-3-6 0,3 6 0,-1 0 0,1 0 0,0 0 0,0 0 0,0 0 0,0-1 0,1 1 0,-1-6 0,1 7 0,0-1 0,-1 1 0,1 0 0,0 0 0,-1 0 0,0-1 0,1 1 0,-1 0 0,0 0 0,0 0 0,0 0 0,0 0 0,-1 1 0,1-1 0,-3-2 0,3 2 0,0 1 0,-1-1 0,1 0 0,0 1 0,0-1 0,0 0 0,0 1 0,0-1 0,1 0 0,-1 0 0,0 0 0,1 0 0,0 0 0,-1 0 0,1-2 0,0 1 0,-1-1 0,0 1 0,1 0 0,-1-1 0,0 1 0,-1 0 0,1 0 0,0 0 0,-1 0 0,0 0 0,0 0 0,0 0 0,0 0 0,0 1 0,0-1 0,-1 1 0,-2-3 0,-7-8 0,-9-25 0,19 33 0,-1 0 0,1 0 0,-1-1 0,0 2 0,0-1 0,-7-7 0,-12-9 0,1-1 0,-19-27 0,32 42 0,0 0 0,-1 1 0,0-1 0,0 2 0,-19-10 0,10 6 0,-20-7-3312,30 13 1177,0 1 1,0 0-1,0 0 0,-16 0 1,4 2-6275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06.57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649 120 6035,'-3'-32'9053,"-7"4"-5701,9 26-3247,0 0 0,-1-1 0,1 1 0,-1 0 0,1 0 0,-1 0 0,0 0 0,0 0-1,0 1 1,0-1 0,0 0 0,-1 1 0,1 0 0,0-1 0,-1 1 0,1 0 0,-1 0-1,-4-1 1,-21-9 1505,24 8-1410,0 1 1,0 0 0,1 1-1,-1-1 1,0 1-1,-1-1 1,1 1-1,0 1 1,0-1 0,0 0-1,0 1 1,-1 0-1,1 0 1,-5 1-1,-55 16 3630,-87 34 0,143-47-3820,0 1 0,0-1 0,1 1 0,0 1 0,0-1 0,-12 13 0,11-10-14,0 0 1,0-1-1,-18 11 1,19-15 3,1 1 0,-1 0 0,1-1 0,0 2 0,0-1 0,0 1 0,1 0 0,0 0 0,0 1 0,0-1 0,1 1 0,-1 0 0,2 0 0,-1 1 0,1-1 0,-5 12 0,-4 19 0,8-27 0,0 1 0,1-1 0,1 1 0,0 0 0,0 0 0,0 18 0,1-25 0,1 0 0,0 0 0,0 0 0,0 0 0,0 0 0,1 0 0,-1 0 0,1 0 0,0 0 0,0-1 0,0 1 0,1 0 0,0 0 0,-1-1 0,1 1 0,1-1 0,-1 0 0,0 1 0,1-1 0,-1 0 0,1 0 0,0-1 0,0 1 0,0-1 0,1 1 0,5 3 0,5 6 0,-10-8 0,0-1 0,-1 1 0,1-1 0,1 0 0,-1 0 0,0-1 0,1 1 0,-1-1 0,1 0 0,0 0 0,0 0 0,6 1 0,95 12 0,-96-13 0,0-1 0,1 0 0,-1-1 0,0 0 0,0-1 0,1 0 0,-1 0 0,13-4 0,46-4 0,-51 6 0,-18 3 0,0 0 0,0 0 0,1 0 0,-1 0 0,0 0 0,0 0 0,0 0 0,0 0 0,0 0 0,0 0 0,0-1 0,0 1 0,0 0 0,0 0 0,1 0 0,-1 0 0,0 0 0,0 0 0,0 0 0,0 0 0,0-1 0,0 1 0,0 0 0,0 0 0,0 0 0,0 0 0,0 0 0,0 0 0,0 0 0,0 0 0,0-1 0,0 1 0,0 0 0,0 0 0,0 0 0,0 0 0,0 0 0,0 0 0,0 0 0,0-1 0,0 1 0,0 0 0,0 0 0,-1 0 0,1 0 0,0 0 0,0 0 0,0 0 0,0 0 0,0 0 0,0 0 0,0-1 0,0 1 0,0 0 0,0 0 0,-1 0 0,1 0 0,0 0 0,0 0 0,0 0 0,0 0 0,-3-1 0,0 0 0,1 1 0,-1-1 0,0 1 0,0-1 0,0 1 0,1 0 0,-1 0 0,0 1 0,0-1 0,0 0 0,-3 2 0,-25 3 0,24-5 0,1 1 0,-1 0 0,1 1 0,0-1 0,0 1 0,0 1 0,0-1 0,0 1 0,-6 3 0,-65 32 0,57-29 0,0 0 0,0 1 0,1 1 0,0 1 0,1 0 0,0 2 0,-29 28 0,22-17 0,21-22 0,0 0 0,1 1 0,-1-1 0,0 1 0,1 0 0,0 0 0,0 0 0,0 0 0,1 1 0,-1-1 0,1 1 0,0 0 0,0-1 0,1 1 0,-1 0 0,1 0 0,0 0 0,1 0 0,-1 10 0,1-9 0,-1-1 0,1-1 0,-1 0 0,1 0 0,0 1 0,1-1 0,-1 0 0,1 1 0,0-1 0,0 0 0,0 0 0,0 0 0,1 0 0,-1 0 0,1 0 0,0 0 0,1 0 0,-1-1 0,1 1 0,5 5 0,8 9 0,-15-16 0,1 0 0,-1 0 0,1-1 0,0 1 0,0 0 0,-1-1 0,1 1 0,0-1 0,0 0 0,0 1 0,1-1 0,-1 0 0,0 0 0,0 0 0,5 0 0,19 5-1319,0-2 0,1-1 0,-1-1 0,1-2 0,0 0 0,-1-2 0,47-9 1,-16 2-2485,-44 7 2696,-1 1 1,1-2-1,-1 0 1,23-8 0,129-54-5796,-133 53 6074,-2-1 0,1-2 0,-2-1 0,0-2 0,37-29 0,-50 35 724,0 0 0,1 2 0,0-1 0,21-8 0,33-21 371,20-15 2737,-72 42-930,0 2 0,0 0 0,33-13 0,-31 14-155,-5 2-1111,-14 7-449,0-1 0,0 1 0,0 0 0,1 0 0,-2 0 1,1 0-1,0-1 0,0 1 0,0 0 0,-1-1 1,1 1-1,0-1 0,-1 1 0,0-1 0,1 1 1,-1-1-1,0 1 0,1-1 0,-1 1 0,0-5 3095,-5 9-3307,-2 2-44,1 0 0,-1 1 0,1 0 1,-10 13-1,-14 14 32,25-28-139,0 1 0,1-1 0,-1 1 0,1 0 0,0 0 1,-3 9-1,4-9 9,0 0 1,0-1 0,-1 0 0,1 1-1,-1-1 1,-1-1 0,-8 10 0,8-9-124,-1 1 0,1 1 0,1-1 0,-1 1 1,-2 7-1,-5 4-411,7 0-868,3-7 327,-1-7 411,0 0-1,0 0 1,0 0 0,0-1 0,-1 1 0,1-1 0,-1 0 0,0 0 0,0 0 0,0-1 0,0 1 0,0-1 0,-1 0-1,1 0 1,-1-1 0,1 1 0,-1-1 0,0 0 0,0 0 0,1 0 0,-1-1 0,0 0 0,0 0 0,-7-1 0,8 1 529,0-1 1,0 0-1,0-1 1,0 1 0,0-1-1,0 1 1,0-1 0,1 0-1,-1-1 1,1 1-1,-6-6 1,7 7 133,1 0-1,0 0 1,0-1-1,-1 1 1,1 0 0,0-1-1,0 1 1,0-1-1,1 1 1,-1-1-1,0 1 1,0-1 0,1 0-1,-1 1 1,1-1-1,-1-2 1,1 2 66,0-1 0,-1 1 1,0-1-1,0 1 0,1 0 1,-1-1-1,-1 1 0,1 0 1,0 0-1,0 0 0,-2-2 0,-63-97 5250,65 99-5024,0 0 0,0 0 0,0 0 0,0 0 0,0 0 0,0 0 0,1 0 0,-1 0 0,1-1 0,0 1 0,-1 0-1,1 0 1,0 0 0,0-1 0,0 1 0,1 0 0,-1 0 0,2-4 0,-2 5-218,0 0 1,0 0-1,0 1 1,1-1-1,-1 0 1,0 1-1,1-1 1,-1 0-1,0 1 1,1-1-1,-1 0 1,1 1-1,-1-1 1,1 1-1,-1-1 1,1 1-1,-1-1 1,1 1-1,0-1 1,-1 1-1,1 0 0,0-1 1,-1 1-1,1 0 1,0 0-1,0-1 1,-1 1-1,1 0 1,0 0-1,0 0 1,-1 0-1,1 0 1,0 0-1,0 0 1,-1 0-1,1 0 1,0 0-1,-1 0 1,1 1-1,0-1 1,1 1-1,48 39 2881,25 13-2082,-10-13-538,-45-25-246,2-2 1,0-1-1,41 17 1,-46-23-48,0 0 0,0-2-1,1 1 1,25 1 0,-15-6 12,-1-1-1,1-1 1,-1-1 0,31-8-1,-53 9-53,-1-1 0,1 1 0,0-1 0,0 1 0,-1-1 0,1-1 0,-1 1 0,0-1 0,5-5 0,12-10 15,-7 6 1,-1 0-1,-1-1 1,-1 0 0,14-22 0,-22 32-14,0 0 1,-1-1 0,0 1-1,0-1 1,0 1-1,0-1 1,-1 0 0,0 0-1,1-8 1,3-13 39,3 0 4,0 2 152,0-1 0,-2 0-1,-1-1 1,3-50 0,-8-142 6516,-19 143-6713,19 74-5,0 0 0,0 0 0,0 0 0,0 0 0,0 0 0,-1 0 0,1 0 0,0 0 0,0 0 0,-1 0 0,1 0 0,-1 0 0,1 0 0,-1 0 0,1 0 0,-1 1 0,1-1 0,-1 0 0,0 0 0,1 1 0,-1-1 0,0 0 0,0 1 0,0-1 0,1 1 0,-1-1 0,0 1 0,-1-1 0,-7-4 0,4-3 0,6 9 0,-1 0 0,0 0 0,0 0 0,1 1 0,-1-1 0,0 0 0,0 0 0,0 0 0,0 0 0,-1 1 0,1-1 0,0 0 0,0 0 0,-1 0 0,1 0 0,-1 0 0,1 0 0,-1 2 0,-3 6 0,1 0 0,1 1 0,-1-1 0,2 1 0,-1 0 0,1 0 0,1 15 0,0-17 0,-1 0 0,0 0 0,-1 0 0,1 0 0,-2 0 0,-3 10 0,3-10 0,0 1 0,1-1 0,0 1 0,0-1 0,1 1 0,0 12 0,0 19 0,-1-22 0,2-1 0,0 1 0,1-1 0,6 29 0,2-18 0,-6-20 0,-1 0 0,1 0 0,-1 0 0,-1 0 0,0 0 0,1 10 0,0 6 0,0 0 0,2 0 0,1-1 0,1 0 0,1 0 0,11 25 0,0 6 0,17 26-486,-34-77 7,1 0-1,0 1 1,0-1-1,0 0 1,1 0-1,-1-1 1,1 1-1,-1 0 1,7 3-1,22 15-9894,-15-13 926,-5-7 7515,-7-1-901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07.9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0 377 1361,'11'-6'2966,"19"-11"2420,17-4-1719,-41 19-3140,0 0-1,0 0 0,0 1 0,1 0 0,-1 0 0,1 0 1,-1 1-1,0 0 0,1 0 0,-1 1 0,8 1 0,-6-1 114,-6 0-254,0-1 1,1 0-1,-1 1 0,0 0 1,0-1-1,1 1 0,-1 0 1,0 0-1,0 0 0,0 0 1,0 1-1,0-1 0,0 0 1,0 1-1,0-1 0,-1 1 1,1 0-1,-1 0 1,3 2-1,12 13 1709,-14-15-1965,0-1 1,0 1-1,0 0 1,0-1 0,-1 1-1,1 0 1,0 0-1,-1 0 1,0 0-1,1 0 1,-1 0-1,0 1 1,0-1 0,0 0-1,-1 1 1,1-1-1,0 1 1,-1-1-1,1 4 1,-1-3-131,0 0 0,0 0 0,1 0 0,0 0 0,-1 0 0,1 0 0,0 0 0,0 0 0,0 0 0,1-1 0,-1 1 0,4 4 0,-3-5 0,-1 1 0,1 0 0,-1-1 0,1 1 0,-1 0 0,0 0 0,0 0 0,0 0 0,-1 0 0,1 0 0,-1 0 0,1 5 0,-1-4 0,1 1 0,-1-1 0,1 1 0,0-1 0,0 0 0,1 0 0,1 6 0,-1-6 0,0 0 0,-1 0 0,0 0 0,0 0 0,0 1 0,0-1 0,0 6 0,-1 70 0,-8-60 0,5-13 0,11-10 0,-1-21 0,-2 19 0,-1 0 0,0 0 0,0 0 0,0-1 0,-1 1 0,0-1 0,3-8 0,8-15 0,6-14 0,-13 27 0,0 1 0,1 0 0,0 0 0,13-15 0,-5 11-116,-6 6-415,1 1-1,-2-1 0,1-1 0,12-25 0,-20 35 81,1 0 0,1 0 0,-1 0 0,0 0 0,1 1-1,0-1 1,0 1 0,0 0 0,0 0 0,7-3 0,-9 4 193,0 1 0,0 0 1,0-1-1,0 1 0,1 0 1,-1 0-1,0 0 0,1 1 1,-1-1-1,0 0 1,1 1-1,-1-1 0,1 1 1,-1 0-1,1 0 0,-1 0 1,1 0-1,2 1 1,7 8-262,-10-7 537,1 0 0,-1 0 0,1 0 0,-1 0 0,0 0-1,0 1 1,0-1 0,0 0 0,0 1 0,-1 0 0,1-1 0,-1 1 0,1 0 0,-1 0-1,0 0 1,0 0 0,-1 0 0,1 0 0,0 0 0,-1 0 0,0 0 0,0 0 0,0 1-1,0-1 1,-1 4 0,1-6 26,0 0-1,0 0 1,1 1 0,-1-1-1,0 0 1,1 0-1,-1 0 1,0 0-1,1 0 1,0 0 0,-1 1-1,1-1 1,-1 0-1,1-1 1,0 1-1,0 0 1,1 1 0,-2-1 26,1 0 0,0 0 0,0 0 1,0-1-1,-1 1 0,1 0 0,0 0 1,-1 1-1,1-1 0,-1 0 0,0 0 1,1 0-1,-1 0 0,0 0 0,1 1 1,-1-1-1,0 1 0,3 3 364,0 0 0,0-1 0,0 1 0,1-1 0,0 0 0,-1 0 0,2 0 0,-1-1 0,0 1 0,1-1 0,5 3 0,11 0 2685,-18-4-2945,-3-1-132,0-1-1,1 1 1,-1-1 0,0 1-1,1-1 1,-1 1 0,1-1-1,-1 1 1,1-1-1,-1 1 1,1-1 0,0 1-1,-1-1 1,1 0 0,-1 1-1,1-1 1,0 0 0,-1 0-1,1 1 1,0-1 0,-1 0-1,1 0 1,0 0-1,-1 0 1,1 0 0,0 0-1,-1 0 1,1 0 0,0 0-1,-1 0 1,1 0 0,0-1-1,-1 1 1,1 0-1,0 0 1,-1-1 0,1 1-1,-1 0 1,1-1 0,0 1-1,-1-1 1,1 1 0,-1-1-1,1 1 1,-1-1 0,0 1-1,1-1 1,-1 1-1,1-1 1,-1 0 0,3-1-30,-2 1-12,0 0 0,0 0 0,0 1 0,0-1 0,0 1 0,0-1 0,0 1 0,0-1 0,0 1 0,0 0 0,0 0 0,1-1 0,-1 1 0,0 0 0,0 0 0,0 0 0,0 0 0,2 1 0,-2-1 0,0 0 0,0 0 0,0 0 0,0 0 0,0 0 0,0 0 0,0 0 0,0 0 0,0-1 0,0 1 0,0 0 0,0-1 0,0 1 0,0 0 0,0-1 0,0 1 0,-1-1 0,1 1 0,0-1 0,0 0 0,0 1 0,-1-1 0,1 0 0,0 0 0,-1 1 0,1-1 0,0-1 0,38-27 0,-36 24 0,0 1 0,0-1 0,-1 0 0,1 0 0,-1 0 0,0 0 0,-1 0 0,1 0 0,-1 0 0,1-8 0,-2 11 0,0-1 0,1 0 0,-1 0 0,1 1 0,0-1 0,-1 0 0,2 1 0,-1-1 0,0 0 0,2-2 0,5-16 0,-15 6 0,6 14 0,0 0 0,0 0 0,0-1 0,0 1 0,0 0 0,0 0 0,0-1 0,1 1 0,-1 0 0,1-1 0,-1 1 0,1-1 0,-1 1 0,1-1 0,0 1 0,0-1 0,-1 1 0,1-1 0,1-1 0,-1 0 0,-1-1 0,1 1 0,0 0 0,-1 0 0,0-1 0,1 1 0,-1 0 0,0 0 0,-1 0 0,1 0 0,-1 0 0,1 0 0,-1 1 0,0-1 0,0 0 0,0 1 0,0-1 0,0 1 0,-1 0 0,1 0 0,-1 0 0,0 0 0,1 0 0,-1 1 0,0-1 0,0 1 0,0-1 0,0 1 0,0 0 0,0 0 0,-1 1 0,1-1 0,0 1 0,0-1 0,-1 1 0,1 0 0,0 0 0,-4 1 0,-1-1 0,0 1 0,0 0 0,0 0 0,0 1 0,0 0 0,1 0 0,-1 0 0,1 1 0,-1 1 0,1-1 0,0 1 0,0 0 0,1 1 0,-1-1 0,-9 10 0,-2 6 0,13-17 0,1 1 0,0 0 0,1 0 0,-1 0 0,1 0 0,-1 0 0,1 1 0,1-1 0,-1 1 0,1 0 0,-1 0 0,1 0 0,1 0 0,-1 0 0,1 1 0,0-1 0,-1 6 0,2-6 0,-1-1 0,0 1 0,0-1 0,0 0 0,0 1 0,-1-1 0,-4 7 0,5-8 0,-1 0 0,0 0 0,1 1 0,0-1 0,-1 0 0,1 0 0,1 1 0,-1-1 0,0 0 0,1 1 0,0-1 0,0 1 0,0-1 0,0 1 0,0-1 0,2 6 0,7 10 0,-7-15 0,0-1 0,0 1 0,-1 0 0,1 0 0,-1 0 0,0 0 0,0 0 0,0 0 0,0 0 0,-1 8 0,1-4 0,-1 0 0,1 1 0,1-1 0,0-1 0,0 1 0,0 0 0,1 0 0,0-1 0,1 1 0,-1-1 0,1 0 0,1 0 0,0-1 0,-1 1 0,8 5 0,1 2 0,2-1 0,0 0 0,0-1 0,1-1 0,24 14 0,-34-23 0,-1 1 0,1-1 0,0-1 0,-1 1 0,1-1 0,0 0 0,0 0 0,0-1 0,0 0 0,11-1 0,57-11 0,-65 10 0,-6 2 0,-1-1 0,1 0 0,-1 0 0,1 0 0,-1 0 0,1-1 0,-1 1 0,0-1 0,0 1 0,0-1 0,0 0 0,3-2 0,19-14 0,-5 11 0,-16 6 0,1 0 0,-1 0 0,0 0 0,1 0 0,-1-1 0,0 0 0,0 0 0,0 0 0,0 0 0,0 0 0,0 0 0,-1-1 0,1 1 0,-1-1 0,4-5 0,24-34 0,-13 19 0,0-1 0,-1 0 0,-1-1 0,-2-1 0,15-37 0,-12 20 0,-13 37 0,-1 1 0,0 0 0,0-1 0,0 0 0,-1 1 0,0-1 0,0 0 0,0-11 0,-5-19 0,-3 33 0,-5 13 0,4 19 0,4-19 0,1 0 0,0 0 0,1 1 0,0-1 0,1 1 0,0-1 0,1 19 0,0-25 0,0 0 0,-1 1 0,1-1 0,-1 0 0,0 0 0,-1 0 0,1 0 0,-1 0 0,1 0 0,-5 6 0,4-7 0,1 0 0,-1 1 0,1-1 0,-1 0 0,1 1 0,0 0 0,0-1 0,0 1 0,1 0 0,-1 5 0,1-1 0,1 0 0,0 0 0,0 1 0,0-1 0,1 0 0,0 0 0,1-1 0,5 13 0,-4-10 0,-2-7 0,-2-1 0,1 1 0,0 0 0,-1 0 0,1 0 0,-1 0 0,0 0 0,0 0 0,0 0 0,-1 5 0,1-6 0,-1 1 0,1 0 0,0-1 0,0 1 0,0 0 0,1 0 0,-1-1 0,1 1 0,-1 0 0,1 0 0,1 3 0,4 3 0,-5-8 0,0 0 0,0 1 0,0-1 0,0 0 0,0 1 0,-1-1 0,1 1 0,0 0 0,-1-1 0,1 1 0,-1-1 0,0 1 0,1 0 0,-1-1 0,0 4 0,0-4 0,0 0 0,0 0 0,0 0 0,0 0 0,0 0 0,1 0 0,-1 0 0,0 0 0,0 0 0,1 0 0,-1-1 0,1 1 0,-1 0 0,1 0 0,-1 0 0,1 0 0,-1-1 0,1 1 0,0 0 0,0 0 0,-1-1 0,1 1 0,0-1 0,0 1 0,0-1 0,0 1 0,-1-1 0,3 1 0,0 0 0,0 0 0,1-1 0,-1 1 0,0-1 0,1 0 0,-1 0 0,0 0 0,1 0 0,2-2 0,1 1 0,0 0 0,0-1 0,-1 0 0,1 0 0,-1-1 0,0 0 0,1 0 0,5-4 0,-5 0 0,-1-1 0,0 1 0,0-1 0,-1 0 0,0-1 0,7-14 0,-8 14 0,0 0 0,1 1 0,0 0 0,8-10 0,-11 15 0,1 0 0,-2 0 0,1 0 0,0 0 0,0 0 0,-1 0 0,0 0 0,0 0 0,0-1 0,1-5 0,5-13 0,32-63 0,-22 55 0,-15 29 0,-1-1 0,1 1 0,-1-1 0,0 0 0,0 0 0,0 0 0,0 0 0,0 1 0,0-1 0,-1 0 0,1-1 0,-1 1 0,1 0 0,-1 0 0,1-2 0,-2 3 0,1 0 0,0 0 0,0 0 0,0 0 0,0 1 0,0-1 0,0 0 0,0 0 0,0 0 0,0 0 0,0 1 0,0-1 0,0 0 0,1 0 0,-1 0 0,0 1 0,1-1 0,-1 0 0,0 1 0,1-1 0,-1 0 0,1 0 0,-1 1 0,1-1 0,0 1 0,-1-1 0,1 1 0,0-1 0,-1 1 0,2-1 0,-1 1 0,-1 0 0,1 1 0,0-1 0,-1 1 0,1-1 0,-1 1 0,1-1 0,-1 1 0,1-1 0,-1 1 0,1 0 0,-1-1 0,1 1 0,-1 0 0,0-1 0,1 1 0,-1 0 0,0 0 0,0-1 0,0 1 0,1 0 0,-1 0 0,0-1 0,0 1 0,0 0 0,0 0 0,0-1 0,0 1 0,-1 1 0,1 3 0,0 0 0,0 0 0,1 0 0,-1 0 0,1 0 0,0 0 0,1 0 0,-1 0 0,1 0 0,0 0 0,0-1 0,5 8 0,-2-3 0,3 35 0,13-1 0,43 69 0,-62-110 0,0 0 0,0 0 0,0 0 0,0 0 0,0 0 0,0 0 0,1 0 0,-1-1 0,0 1 0,1-1 0,0 0 0,-1 0 0,1 0 0,0 0 0,-1 0 0,1 0 0,0-1 0,0 1 0,0-1 0,-1 0 0,1 0 0,0 0 0,0 0 0,0 0 0,0-1 0,4 0 0,-2-1 0,-1 1 0,1 0 0,-1-1 0,1 0 0,-1 0 0,0-1 0,0 1 0,0-1 0,0 0 0,0 0 0,0 0 0,-1-1 0,1 1 0,-1-1 0,0 0 0,3-4 0,15-21 0,-17 25 0,0-1 0,-1 1 0,0-1 0,0 0 0,0 0 0,3-7 0,40-108 0,-37 96 0,22-42 0,-24 52 0,-6 13 0,0-1 0,-1 0 0,1 1 0,0-1 0,0 0 0,0 1 0,0-1 0,1 1 0,-1 0 0,0-1 0,1 1 0,-1 0 0,1 0 0,1-1 0,5-4 0,-8 5 0,1 1 0,-1-1 0,0 1 0,1-1 0,-1 0 0,1 1 0,0-1 0,-1 1 0,1-1 0,-1 1 0,1 0 0,0-1 0,-1 1 0,1-1 0,0 1 0,-1 0 0,1 0 0,0-1 0,0 1 0,-1 0 0,1 0 0,0 0 0,0 0 0,-1 0 0,1 0 0,0 0 0,0 0 0,-1 0 0,1 0 0,0 1 0,-1-1 0,1 0 0,0 0 0,0 1 0,-1-1 0,1 0 0,0 1 0,-1-1 0,1 1 0,-1-1 0,1 1 0,-1-1 0,1 1 0,0 0 0,13 36 0,-9-20 0,-3 0 0,-2-15 0,0-1 0,0 1 0,0 0 0,0 0 0,0 0 0,0 0 0,1-1 0,-1 1 0,1 0 0,-1 0 0,1-1 0,0 1 0,1 2 0,11 21 0,-10-19 0,0 1 0,0-1 0,1 1 0,0-1 0,0 0 0,6 6 0,9 13 0,-18-22 0,1 0 0,0 0 0,0-1 0,-1 1 0,2-1 0,-1 1 0,0-1 0,0 0 0,1 0 0,5 4 0,19 15 0,-26-19 0,1 0 0,0 0 0,0 0 0,0 0 0,0 0 0,0-1 0,1 1 0,-1-1 0,0 1 0,1-1 0,-1 0 0,1 0 0,-1 0 0,1 0 0,-1-1 0,1 1 0,0-1 0,-1 1 0,1-1 0,0 0 0,0 0 0,-1 0 0,1 0 0,0-1 0,-1 1 0,6-2 0,6-3 0,-7 3 0,1 0 0,-1 0 0,0-1 0,0 0 0,0-1 0,0 1 0,0-1 0,-1-1 0,10-8 0,-6-8 0,5-9 0,-8 21 0,0 0 0,0-1 0,-2 0 0,1-1 0,-1 1 0,-1-1 0,4-12 0,15-33 0,-8 5 0,-5 10 0,-5 27 0,0 0 0,-1-1 0,-1 1 0,0-1 0,-1 0 0,0-29 0,-2 37 0,0-1 0,0 0 0,-1 0 0,0 0 0,-1 1 0,1-1 0,-1 1 0,-1-1 0,-5-12 0,7 18 0,0 1 0,0-1 0,0 1 0,0-1 0,-1 1 0,1 0 0,0 0 0,-1 0 0,1 0 0,0 0 0,-1 0 0,0 0 0,1 0 0,-1 0 0,1 1 0,-1-1 0,0 1 0,-2-1 0,0 1 0,1 0 0,0 0 0,-1 0 0,1 1 0,-1-1 0,1 1 0,0 0 0,-1 0 0,1 0 0,0 0 0,0 1 0,-6 3 0,-5 4 0,1 0 0,0 1 0,0 0 0,1 1 0,0 1 0,1 0 0,0 0 0,1 1 0,1 1 0,0 0 0,-11 22 0,17-31 0,1 1 0,-1 0 0,1 0 0,0 0 0,0 0 0,-1 10 0,-5 14 0,3-11 0,1-11 0,1 1 0,1 0 0,-1 0 0,1-1 0,1 2 0,0-1 0,0 0 0,1 0 0,0 0 0,0 0 0,4 18 0,22 67 0,-22-83 0,0 1 0,0-1 0,1 1 0,1-1 0,0-1 0,0 1 0,12 13 0,-7-8 0,-5-9 0,0-1 0,0 0 0,1-1 0,-1 1 0,1-1 0,0-1 0,1 1 0,11 5 0,6 4 0,-18-10 0,-1-1 0,1 0 0,0 0 0,0-1 0,0 0 0,0 0 0,1 0 0,-1-1 0,0 0 0,11 0 0,8 1 0,-16-1 0,0-1 0,0 0 0,0-1 0,0 0 0,0 0 0,-1-1 0,14-5 0,62-24 0,-66 23 0,-16 7 1,1-1 0,0 0 0,-1 0 0,1 0 0,-1-1 0,0 1 0,1-1 0,3-4 0,12-8-50,-2 7-72,-15 7-90,0 0 0,-1 1 0,1-1 0,0 0 0,-1 0 1,1 0-1,0 0 0,-1 0 0,1-1 0,-1 1 0,0 0 0,1-1 0,-1 1 0,0-1 0,0 1 0,0-1 0,0 0 0,0 1 0,0-1 0,-1 0 0,1 1 0,0-4 0,1 1-597,-1 1 1,1-1-1,0 1 1,1-1-1,-1 1 0,0 0 1,6-5-1,-6 7 229,0-1-1,0-1 1,-1 1-1,1 0 0,0 0 1,-1-1-1,1 1 1,-1 0-1,0-1 1,0 0-1,0 1 0,0-1 1,0 0-1,0 1 1,-1-1-1,0 0 1,1-3-1,-1-20-4566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09.8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19 330 3954,'-18'-19'13423,"18"25"-10630,0 8-2933,9 46 3860,-6-50-2826,-1 1-1,0-1 1,0 20 0,-1-19-326,0 0 1,0 0-1,1-1 1,1 1-1,5 17 1,8 28 1118,-9-17-1630,2-1 1,1 1-1,2-2 0,2 0 1,26 51-1,2 15-57,-41-100 0,0-1 0,0 1 0,1-1 0,-1 0 0,1 1 0,-1-1 0,1 0 0,0 0 0,-1 0 0,4 2 0,10 12 0,-13-14 0,-1-1 0,0 0 0,1 0 0,-1 0 0,1 0 0,-1 0 0,1-1 0,-1 1 0,1 0 0,0-1 0,-1 1 0,1-1 0,3 1 0,-4-1 0,-1 0 0,1 0 0,-1 1 0,1-1 0,0 0 0,-1 0 0,1 0 0,-1 0 0,1 0 0,0 0 0,-1 0 0,1 0 0,-1 0 0,1-1 0,0 1 0,-1 0 0,1 0 0,-1 0 0,1-1 0,-1 1 0,1 0 0,-1-1 0,1 1 0,-1 0 0,1-1 0,-1 1 0,1-1 0,-1 1 0,0-1 0,1 1 0,-1-1 0,0 1 0,1-1 0,-1 1 0,0-1 0,0 1 0,1-1 0,-1 1 0,0-1 0,0-1 0,1-2 0,0 0 0,1-1 0,-1 1 0,1-1 0,0 1 0,0 0 0,0 0 0,0 0 0,7-7 0,9-20 0,-15 22 0,-2 1 0,1 0 0,-1-1 0,0 1 0,-1 0 0,0-1 0,-1-8 0,2-39 0,5 28 0,-2-1 0,-1 1 0,0-37 0,-3-197 0,0 257 0,-1 0 0,1 0 0,-1 0 0,0 0 0,0 0 0,-1 0 0,-2-5 0,2 6 0,1-1 0,-1 1 0,1 0 0,0-1 0,0 1 0,1-1 0,-1-5 0,1 10-6,0 0-1,0-1 1,0 1 0,0 0-1,0-1 1,0 1 0,0 0-1,0 0 1,0-1 0,0 1 0,0 0-1,0-1 1,0 1 0,0 0-1,0-1 1,0 1 0,0 0-1,1 0 1,-1-1 0,0 1-1,0 0 1,0 0 0,0-1-1,1 1 1,-1 0 0,0 0-1,0-1 1,1 1 0,-1 0 0,0 0-1,0 0 1,1 0 0,-1-1-1,0 1 1,1 0 0,-1 0-1,0 0 1,0 0 0,1 0-1,-1 0 1,0 0 0,1 0-1,-1 0 1,0 0 0,1 0-1,-1 0 1,0 0 0,1 0 0,19 12-798,14 25-1538,-32-32 1668,1-1 0,-1 1-1,1-1 1,1 1 0,-1-1 0,1 0 0,-1 0 0,1-1-1,0 1 1,9 5 0,21 21-3387,-13-7 1882,-7-5 1495,0-2 0,2 0 0,0 0 0,0-2 0,28 19 0,-32-28 821,0 0 1,0 0-1,0-2 0,1 1 0,0-2 1,15 2-1,17 4 724,-36-6-498,0-1-1,1-1 1,-1 1-1,1-2 1,-1 1-1,1-1 1,-1 0 0,0-1-1,0 0 1,0-1-1,0 0 1,0 0-1,11-7 1,-14 7 213,1 0-1,-2-1 1,1 0-1,0 0 1,-1 0 0,0-1-1,0 1 1,0-1 0,-1-1-1,6-7 1,-8 9-30,-1 0 1,0 0-1,0-1 0,-1 1 1,1 0-1,-1 0 0,0 0 0,0-1 1,0 1-1,-1-6 0,0-6 1233,0 15-1773,1-1 0,0 1 0,0 0 0,0 0 0,-1-1 0,1 1 0,-1 0 0,1 0 0,-1-1 0,1 1 0,-1 0 0,0 0 0,1 0 0,-1 0 0,0 0 0,0 0 0,0 0 0,0 0 0,0 1 0,0-1 0,0 0 0,0 0 0,0 1 0,0-1 0,-1 1 0,1-1 0,0 1 0,0-1 0,-1 1 0,1 0 0,0-1 0,0 1 0,-1 0 0,1 0 0,0 0 0,-1 0 0,1 0 0,0 1 0,0-1 0,-3 1 0,-2-1-13,-1 1 0,1 1 0,0-1 0,0 1 0,-1 0 0,-8 5 0,6-3 7,0 0 0,-1 0 0,1-1 0,-13 2 0,17-4 0,0 0 0,0 0 0,0 0 0,0 1 0,0 0 0,0 0 0,1 0 0,-1 0 0,0 1 0,1 0 0,0-1 0,0 2 0,0-1 0,0 0 0,-5 7 0,-66 85 0,74-93 0,-1 1 0,1 0 0,0-1 0,1 1 0,-1-1 0,0 1 0,1 0 0,0 0 0,-1-1 0,1 1 0,0 0 0,0 0 0,1-1 0,-1 1 0,1 0 0,-1 0 0,1-1 0,0 1 0,0 0 0,0-1 0,0 1 0,0-1 0,1 0 0,-1 1 0,1-1 0,-1 0 0,1 0 0,0 0 0,0 0 0,0 0 0,3 2 0,0 12 0,-3-2 0,2-11 0,0 1 0,-1-1 0,1 1 0,0-1 0,1-1 0,-1 1 0,0 0 0,1-1 0,-1 0 0,1 0 0,0 0 0,0-1 0,0 0 0,0 0 0,0 0 0,0 0 0,0-1 0,0 0 0,0 0 0,0 0 0,0 0 0,0-1 0,0 0 0,0 0 0,0-1 0,0 1 0,8-5 0,-3 1 0,-6 3 0,0 1 0,-1-1 0,1 0 0,0-1 0,-1 1 0,0-1 0,5-3 0,6-8 0,-4 17 0,-9 0 0,0 0 0,1 0 0,-2 0 0,1 0 0,0 0 0,-1 0 0,1 0 0,-1 0 0,0 5 0,1-4 0,-1 0 0,1 0 0,1 0 0,-1 0 0,0-1 0,1 1 0,0 0 0,0-1 0,0 1 0,0-1 0,1 0 0,-1 0 0,1 0 0,0 0 0,0 0 0,0-1 0,0 1 0,6 3 0,87 62 0,-77-56-201,-13-8-36,-1-1 1,0 1-1,1-1 0,0 0 0,0-1 0,0 1 0,0-1 0,0-1 0,0 1 0,12 1 0,13 1-2558,-28-3 2396,1 0 1,-1 0-1,0 0 0,1-1 1,-1 0-1,0 0 0,1 0 1,-1 0-1,1 0 0,-1 0 1,1-1-1,-1 0 1,0 0-1,0 0 0,1 0 1,5-3-1,15-7-1411,-20 9 1590,0 1 0,0-1 0,0 0-1,0 0 1,-1 0 0,1 0 0,0-1 0,-1 0 0,0 1 0,4-6 0,13-18-756,-16 22 934,0 0 0,-1-1 0,1 1 0,-1-1 0,-1 0-1,1 0 1,3-9 0,2-11 50,-3 8 250,0 1-1,-1-1 0,-1 1 1,0-1-1,0-34 1,-1 1 969,-1 27-205,0 0 0,-1 0 1,-1 0-1,-7-32 1,-31-106 7386,31 132-8177,-3 0-1,0 1 1,-1 1 0,-2 0 0,-1 0-1,-36-47 1,43 53-232,8 20 0,0 0 0,0 0 0,0 1 0,0-1 0,0 0 0,0 1 0,0-1 0,0 0 0,-1 1 0,1-1 0,0 1 0,-1-1 0,1 0 0,0 1 0,-1-1 0,1 1 0,0-1 0,-1 1 0,1-1 0,-1 1 0,1-1 0,-1 1 0,1 0 0,-1-1 0,0 1 0,1-1 0,-1 1 0,1 0 0,-1 0 0,0-1 0,1 1 0,-1 0 0,0 0 0,1 0 0,-1 0 0,0 0 0,1 0 0,-1 0 0,0 0 0,0 0 0,0 3 0,-1 0 0,2 1 0,-1-1 0,0 0 0,0 1 0,1-1 0,0 0 0,0 1 0,0-1 0,0 0 0,1 6 0,-1-5 0,0 1 0,1 0 0,-1 0 0,1-1 0,0 1 0,0 0 0,0-1 0,1 1 0,0-1 0,3 7 0,-3-7 0,0 1 0,0-1 0,0 1 0,0-1 0,-1 1 0,0 0 0,0-1 0,0 1 0,-1 8 0,2 11 0,0 1 0,2-1 0,0 1 0,2-1 0,0 0 0,16 34 0,-12-31 0,12 58 0,-11-38 0,-5-26 0,-3-7 0,1 0 0,1 0 0,9 19 0,-11-24 0,0 0 0,0 0 0,0-1 0,1 19 0,5 13 0,30 81-1107,-38-116 304,1 0 1,0 0-1,0 0 1,1 0-1,-1-1 1,1 1-1,0-1 1,6 7-1,11 20-4190,-19-28 4382,1 1 0,-1-1 0,1 1 0,1-1 0,-1 0 0,0 0 1,1 0-1,-1 0 0,1 0 0,0 0 0,0-1 0,0 0 1,0 1-1,1-1 0,5 3 0,-5-4 148,0 1-1,1-1 1,-1 0 0,0-1 0,0 1 0,1-1-1,-1 0 1,0 0 0,1 0 0,-1 0-1,0-1 1,7-1 0,-2-1 250,-1 0 1,0 0 0,0-1-1,0 0 1,0 0 0,0-1-1,-1 0 1,0 0 0,0-1-1,-1 0 1,1 0 0,-1-1-1,9-12 1,-11 11 375,1 0 1,-2 0-1,1-1 0,4-17 1,15-32 2316,-17 46-1372,0-1 0,0 1-1,-1-1 1,-1 0 0,0-1-1,-1 1 1,3-20-1,-3-10 7447,-1-46 0,-2 75-5976,0 150-2330,0-133-248,0 0 0,1-1 0,-1 1 0,1 0 0,-1 0 0,1-1 0,0 1 0,0-1 0,0 1 0,1-1 0,-1 1 0,0-1 0,3 3 0,-2-2 0,-1-1 0,1 0 0,-1 1 0,1-1 0,-1 1 0,0-1 0,0 1 0,0 0 0,-1-1 0,1 1 0,-1 0 0,1 0 0,-1 3 0,0-2 0,1-1 0,-1 1 0,1-1 0,0 1 0,0-1 0,0 1 0,0-1 0,3 5 0,5 22 0,-9-29 0,0 1 0,0-1 0,0 0 0,1 0 0,-1 1 0,0-1 0,1 0 0,-1 0 0,1 0 0,-1 1 0,1-1 0,0 0 0,-1 0 0,1 0 0,0 0 0,0 0 0,0 0 0,0 0 0,0-1 0,0 1 0,0 0 0,2 1 0,12 12 0,-14-12 0,1-1 0,-1 0 0,0 1 0,1-1 0,-1 0 0,1 0 0,-1 0 0,1 0 0,0-1 0,-1 1 0,1 0 0,0-1 0,0 1 0,2 0 0,-4-1 0,1 0 0,-1 0 0,1 0 0,-1 0 0,1 1 0,0-1 0,-1 0 0,1 0 0,-1-1 0,1 1 0,0 0 0,-1 0 0,1 0 0,-1 0 0,1 0 0,0-1 0,-1 1 0,1 0 0,-1 0 0,1-1 0,-1 1 0,1 0 0,-1-1 0,1 1 0,-1-1 0,0 1 0,1 0 0,-1-1 0,1 1 0,-1-1 0,0 1 0,0-1 0,1 1 0,-1-1 0,0 0 0,0 1 0,1-1 0,-1 1 0,0-1 0,0 0 0,0 1 0,0-1 0,0 1 0,0-2 0,0 0 0,0 0 0,1 0 0,-1 1 0,0-1 0,1 0 0,-1 0 0,1 0 0,0 0 0,0 0 0,0 1 0,0-1 0,1-1 0,-1 1 0,0 0 0,0 0 0,0 0 0,0 1 0,0-1 0,0 0 0,0 0 0,-1 0 0,1-1 0,-1 1 0,0 0 0,1-2 0,-1-2 0,1 0 0,1-1 0,-1 1 0,1 1 0,0-1 0,0 0 0,1 0 0,-1 1 0,1-1 0,1 1 0,3-5 0,-1 1 0,-1 1 0,-1-1 0,1 0 0,5-17 0,-5 10 0,-3 10 0,1 0 0,-2-1 0,1 1 0,-1 0 0,1-10 0,-2 15 0,0 0 0,-1 0 0,2 1 0,-1-1 0,0 0 0,0 0 0,0 0 0,0 0 0,0 1 0,1-1 0,-1 0 0,0 0 0,1 0 0,-1 1 0,1-1 0,-1 0 0,0 1 0,1-1 0,0 0 0,-1 1 0,1-1 0,-1 1 0,1-1 0,0 1 0,-1-1 0,1 1 0,0-1 0,0 1 0,-1-1 0,1 1 0,1 0 0,-1-1 0,0 1 0,-1 0 0,1 0 0,0-1 0,0 1 0,-1 0 0,1-1 0,-1 1 0,1-1 0,0 1 0,-1-1 0,1 1 0,-1-1 0,1 1 0,-1-1 0,1 0 0,-1 1 0,1-1 0,-1 0 0,0 1 0,1-1 0,-1 0 0,0 1 0,0-1 0,0 0 0,1 0 0,-1 1 0,0-1 0,0 0 0,0 0 0,0 0 0,3-22 0,4 18 0,16 23 0,-14-8 0,-8-10 0,-1 1 0,1 0 0,-1-1 0,1 1 0,-1 0 0,1-1 0,-1 1 0,0 0 0,1 0 0,-1 0 0,0-1 0,0 1 0,1 0 0,-1 0 0,0 0 0,0 0 0,0-1 0,0 1 0,0 1 0,2 11 0,11 18 0,-9-17 0,2 0 0,0-1 0,0 0 0,1-1 0,15 21 0,-3-3 0,-17-25 0,1 0 0,-1-1 0,1 1 0,0-1 0,0 1 0,1-1 0,4 4 0,11 11 0,-13-13 0,-1 0 0,1 0 0,0-1 0,0 0 0,1-1 0,11 7 0,-12-8 0,-2-1 0,0-1 0,1 2 0,-1-1 0,0 0 0,-1 1 0,1-1 0,6 7 0,-8-8 0,0 1 0,0 0 0,0-1 0,0 1 0,0-1 0,0 0 0,1 0 0,-1 0 0,0 0 0,1 0 0,-1 0 0,1-1 0,-1 1 0,1-1 0,-1 0 0,1 0 0,-1 0 0,1 0 0,-1 0 0,1 0 0,-1-1 0,1 1 0,-1-1 0,1 0 0,-1 1 0,0-1 0,1 0 0,-1 0 0,0-1 0,0 1 0,0 0 0,0-1 0,3-2 0,33-30 0,-33 31 0,0 0 0,0-1 0,0 0 0,-1 0 0,0 0 0,0 0 0,0-1 0,0 0 0,4-7 0,0-11 0,-7 18 0,0 0 0,1 0 0,-1 1 0,1-1 0,1 1 0,4-9 0,-3 6 0,-1 1 0,0-1 0,0 0 0,-1 0 0,1 0 0,-2 0 0,1 0 0,-1-1 0,0 1 0,0-10 0,5-28 0,-3 31 0,1-1 0,-1 0 0,0-1 0,-1 1 0,0-1 0,-2 1 0,0-1 0,0 0 0,-5-22 0,0 16 0,-5-33 0,10 53 0,0 0 0,0 1 0,0-1 0,0 0 0,-1 0 0,1 1 0,0-1 0,-1 0 0,1 0 0,-1 1 0,0-1 0,1 0 0,-1 1 0,0-1 0,0 1 0,0-1 0,0 1 0,0 0 0,0-1 0,-2 0 0,-7-10 0,7 7 0,2 4 0,1-1 0,-1 1 0,0 0 0,1 0 0,-1-1 0,0 1 0,0 0 0,0 0 0,1 0 0,-1 0 0,0 0 0,0 0 0,-1 1 0,1-1 0,0 0 0,0 0 0,0 1 0,-1-1 0,1 1 0,0-1 0,0 1 0,-1-1 0,1 1 0,0 0 0,-1 0 0,1 0 0,0 0 0,-1 0 0,1 0 0,-1 0 0,1 0 0,0 0 0,-1 0 0,1 1 0,0-1 0,-1 1 0,1-1 0,0 1 0,-2 0 0,-1 1 0,0 0 0,0 1 0,1-1 0,-1 0 0,1 1 0,-1 0 0,1 0 0,-3 4 0,-6 3 0,7-4 0,0 0 0,1 0 0,-1 1 0,1-1 0,0 1 0,1 0 0,-1 0 0,1 0 0,1 0 0,0 1 0,0-1 0,0 1 0,1 0 0,0-1 0,0 11 0,0-11 0,1 1 0,1 0 0,-1 0 0,1-1 0,0 1 0,1-1 0,0 1 0,0-1 0,1 1 0,0-1 0,0 0 0,6 11 0,20 62 0,36-1 0,-58-69 0,1 0 0,0 0 0,1-1 0,-1 0 0,2 0 0,-1-1 0,1 0 0,1-1 0,-1 0 0,1-1 0,0 0 0,1-1 0,21 8 0,-20-9 0,1 0 0,-1-1 0,1 0 0,0-1 0,0-1 0,-1 0 0,1 0 0,0-2 0,0 0 0,0 0 0,0-1 0,25-8 0,8-8-3293,-35 14 1162,-1-1 0,0-1 0,0 0 0,11-9 0,2-11-6395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14.3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200 119 240,'0'-40'8089,"0"13"-6408,0-25 17862,0 91-17660,0-8-1550,2-1-1,0 0 1,10 42 0,-8-50-333,-2 1 0,0 0 0,-2-1 0,-3 36 0,1 7 0,2 205 0,0-263 0,1 1 0,0-1 0,1 0 0,-1 1 0,1-1 0,4 10 0,-3-9 0,0 0 0,0 1 0,-1-1 0,-1 1 0,1-1 0,-1 14 0,-1 297 0,0-318 0,0 1 0,0-1 0,0 0 0,-1 0 0,1 0 0,0 0 0,-1 1 0,1-1 0,-1 0 0,1 0 0,-1 0 0,1 0 0,-1 0 0,0 0 0,0 0 0,1 0 0,-1-1 0,0 1 0,0 0 0,0 0 0,-1 0 0,0 0 0,1 0 0,0 0 0,0-1 0,0 1 0,0 0 0,1 0 0,-1 0 0,0 0 0,0 0 0,0 0 0,1 0 0,-1 0 0,1 1 0,-1-1 0,1 0 0,-1 0 0,1 0 0,0 1 0,-1-1 0,1 0 0,0 3 0,0-7 0,0 1 0,-1 0 0,1 0 0,0 0 0,-1 0 0,0 0 0,1 0 0,-1 0 0,0 0 0,0 0 0,-1-2 0,0 2 0,1 0 0,0-1 0,-1 1 0,1-1 0,0 1 0,1-1 0,-1 1 0,0-1 0,1 0 0,0 1 0,-1-5 0,0 2 0,0 1 0,-1-1 0,0 1 0,1 0 0,-2-1 0,1 1 0,0 0 0,-1 0 0,-6-7 0,-8-16 0,14 22 0,0 1 0,0-1 0,0 0 0,0 1 0,-1-1 0,-7-6 0,-6-8 0,-5-4 0,21 23 0,0-1 0,1 1 0,-1-1 0,0 1 0,1-1 0,-1 1 0,0-1 0,0 1 0,0 0 0,1-1 0,-1 1 0,0 0 0,0 0 0,0 0 0,0 0 0,0 0 0,1 0 0,-1 0 0,0 0 0,0 0 0,0 0 0,0 0 0,0 0 0,1 1 0,-1-1 0,0 0 0,0 1 0,0-1 0,0 1 0,-9 5 0,9-6 0,-1 1 0,1 0 0,-1 0 0,1 0 0,-1 0 0,1 0 0,-1 0 0,1 0 0,0 0 0,-1 0 0,1 1 0,0-1 0,0 1 0,-1 2 0,2-4 0,0 1 0,0 0 0,0 0 0,-1 0 0,1 0 0,0-1 0,0 1 0,0 0 0,-1 0 0,1 0 0,0-1 0,-1 1 0,1 0 0,-1 0 0,1-1 0,-1 1 0,1 0 0,-1-1 0,1 1 0,-1-1 0,0 1 0,1 0 0,-1-1 0,0 0 0,1 1 0,-1-1 0,0 1 0,0-1 0,0 1 0,0-1 0,0 0 0,0 1 0,0-1 0,1 0 0,-1 1 0,0-1 0,0 1 0,1-1 0,-1 1 0,0 0 0,1-1 0,-1 1 0,1 0 0,-1-1 0,1 1 0,-1 0 0,1 0 0,-1-1 0,1 1 0,0 0 0,-1 0 0,1 0 0,0 0 0,0-1 0,0 1 0,-1 0 0,1 0 0,0 0 0,0 1 0,-1 12 0,1-12 0,-1 0 0,1 0 0,-1 1 0,1-1 0,0 0 0,0 0 0,0 1 0,1-1 0,-1 0 0,0 1 0,1-1 0,0 0 0,-1 0 0,1 0 0,0 1 0,2 2 0,9 12 0,-8-10 0,0-1 0,1 0 0,0 0 0,0 0 0,1-1 0,-1 0 0,1 0 0,0 0 0,8 5 0,-4-4 0,0-1 0,0 1 0,0-2 0,1 1 0,0-2 0,-1 1 0,2-1 0,-1-1 0,0 0 0,0-1 0,1 0 0,-1 0 0,1-1 0,-1-1 0,18-3 0,-4-1 0,-7 2 0,0 0 0,0-2 0,-1 0 0,29-12 0,2-2 30,-43 18-112,0 0 1,-1 0-1,1-1 1,0 0-1,0 0 1,-1 0-1,0-1 1,1 1-1,-1-1 1,0 0-1,0 0 1,5-6-1,17-15-6219,-7 6-411,-14-3-4854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15.5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337 625 3009,'-49'-20'8997,"38"18"-7996,1 0 0,-1 0 0,0 1 1,1 0-1,-23 2 0,25 0-635,0 0 1,0 0 0,1 1-1,-1 0 1,0 0 0,1 1-1,-1 0 1,1 0 0,0 1-1,0 0 1,0 0 0,0 1-1,1 0 1,0 0-1,0 0 1,-8 10 0,4-3 186,6-8-360,1-1 0,0 0-1,0 1 1,0 0 0,1-1-1,-1 1 1,1 0 0,0 0-1,0 1 1,0-1 0,1 0-1,-1 1 1,1-1 0,0 1-1,0 6 1,1-7-63,-1-1 0,1 0-1,-1 0 1,0 1 0,0-1 0,0 0-1,-1 0 1,1 0 0,-1 0 0,-3 5-1,4-6-66,0-1-1,-1 1 0,1 0 1,0 0-1,0 0 1,0-1-1,0 1 0,1 0 1,-1 0-1,0 0 0,1 1 1,0-1-1,-1 0 0,1 0 1,0 0-1,0 0 1,0 0-1,0 0 0,0 0 1,1 1-1,-1-1 0,1 0 1,1 3-1,4 8 256,-3-9-214,-1 0 1,0 0-1,0 0 0,0 0 0,-1 0 1,0 1-1,0-1 0,0 0 0,0 1 1,0 6-1,0-6-78,0 1 1,0-1-1,0 0 0,1 1 1,0-1-1,0 0 1,0 0-1,1 0 0,0 0 1,0-1-1,0 1 1,0-1-1,1 1 1,5 4-1,1 1-6,0-1 0,1 1 0,0-2 0,21 14 0,-19-16-20,0 0 0,1-1 0,0 0 0,0-1 0,0-1 0,0 0 0,0 0 0,1-2 0,-1 0 0,1 0 0,-1-2 0,1 0 0,-1 0 0,1-1 0,-1-1 0,0-1 0,0 0 0,0 0 0,-1-2 0,1 1 0,-1-2 0,13-8 0,-16 9 0,-1 0 0,-1-1 0,1 1 0,-1-2 0,0 1 0,-1-1 0,0 0 0,0-1 0,-1 0 0,8-12 0,2-21 0,-10 29 0,0-1 0,-1 0 0,-1-1 0,0 1 0,-1-1 0,-1 0 0,2-16 0,-4-129 0,-1 151 0,0 1 0,-1-1 0,0 1 0,0 0 0,-1-1 0,0 1 0,0 0 0,-1 1 0,-4-9 0,-13-31 0,19 43 0,0 0 0,0 1 0,0-1 0,0 0 0,-1 0 0,1 1 0,-1 0 0,0-1 0,0 1 0,0 0 0,-1 0 0,1 1 0,-1-1 0,1 1 0,-8-4 0,-3 0 0,-1 0 0,-31-8 0,9 3 0,33 10 0,0 0 0,0 0 0,0 1 0,0-1 0,0 1 0,0 0 0,0 0 0,0 0 0,0 0 0,0 1 0,0 0 0,0 0 0,0 0 0,0 0 0,1 1 0,-1-1 0,0 1 0,1 0 0,-1 0 0,1 0 0,0 0 0,0 1 0,0 0 0,0-1 0,-3 4 0,-33 32 0,34-28 0,1 0 0,0 0 0,1 0 0,0 1 0,0-1 0,1 1 0,1 0 0,0-1 0,0 1 0,1 0 0,0 0 0,1 0 0,3 14 0,-1-9 0,1-1 0,1 0 0,0 0 0,1 0 0,0 0 0,2-1 0,-1 0 0,15 18 0,-10-14-927,-1 1-1,15 31 1,-25-48 846,5 6-1026,1 0-1,1 0 1,-1-1-1,1 0 1,0 0-1,1-1 1,-1 0-1,1-1 1,1 1-1,-1-2 1,1 1 0,0-2-1,0 1 1,0-1-1,0-1 1,15 3-1,-17-5 556,1-1-1,0 1 1,-1-1-1,1-1 1,-1 0 0,0 0-1,9-3 1,-10 2 540,-1-1 0,0 1 0,1-1 0,-2 0 0,1 0 1,0-1-1,-1 0 0,0 0 0,8-9 0,18-16 659,10-11 899,-30 25-951,-6 12-264,-1-1 1,-1 0-1,1 0 1,-1-1-1,0 1 1,0-1-1,0 0 1,-1 0-1,0 0 1,0 0-1,1-10 1,16-76 11503,-19 62-10147,0 28-722,0 5 23,0 42 2325,0-22-2644,0 55-670,0-77 0,0 1 0,0 0 0,1 0 0,-1 0 0,0-1 0,1 1 0,-1 0 0,1 0 0,0-1 0,-1 1 0,1 0 0,0-1 0,0 1 0,0-1 0,0 1 0,0-1 0,1 0 0,1 2 0,5 9 0,41 84 0,-47-90 0,-1-4 0,0 0 0,0 0 0,-1-1 0,1 1 0,0 0 0,1 0 0,-1 0 0,0-1 0,0 1 0,1-1 0,-1 1 0,1-1 0,-1 1 0,1-1 0,0 0 0,-1 0 0,1 0 0,3 1 0,-5-2 0,1 1 0,0-1 0,1 1 0,-1-1 0,0 1 0,0 0 0,0-1 0,0 1 0,0 0 0,0 0 0,0 0 0,-1-1 0,1 1 0,0 0 0,0 0 0,0 0 0,-1 0 0,1 1 0,-1-1 0,1 0 0,-1 0 0,1 0 0,-1 0 0,0 1 0,1-1 0,-1 0 0,0 2 0,0-1-30,1 0 1,0-1-1,0 1 1,0 0-1,0 0 1,0 0-1,0-1 0,0 1 1,0 0-1,0-1 1,1 1-1,-1-1 1,1 0-1,-1 1 0,1-1 1,0 0-1,-1 0 1,1 0-1,0 0 1,0 0-1,0 0 0,0-1 1,2 1-1,0 1-45,0-1-1,0 1 1,0-1-1,0-1 1,1 1-1,-1 0 1,0-1-1,0 0 1,0 0-1,1 0 1,-1-1-1,6-1 1,-8 2 27,1-1 1,-1 0 0,0 0 0,0 0 0,0 0-1,0-1 1,0 1 0,0 0 0,-1-1 0,1 0-1,0 1 1,-1-1 0,1 0 0,-1 0 0,0 1 0,1-1-1,-1 0 1,0 0 0,0-1 0,1-1 0,5-50-302,0-3 307,2 35 60,-6 17-7,-1 0 0,0 0 1,0-1-1,-1 1 0,1-1 1,-1 0-1,0 1 0,0-11 1,0-19 278,2 0 1,8-39 0,-8 54 151,-1 0 0,-2 0 0,-1-22 0,0 6-129,2 36-313,-1-1 0,0 0 0,0 1 0,0-1 0,0 1 0,1-1 0,-1 1 0,0-1 0,0 1 0,1-1 0,-1 1 0,1-1 0,-1 1 0,0-1 0,1 1 0,-1-1 0,1 1 0,-1 0 0,1-1 0,-1 1 0,1 0 0,-1-1 0,1 1 0,0 0 0,-1 0 0,1-1 0,-1 1 0,1 0 0,0 0 0,-1 0 0,1 0 0,-1 0 0,1 0 0,0 0 0,-1 0 0,1 0 0,-1 0 0,1 0 0,0 1 0,-1-1 0,1 0 0,-1 0 0,1 0 0,-1 1 0,1-1 0,-1 0 0,1 1 0,-1-1 0,1 1 0,-1-1 0,1 0 0,-1 1 0,1-1 0,-1 1 0,0-1 0,1 1 0,-1-1 0,0 1 0,0 0 0,1-1 0,-1 1 0,0-1 0,0 1 0,0 0 0,0-1 0,0 1 0,1 0 0,-1 78 0,0-76 0,0-1 0,0 1 0,0 0 0,1-1 0,-1 1 0,1 0 0,-1-1 0,1 1 0,0-1 0,0 1 0,1-1 0,-1 0 0,0 0 0,3 4 0,6 10 0,18 85 0,-22-87 0,1 6 0,2 0 0,13 21 0,-4-7 0,-16-28 0,1-1 0,0 1 0,0-1 0,0 0 0,0 1 0,9 7 0,7 12-547,-18-22 415,1 0 0,0 0 0,-1-1-1,1 1 1,0-1 0,1 1 0,-1-1 0,0 0-1,1 0 1,5 4 0,-3-3-412,1 1 1,0-1-1,0 0 0,0-1 1,1 0-1,-1 0 0,0 0 0,1 0 1,11 0-1,-7-2-20,-9 1 388,0-1 1,0 0-1,0 0 1,0 0-1,0 0 1,0 0-1,0 0 1,0-1-1,0 1 1,0-1-1,0 1 1,0-1-1,0 0 1,0 0-1,0 0 1,0 0 0,-1 0-1,1 0 1,2-2-1,64-49-1395,-54 38 1594,-2-1 0,0 0 0,0-1 1,-1 0-1,-2-1 0,1 0 0,-2 0 0,0-1 1,7-27-1,0-20 830,3 1 0,29-71 0,-22 66 723,-11 3 574,-3 11 654,-3 29-1219,-5 14-1161,1 0 0,-1 1 0,-1-1 1,1-22-1,-2 24-410,0-1 0,0 1 0,1 0 0,3-11 0,4-35-28,-9 31 14,0 46 0,-3 46 0,-2-46 0,1 0 0,0 0 0,2 1 0,0 0 0,2-1 0,0 1 0,5 27 0,1-4 0,-1 0 0,-1 53 0,-3-84 0,0 0 0,1 0 0,0 0 0,7 21 0,-6-23 0,0 1 0,0 1 0,-1-1 0,0 20 0,7 39 0,-5-56 0,-2 0 0,2 30 0,-5-25-11,0 0-1,-2-1 1,-8 35 0,9-29-626,-3 3-2734,-4-19 1623,-3 4-457,9 0-2237,3-13 4222,0-1 1,0 1 0,0 0 0,0 0-1,-1-1 1,1 1 0,0 0-1,0 0 1,-1-1 0,1 1 0,-1 0-1,1 0 1,-1-1 0,1 1-1,-1-1 1,1 1 0,-1 0 0,1-1-1,-1 1 1,0-1 0,1 1-1,-1-1 1,0 0 0,1 1 0,-1-1-1,0 0 1,0 1 0,1-1-1,-1 0 1,0 0 0,0 0 0,1 0-1,-1 0 1,0 1 0,0-1 0,0-1-1,1 1 1,-1 0 0,0 0-1,0 0 1,0 0 0,1-1 0,-1 1-1,0 0 1,0-1 0,-39-14-6649,13 3 5185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16.07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1 834 784,'0'-88'14199,"1"87"-14126,0-1 0,1 1 0,-1 0 1,1-1-1,0 1 0,-1 0 0,1 0 0,0 0 0,0 0 1,0 1-1,-1-1 0,1 0 0,3 0 0,3-1-14,1 0-1,-1 1 0,0 0 0,1 0 0,-1 1 0,1 0 1,16 2-1,18 1 23,-2-3-35,1-2 1,62-10-1,-57 9 58,-38 3-89,0 0-1,0-1 1,0 0-1,0 0 1,0-1-1,12-4 0,22-5 65,-34 9-71,0 0 1,0 0-1,-1-1 0,1 0 1,-1 0-1,0-1 1,0 0-1,0 0 1,9-8-1,1-4-32,-13 13 74,-1 0 0,1-1 0,-1 0 0,0 0 0,0 0 0,-1-1 0,1 1 0,-1-1 0,0 0 0,4-8 0,-7 12-33,7-14 520,-2-1 0,0 0 0,-1 0-1,0 0 1,-2 0 0,0-1-1,0-32 1,-2-203 9025,0 244-9412,-1 1-1,0-1 1,-1 1 0,0-1 0,0 1 0,0-1 0,-6-10-1,-5-16-40,12 29-109,-1 1 0,1 0 0,-1 0 0,0 0 0,0 0 0,-1 0 0,1 1 0,-1-1 0,0 1 0,0-1 0,0 1 0,-5-4 0,4 3 0,3 4 0,1 0 0,0-1 0,0 1 0,0 0 0,0-1 0,0 1 0,-1 0 0,1 0 0,0 0 0,0-1 0,0 1 0,-1 0 0,1 0 0,0 0 0,0-1 0,0 1 0,-1 0 0,1 0 0,0 0 0,-1 0 0,1 0 0,0 0 0,0-1 0,-1 1 0,1 0 0,0 0 0,-1 0 0,1 0 0,0 0 0,0 0 0,-1 0 0,1 0 0,0 0 0,-1 0 0,1 1 0,0-1 0,0 0 0,-1 0 0,1 0 0,0 0 0,0 0 0,-1 0 0,1 1 0,0-1 0,0 0 0,-1 0 0,1 0 0,0 1 0,0-1 0,0 0 0,-1 0 0,1 1 0,0-1 0,0 0 0,0 0 0,0 1 0,0-1 0,0 0 0,0 0 0,-1 1 0,1-1 0,0 0 0,0 1 0,0-1 0,0 1 0,-6 9 0,1 11 0,2 2 0,-4-8 0,4-10 0,1 0 0,0 0 0,0 1 0,0-1 0,0 1 0,1 0 0,0-1 0,0 1 0,0 9 0,-1 43 0,1-33 0,0 0 0,1 0 0,2 0 0,5 33 0,1-29 0,-4-16 0,-1 1 0,0-1 0,-1 1 0,2 21 0,-4-12 0,2-1 0,0 1 0,2-1 0,0 0 0,1-1 0,2 1 0,14 33 0,1 4 0,-19-48 0,0 0 0,1 0 0,0 0 0,7 10 0,-3-8 0,-6-7 0,1-1 0,0 0 0,0 0 0,1 0 0,-1-1 0,1 1 0,0-1 0,0 0 0,6 5 0,-7-8 0,-1 1 0,0 0 0,1 0 0,-1 0 0,0 1 0,0-1 0,0 0 0,-1 1 0,3 3 0,-4-5 0,1 1 0,0-1 0,0 0 0,0 1 0,0-1 0,0 0 0,0 1 0,0-1 0,0 0 0,0 0 0,1 0 0,-1 0 0,0 0 0,1-1 0,-1 1 0,1 0 0,-1 0 0,1-1 0,2 1 0,10 2 0,1 0 0,28 1 0,-41-4 0,1 1 0,0-1 0,0 0 0,0 0 0,-1-1 0,1 1 0,0 0 0,0-1 0,-1 0 0,1 0 0,0 0 0,-1 0 0,1 0 0,-1 0 0,1-1 0,-1 1 0,0-1 0,1 1 0,-1-1 0,0 0 0,0 0 0,0 0 0,-1 0 0,4-4 0,26-52 0,-23 44 0,0 0 0,-1 0 0,0-1 0,-1 1 0,8-31 0,25-101 0,-11 52 0,-25 81 0,-1 0 0,-1 1 0,0-1 0,-1-20 0,-2-14 0,10 94 0,-5-39 0,-1 1 0,0 0 0,-1-1 0,1 17 0,-1-9 0,-1 0 0,2 0 0,0-1 0,1 1 0,0-1 0,10 25 0,-9-27 0,0 1 0,-1 0 0,2 16 0,7 33 0,0-26 0,-5-18 0,-1 1 0,-1-1 0,0 1 0,2 35 0,-7-52 3,0 0 0,1 0 0,-1 0 0,0 0 0,1-1 1,0 1-1,0 0 0,0 0 0,0 0 0,0-1 0,1 1 0,-1-1 0,4 5 0,-4-5-18,1 0-1,-1 1 1,1-1-1,-1 0 1,0 1-1,0-1 1,0 1-1,0-1 1,-1 1-1,1-1 1,0 1 0,-1 0-1,0 4 1,0 49-5275,0-37-1872,0 1-6228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16.61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75 107 3217,'0'-3'431,"0"0"0,-1 0 0,1 0-1,-1 0 1,0 0 0,0 0-1,0 1 1,-1-1 0,1 0-1,0 1 1,-1-1 0,0 0-1,0 1 1,1 0 0,-2 0-1,-2-3 1,3 3-251,0 0-1,0 0 1,0-1 0,1 1-1,-1 0 1,0-1 0,1 1-1,-1-1 1,1 1-1,0-1 1,0 0 0,0 1-1,0-1 1,1 0 0,-1 0-1,0-3 1,1 5-196,0 1 0,0-1 0,0 0-1,0 1 1,-1-1 0,1 1 0,0-1 0,-1 0 0,1 1 0,0-1 0,-1 1 0,1-1 0,0 1 0,-1-1-1,1 1 1,-1-1 0,1 1 0,-1 0 0,1-1 0,-1 1 0,0 0 0,1-1 0,-1 1 0,1 0-1,-1 0 1,0 0 0,1-1 0,-1 1 0,0 0 0,1 0 0,-1 0 0,1 0 0,-1 0 0,0 0-1,1 0 1,-1 0 0,0 0 0,1 1 0,-1-1 0,0 0 0,-2 0-151,-2 0-911,10 2-1494,-2 1 2429,0-1 0,-1 1 0,1 0 0,-1-1 0,0 1 0,1 1 0,-1-1 0,0 0 0,-1 0 0,1 1 0,-1-1 0,1 1 0,-1-1 0,0 1 0,-1 0 0,1-1 0,0 6 0,6 17-148,-6-24 274,1 6-20,1 0 0,0 0 1,0 0-1,1 0 0,0 0 0,6 8 0,-6-10 36,0 1 0,0 0 0,0 0 0,-1 0 1,0 1-1,2 10 0,15 30 76,48 59 403,-62-100-333,-1-1 0,1 0 0,0-1-1,0 1 1,13 7 0,8 8 685,-21-16-336,-1-2 1,1 1-1,0 0 0,0-1 0,1 0 0,-1-1 0,0 1 0,1-1 0,0-1 0,-1 1 0,1-1 0,0 0 0,0-1 0,0 1 0,13-2 0,-19 1-301,0 0 0,0 0-1,0 0 1,0-1 0,0 1-1,0 0 1,0 0 0,0-1-1,0 1 1,0 0 0,-1-1-1,1 1 1,0-1 0,0 1-1,0-1 1,0 0 0,-1 1-1,2-2 1,5-3 594,6 2 346,-12 3-980,0 0 0,1-1-1,-1 1 1,1 0 0,-1 0-1,1-1 1,-1 1 0,1-1-1,-1 1 1,0-1 0,1 0-1,-1 0 1,0 1 0,0-1-1,0 0 1,1 0 0,-1 0-1,0 0 1,0 0 0,0-1-1,-1 1 1,2-2 0,12-22 2727,-12 21-2551,1 0 1,-1 1-1,0-1 0,-1 0 1,1 0-1,-1 0 0,0-1 1,0 1-1,0 0 1,0 0-1,-1-1 0,0 1 1,0-6-1,1 1-317,-2-1-1,0 0 1,0 0 0,0 0-1,-5-14 1,5 21-13,0 0 1,-1 0-1,1 0 0,0 1 0,-1-1 1,1 0-1,-1 1 0,0-1 0,0 1 1,0 0-1,0 0 0,-1-1 0,1 2 1,0-1-1,-1 0 0,0 0 0,1 1 1,-6-3-1,3 5 1,0 0 0,0 1 0,1-1 0,-1 1 0,1 0 0,-1 1 0,1-1 0,0 1 0,0 0 0,0 0 0,0 0 0,0 0 0,-5 7 0,6-4 0,0 0 0,1 1 0,-1-1 0,1 1 0,0 0 0,1 0 0,-1 9 0,-8 28 0,1-23 0,7-15 0,-1-1 0,1 0 0,1 1 0,-1-1 0,1 1 0,0 0 0,0-1 0,0 12 0,-1 16 0,1-21 0,0 1 0,1-1 0,1 1 0,0-1 0,0 1 0,4 12 0,34 106 0,-36-122 0,1 0 0,0 0 0,0-1 0,0 0 0,1 1 0,0-2 0,1 1 0,0-1 0,0 1 0,12 9 0,-15-14 0,0 0 0,1 0 0,-1 0 0,1-1 0,-1 0 0,1 1 0,0-1 0,0-1 0,-1 1 0,1 0 0,1-1 0,-1 0 0,0 0 0,0 0 0,0-1 0,1 1 0,-1-1 0,0 0 0,1 0 0,-1-1 0,0 1 0,0-1 0,1 0 0,-1 0 0,4-2 0,5-4 0,0-1 0,-1 0 0,0-1 0,-1 0 0,0-1 0,0-1 0,-1 1 0,-1-2 0,1 1 0,-2-1 0,0-1 0,0 1 0,-1-1 0,-1-1 0,0 1 0,-1-1 0,0 0 0,2-15 0,32-81 0,-31 74 0,-1-1 0,2-59 0,-9 91 0,0 0 0,1 0 0,0 0 0,0 0 0,0 0 0,0 0 0,1 0 0,0 0 0,3-5 0,-3 5 0,0 1 0,0-1 0,0 1 0,-1-1 0,1 0 0,-1 0 0,0 0 0,-1 0 0,1-6 0,-1 239 0,19-107 0,-19-111 0,2-1 0,-1 1 0,1-1 0,1 0 0,-1 0 0,2 0 0,-1 0 0,1 0 0,1-1 0,-1 1 0,1-1 0,1 0 0,7 8 0,10 17-303,-21-30 149,-1 0 0,1 0 0,-1 0 0,1 0 0,0 0 0,0 0 0,1 0 0,-1-1 0,0 1 0,1-1 0,0 1 0,-1-1 0,1 0 0,0 0-1,0-1 1,0 1 0,0 0 0,1-1 0,-1 0 0,0 0 0,1 0 0,-1 0 0,0 0 0,6-1 0,-6 0-1173,0 0 1,0 0-1,0 0 1,-1-1-1,1 1 0,0-1 1,0 0-1,0 0 0,-1 0 1,5-3-1,5-4-551,8-17-3413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16.7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235 211 7219,'-28'-26'5075,"9"-1"-1234,-9 1-1504,9 0-1072,-9-1-577,9 11-271,-9 6-273,28-6-272,-18 5-401,-11-4-2176,29 4-3042,-18 11 2130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23.9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1137 17 336,'5'0'-1902,"15"-5"14240,-19 4-11774,1-9 8176,-2 65-2900,0 1016 1011,1-1048-6851,2 0 0,7 34 0,-5-33 0,-1 0 0,1 38 0,-5-31 0,-1 37 0,4-1 0,11 73 0,-9-97 0,-3 1 0,-4 77 0,0-36 0,2 228 0,-1-312 0,1 1 0,-1 0 0,0-1 0,1 1 0,-1-1 0,0 1 0,0-1 0,0 1 0,0-1 0,0 1 0,-1-1 0,1 0 0,0 0 0,-1 1 0,1-1 0,-1 0 0,1-1 0,-1 1 0,1 0 0,-1 0 0,0 0 0,1-1 0,-1 1 0,0-1 0,0 0 0,-2 1 0,-54 6 0,46-7 0,-1 1 0,1 0 0,0 0 0,1 1 0,-23 7 0,25-7 0,-1-1 0,1 1 0,-1-1 0,1-1 0,-1 0 0,-16-2 0,-15 0 0,-551 2 0,431 11 0,68-11-51,89 0-498,47 0-20408,-39 0 20773,-1-2 83,18-20 237,-14 21-34,-7 1-82,1 0-1,-1 0 1,1 0-1,0 0 1,-1 0-1,1 0 1,-1 0 0,1 0-1,0 0 1,-1-1-1,1 1 1,-1 0-1,1 0 1,-1 0 0,1-1-1,0 1 1,-1 0-1,1-1 1,-1 1-1,0 0 1,1-1 0,-1 1-1,1-1 1,-1 1-1,1-1 1,-1 1-1,0-1 1,0 1 0,1-1-1,-1 1 1,0-1-1,0 1 1,1-1-1,-1 0 1,0 1 0,0-1-1,0 1 1,0-1-1,0 1 1,0-2-1,8-20 922,-6 20-784,-1 0 0,0 0 0,0-1-1,0 1 1,0-1 0,0 1 0,0-1 0,0 1 0,-1-1-1,0 1 1,1-4 0,-2-22 2721,0 21-1097,0-1-1,1 0 1,0 0 0,3-13 0,-27 23 844,14 4-2030,1 0 0,-1 0 1,1 1-1,0 0 1,-9 10-1,-29 42-595,43-50 0,-1 0 0,2 0 0,0 1 0,0 0 0,0 0 0,-1 13 0,4-18 0,0-1 0,0 0 0,0 1 0,0-1 0,1 1 0,0-1 0,0 0 0,0 1 0,0-1 0,1 0 0,-1 0 0,1 0 0,0 0 0,0 0 0,1 0 0,-1-1 0,4 5 0,0-3 5,-1-1 0,2 1 0,-1-1 1,0 0-1,1 0 0,0-1 0,-1 1 0,1-2 0,11 4 0,69 15-598,-69-17 196,1-2-2073,1 0-1,0 0 1,0-2 0,24-2 0,-24 0-882,1 1-1,30 4 1,-19 6-994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22.43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51 45 848,'-2'-18'6872,"2"17"-6838,-1 1-1,1-1 1,0 1-1,-1-1 1,1 1 0,0-1-1,-1 1 1,1 0-1,-1-1 1,1 1-1,0 0 1,-1-1-1,1 1 1,-1 0 0,0-1-1,1 1 1,-1 0-1,1 0 1,-1 0-1,1 0 1,-1-1-1,1 1 1,-2 0 0,-7-2 626,-5-7 3666,1 1 1889,20 29-1851,-4-15-4182,-1 1 0,0-1 0,0 0 1,0 1-1,0-1 0,-1 1 0,0 0 0,-1-1 0,1 1 0,-2 7 1,2-5-6,0 0 0,0 0 1,1-1-1,0 1 0,5 12 1,-4-12-5,0 0 1,-1 0-1,0 0 1,0 1-1,0 14 1,-1-4 305,1 0 0,1 1 1,8 31-1,4 20 682,44 276 328,-59-346-1489,2 16 0,1-1 0,1 1 0,0-1 0,13 32 0,-14-40 0,0 1 0,0 0 0,-1 0 0,0 0 0,-1 0 0,0 1 0,0 10 0,-1-10 0,1 1 0,0-1 0,0 0 0,5 14 0,33 96 0,-22-84 0,-15-34 0,-1 0 0,1 0 0,0 0 0,-1 0 0,0 0 0,0 1 0,0-1 0,0 0 0,0 0 0,-1 1 0,1 6 0,-1-8 0,0 0 0,1 0 0,-1 0 0,0 0 0,1 0 0,-1-1 0,1 1 0,0 0 0,0 0 0,-1 0 0,1 0 0,1-1 0,0 3 0,-1-3 0,0 1 0,0-1 0,0 0 0,0 1 0,-1 0 0,1-1 0,0 1 0,-1-1 0,1 1 0,-1 0 0,0 0 0,1 2 0,-1-2 0,1 0 0,0 0 0,-1 0 0,1 0 0,0 0 0,0 0 0,0 0 0,0 0 0,0-1 0,1 1 0,-1 0 0,1-1 0,-1 1 0,4 1 0,7 11 0,-9-11 0,1 0 0,0 1 0,0-1 0,0-1 0,0 1 0,0 0 0,0-1 0,1 0 0,-1 0 0,1 0 0,0-1 0,-1 0 0,1 1 0,0-2 0,0 1 0,0 0 0,9-1 0,8 0 0,0-1 0,27-4 0,153-26-6232,-76 2-3390,-19 3 2532,-34 14 3427,-6-3 608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24.9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190 108 496,'-1'-1'205,"1"-1"-1,0 1 1,0-1-1,-1 1 1,1 0-1,-1-1 1,1 1 0,-1-1-1,1 1 1,-1 0-1,0-1 1,0 1-1,0 0 1,0 0-1,0 0 1,0 0-1,0 0 1,0 0-1,0 0 1,0 0 0,0 0-1,-1 0 1,1 1-1,0-1 1,-1 0-1,1 1 1,-2-1-1,-14-9 880,5 0 847,-1 0-1,0 0 0,-23-11 1,35 21-1902,-19-2 1792,-2 0 3489,22 1-5173,-1 0 0,1 0 0,-1 1 0,0-1 0,1 0 1,-1 0-1,1 1 0,-1-1 0,0 1 0,0-1 0,0 1 0,1-1 0,-1 1 0,0-1 1,0 1-1,0 0 0,0-1 0,0 1 0,1 0 0,-1 0 0,0 0 0,0 0 0,0 0 1,0 0-1,0 0 0,0 0 0,0 0 0,0 0 0,0 0 0,0 1 0,1-1 0,-3 1 1,3 0 40,-1 1 0,1-1 0,0 1 1,0-1-1,0 1 0,0-1 1,0 1-1,0 0 0,1-1 1,-1 1-1,0-1 0,1 1 1,-1-1-1,1 0 0,-1 1 0,1-1 1,1 2-1,14 8 449,-14-9-537,0-1 0,0 1 0,0-1-1,0 1 1,0-1 0,0 0-1,0 0 1,1 0 0,-1 0-1,4 1 1,8 2 49,-1 1-1,0 0 1,15 7 0,28 12 48,-27-14-127,59 10 0,75 22 65,-160-42-119,1 1 0,-1 1 0,0-1 0,1 0 0,-1 1 0,0 0 0,0 0 0,0 0 0,0 0 0,0 0 0,4 4 0,-6-5-2,-1 0 0,1 1-1,0-1 1,0-1 0,0 1-1,0 0 1,0 0-1,0 0 1,0 0 0,0-1-1,0 1 1,1-1 0,-1 1-1,0-1 1,2 1 0,-2 0-1,0-1 0,0 0 0,-1 0-1,1 1 1,0-1 0,0 1 0,-1-1 0,1 1 0,0-1 0,-1 1 0,1-1 0,-1 1 0,1-1 0,-1 1 0,1 0 0,-1-1 0,1 1 0,-1 0 0,1-1 0,-1 1 0,0 0 0,1 0 0,-1 0 0,0-1 0,0 1 0,0 0-1,0 0 1,1 0 0,-1-1 0,0 1 0,-1 0 0,1 0 0,0 0 0,0 0 0,0-1 0,0 1 0,-1 1 0,0 1-3,1 0 0,-1 0 0,0 0 0,0 0 0,-1 0 0,1 0 0,-1 0 0,1 0 0,-1-1 0,0 1 0,0 0 0,0-1 0,0 0 0,0 0 0,-1 1 0,1-1 0,-1 0 0,1-1 0,-1 1 0,-3 1 0,-23 23 0,24-20 0,-1 0 0,1 0 0,-1 0 0,0-1 0,0 0 0,-13 8 0,-25 23 0,19-9 0,0 0 0,-2-1 0,-35 25 0,53-44 0,0 1 0,1-1 0,0 1 0,1 1 0,0-1 0,0 1 0,0 1 0,2-1 0,-1 1 0,1 0 0,0 0 0,-6 22 0,-4 5-147,12-32-96,1 1 1,0-1-1,0 1 0,0 0 0,0-1 1,1 1-1,0 0 0,0 0 0,1 11 0,3 4-8381,-2-20 8291,0 0 1,0 0-1,0-1 0,-1 1 0,1-1 1,0 1-1,0-1 0,0 1 0,0-1 1,0 0-1,0 0 0,0 1 1,0-1-1,0 0 0,1 0 0,-1 0 1,0 0-1,0 0 0,0 0 0,0 0 1,1-1-1,-2 1 278,21 0-5686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26.3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25 0 9220,'-7'2'8962,"6"-2"-8828,1 0 0,-1 0 0,1 0-1,-1 1 1,0-1 0,1 0-1,-1 0 1,1 1 0,-1-1-1,1 0 1,-1 1 0,1-1-1,-1 0 1,1 1 0,-1-1-1,1 1 1,-1-1 0,1 1-1,0-1 1,-1 1 0,1-1-1,0 1 1,0-1 0,-1 2 0,-2 56 1287,2-39-278,0 0-1,0 0 0,2 0 1,0 1-1,6 24 0,-3-30-718,0 1 0,-1 0 0,-1 0 0,0 0-1,-1 0 1,-1 19 0,0-30-424,0 1 0,1 0 0,0 0 0,0 0 0,0-1 0,0 1 0,1-1 0,0 1 0,2 4 0,-1-4 0,-1 0 0,0 0 0,0 0 0,-1 0 0,0 0 0,1 0 0,-2 0 0,1 0 0,0 7 0,-2 1 0,2 0 0,0 0 0,0-1 0,1 1 0,1 0 0,5 18 0,-5-7 0,-3-23 0,0 1 0,0 0 0,0 0 0,0 0 0,0 0 0,0 0 0,1 0 0,-1 0 0,1-1 0,0 1 0,-1 0 0,2 2 0,9 6 0,-10-9 0,0 0 0,0-1 0,0 1 0,0 0 0,0 0 0,0 0 0,-1 0 0,1 0 0,0 0 0,-1 0 0,1 0 0,0 1 0,-1-1 0,1 0 0,-1 0 0,0 0 0,1 1 0,-1-1 0,0 0 0,0 1 0,0-1 0,0 0 0,0 0 0,0 1 0,0 0 0,0-1 0,0 0 0,0 0 0,0 0 0,0 0 0,0 0 0,0 0 0,1 0 0,-1 0 0,0 0 0,1-1 0,-1 1 0,0 0 0,1 0 0,-1 0 0,1-1 0,-1 1 0,1 0 0,0-1 0,-1 1 0,1 0 0,0-1 0,0 1 0,-1-1 0,1 1 0,0-1 0,0 1 0,0-1 0,-1 0 0,1 1 0,0-1 0,0 0 0,0 0 0,0 1 0,0-1 0,0 0 0,0 0 0,0 0 0,0 0 0,0 0 0,-1 0 0,1-1 0,0 1 0,0 0 0,0 0 0,1-1 0,1 0 0,0 0 0,0 1 0,0-2 0,0 1 0,-1 0 0,1 0 0,0-1 0,-1 1 0,1-1 0,-1 0 0,1 0 0,-1 0 0,3-3 0,11-25 0,-1 0 0,-2-2 0,0 1 0,-3-1 0,0-1 0,4-34 0,17-53 0,-27 109 20,2-1 1,-1 1-1,15-21 1,10-22-439,-21 33-518,-8 16 433,1 0 0,-1 0 0,1 0 0,1 0 0,-1 0-1,1 1 1,0 0 0,0-1 0,0 1 0,0 0 0,1 0 0,0 1-1,5-5 1,-5 5-214,0 0-1,0 0 0,1 1 1,-1-1-1,1 1 0,-1 0 1,1 0-1,0 1 0,0-1 1,0 1-1,0 0 0,9 0 1,-11 1 415,-1 0-1,1 0 1,-1 1 0,1-1 0,-1 1 0,1 0 0,-1-1 0,1 1 0,-1 0 0,0 1 0,1-1 0,-1 0 0,3 3 0,14 20 361,-4 3-90,17 39 569,-9-34-72,-7-12-132,-13-12-133,1-2 0,0 1 0,0 0 0,1-1 0,0 1 0,0-1 0,0-1 0,10 9 0,-6-7 395,1 0 0,0-1 0,0 0 0,1-1-1,0 0 1,-1-1 0,2 0 0,-1-1 0,0 0 0,1 0 0,-1-2 0,1 1 0,0-1 0,-1-1 0,17-1 0,-25 0-466,1 1 0,0-1 0,0 0 0,0 0 0,0 0 0,-1-1 0,1 0 0,0 1 0,-1-1 0,0 0 0,1 0 0,-1-1 0,0 1 0,5-5 1,27-19 735,-33 25-757,0-1 0,0 1 0,0-1-1,0 0 1,0 0 0,0 0 0,-1 0 0,1 0-1,-1 0 1,1 0 0,-1 0 0,0 0 0,0-1-1,0 1 1,0 0 0,-1-1 0,1 1 0,-1-1-1,1-3 1,0-56 3069,-2 34-2361,1 25-803,-1 0 0,1 1 0,0-1 1,-1 0-1,0 1 0,0-1 0,0 1 0,0-1 0,0 1 1,0 0-1,0-1 0,-1 1 0,1 0 0,-4-4 1,-9-16-52,12 20 37,1 0 0,-1 0 0,1 0 0,-1 0 0,0 0 0,1 0 0,-1 0 0,0 0 0,0 1 0,0-1 0,-4-1 0,-16-16 0,20 17 0,-1 1 0,1-1 0,-1 0 0,1 1 0,-1-1 0,1 1 0,-1 0 0,0 0 0,0 0 0,0 0 0,1 1 0,-1-1 0,0 1 0,0 0 0,0-1 0,0 1 0,0 1 0,0-1 0,0 0 0,0 1 0,1-1 0,-6 3 0,1-2 0,0 1 0,0 0 0,0 0 0,1 1 0,-1 0 0,1 0 0,-1 0 0,-7 7 0,9-5 0,0 0 0,1 0 0,0 0 0,0 1 0,0-1 0,1 1 0,0 0 0,0 0 0,0 1 0,1-1 0,0 0 0,0 1 0,0 0 0,1-1 0,0 1 0,1 0 0,-1 10 0,0 3 0,1-15 0,-1 0 0,1 0 0,0 0 0,0 1 0,0-1 0,1 0 0,0 0 0,0 0 0,3 9 0,2-2 0,1 1 0,0-1 0,1 0 0,1-1 0,-1 0 0,16 14 0,-7-6 0,-14-16 0,0 1 0,0 0 0,1-1 0,-1 0 0,1 0 0,0 0 0,6 4 0,4-1 0,-7-3 0,0 1 0,0-1 0,0 1 0,-1 0 0,10 9 0,-10-8-510,0-1 0,0 1 0,0-1 0,0-1 0,0 1 0,1-1 0,-1-1 0,1 1 0,0-1 0,14 3 0,-2-3-2204,0 0 1,29-1-1,-27-2 1808,-15 1 545,-1-1 0,1 1 0,0-2 0,-1 1 0,1 0 0,-1-1 0,1 0 0,-1-1 0,0 1 0,0-1 0,0 0 0,0 0 0,5-4 0,4-5-41,0-1 1,16-21-1,-24 28 378,0-3 117,0 0 0,0-1 0,-1 0 0,-1 0-1,6-17 1,-3 10 153,0-38 1808,7-5 2112,-12 13 3225,-3 27-5592,0 29 357,1-5-1870,0-1 0,0 1-1,0 0 1,1 0 0,-1 0-1,1 0 1,0-1-1,3 7 1,4 2-286,-3-5 0,0 0 0,0 0 0,0 0 0,-1 1 0,0-1 0,-1 1 0,0 0 0,0 0 0,-1 0 0,2 9 0,-3-11 0,-1 1 0,1-1 0,0 0 0,1 0 0,-1 0 0,4 7 0,0 3 0,19 37 0,-20-48 0,-1 1 0,0-1 0,0 1 0,-1-1 0,1 1 0,-1 0 0,-1 0 0,1 0 0,-1 0 0,1 7 0,-2-11 0,0-1 0,0 1 0,1-1 0,-1 1 0,0-1 0,1 1 0,0-1 0,-1 1 0,1-1 0,0 1 0,-1-1 0,1 0 0,0 1 0,0-1 0,0 0 0,0 0 0,0 0 0,1 0 0,1 2 0,4 4 0,17 21 0,-23-28 0,1-1 0,0-1 0,0 1 0,0 0 0,0 0 0,0-1 0,0 1 0,0-1 0,0 0 0,-1 0 0,1 1 0,-1-1 0,1 0 0,1-3 0,-3 0 0,0 1 0,1 0 0,0-1 0,0 1 0,0 0 0,0-1 0,3-6 0,-2 8 0,0-1 0,-1 0 0,0 0 0,0 0 0,0 0 0,0 0 0,0-7 0,-1 7 0,0 0 0,1-1 0,0 1 0,-1 0 0,2 0 0,-1 0 0,0 1 0,1-1 0,0 0 0,2-3 0,-2 3 0,0 1 0,-1-1 0,1 0 0,0 0 0,-1 0 0,0 0 0,0 0 0,0 0 0,-1 0 0,1-4 0,-2-9 0,1 1 0,1 0 0,0 0 0,1 0 0,1 0 0,6-20 0,-7 28 0,0 0 0,-1 1 0,0-1 0,-1 0 0,0 0 0,-1-14 0,-1-3 0,3 23 0,0 0 0,0 0 0,0 0 0,0-1 0,0 2 0,1-1 0,-1 0 0,1 0 0,-1 0 0,1 1 0,-1-1 0,1 1 0,0-1 0,0 1 0,0 0 0,0-1 0,0 1 0,0 0 0,0 0 0,0 1 0,0-1 0,0 0 0,5 0 0,51 51 0,-54-49 0,-1 1 0,0 0 0,1 0 0,-1 0 0,0 0 0,0 0 0,0 1 0,0-1 0,-1 1 0,1 0 0,-1 0 0,1 0 0,-1 0 0,0 0 0,0 0 0,0 1 0,-1-1 0,3 6 0,-3-6 0,1-1 0,-1 0 0,1 1 0,0-1 0,0 0 0,0 0 0,0 0 0,0-1 0,0 1 0,1 0 0,-1-1 0,4 2 0,-3-1 0,-1-1 0,1 1 0,0-1 0,-1 1 0,1 0 0,-1 0 0,0 1 0,0-1 0,0 0 0,0 1 0,2 2 0,43 60 0,-26-48 0,-8-9 0,-12-8 0,0 1 0,0 0 0,0-1 0,0 1 0,0-1 0,0 1 0,0-1 0,0 1 0,0-1 0,1 0 0,-1 1 0,0-1 0,0 0 0,0 0 0,0 0 0,1 0 0,-1 0 0,0 0 0,0 0 0,0 0 0,0-1 0,0 1 0,0 0 0,1-1 0,-1 1 0,0-1 0,0 1 0,0-1 0,0 0 0,0 1 0,0-1 0,-1 0 0,1 0 0,0 1 0,0-1 0,0 0 0,-1 0 0,1 0 0,0 0 0,-1 0 0,1 0 0,-1 0 0,1 0 0,-1 0 0,0 0 0,1-1 0,-1 1 0,0 0 0,0 0 0,0 0 0,0 0 0,0-1 0,0-1 0,0-250 0,0 253 0,0-1 0,-1 1 0,1 0 0,0-1 0,0 1 0,0-1 0,0 1 0,0 0 0,0-1 0,0 1 0,0-1 0,0 1 0,0 0 0,0-1 0,0 1 0,0 0 0,0-1 0,0 1 0,1 0 0,-1-1 0,0 1 0,0-1 0,0 1 0,0 0 0,1 0 0,-1-1 0,0 1 0,0 0 0,1-1 0,-1 1 0,0 0 0,1 0 0,-1-1 0,0 1 0,1 0 0,-1 0 0,0 0 0,1 0 0,-1-1 0,0 1 0,1 0 0,-1 0 0,0 0 0,1 0 0,-1 0 0,1 0 0,-1 0 0,0 0 0,1 0 0,-1 0 0,0 0 0,1 0 0,-1 0 0,1 0 0,-1 1 0,0-1 0,1 0 0,-1 0 0,0 0 0,1 0 0,-1 1 0,0-1 0,1 0 0,-1 0 0,0 1 0,1-1 0,26 26 0,-17-16 0,2-2 0,-10-7 0,1 0 0,-1 0 0,-1 0 0,1 0 0,0 0 0,0 0 0,0 1 0,-1-1 0,1 1 0,0-1 0,-1 1 0,0 0 0,3 2 0,-3-1 0,0 0 0,0-1 0,1 1 0,-1 0 0,1-1 0,0 0 0,0 1 0,0-1 0,0 0 0,0 0 0,1 0 0,4 3 0,16 14 0,-20-16 0,0 1 0,0 0 0,0-1 0,-1 1 0,1 0 0,-1 0 0,2 6 0,-2-5 0,1 0 0,-1 0 0,1 0 0,0 0 0,0-1 0,1 1 0,3 3 0,4 1-129,17 21-2228,-10-11-2959,-17-18 5050,0-1 0,0 1 1,0-1-1,0 1 0,-1-1 1,1 1-1,0 0 0,0-1 1,-1 1-1,1 0 0,-1 0 1,1 0-1,-1-1 0,1 1 1,-1 0-1,1 0 0,-1 0 1,0 0-1,1 0 0,-1 0 1,0 0-1,0 0 0,0 0 1,0 1-1,1 0-105,-1-1-1,0 0 1,0 0-1,0 1 1,1-1-1,-1 0 1,1 0-1,-1 1 1,1-1-1,-1 0 1,1 0-1,0 0 1,-1 0-1,1 0 1,0 0-1,1 1 1,-1-1 52,0 0 1,0 0-1,0 0 1,-1-1-1,1 1 1,-1 0-1,1 0 0,0 0 1,-1 0-1,0 0 1,1 0-1,-1 0 1,1 0-1,-1 1 0,0-1 1,0 1-1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27.13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77 417 2017,'1'-27'3210,"0"20"-2300,0-1 0,0 1 0,-1 0 1,-1 0-1,1-1 0,-1 1 0,0 0 1,-1 0-1,-2-7 0,-4 0 89,6 11-518,1 1 0,-1-1 0,0 0 0,1 0 0,0 0 0,-1 0 0,1 0 0,0-1 0,1 1 0,-1 0 0,0-7 0,0 8-30,1-1-1,-1 0 0,1 0 1,-1 1-1,0-1 0,0 1 1,0-1-1,0 1 0,-1-1 0,1 1 1,-1-1-1,0 1 0,1 0 1,-1 0-1,0 0 0,0 0 1,0 0-1,-1 1 0,1-1 1,0 1-1,-1-1 0,1 1 1,-5-2-1,5 7-355,1 1 0,0 0 1,0-1-1,0 1 0,1 0 0,0 0 1,0-1-1,1 10 0,-1-13-93,0 192-2,0-188 0,1 0 0,0 1 0,0-1 0,0 0 0,1 0 0,0 0 0,4 9 0,-4-9 0,1 0 0,-1 0 0,-1 0 0,1 0 0,-1 0 0,0 1 0,1 9 0,-2-11 0,1 1 0,-1-1 0,1 1 0,0-1 0,0 0 0,0 1 0,4 6 0,-4-7 0,1 0 0,-1 0 0,0 0 0,1 0 0,-2 0 0,1 1 0,0 6 0,-1-8 0,0 0 0,1-1 0,-1 1 0,1 0 0,0 0 0,0 0 0,0 0 0,0-1 0,0 1 0,0 0 0,1-1 0,0 1 0,3 3 0,9 18 0,-10-17 0,1-1 0,-1 1 0,1 0 0,0-1 0,1 0 0,0-1 0,0 1 0,0-1 0,11 7 0,-11-10 0,0 0 0,0-1 0,0 1 0,0-1 0,1-1 0,-1 1 0,0-1 0,0-1 0,1 1 0,-1-1 0,0 0 0,0 0 0,0-1 0,0 1 0,0-1 0,0-1 0,-1 1 0,8-5 0,-8 5 0,-1 0 0,1-1 0,-1 0 0,1 1 0,-1-1 0,0-1 0,0 1 0,0-1 0,-1 1 0,1-1 0,-1 0 0,0-1 0,0 1 0,0 0 0,-1-1 0,1 0 0,-1 1 0,0-1 0,-1 0 0,1 0 0,-1 0 0,0 0 0,0 0 0,-1-1 0,1 1 0,-1 0 0,-1-6 0,2-10 0,0 16 0,0 0 0,-1 0 0,0 0 0,0 0 0,-1 0 0,1 0 0,-1 0 0,0 0 0,-3-9 0,-10-14 0,7 13 0,0 0 0,-1 1 0,0 0 0,-1 0 0,-1 1 0,0 0 0,-1 0 0,-22-20 0,21 26 0,10 6 0,-1 0 0,1-1 0,0 1 0,-1-1 0,1 1 0,0-1 0,0 0 0,0 0 0,0 0 0,0 0 0,1 0 0,-1 0 0,1-1 0,-1 1 0,0-3 0,1 2 0,0 0 0,-1 0 0,1 0 0,-1 1 0,1-1 0,-1 0 0,0 1 0,0-1 0,0 1 0,0 0 0,-1 0 0,-2-3 0,-16-16 0,20 19 0,0-1 0,0 1 0,0 0 0,0 0 0,0-1 0,1 1 0,-1 0 0,1-1 0,-1 1 0,1-1 0,0 1 0,0-1 0,0 1 0,1 0 0,0-4 0,-1 5 0,0 0 0,0 0 0,0 0 0,0 0 0,0 0 0,1 0 0,-1 0 0,0 0 0,1 1 0,-1-1 0,0 0 0,1 0 0,-1 0 0,1 1 0,0-1 0,-1 0 0,1 0 0,-1 1 0,1-1 0,0 1 0,0-1 0,-1 1 0,1-1 0,0 1 0,0-1 0,0 1 0,0-1 0,-1 1 0,1 0 0,0 0 0,0 0 0,0-1 0,0 1 0,0 0 0,0 0 0,1 0 0,10 2 0,-1 0 0,1 1 0,-1 1 0,0-1 0,0 2 0,0-1 0,-1 2 0,0-1 0,0 1 0,0 1 0,-1 0 0,1 0 0,-2 1 0,15 16 0,-15-16 0,0 0 0,1 0 0,0 0 0,15 9 0,-18-13 0,1 0 0,-1 0 0,-1 1 0,1-1 0,-1 1 0,1 1 0,-1-1 0,-1 1 0,1 0 0,5 11 0,-6-11 0,1 1 0,-1-1 0,1 0 0,0 0 0,7 6 0,7 1 0,-18-13 0,-1 0 0,0 0 0,1 0 0,-1 0 0,1 0 0,-1-1 0,0 1 0,1 0 0,-1 0 0,0 0 0,1 0 0,-1 0 0,0-1 0,1 1 0,-1 0 0,0 0 0,1 0 0,-1-1 0,0 1 0,0 0 0,1-1 0,-1 1 0,0 0 0,0-1 0,0 1 0,1 0 0,-1-1 0,0 1 0,0 0 0,0-1 0,0 1 0,0 0 0,0-1 0,0 1 0,0 0 0,1-1 0,-1 1 0,-1-1 0,1 1 0,0 0 0,0-1 0,0 1 0,0 0 0,0-1 0,0-65-1726,0-32-5145,0-22-2324,0 42 6575,0 79 2615,0 0 1,0-1-1,0 1 0,0-1 0,0 1 1,0-1-1,0 1 0,0-1 0,1 1 1,-1-1-1,0 1 0,0-1 0,1 1 1,-1-1-1,0 1 0,1-1 0,-1 1 1,0-1-1,1 1 0,-1-1 0,1 0 1,-1 1-1,0-1 0,1 0 0,-1 0 1,1 1-1,-1-1 0,1 0 0,-1 0 1,1 1-1,0-1 0,0 0 0,0 0 33,0 1-1,0-1 1,0 0-1,0 1 1,0-1-1,0 1 1,-1-1-1,1 1 0,0 0 1,0-1-1,0 1 1,-1 0-1,1-1 1,0 1-1,-1 0 0,1 0 1,-1 0-1,1 0 1,-1-1-1,1 1 1,-1 0-1,0 0 1,1 0-1,-1 0 0,0 0 1,0 0-1,0 0 1,1 0-1,-1 0 1,0 0-1,-1 0 0,1 0 1,0 2-1,0 0 77,1-1-1,-1 1 0,1 0 1,-1 0-1,1-1 0,0 1 0,0 0 1,0-1-1,1 1 0,-1-1 1,1 0-1,2 5 0,12 22 990,-15-27-1008,0 0 1,1 0-1,-1 0 0,0 0 1,1 0-1,-1 0 0,1-1 0,-1 1 1,1 0-1,0-1 0,0 1 1,3 1-1,11 11 780,-8 1 2,-7-12-720,0-1-1,0 1 1,0-1-1,0 0 1,1 0-1,-1 0 1,1 0-1,-1 0 1,1 0-1,2 2 1,7 6 789,-1-1 0,1-1 0,1 0 0,-1 0 1,1-1-1,1-1 0,-1 0 0,1 0 0,26 6 0,-33-10-790,-1 0 44,-1-1 0,1 0-1,0 0 1,0 0 0,0 0-1,0-1 1,0 1-1,0-1 1,0-1 0,0 1-1,0-1 1,0 0 0,0 0-1,0 0 1,-1 0-1,9-4 1,17-11-172,-19 10-19,1 0 1,-1 0-1,16-13 1,-27 18 0,1 0 0,0-1 0,0 1 0,0 0 0,-1-1 0,1 1 0,-1 0 0,1-1 0,-1 1 0,1-1 0,-1 1 0,0-1 0,0 1 0,1 0 0,-1-1 0,0 1 0,0-1 0,-1 1 0,1-2 0,0-10 0,4 4 0,-1 1 0,-1-1 0,0 0 0,0 0 0,-1 0 0,0 0 0,0 0 0,-1 0 0,0 0 0,-1 0 0,-1-9 0,-45-105 0,46 121 0,0-1 0,0 1 0,0 0 0,-1-1 0,1 1 0,0 0 0,-1 0 0,0 0 0,0 0 0,1 0 0,-1 0 0,0 0 0,0 0 0,-1 1 0,1-1 0,0 1 0,-1 0 0,1 0 0,0 0 0,-1 0 0,1 0 0,-1 0 0,0 0 0,1 1 0,-1 0 0,0-1 0,1 1 0,-1 0 0,0 0 0,-3 1 0,2-1 0,-1 1 0,1 0 0,-1 0 0,1 1 0,0-1 0,-1 1 0,1 0 0,0 0 0,0 0 0,0 0 0,1 1 0,-1 0 0,1 0 0,-1 0 0,1 0 0,0 0 0,-4 6 0,-7 9 0,11-15 0,0 1 0,1-1 0,-1 1 0,1 0 0,-1-1 0,1 1 0,0 0 0,1 1 0,-1-1 0,1 0 0,0 0 0,0 1 0,0-1 0,0 0 0,1 8 0,0 20 0,6 49 0,-5-71 0,1 0 0,0-1 0,1 0 0,0 1 0,1-1 0,0 0 0,0 0 0,1-1 0,6 10 0,-2-6 0,0 1 0,1-1 0,0-1 0,1 1 0,0-2 0,21 16 0,5 4 0,-32-25 0,1 0 0,-1 0 0,1-1 0,1 0 0,-1 0 0,0 0 0,10 3 0,7 1 0,-11-2 0,0-1 0,1-1 0,0 0 0,0 0 0,0-2 0,0 1 0,0-2 0,1 0 0,-1 0 0,0-1 0,20-3 0,-22 1-123,-1-1 0,1 0 0,-1-1 0,0 0 0,0 0 0,-1-1 1,1 0-1,-1-1 0,0 0 0,-1-1 0,1 0 0,13-14 0,-21 18-854,0 1 0,0-1 0,0 1 0,0-1 0,-1 1 0,1-1 0,-1 1 0,0-1 0,1 1-1,-1-1 1,0 0 0,-1 1 0,1-1 0,-1-3 0,0-6-4939,1-3 858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28.07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94 272 2497,'-25'-18'6689,"21"16"-5100,0-1 1,1 0-1,-1 0 1,0 0-1,1 0 0,0 0 1,-4-6-1,5 7-1209,1 0 0,0 0-1,0-1 1,1 1 0,-1 0-1,0 0 1,1-1 0,-1 1-1,1 0 1,0-1 0,0-2-1,0 3-242,-1 1-1,1-1 1,0 1-1,-1 0 0,1-1 1,-1 1-1,1-1 0,-1 1 1,0 0-1,1-1 1,-1 1-1,0 0 0,0 0 1,0 0-1,0 0 0,0 0 1,0 0-1,0 0 1,-3-2-1,4 3-103,-1 0 0,0-1 0,1 1 0,-1-1 0,0 1 0,1-1 0,-1 1 0,0-1 0,1 1 0,-1-1 0,1 0 0,-1 1 0,1-1 0,-1 0 0,1 1 0,0-1 0,-1 0 0,1 0 0,0 1 0,-1-1 0,1 0 0,0 0 0,0 0 0,0 1 0,0-1 0,0 0 0,0 0 0,0 0 0,0 0 0,0 1 0,0-1 0,0 0 0,1 0 0,-1 0 0,0 1 0,1-1 0,-1 0 0,0 0 0,1 1 0,-1-1 0,1 0 0,10-12 696,-10 13-670,0-1-1,0 0 1,0 0 0,0 0 0,0 0 0,0 0-1,0 0 1,-1 0 0,1 0 0,0 0 0,-1-1 0,1 1-1,-1 0 1,0 0 0,1 0 0,-1-1 0,0 1-1,1 0 1,-1 0 0,0-1 0,0-1 0,0-1-50,1 1 0,0-1 1,0 1-1,0 0 1,0-1-1,1 1 1,-1 0-1,1 0 0,0 0 1,0 0-1,0 0 1,0 0-1,1 0 0,-1 1 1,1-1-1,0 1 1,-1 0-1,1-1 1,0 1-1,6-3 0,15-13-33,-22 16 24,0 1 0,0-1 0,1 0 0,-1 1 0,0-1 0,1 1 0,0 0 0,-1 0 0,1 0 0,-1 0 0,1 0 0,0 0 0,0 1 0,-1 0 0,1-1 0,0 1 0,0 0 0,0 0 0,-1 0 0,1 1 0,0-1 0,0 1 0,-1 0 0,1-1 0,0 1 0,-1 0 0,1 1 0,-1-1 0,1 0 0,-1 1 0,1-1 0,-1 1 0,3 3 0,2 0 0,-1 1 0,0 0 0,-1 0 0,0 0 0,1 1 0,-2-1 0,1 2 0,-1-1 0,6 15 0,-6-11 0,-1 1 0,0-1 0,-1 1 0,0 0 0,0 23 0,-2 23-2410,0 97-15404,0-89 13840,0-61 3785,0 0 0,1 0 0,0 0 0,0 0 0,0-1 1,0 1-1,1 0 0,-1 0 0,5 7 0,-3-8 166,-1 1 0,-1-1 0,1 0 0,0 1 0,-1-1 0,0 1 1,0-1-1,-1 1 0,1 8 0,-1 10 234,-1 2 1345,1 0-1,2-1 0,0 1 0,11 44 1,-10-53 970,-1 0 0,-1 0 0,0 0 0,-4 32 0,2-6 1118,1-40-3690,-1-10-3181,7 3-840,-3 4 2999,12-9-1142,-10-4-2929,-2 0 574,13 3 257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28.1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1 1 224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28.73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245 17 4482,'-2'0'622,"0"0"0,1 0-1,-1 0 1,1 0 0,-1-1 0,1 1 0,-1 0-1,1-1 1,-1 1 0,1-1 0,-1 0 0,1 1-1,0-1 1,-1 0 0,0-1 0,0 1 53,1 0-1,0 0 1,0 0 0,-1 1 0,1-1 0,0 1-1,-1-1 1,1 1 0,0-1 0,-1 1 0,1-1-1,-1 1 1,1 0 0,-1 0 0,-1 0 0,-14 0 1323,1 1 0,-30 4 1,42-4-1904,0 0 0,0 0 0,-1 0 1,1 1-1,0-1 0,0 1 0,0 0 0,1 0 0,-1 0 1,0 1-1,1-1 0,-1 1 0,1 0 0,0 0 0,-5 6 1,1 5-71,7-12-25,-1 0-1,0 0 1,0-1 0,0 1-1,0 0 1,0 0 0,0-1 0,-1 1-1,1-1 1,0 1 0,-1-1 0,1 0-1,-3 2 1,2-1 0,0 0 0,-1 1 0,1-1 0,0 0 0,1 1 0,-1 0 0,0 0 0,1-1 0,-1 1 0,1 0 0,0 0 0,0 0 0,0 0 0,0 0 0,0 5 0,-1 52 0,3-36 0,-1-23 0,0 0 0,0 0 0,0 1 0,1-1 0,-1 0 0,0 0 0,1 1 0,-1-1 0,1 0 0,-1 0 0,1 0 0,0 0 0,-1 1 0,1-1 0,0 0 0,0 0 0,0-1 0,0 1 0,0 0 0,0 0 0,0 0 0,2 1 0,12 12 0,-12-11 0,0-1 0,-1 0 0,1 0 0,1 0 0,-1 0 0,0 0 0,0-1 0,1 1 0,-1-1 0,1 0 0,-1 0 0,1 0 0,-1-1 0,1 1 0,0-1 0,5 0 0,24-5 0,-32 5 0,0-1 0,0 1 0,-1 0 0,1-1 0,0 1 0,0-1 0,-1 1 0,1-1 0,0 1 0,-1-1 0,1 0 0,0 1 0,-1-1 0,1 0 0,-1 1 0,1-1 0,-1 0 0,0 0 0,1 1 0,-1-1 0,0 0 0,1 0 0,-1 0 0,0 0 0,0-1 0,1-6 0,-1 1 0,-1-1 0,1 0 0,-2 1 0,1-1 0,-4-10 0,4 14 0,-1 1 0,0-1 0,0 1 0,-1 0 0,1-1 0,0 1 0,-1 0 0,0 1 0,0-1 0,0 0 0,0 1 0,-5-3 0,-17-20-1806,11 18-2298,-11-3-10193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32.84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1 800,'4'0'-3097,"2"0"3829,13 0 13311,-11 0-11011,-3 0-4415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33.63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 1 3826,'-5'2'2969,"-13"5"-445,13-6-552,-7 0 755,5-3-7752,7-7 674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49.3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262 393 25059,'-262'-98'0,"498"-52"0,-472 300 0,3067-445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48.46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122 270 2705,'-5'0'2564,"-17"-1"-28,11-1-2062,0 2 1,0-1-1,0 1 0,0 1 1,0 0-1,-15 3 0,26-4-467,0 0-1,0 0 1,0 0-1,-1 0 1,1 0-1,0 0 1,0 0-1,0 0 1,0 0-1,0 0 1,-1 1 0,1-1-1,0 0 1,0 0-1,0 0 1,0 0-1,0 0 1,0 0-1,0 0 1,0 1-1,-1-1 1,1 0-1,0 0 1,0 0-1,0 0 1,0 0 0,0 1-1,0-1 1,0 0-1,0 0 1,0 0-1,0 0 1,0 1-1,0-1 1,0 0-1,0 0 1,0 0-1,0 0 1,0 0 0,0 1-1,0-1 1,0 0-1,0 0 1,0 0-1,1 0 1,-1 0-1,0 1 1,0-1-1,0 0 1,0 0-1,0 0 1,0 0-1,0 0 1,1 0 0,-1 0-1,0 0 1,0 1-1,0-1 1,0 0-1,0 0 1,0 0-1,1 0 1,-1 0-1,0 0 1,0 0-1,25 0 961,26-7 6,-17 4 51,41-11-1,-56 9-497,0 1 0,36-2 0,28-5 799,-20-1-464,351-61 3415,0 27-1503,-77 19-1281,-26 1-1066,-146 15-257,194-6-23,-123 1-106,-218 16-180,0 0 1,0 2-1,0 0 0,30 7 0,-8-6-2168,-36-3 2159,0 0-1308,-8 0-602,-40 11-7020,1-4 4865,37-5 3490,-1 0-1,0-1 0,1 0 0,-1 0 1,0 0-1,-7-1 0,-28 0-2850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49.5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104 0 32767,'0'11'0,"0"5"0,0-6 0,-28-10 0,0 0-4498,9 0-6003,-9 0-768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07.79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66 1 3650,'5'0'12496,"18"0"806,-22 1-13128,-1 1 0,0-1 0,0 1 0,0 0-1,0-1 1,0 1 0,0-1 0,0 1 0,0 0 0,0-1 0,-1 1-1,1-1 1,-1 1 0,1-1 0,-1 1 0,0-1 0,0 2 0,-5 5-157,1 0 0,0 0 0,1 1 0,0 0 1,0 0-1,1 0 0,0 0 0,0 1 1,1-1-1,-2 19 0,4-24-17,0 0 0,0 0 0,-1 0 0,0 0 0,0 1 0,0-1 0,0-1 0,-1 1 0,1 0 0,-4 5 0,-5 15 0,2 14 0,1 0 0,2 1 0,2 0 0,2 69 0,2-66 0,-1-35 0,0 1 0,1-1 0,0 0 0,0 1 0,0-1 0,1 0 0,1 0 0,-1 0 0,1 0 0,0 0 0,1-1 0,-1 0 0,1 1 0,1-1 0,7 9 0,-9-13 0,1 2 0,-1-1 0,0 0 0,0 1 0,-1-1 0,1 1 0,2 4 0,-4-5 0,1 0 0,-1-1 0,1 1 0,0-1 0,0 0 0,0 1 0,0-1 0,0 0 0,0 0 0,1 0 0,-1 0 0,1-1 0,-1 1 0,1-1 0,0 1 0,-1-1 0,5 1 0,-1 1 0,1-1 0,0 0 0,0-1 0,0 1 0,0-1 0,0 0 0,0-1 0,0 0 0,0 0 0,0-1 0,0 1 0,0-1 0,0-1 0,0 0 0,7-2 0,36-17 0,-42 19 0,0-1 0,-1 0 0,0 0 0,1-1 0,-1 0 0,0 0 0,-1 0 0,8-7 0,29-19 0,-38 26 0,1 1 0,-1-1 0,1 0 0,-1 0 0,0 0 0,-1-1 0,1 1 0,5-9 0,36-44 0,-37 48 0,-1-1 0,0 0 0,0-1 0,7-13 0,16-30 0,-23 42 0,-1-1 0,0-1 0,0 1 0,-1-1 0,7-28 0,-8 20 0,0 0 0,-2 0 0,0-32 0,-3 211 0,0-151 0,1 0 0,0 0 0,0 0 0,0 0 0,1-1 0,-1 1 0,2-1 0,2 7 0,-3-7 0,0 0 0,0 0 0,0 0 0,-1 0 0,0 0 0,1 0 0,-2 1 0,1 4 0,-1-4 0,1 1 0,-1-1 0,1 0 0,1 0 0,-1 0 0,4 8 0,-3-8 0,0-1 0,-1 1 0,0 0 0,0-1 0,0 1 0,0 8 0,0-7 0,0 0 0,0 1 0,1-1 0,0 0 0,1 0 0,-1 0 0,1 0 0,7 11 0,9 22 0,-14-27-36,1 0-1,1 0 1,0 0 0,15 18 0,-20-27-941,0 0 1,1 0 0,-1-1 0,1 1 0,0-1 0,0 0-1,1 1 1,-1-1 0,1-1 0,-1 1 0,1-1 0,0 1-1,0-1 1,0 0 0,0 0 0,0-1 0,0 1 0,9 1-1,-3-2-4063,-3 3 3121,1 0 307,19-3-3727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08.0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235 95 2305,'0'-16'2273,"1"13"-1625,-1 1-1,1-1 0,-1 0 1,0 0-1,0 0 1,0 1-1,0-1 1,0 0-1,-1 0 1,1 1-1,-1-1 0,0 0 1,0 0-1,0 1 1,0-1-1,0 1 1,0-1-1,-1 1 1,1 0-1,-1-1 1,-3-2-1,0-4 3651,2 3-3567,3 6-664,-1-1 0,1 1 0,-1 0 0,1 0-1,-1-1 1,1 1 0,-1 0 0,1 0 0,-1 0 0,1 0 0,-1 0 0,1 0 0,-1 0 0,1 0 0,-1 0-1,1 0 1,-1 0 0,1 0 0,-1 0 0,0 0 0,1 0 0,-1 1 0,1-1 0,-1 0 0,1 0-1,0 1 1,-1-1 0,1 0 0,-1 0 0,1 1 0,-1-1 0,1 1 0,0-1 0,-1 0 0,1 1 0,0-1-1,-1 1 1,1 0 0,-8 30 2586,7-23-2257,1 0-1,0-1 0,0 1 1,1 0-1,0-1 0,0 1 1,5 12-1,20 54 96,-24-68-491,0-1 0,0-1 0,1 1 0,0 0 0,0-1 0,0 1 0,0-1 0,1 0 0,-1 0 0,1 0 0,0 0 0,6 3 0,10 12 0,33 60 0,-40-59 0,0-1 0,23 28 0,-27-38 0,-2 2 0,1-1 0,-1 1 0,-1-1 0,0 2 0,7 19 0,5 8 0,-16-33 0,-1 0 0,1 1 0,-1-1 0,-1 1 0,1-1 0,-1 1 0,0 0 0,0-1 0,-1 1 0,0-1 0,0 1 0,-3 7 0,-1-9-119,0 1 0,-1-1 0,1 0 0,-1 0 0,0-1 0,0 1 0,-1-2 1,1 1-1,-1 0 0,0-1 0,0-1 0,0 1 0,0-1 0,-1 0 0,-10 1 0,-14 1-1176,0-2 0,-46-3 0,31 1 5,37-1-146,0 0-1,-1 0 1,1-1-1,0 0 1,0-1-1,0 0 1,0-1-1,1 0 1,-1 0-1,1-1 1,0 0-1,0-1 1,-9-8 0,-9-10-1198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08.19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1 559 992,'17'-42'3538,"-14"34"-2378,0-1 1,0 1-1,1 0 1,0 0 0,9-12-1,-10 16-381,0 0-1,1-1 0,-1 0 0,-1 0 1,1 0-1,-1 0 0,0 0 0,2-8 1,1-1 1007,-4 11-1254,1 0-1,0 0 1,0 1-1,0-1 1,0 0-1,0 1 1,0 0-1,1 0 1,-1 0 0,6-4-1,6-6 1303,16-23-254,-23 24-1258,1 1 1,1 0-1,0 0 0,0 1 0,1 1 0,0-1 1,0 1-1,1 1 0,18-10 0,91-47-322,-68 36 0,-43 22 0,0 0 0,1 1 0,-1 1 0,17-6 0,-12 5-364,1-1-1,-1 0 1,16-9 0,43-18-2869,-61 29 2436,-2-1-1169,1 1 0,0 1 0,0 0 0,0 1 0,0 0 0,12-1 0,13 3-2860,-28 0 600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08.35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5074,'0'9'3426,"1"-1"0,-1 1-1,2-1 1,3 15 0,3-3-1087,-5-16-1899,1 0 0,-1-1 0,1 1-1,0-1 1,0 0 0,1 0 0,-1-1 0,0 1 0,1-1 0,9 3 0,-5-1 124,0-1 1,0 0-1,1 0 0,0-1 1,15 2-1,17 3-564,10 2 0,37-9-3055,-63-13-13214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09.1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 43 896,'0'-11'3830,"-2"-12"3395,2 23-7152,0-1 0,0 1 0,-1-1 0,1 1 0,0-1 0,0 1 0,-1-1 0,1 1 0,-1 0 0,1-1-1,0 1 1,-1-1 0,1 1 0,-1 0 0,1 0 0,-1-1 0,1 1 0,-1 0 0,1 0 0,-1-1 0,1 1 0,-9 0 7295,9 33-3430,9 31 197,-6-51-3484,0 0 0,-1 0 0,0 16 0,-3 12-71,-1-23-463,2 0 0,0 0 0,1 0 1,5 27-1,3-18-117,-6-16 0,0 1 0,0-1 0,-1 0 0,0 1 0,0 15 0,1 7 0,1 0 0,2 0 0,2-1 0,12 35 0,-19-63 0,4 42 0,-2-9 0,1-20-37,2 0-1,0 0 1,1 0 0,9 16-1,-15-31-161,0 0 0,0 0 0,0 0 0,-1 0 1,1 0-1,-1 0 0,0 0 0,0 0 0,0 0 0,-1 7 0,1-8-130,0 1 0,-1-1 0,1 1 0,0-1 1,0 1-1,0 0 0,1-1 0,-1 1 0,1-1 0,-1 1 0,1-1 1,0 1-1,1 2 0,7 2-1344,3 3-509,-9 3-2087,-3 2 1313,0-3-2532,0 1 1582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10.0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169 359 4402,'0'-11'3355,"1"7"-2628,0 0 0,-1 0 0,0 0 0,0-1 0,0 1 1,0 0-1,-1 0 0,0 0 0,0 0 0,0 0 0,-2-6 0,-6 8-248,8 2-441,1 0-1,-1 0 0,1 0 1,-1-1-1,0 1 0,1 0 0,-1 0 1,1 0-1,-1 0 0,1 0 1,-1-1-1,1 1 0,-1 0 1,1 0-1,-1-1 0,1 1 1,-1-1-1,1 1 0,-1 0 0,1-1 1,0 1-1,-1-1 0,1 1 1,0-1-1,-1 1 0,1-1 1,0 1-1,0-1 0,-1 1 1,1-1-1,0 1 0,0-1 0,0 1 1,0-1-1,0 0 0,0-2 724,-2 3-597,0 1 1,0-1 0,0 1-1,0-1 1,0 1 0,0 0-1,0 0 1,0 0-1,1 0 1,-1 0 0,0 0-1,1 1 1,-1-1 0,1 0-1,-1 1 1,1-1-1,-2 4 1,-24 37 3623,13-19-2410,11-19-1104,1 1-1,0 0 1,-1-1 0,1 1-1,1 0 1,-1 0 0,1 0 0,0 0-1,-1 9 1,-4 15 817,0-9-757,-3 7-52,2 0 0,0 0 0,2 0 1,-3 54-1,8-46-282,2 1 0,7 43 0,-7-65 0,2 0 0,-1 0 0,2-1 0,0 1 0,0-1 0,2 0 0,-1-1 0,13 18 0,5 11 0,-22-37 0,0 0 0,1 1 0,-1-1 0,1 0 0,-1 0 0,1-1 0,0 1 0,1 0 0,-1-1 0,1 0 0,-1 0 0,1 0 0,5 3 0,22 19 0,-28-23 0,0 1 0,-1 0 0,1-1 0,0 0 0,0 0 0,0 0 0,1 0 0,-1 0 0,0 0 0,1-1 0,-1 0 0,1 1 0,5 0 0,27 5 0,37 3 0,-42-11 0,0-2 0,0-1 0,0-1 0,0-2 0,-1-1 0,48-19 0,-64 20 0,-1-1 0,0 0 0,24-19 0,7-4 0,-43 31 0,6-4 0,0 0 0,0-1 0,0 0 0,0 0 0,-1 0 0,0-1 0,0 0 0,0 0 0,8-13 0,33-43 0,-40 55 0,0-1 0,0 0 0,-1-1 0,0 0 0,0 0 0,-1 0 0,0-1 0,-1 1 0,0-1 0,3-11 0,8-36 0,-11 45 0,-1 0 0,0 0 0,-1-1 0,0 1 0,0-20 0,-2 29 0,1-1 0,-1 0 0,0 1 0,-1-1 0,1 1 0,-1-1 0,1 1 0,-1-1 0,0 1 0,0-1 0,-1 1 0,1 0 0,-1-1 0,1 1 0,-1 0 0,0 0 0,-5-5 0,-3-6 0,8 13 0,1-1 0,-1 1 0,0-1 0,0 1 0,0 0 0,0 0 0,0 0 0,0 0 0,0 0 0,0 0 0,0 0 0,-1 1 0,1-1 0,0 1 0,0 0 0,-4-1 0,-44 1 0,32 1 0,10-1 0,1 1 0,-1 0 0,1 0 0,-1 0 0,1 1 0,0 0 0,-1 0 0,1 1 0,0 0 0,1 0 0,-1 1 0,1 0 0,-1 0 0,1 0 0,-7 7 0,-2 4 0,1 1 0,0 1 0,-20 31 0,31-45 0,-1 4 0,1 0 0,0 1 0,0-1 0,1 1 0,-1-1 0,2 1 0,-1 0 0,1 0 0,0 0 0,1 0 0,0-1 0,0 1 0,2 12 0,-1 12 0,0-17 0,0 1 0,1-1 0,1 0 0,0 1 0,10 25 0,-10-37 0,-1 0 0,1 0 0,0-1 0,0 1 0,0-1 0,1 1 0,-1-1 0,1 0 0,0-1 0,0 1 0,8 3 0,6 7 0,74 53 0,-83-60 0,1-1 0,0 0 0,0-1 0,1 0 0,-1 0 0,1-1 0,18 3 0,16 3 0,-37-6 0,1-1 0,-1 0 0,1-1 0,0 0 0,0 0 0,-1-1 0,1 0 0,0-1 0,13-2 0,3-5 0,-1-1 0,-1-1 0,0-1 0,0-1 0,20-15 0,-39 24 0,-1-1 0,0 1 0,0 0 0,0-1 0,0 0 0,-1 0 0,0 0 0,0 0 0,0 0 0,0 0 0,0 0 0,-1-1 0,0 1 0,1-6 0,15-35 0,-5 25 0,-7 14 0,-1 0 0,0-1 0,-1 1 0,1-1 0,-1 0 0,-1 0 0,3-9 0,16-67 0,-14 57 0,0 0 0,-2 0 0,0-1 0,0-37 0,-1 47 0,7 25 0,-2 1 0,-8-7 0,0 0 0,0 0 0,0-1 0,0 1 0,-1 1 0,1-1 0,-1 0 0,1 0 0,-1 0 0,1 0 0,-1 0 0,0 0 0,0 1 0,0-1 0,0 0 0,-2 4 0,3 20 0,38 40 0,-38-65 0,9 21 0,0 1 0,5 25 0,-14-46 0,0 1 0,0-1 0,1 1 0,-1-1 0,0 0 0,1 0 0,-1 1 0,1-1 0,0 0 0,0 0 0,0-1 0,0 1 0,2 1 0,11 12 0,-8-1 0,-6-12 0,0 0 0,0 0 0,0 0 0,0 0 0,0-1 0,0 1 0,0 0 0,0-1 0,1 1 0,-1-1 0,1 0 0,-1 1 0,2 0 0,40 37 0,-43-39 0,1 1 0,0-1 0,0 1 0,-1-1 0,1 0 0,0 1 0,0-1 0,0 0 0,0 0 0,-1 0 0,1 0 0,0 0 0,0 0 0,0 0 0,0 0 0,0 0 0,0 0 0,-1 0 0,1 0 0,0-1 0,0 1 0,0 0 0,0-1 0,-1 1 0,1 0 0,0-1 0,0 1 0,-1-1 0,1 1 0,0-1 0,-1 0 0,1 1 0,-1-1 0,1 0 0,-1 1 0,1-1 0,-1 0 0,1 0 0,-1 1 0,0-1 0,1 0 0,-1 0 0,0 0 0,0 1 0,1-1 0,-1 0 0,0 0 0,0-1 0,8-33 0,-6 30 0,0 1 0,0-1 0,-1 1 0,0-1 0,0 0 0,0 0 0,0-7 0,-1 2-19,2-1 0,-1 1 1,2 0-1,-1 0 0,5-12 0,9-35-594,-11 30-92,-1 9-221,-1 1-1,0-32 1,-1 25 221,0 1 0,2 0 1,7-25-1,2-16-80,-8 31 475,-3 15 218,0 1-1,2-1 0,0 0 1,1 1-1,1 0 1,9-20-1,-7 21 294,0 0 0,-2-1-1,0 1 1,-1-1 0,0 0 0,-2 0-1,3-28 1,-6 44-146,0 0 1,0 0-1,0 0 0,0 1 0,0-1 1,0 0-1,1 0 0,-1 0 0,0 0 1,0 1-1,1-1 0,-1 0 1,0 0-1,1 1 0,-1-1 0,1 0 1,-1 0-1,1 1 0,-1-1 0,1 1 1,-1-1-1,1 0 0,0 1 0,-1-1 1,1 1-1,0-1 0,0 1 1,-1 0-1,1-1 0,0 1 0,1-1 1,-1 1-1,-1 0-1,1 0 1,0-1 0,0 1 0,-1 0 0,1-1 0,0 1 0,-1 0-1,1-1 1,-1 1 0,1-1 0,0 1 0,-1-1 0,1 0 0,-1 1-1,0-1 1,1 1 0,-1-1 0,1 0 0,-1 1 0,0-1 0,1 0 0,-1 0-1,0 1 1,0-1 0,0 0 0,0 0 0,1 1 0,-1-1 0,0 0-1,-1-1 1,1-8 863,0 22 295,4 27 298,-2-29-1511,2 1 0,-1 0 0,-1 0 0,0 0 0,0 16 0,-1-20 0,-1 0 0,1 0 0,0 0 0,1-1 0,0 1 0,4 12 0,5 14 0,17 157 0,11 7 0,-4-31 0,-23-116 0,-10-41-519,-1-1 1,0 1-1,0 0 1,-1 0-1,0 0 0,-1 0 1,0 0-1,0 0 1,0 0-1,-2 0 0,1-1 1,-7 16-1,3-6-6801,6-16 6988,0-1 1,0 0-1,-1 1 1,1-1-1,0 0 0,-1 1 1,1-1-1,-1 0 0,0 0 1,1 0-1,-1 0 1,0 1-1,1-1 0,-1 0 1,0 0-1,0 0 1,0 0-1,-2 1 0,-12 1-5133,-1-3 1968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10.1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3 185 5346,'-1'-23'7286,"0"18"-5712,1 0 0,0 0 1,0 0-1,0 1 0,1-1 0,-1 0 0,1 0 1,2-6-1,13-7 1297,15 6-4025,-19 10 1175,134-27-2050,-45 14-5130,-3-7-2029,23 10 2473,-59 11 3316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10.9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763 51 4898,'32'-16'4865,"4"-2"4031,-13 2 3982,-23 16-12829,1 1 1,-1-1-1,0 1 0,0-1 0,1 1 0,-1-1 0,0 1 1,0-1-1,0 1 0,0 0 0,0-1 0,0 1 1,0-1-1,0 1 0,0 0 0,0-1 0,0 1 1,0-1-1,0 1 0,-1-1 0,1 1 0,0 0 1,0-1-1,-1 1 0,-34 51-49,6-11 0,-68 105 0,80-114 0,7-12 0,-1 0 0,-21 29 0,-26 41 0,38-56 0,-24 32 0,-4 4 0,27-38 0,-32 37 0,9-8 129,38-50-230,-1 0 1,-1 0 0,0-1-1,0 0 1,-1 0 0,-14 11-1,-1-4-1211,16-12 209,-1 1 1,1 0 0,0 0-1,-8 10 1,10-11 183,0 0 0,0 0 1,0 0-1,-1 0 0,1-1 0,-1 0 1,0-1-1,-1 1 0,1-2 0,-1 1 0,1-1 1,-1 0-1,0 0 0,0-1 0,1 0 1,-1 0-1,0-1 0,0 0 0,0-1 1,-14-2-1,21 3 791,-1-2 0,0 1 0,1 0 0,-1 0 0,1 0 0,-1-1 0,1 1 0,0-1 0,-1 1 0,1-1 0,0 0 0,0 1 0,0-1 0,0 0 0,1 0 0,-1 0 0,0 0 0,1 1 0,-1-1 0,1 0 0,0 0 0,-1-4 0,1-53 127,1 37 206,-2-15 544,0 25-243,0-1-1,1 1 1,0-1-1,1 1 1,1 0-1,0-1 1,0 1-1,1 0 0,1 0 1,5-13-1,21-56 4799,-29 77-5114,0 1-1,1 0 1,-1-1-1,1 1 1,0 0-1,-1 0 1,1 0 0,1 0-1,-1 0 1,0 0-1,1 0 1,0 1-1,-1-1 1,1 1-1,0 0 1,0 0-1,1 0 1,5-3-1,-3 3 415,1 1-1,-1-1 1,1 1-1,-1 0 1,1 0-1,-1 1 1,1 0-1,-1 0 0,13 2 1,5 3 1033,0 1-1,-1 1 1,0 2-1,32 14 1,42 30-1637,-17-9 0,-51-26 0,-1 0 0,42 37 0,37 26 0,-77-63 0,-9-5 0,-1 0 0,26 23 0,196 206 0,-239-239 0,-1 1 0,0-1 0,0 0 0,0 1 0,0 0 0,0-1 0,-1 1 0,0 0 0,1 0 0,-2 0 0,1 0 0,0 0 0,-1 0 0,0 0 0,0 0 0,0 8 0,0-6 0,-1-6 0,1 0 0,0-1 0,0 1 0,0-1 0,0 1 0,-1 0 0,1-1 0,0 1 0,0 0 0,0-1 0,-1 1 0,1 0 0,0-1 0,-1 1 0,1 0 0,0 0 0,-1-1 0,1 1 0,0 0 0,-1 0 0,1 0 0,-1-1 0,1 1 0,0 0 0,-1 0 0,1 0 0,-1 0 0,1 0 0,0 0 0,-1 0 0,1 0 0,-1 0 0,1 0 0,-1 0 0,1 0 0,0 0 0,-1 0 0,1 0 0,-1 1 0,1-1 0,0 0 0,-1 0 0,1 0 0,0 1 0,-1-1 0,1 0 0,0 0 0,-1 1 0,1-1 0,0 0 0,0 1 0,-1-1 0,1 0 0,0 1 0,0-1 0,-1 0 0,1 1 0,0-1 0,0 1 0,-4-32 0,-16 19 0,-5-6 0,23 16 0,0 0 0,0 0 0,0 0 0,0 0 0,-1 0 0,1 1 0,0-1 0,-1 1 0,-5-3 0,5 3-1,-1 0 0,1-1 0,0 0 0,0 1 0,-1-1 0,1-1 0,1 1-1,-1 0 1,0-1 0,0 1 0,1-1 0,0 0 0,-1 0 0,-1-3 0,3 5-173,0 0 0,-1 1-1,1-1 1,0 1 0,0 0 0,-1-1-1,1 1 1,0 0 0,-1 0 0,1 0 0,0 0-1,-1 0 1,1 0 0,0 0 0,-2 0 0,-19-2-16136,14-8 11433,-15 7 566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11.82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28 132 4930,'0'0'3111,"-4"0"-931,3 1-2110,0-1 0,0 0 0,0 0 0,0 0 0,0 0 0,1 0 1,-1 0-1,0 0 0,0 0 0,0-1 0,0 1 0,0 0 0,0 0 0,1-1 1,-1 1-1,0 0 0,0-1 0,0 1 0,1-1 0,-1 1 0,0-1 0,1 0 1,-2 0-1,-1-31 26,3 31-125,0 0 29,0 1 0,0-1 0,1 0 0,-1 1 1,0-1-1,0 1 0,0-1 0,0 1 0,1-1 0,-1 1 1,0-1-1,1 1 0,-1-1 0,0 1 0,1-1 0,-1 1 1,0 0-1,1-1 0,-1 1 0,1-1 0,-1 1 0,1 0 1,-1 0-1,1-1 0,-1 1 0,1 0 0,-1 0 0,1 0 1,-1-1-1,1 1 0,0 0 0,-1 0 0,1 0 0,-1 0 1,1 0-1,1 0 0,-2 0-6,0 0-1,1 0 1,-1 0-1,1 0 1,-1 0 0,1 0-1,-1 0 1,1 0-1,-1 0 1,1 0 0,-1 0-1,1 0 1,-1-1-1,0 1 1,1 0 0,-1 0-1,1-1 1,-1 1-1,0 0 1,1 0 0,-1-1-1,1 1 1,-1 0-1,0-1 1,0 1 0,1-1-1,-1 1 1,0 0-1,0-1 1,1 1 0,-1-1-1,0 1 1,0-1 0,0 1-1,0-1 1,5-4-376,86-49-6063,-65 42 4310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52.8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94 218 720,'-3'0'2177,"-87"0"8506,94-13-9243,65 2 2503,41-5-455,-78 12-2755,132-19 2236,-119 15-1972,50-3 0,-21 3-261,167-18 2084,300-19-1756,-537 45-1064,379-22 0,-124 11 0,-41-4 0,10 11 0,-155 5 0,-58-1 0,0 2 0,0-1 0,19 6 0,12-1 0,45-6-7266,-83 0 4378,-55 0-3739,-5 0-1825,2 0 4840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7:53.28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113 39 1857,'-4'2'566,"1"0"0,0 0 0,-1-1 0,1 1 0,-1-1-1,0 1 1,1-1 0,-1 0 0,0-1 0,0 1 0,-5 0 0,5-1-230,1 0 0,0 0 0,-1 1 0,1 0 0,0 0 0,-1 0 0,1 0 0,0 0 0,0 0 0,0 1 0,-3 2 0,-13 8 642,17-10-851,8-2-49,26-1 407,65-15 1999,128-5 4385,-94 7-4158,-3 5-614,276-10 1857,1233 19-3650,-1636-1-304,0 1 0,-1 0 0,1 0 0,0 0 0,0 0 0,-1 0 0,1 0 0,0 0 0,0 0 0,0 0 0,-1 1 0,1-1 0,0 0 0,0 0 0,-1 1 0,1-1 0,0 0 0,-1 1 0,1-1 0,0 1 0,-1-1 0,1 1 0,0 0 0,-1-1 0,-1 1 0,1 0 0,-1-1 0,0 1 0,1-1 0,-1 0 0,0 1 0,1-1 0,-1 0 0,0 1 0,0-1 0,1 0 0,-1 0 0,0 1 0,0-1 0,1 0 0,-1 0 0,0 0 0,0 0 0,0 0 0,1 0 0,-1 0 0,-1-1 0,-7 1-2716,-27 0-10148,8 0 2832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05.8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192 216 384,'-166'0'8420,"140"0"2465,143-24-8348,47-3-1224,1 5-94,5-1-195,-22 7-456,82-3 92,-175 16-486,96-16 1,-98 11-134,96-5 1,-114 12-27,70-11-1,-9 1-96,-42 9 561,-29 3-2982,-3-2-6948,-41-7 4667,10 3 3768,6 4 557,-14-1-1407,1 2-1766,-23 0-413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06.1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77 322 1521,'-71'0'7734,"67"0"-7147,3 0-572,1-1 0,0 1 0,0 0 0,0-1 1,0 1-1,0-1 0,0 1 0,0 0 0,0-1 0,0 1 0,0-1 1,0 1-1,0 0 0,0-1 0,0 1 0,0-1 0,0 1 0,0 0 1,0-1-1,0 1 0,0-1 0,1 1 0,-1 0 0,0-1 0,0 1 1,1 0-1,-1-1 0,0 1 0,0 0 0,1-1 0,-1 1 0,0 0 1,1 0-1,-1 0 0,0-1 0,1 1 0,9-4 106,1 0-1,-1 1 0,0 1 1,1 0-1,16-1 1,30-7 535,92-24 2342,1 8-1,178-9 0,-69 8-1354,69-11-563,-162 22-779,54-9 126,-145 17-327,-30 4 0,49-10-1,92-11 0,-158 23-138,-27 2 23,-1 1-1,1-1 0,0 0 0,0 0 1,-1 0-1,1 1 0,0-1 0,0 0 1,0 0-1,-1 0 0,1 0 0,0 0 1,0-1-1,-1 1 0,1 0 0,0 0 0,0 0 1,-1-1-1,1 1 0,0 0 0,0-1 1,-1 1-1,1-1 0,0 1 0,-1-1 1,1 1-1,-1-1 0,1 1 0,-1-1 1,1 1-1,-1-1 0,1 0 0,-1 1 1,1-1-1,-1 0 0,0 1 0,1-1 1,-1 0-1,0 0 0,0 0 0,0-2-1095,-53-8-5590,-123 14-1874,-10 8 3983,95 2 3217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06.6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329 27 1441,'-156'27'6729,"78"-15"-3339,44-10-2495,28-2-780,1 0 1,0 0-1,-1 1 0,1-1 0,0 1 0,0 0 0,0 1 0,-10 3 1,12-3 6,497-53 9800,-229 40-7379,208 7-614,-254 6-1121,96-2 2778,-313 0-3564,0 0 0,0 0 0,1 0 0,-1 1 1,0-1-1,1 1 0,-1-1 0,0 1 0,0 0 1,0 0-1,1 0 0,1 1 0,-6 0 38,-15-10-43,15 7-17,0 1 0,0-1 0,0 1 0,-1 0 0,1-1 0,0 1 0,0 0 0,0 0 0,-1 1 0,1-1 0,-2 1 0,2-1 0,0 1 0,0-1 0,1 0 0,-1 0 0,0 0 0,0 0 0,0 0 0,0 0 0,0 0 0,1-1 0,-1 1 0,0 0 0,0-1 0,0 0 0,-1 0 0,-3-4 17,6 4-29,-1 0 0,0 1 0,0-1 0,0 0 0,1 1 0,-1-1 0,0 1 0,0-1 0,0 1 0,0-1 0,0 1 0,0-1 0,0 1 0,0 0 0,0 0 0,0-1 0,0 1 0,0 0 0,0 0 0,-2 0 0,-2 0-1682,-16 0-6160,19 0 6202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12.7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 12 1777,'0'0'5653,"5"0"-5285,2 0-3316,23 0 24048,-35 0-19247,-9 0-4108,11 0 3069,-5 0-3475,8 0 2337,-1 0 0,1 0 0,-1 0-1,1 0 1,-1 0 0,1 0 0,0 0 0,-1 0 0,1 0-1,-1 0 1,1 0 0,-1-1 0,1 1 0,0 0-1,-1 0 1,1 0 0,-1-1 0,-3-6-5835,-1 5 2533,-18 2 75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14.7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4611 56 6099,'0'0'12518,"0"-1"-12503,0 1 0,0 0 1,0-1-1,0 1 0,0 0 1,0-1-1,0 1 1,1 0-1,-1-1 0,0 1 1,0 0-1,0-1 0,0 1 1,-1 0-1,1-1 1,0 1-1,0 0 0,0-1 1,0 1-1,0 0 1,0-1-1,0 1 0,-1 0 1,1 0-1,0-1 0,0 1 1,0 0-1,-1-1 1,1 1-1,0 0 0,0 0 1,-1 0-1,1-1 0,-40-15 2845,36 16-2102,-7-3-497,1 0-1,-1 1 1,0 0 0,0 1-1,0 0 1,0 1 0,0 0-1,-16 2 1,8 0 21,0-2 0,1 0 0,-31-5 0,40 3-189,-6-2 56,0 1 0,0 1 0,-1 0 0,1 0 0,0 2 0,-1 0 0,-29 5 1,-9 2 46,0-1 1,0-3 0,-74-5 0,34 1-184,-425 1 131,303-16 80,-802 16 166,989 1-372,-45 6 0,-17 1 12,-312 15 29,145-11 64,127-7-54,89-5-20,-79 10 1,-35 6-11,3-1 7,-8 9 116,-84 16 58,211-34-162,-5 2-42,-49 16 0,83-23-74,-5-1 11,10-1 48,0 1 0,0 0 0,-1 0 0,1 0 0,0 0 0,0 0 0,0 0 0,0 0 0,0 0 0,0 0 0,0 0 0,-1-1 0,1 1 0,0 0 0,0 0 0,0 0 0,0 0 0,0 0 0,-1 0 0,1 0 0,0 0 0,0 0 0,0 0 1,0 0-1,0 0 0,0 0 0,-1 0 0,1 0 0,0 0 0,0 0 0,0 0 0,0 0 0,0 1 0,-1-1 0,1 0 0,0 0 0,0 0 0,0 0 0,0 0 0,0 0 0,0 0 0,0 0 0,0 0 0,-1 1 0,1-1 0,0 0 0,0 0 0,0 0 0,0 0 0,0 0 0,0 0 0,0 1 0,0-1 0,0 0 0,0 0 0,0 0 0,0 0 0,0 0 0,0 1 1,0-1-1,0 0 0,0 0 0,0 0 0,0 0 0,0 0 0,0 1 0,0-1 0,0 0 0,4 2 31,0 0-1,1 0 1,-1 0 0,0 0 0,1-1 0,-1 0-1,1 0 1,-1 0 0,8 0 0,59 4 210,-27-3-183,-23-1-43,0 0 1,-1-2-1,26-3 1,38-2-6,126-10 138,82-3-101,-106 3-40,621-37 8,-497 38 94,-1 0-145,60 11-2,-52 3 90,652-10 37,-600 13-129,-368-2 36,1 0 0,-1 0 1,1 0-1,-1 0 0,1 0 1,-1-1-1,0 1 0,1-1 0,-1 1 1,1-1-1,-1 1 0,0-1 1,1 0-1,-1 0 0,1-1 0,0 2 8,-1-1 0,0 0 0,0 0-1,0 0 1,1 1 0,-1-1-1,0 1 1,1-1 0,-1 1 0,1-1-1,-1 1 1,1 0 0,-1 0-1,0 0 1,2 0 0,41 0 59,-44 0-67,1 0 1,-1 0-1,0 0 0,0 0 1,0 0-1,0 0 1,1 0-1,-1 0 0,0 0 1,0 0-1,0 0 1,0 0-1,1 0 0,-1 0 1,0-1-1,0 1 0,0 0 1,0 0-1,1 0 1,-1 0-1,0 0 0,0 0 1,0 0-1,0 0 1,0-1-1,0 1 0,1 0 1,-1 0-1,0 0 0,0 0 1,0 0-1,0-1 1,0 1-1,0 0 0,0 0 1,0 0-1,0 0 0,0-1 1,0 1-1,0 0 1,0 0-1,0 0 0,0 0 1,0-1-1,0 1 1,0 0-1,0 0 0,0 0 1,0 0-1,0-1 0,0 1 1,0 0-1,3-5 51,0 5-38,-3 0-11,0 0-1,1 0 1,-1 0-1,1-1 1,-1 1-1,1 0 1,-1 0 0,0 0-1,1 0 1,-1 0-1,1 1 1,-1-1-1,0 0 1,1 0 0,-1 0-1,1 0 1,-1 0-1,0 0 1,1 1-1,-1-1 1,1 0 0,-1 0-1,0 1 1,1-1-1,-1 0 1,0 0-1,0 1 1,1-1 0,-1 0-1,0 1 1,0-1-1,1 1 1,-1-1-1,0 0 1,0 1 0,0-1-1,0 1 1,1-1-1,-1 0 1,0 1-1,0-1 1,0 1-1,0-1 1,0 0 0,0 2-1,4 0-30,15 9 62,-18-11-31,-1 1 0,1-1 1,-1 1-1,1-1 0,-1 1 1,1-1-1,-1 1 0,0-1 1,1 1-1,-1-1 0,0 1 1,1 0-1,-1-1 0,0 1 1,0 0-1,1-1 0,-1 1 1,0 0-1,0-1 0,0 1 1,0 0-1,0 0 0,0-1 1,0 1-1,0 0 0,-1 0 1,3 8 15,6-4-7,-8-4-4,1-1 0,0 1 0,0 0-1,-1-1 1,1 1 0,0 0 0,-1-1 0,1 1 0,-1 0 0,1 0 0,-1 0 0,0-1 0,1 1 0,-1 0 0,0 0 0,1 0 0,-1 0 0,0 0 0,0 0 0,0 0 0,0-1 0,0 1 0,0 0 0,0 0 0,0 0 0,0 0 0,0 0 0,0 0 0,-1 0 0,1 1 0,0 0 10,0 0 0,0 0 0,0 0 1,1 0-1,-1-1 0,1 1 1,0 0-1,0 0 0,-1 0 0,1 0 1,0-1-1,0 1 0,1-1 1,-1 1-1,2 1 0,-2-1 11,1 0 0,-1-1 0,1 1 0,-1 0 0,0 0 1,0 0-1,0 0 0,0 0 0,0 0 0,-1 0 0,1 0 0,0 1 0,-1-1 0,0 0 0,1 4 0,-1-4 1,0 1 0,0 0 0,0-1 0,1 1 0,0-1 0,-1 1 0,1 0 1,0-1-1,0 0 0,0 1 0,1-1 0,-1 0 0,3 4 0,-2-3 9,0-1 0,-1 0 0,1 1 0,-1 0-1,0-1 1,0 1 0,0 0 0,0 0 0,0-1 0,0 1 0,-1 0 0,0 0 0,1 5 0,-2 21 58,0-13-82,1 0 0,0 0-1,5 25 1,2-2-11,-2-1 0,-2 1 0,-2 61 0,-1-62 0,0-24 0,1-1 0,1 0 0,0 0 0,6 20 0,-4-20 0,-1 1 0,0 0 0,-1 0 0,1 22 0,-3 936 0,18-796 0,-18 79 0,0-253 0,0-1 0,0 1 0,1 0 0,-1 0 0,0 0 0,1 0 0,-1 0 0,1 0 0,-1-1 0,1 1 0,0 0 0,0 0 0,0-1 0,0 1 0,0-1 0,0 1 0,1-1 0,1 3 0,-1-3 0,-1 0 0,0 1 0,0-1 0,0 0 0,0 0 0,0 1 0,0-1 0,-1 0 0,1 1 0,0-1 0,-1 1 0,1-1 0,-1 0 0,1 1 0,-1 0 0,0-1 0,0 1 0,1 2 0,-1 20-5644,0-7-2204,-5-29 1862,-19 0-68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15.87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36 2129,'0'-9'4991,"0"-18"-244,0 229 6505,0 103-5486,4-221-4765,27 148-1,-3-41-215,-24-149-520,2 0 1,13 46 0,12 70 5,-18-76-243,-8-3-28,-1-10 0,6-29 0,-6-28 0,-1 1 0,-1 0 0,0 0 0,1 21 0,-2 16 0,13 87 0,-13-76 0,-1-52 0,-1-1 0,1 1 0,0-1 0,0 1 0,1-1 0,1 1 0,3 14 0,-1-12 0,0-1 0,0 0 0,-1 0 0,-1 1 0,1-1 0,-2 1 0,1-1 0,-1 17 0,-2-7 0,1-14 0,-1 0 0,1 0 0,0 0 0,0 0 0,1 0 0,0 0 0,0-1 0,0 1 0,1 0 0,0 0 0,0-1 0,5 11 0,-4 3 0,-3-18 0,0 0 0,0 0 0,0 0 0,0 0 0,0 0 0,0 1 0,0-1 0,0 0 0,0 0 0,0 0 0,1 0 0,-1 0 0,1 0 0,-1 0 0,1 0 0,-1 0 0,1 0 0,0 1 0,2 1 0,-1 0 0,1-1 0,0 0 0,-1 0 0,1 0 0,1 0 0,-1 0 0,0 0 0,0-1 0,0 1 0,1-1 0,-1 0 0,1 0 0,-1 0 0,1-1 0,-1 1 0,1-1 0,0 0 0,4 0 0,90 10 0,1355-10 0,-1135-13 0,-4 0 0,76 2 0,-24-2 0,29 0 0,-157 0 0,-150 7 0,106 7 0,-73 1 0,-108-3-773,-29-3-1253,-3 0-1044,10 2-2729,4 3 3596,-1 0 98,-2-5-4028,-16-9 901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27.72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726 103 4530,'-2'0'343,"1"0"-1,0 0 1,0 0-1,-1 0 1,1 0 0,0-1-1,0 1 1,0 0-1,-1-1 1,1 1 0,0 0-1,0-1 1,0 1-1,0-1 1,0 0 0,0 1-1,0-1 1,0 0-1,0 0 1,0 0-1,0 1 1,0-1 0,1 0-1,-1 0 1,0 0-1,1 0 1,-1 0 0,1-1-1,-1 1 1,1 0-1,-1 0 1,0-2 0,1 1-59,-1 0 0,1 0 1,-1 0-1,0 0 0,0 1 1,0-1-1,0 0 0,0 1 1,-1-1-1,1 1 1,0-1-1,-1 1 0,1 0 1,-1-1-1,-2 0 0,-7-6 766,-28-12 2660,13 9-774,23 9-2716,1 0 0,-1 1-1,0-1 1,1 1 0,-1 0-1,0 0 1,0 0 0,0 0-1,0 1 1,0-1 0,0 1-1,-6 0 1,-9 1-98,0 1 1,0 0-1,0 2 1,0 0-1,1 1 1,-1 1-1,1 1 1,-21 11-1,-127 80 575,132-76-666,21-13-31,0 1 0,1 0 0,0 1 0,1 0 0,-15 20 0,-8 9 0,27-31 0,-1 0 0,2 0 0,-1 1 0,1 0 0,1 0 0,0 0 0,0 1 0,-4 20 0,2-9 0,4-12 0,0 0 0,1 0 0,-1 0 0,2 1 0,0-1 0,0 0 0,1 0 0,0 1 0,4 17 0,14 4 0,-11-8 0,-8-21 0,1 1 0,0 0 0,0-1 0,1 1 0,-1-1 0,1 0 0,0 1 0,0-1 0,0 0 0,0 0 0,0 0 0,1 0 0,4 4 0,12 8 0,-13-12 0,-1 1 0,1 0 0,-1 1 0,0-1 0,-1 1 0,1 0 0,4 7 0,-2-3 0,0-1 0,0-1 0,0 1 0,1-1 0,0 0 0,1-1 0,-1 0 0,1 0 0,15 6 0,15 5 0,44 14 0,-54-21 0,-7-5-537,0-1 0,-1-1 0,1-1 0,0-1 0,44-3 0,-9 0-1179,-33 0-715,0-1 0,0-1-1,0-1 1,-1-1 0,0-1 0,0-1 0,39-21 0,44-14-2547,-41 19 3379,-13-3-188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28.3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405 841 992,'8'-9'1226,"0"0"0,0 1 0,16-13 0,21-22 4042,-43 39-4767,0 1 0,0 0 0,0-1 0,0 1 0,0-1 0,-1 1-1,1-1 1,-1 0 0,0 0 0,0 0 0,0 1 0,-1-1-1,1-6 1,-1 6-125,1 1 0,-1-1 0,1 1 0,0 0 0,0-1-1,0 1 1,1 0 0,-1 0 0,1 0 0,2-4 0,-2 5-162,-1 1 0,0-1 1,0 0-1,0 0 0,0 1 1,0-1-1,0 0 0,0 0 1,0 0-1,-1 0 1,1 0-1,-1 0 0,0 0 1,0 0-1,1 0 0,-1 0 1,0-1-1,-1 1 0,1 0 1,0 0-1,-1 0 1,1 0-1,-2-3 0,-6-9 1131,6 12-1095,0-1 1,1 1 0,-1-1 0,1 0 0,-1 0-1,1 0 1,0 0 0,0 0 0,1 0 0,-1 0-1,0 0 1,1-6 0,0 5-211,-1 1 0,1-1-1,-1 0 1,0 1 0,0-1 0,0 1-1,0-1 1,-1 1 0,1 0 0,-1-1-1,0 1 1,0 0 0,0 0-1,-4-4 1,-40-34 76,23 22-121,18 16 5,1-1 0,-1 1 0,0 1 0,0-1 0,0 1 0,0 0 0,0 0 0,-1 1 0,1-1 0,-1 1 0,1 0 0,0 0 0,-1 1 0,0 0 0,1 0 0,-6 1 0,1 0 0,0 0 0,0 1 0,1 0 0,-1 0 0,0 1 0,1 1 0,-15 7 0,6-1 0,10-7 0,0 1 0,1 0 0,0 1 0,0 0 0,0 0 0,0 0 0,1 1 0,0 0 0,0 0 0,-6 10 0,-24 32 0,26-36 0,1 0 0,1 0 0,0 1 0,1 0 0,-12 26 0,1 1 0,15-34 0,-1 1 0,1-1 0,0 1 0,1 0 0,0 0 0,0 0 0,0 0 0,1 0 0,-1 13 0,1 21 0,1 36 0,0-71 0,1-1 0,0 1 0,0-1 0,0 1 0,1-1 0,0 1 0,0-1 0,0 0 0,0 0 0,5 7 0,18 27 0,-18-25 0,1-2 0,0 1 0,15 15 0,-20-25 0,-1 0 0,2 0 0,-1 0 0,0-1 0,0 1 0,1-1 0,-1 0 0,1 0 0,0 0 0,0-1 0,-1 1 0,1-1 0,0 0 0,0 0 0,1 0 0,-1-1 0,5 1 0,8-1 0,-13 1 0,1-1 0,-1 1 0,0-1 0,1 0 0,-1-1 0,0 1 0,1-1 0,-1 1 0,0-1 0,0-1 0,0 1 0,0-1 0,0 1 0,0-1 0,0 0 0,6-5 0,5-6 0,-11 10 0,0 0 0,0 0 0,0-1 0,-1 1 0,1-1 0,-1 0 0,0 0 0,-1 0 0,1 0 0,0 0 0,3-10 0,16-23 0,-18 32 0,0 0 0,-1-1 0,1 1 0,-1-1 0,3-9 0,0 1 0,-4 11 0,-1-1 0,1 1 0,-1-1 0,0 0 0,0 1 0,0-1 0,-1 0 0,1-5 0,-1 6 0,0 1 0,1-1 0,-1 1 0,0-1 0,1 1 0,0-1 0,-1 1 0,1 0 0,0-1 0,0 1 0,1 0 0,-1 0 0,0 0 0,2-2 0,-1 1 0,0 1 0,-1 0 0,1-1 0,-1 1 0,0-1 0,1 0 0,-1 1 0,-1-1 0,1 0 0,0 1 0,-1-1 0,1 0 0,-1 0 0,0-3 0,0 5 0,0 0 0,0 0 0,0 1 0,1-1 0,-1 0 0,0 0 0,0 1 0,0-1 0,1 0 0,-1 0 0,0 1 0,1-1 0,-1 1 0,1-1 0,-1 0 0,0 1 0,1-1 0,0 1 0,-1-1 0,1 1 0,-1-1 0,1 1 0,0-1 0,-1 1 0,1 0 0,0-1 0,-1 1 0,1 0 0,0-1 0,-1 1 0,1 0 0,0 0 0,0 0 0,-1 0 0,1 0 0,0 0 0,0 0 0,-1 0 0,1 0 0,0 0 0,0 0 0,-1 0 0,1 1 0,0-1 0,0 0 0,0 1 0,49 18 0,-29-10 0,2-1 0,0 1 0,23 14 0,-41-20 0,-1-1 0,1 0 0,0 0 0,-1-1 0,1 0 0,0 1 0,10 0 0,34 10 0,-38-9-280,1-1-1,-1 0 1,1 0-1,0-1 1,-1-1-1,1 0 1,0-1-1,0 0 1,-1 0 0,1-1-1,-1-1 1,0 0-1,1-1 1,-1 0-1,-1 0 1,20-11-1,-19 5 142,0 0 0,0-1 0,-1 0-1,-1 0 1,0-1 0,0 0-1,-1-1 1,-1 0 0,0 0 0,0-1-1,-2 0 1,0 0 0,0 0-1,3-20 1,0-15 938,-3-1-1,-1-99 1,-4 119-252,0 12-286,0-1 0,-1 1 0,0 0 0,-2-1 0,0 1 0,-1 0 0,-1 1 0,-1-1-1,0 1 1,-1 0 0,-1 0 0,-1 1 0,0 0 0,-21-27 0,27 40-261,1 0 0,0 1 0,1-1 0,-1-1 0,0 1 0,1 0 0,0 0 0,-2-6 0,-5-12 0,6 18 0,1 1 0,-1 0 0,0 0 0,1 0 0,-1 1 0,0-1 0,0 0 0,0 1 0,0-1 0,0 1 0,-1-1 0,1 1 0,0 0 0,-1 0 0,1 0 0,-6-1 0,6 5 0,-1-1 0,1 1 0,-1-1 0,1 1 0,0 0 0,0 0 0,0 0 0,0 0 0,1 0 0,-1 1 0,1-1 0,0 0 0,0 1 0,-1 3 0,-1 57 0,3-40 0,0-12 0,-2 0 0,1 0 0,-2 1 0,-4 15 0,4-19 0,0 0 0,1 0 0,0-1 0,1 2 0,0-1 0,0 0 0,1 0 0,0 0 0,3 16 0,3 3 0,-1-6 0,0 0 0,-2 0 0,1 31 0,-2-26 0,0-1 0,2 1 0,11 40 0,6 38 0,-16-57 0,20 78 0,5 32 0,-17-74 0,0 6-1826,-5 0 0,-5 131 0,-3-153 549,0-66 721,-1 0 1,1 0-1,0 0 1,-1 0-1,1 0 0,-1 0 1,0 0-1,1 0 1,-1 0-1,0-1 0,0 1 1,0 0-1,-1-1 1,1 1-1,0-1 1,-1 1-1,1-1 0,-1 1 1,1-1-1,-1 0 1,0 0-1,1 0 0,-1 0 1,0 0-1,0 0 1,0 0-1,1-1 0,-1 1 1,0-1-1,0 1 1,-2-1-1,-1-2-2360,5-12 496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28.6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32 385 5539,'1'-7'1512,"-2"-1"0,1 0 1,-1 1-1,0-1 1,0 1-1,-1-1 1,-2-8-1,-10-7 1249,13 21-2639,0 1-1,0-1 1,0 0 0,0 1 0,0-1 0,1 0 0,-1 0-1,1 1 1,-1-1 0,1 0 0,0 0 0,-1 0 0,1 0 0,0 0-1,0 0 1,0 1 0,1-1 0,-1 0 0,1-3 0,1-14 354,-2 16-497,0 1 1,0 0-1,0-1 0,1 1 1,-1-1-1,1 1 0,-1 0 1,1-1-1,0 1 0,0 0 0,0-1 1,0 1-1,0 0 0,0 0 1,1 0-1,-1 0 0,1 0 1,-1 1-1,1-1 0,0 0 1,0 1-1,0-1 0,0 1 1,0-1-1,0 1 0,0 0 0,0 0 1,0 0-1,5-1 0,6-5-249,-4 4-104,-1 0 0,2 0-1,-1 1 1,0 0 0,0 1 0,1 0 0,-1 0 0,0 1-1,1 0 1,-1 1 0,1 0 0,-1 1 0,0-1 0,0 2-1,15 5 1,40 21-899,-47-22 1075,0 0 0,27 18 0,-15-5 422,0-1 1,1-1-1,1-1 1,1-2-1,0-1 1,46 13-1,-69-26 441,0 1 1,-1-1-1,1 0 0,0-1 1,0 0-1,0-1 0,0 0 1,-1 0-1,1-1 0,0 0 1,-1 0-1,9-4 0,-1-1 585,-13 6-825,0 1 0,-1-2 0,1 1 0,0 0 0,-1 0 0,1-1 0,-1 1 0,1-1 0,-1 0 0,0 0 0,4-4 0,-5 4-335,2-1 0,-1 0 1,1 0-1,-1 0 1,0 0 0,-1-1-1,1 1 1,0-1-1,-1 1 1,0-1 0,0 0-1,0 0 1,0 1 0,-1-1-1,1 0 1,-1 0-1,0-7 1,-1 0-91,0 0 0,0 1 0,-1-1 0,-1 0 0,1 1 0,-2-1 0,1 1 0,-2 0 0,1 0 0,-1 0 0,-1 1 0,0-1 0,0 2 0,-1-1 0,-11-11 0,8 8 0,-41-40 0,47 49 0,0 0 0,1 1 0,-1-1 0,0 1 0,0 0 0,0 0 0,-1 0 0,1 1 0,0-1 0,-1 1 0,1 0 0,-1 0 0,-6 0 0,4 1 0,0 1 0,1 0 0,-1 0 0,1 0 0,-1 1 0,1 0 0,-1 0 0,1 0 0,0 1 0,0 0 0,0 0 0,0 1 0,1 0 0,0 0 0,-1 0 0,1 0 0,-4 6 0,-4 5 0,1 0 0,1 1 0,0 0 0,-12 27 0,19-36 0,1 1 0,0-1 0,1 1 0,0 0 0,0 0 0,0 0 0,0 11 0,-3 13 0,-5 3 0,8-28 0,0-1 0,0 1 0,0-1 0,1 1 0,0 0 0,0 0 0,1 0 0,0 0 0,0 0 0,2 12 0,6 8 0,1 0 0,17 37 0,0-3 0,-21-47 0,1-1 0,1 1 0,0-1 0,0 0 0,1-1 0,1 0 0,0 0 0,1-1 0,0 0 0,1-1 0,14 11 0,2 2 13,1-2 1,1-2-1,0 0 0,58 26 1,-70-38-42,0 0 0,0-2 0,1 0 1,-1-1-1,1 0 0,0-2 0,0 0 0,0-1 1,0-1-1,0 0 0,19-4 0,-29 3-420,0-1 0,-1 0 0,1-1 0,-1 1 0,0-1 0,0-1 0,7-4 0,26-19-5764,-21 13 2122,25-12-3767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29.47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429 93 1409,'-90'0'5855,"-124"0"-2226,151 0 1350,2 0 4675,136-11-6719,122-3 317,-90 4-2198,21-1-1054,147-6 0,-64 1 0,-115 16-2996,-91-9-1720,-5 4 1722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30.45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141 227 4242,'-43'-79'6544,"36"35"-3780,2 35-1519,0 0 0,-1 1 0,1-1 0,-1 1 0,-1 0 0,0 1 0,-12-11-1,19 18-1167,0 0 1,0 0-1,-1 0 0,1 0 0,0-1 0,0 1 0,-1 0 0,1 0 0,0 0 0,0-1 0,0 1 0,-1 0 0,1 0 0,0 0 0,0-1 0,0 1 0,0 0 0,0 0 0,-1-1 0,1 1 0,0 0 0,0-1 0,0 1 0,0 0 1,0 0-1,0-1 0,0 1 0,0 0 0,0-1 0,0 1 0,0 0 0,0 0 0,0-1 0,1 1 0,-1 0 0,0 0 0,0-1 0,0 1 0,0-1-27,1 1-1,-1 0 1,0 0 0,0-1-1,0 1 1,0 0 0,0 0-1,0-1 1,0 1 0,0 0-1,0 0 1,0-1 0,0 1-1,0 0 1,0-1 0,0 1-1,0 0 1,0 0 0,0-1-1,0 1 1,0 0 0,0 0-1,0-1 1,0 1 0,-1 0-1,1 0 1,0-1-1,0 1 1,0 0 0,0 0-1,-1 0 1,1-1 0,0 1-1,0 0 1,0 0 0,-1 0-1,1 0 1,0 0 0,0-1-1,-1 1 1,1 0 0,0 0-1,0 0 1,-1 0 0,1 0-1,-1 0 1,-17-7 1065,13 5 718,5 6-3992,0 24-14329,0-23 12146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31.7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250 117 1088,'0'-20'4911,"0"-22"-420,-5 38-2959,4 3-1130,-19-15 1173,20 15-1170,-1-1 0,1 1 1,-1 0-1,1 0 0,0 0 1,-1-1-1,1 1 0,0 0 1,0 0-1,0 0 0,0-1 1,0 1-1,0 0 1,0-1-1,0 1 0,1-1 1,-18 1 3445,-8 2-2567,21-1-1130,0 1-1,1 0 1,-1 0-1,1 0 1,-1 1-1,1-1 1,0 1-1,-1 0 1,1 0-1,0 0 1,0 0-1,0 0 1,0 1-1,1 0 1,-1-1-1,1 1 1,0 0-1,-1 0 1,1 0-1,1 1 1,-1-1-1,-1 4 1,-8 10 376,0-4-110,-6 11 347,-23 39 0,35-55-700,1 0 0,1 1 0,-1 0 0,1 0 0,1 0 1,0 0-1,0 0 0,1 0 0,-1 12 0,0 41-8,0-36-59,1-1-1,1 1 0,1 0 1,8 43-1,18 16 1,-24-75 0,0 0 0,1-1 0,0 1 0,1-1 0,0 0 0,1 0 0,0-1 0,0 0 0,0 0 0,1 0 0,15 11 0,6 5 0,58 35 0,-70-49 0,-8-6 0,-1 0 0,1-1 0,0-1 0,0 1 0,0-1 0,1 0 0,-1-1 0,0 0 0,0 0 0,1-1 0,-1 0 0,1 0 0,-1-1 0,16-4 0,-11 3 0,1-2 0,-1 0 0,-1 0 0,1-1 0,-1-1 0,1 0 0,-2 0 0,16-11 0,-15 5 0,0-1 0,-1 0 0,0 0 0,-1-1 0,-1 0 0,0-1 0,7-18 0,10-13 0,-25 43 0,6-7 0,-1-1 0,0 0 0,-1 0 0,0 0 0,-1-1 0,4-13 0,6-35 0,-10 44 0,0-1 0,0-1 0,1-33 0,-5-164 0,0 210 0,-1-1 0,0 1 0,0 0 0,0 0 0,-1-1 0,1 1 0,-6-9 0,5 9 0,0 0 0,0-1 0,0 0 0,0 1 0,1-1 0,0 0 0,-1-11 0,-17-5 0,19 74 0,0-48 0,1 0 0,-1 1 0,1-1 0,0 0 0,0 0 0,0 0 0,3 7 0,-2-7 0,0 0 0,-1 0 0,0 1 0,1-1 0,-2 0 0,1 1 0,0 7 0,0-5 0,0 1 0,0 0 0,1-1 0,0 1 0,1-1 0,5 13 0,5 16 0,-7-16 0,1-1 0,1 0 0,0 0 0,2 0 0,0-1 0,1 0 0,20 24 0,3 6 0,-27-37 0,0-1 0,0 0 0,1 0 0,0-1 0,16 14 0,-8-10 0,-2-2 0,0 1 0,1-2 0,0 0 0,19 9 0,-31-17 0,-1-1 0,1 0 0,0 0 0,0 0 0,-1 0 0,1 0 0,0 0 0,0-1 0,0 1 0,0-1 0,0 0 0,0 0 0,0 0 0,0 0 0,0-1 0,-1 1 0,1-1 0,0 0 0,0 0 0,0 0 0,-1 0 0,1 0 0,0 0 0,-1-1 0,1 1 0,-1-1 0,0 0 0,1 0 0,-1 0 0,0 0 0,0 0 0,3-4 0,15-18 0,-17 21 0,-1 1 0,1-1 0,-1 0 0,1-1 0,-1 1 0,0 0 0,0-1 0,-1 1 0,1-1 0,-1 0 0,0 1 0,1-5 0,16-49 0,-8 29 0,-1-1 0,-1-1 0,-2 1 0,-1-1 0,2-42 0,-7-78 0,-1 172 0,0-16 0,1 0 0,1 0 0,-1 0 0,1 0 0,4 12 0,-5-16 0,12 23 0,-2 0 0,7 28 0,17 67 0,-32-114 0,0 0 0,1-1 0,-1 1 0,1-1 0,0 1 0,1-1 0,7 9 0,-7-9 0,0 0 0,-1 0 0,1 1 0,-1-1 0,0 1 0,0 0 0,2 9 0,-3-7 2,0 0-17,0 0 0,0 0 0,0 0 0,1-1 0,0 1 1,0-1-1,10 14 0,13 25-1910,-24-39 849,2 0 1,-1 0 0,1 0 0,0-1-1,0 0 1,0 0 0,1 0 0,0 0-1,1-1 1,-1 0 0,1 0 0,11 8-1,-7-8-552,-7-2 1074,0-1 0,1 1 0,0-1 0,0 0 0,0 0 0,0-1 0,0 1 0,0-1 0,0 0 0,0 0 0,0 0 0,1-1 0,-1 1 0,0-1 0,0 0 0,1 0-1,-1-1 1,8-1 0,14-11-1636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31.9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260 109 4578,'-5'-13'1373,"1"5"-75,1 0 1,-1 0 0,0 0 0,0 1 0,-1 0-1,0-1 1,-6-5 0,8 9-889,0 1 0,-1 0 0,1 1 1,-1-1-1,1 1 0,-1-1 0,0 1 1,0 0-1,-8-2 0,9 3-163,0 1 0,0 0 0,0 0 0,-1 1 0,1-1 0,0 1 0,0-1 0,0 1-1,0 0 1,0 0 0,0 0 0,0 1 0,1-1 0,-6 4 0,-1 1 450,-1 1 0,2 0 1,-1 1-1,1 0 0,0 0 0,-12 17 0,-2 1 567,19-21-1183,0 0-1,0 0 1,0 1-1,0-1 1,1 1-1,0-1 1,0 1-1,1 0 1,-1-1-1,1 1 1,1 0 0,-1 0-1,1 0 1,0 0-1,0 0 1,0 0-1,1 0 1,2 8-1,-1-4 6,0-1 0,1 1 0,0-1 0,1 1 0,0-1 0,0 0 0,1-1 0,0 1 0,0-1 0,10 11 0,35 48-86,-33-41 0,-11-20 0,-1 0 0,1 0 0,0-1 0,0 0 0,1 0 0,-1 0 0,1 0 0,0-1 0,0-1 0,15 6 0,-14-5 0,1 0 0,-1 0 0,1 1 0,-1-1 0,-1 2 0,1-1 0,11 13 0,-3-3 0,0 0 0,29 21 0,2 1 0,-45-35 0,-1 0 0,1-1 0,0 1 0,0 0 0,-1 0 0,1 0 0,-1 1 0,0-1 0,0 0 0,0 0 0,0 1 0,1 3 0,-2-6 0,0 1 0,0 0 0,0 0 0,0 0 0,0 0 0,0 0 0,0-1 0,0 1 0,0 0 0,-1 0 0,1 0 0,0 0 0,-1-1 0,1 1 0,-1 0 0,1 0 0,-1-1 0,1 1 0,-1 0 0,1-1 0,-1 1 0,0-1 0,1 1 0,-1-1 0,0 1 0,1-1 0,-1 1 0,0-1 0,0 0 0,1 1 0,-1-1 0,0 0 0,0 1 0,0-1 0,0 0 0,0 0 0,0 0 0,-17 2-260,0-1-1,-35-1 1,24-1-610,19 0-215,0 0 1,0 0 0,0-1 0,0 0 0,0-1 0,-16-7 0,-28-5-4952,48 14 5036,0 0 1,0 0 0,0-1-1,0 1 1,0-1 0,0-1-1,1 1 1,-1-1 0,1 0-1,0 0 1,-6-4 0,7-8-4404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32.1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0 236 5250,'6'-24'3139,"-1"-1"1,-1 1-1,-1-1 0,-1 0 0,-3-48 0,1 33 1501,0 41-4581,0 0 1,0-1-1,0 1 0,0 0 1,0-1-1,0 1 0,1-1 0,-1 1 1,0 0-1,0-1 0,1 1 1,-1-1-1,0 1 0,0-1 1,1 1-1,-1-1 0,1 1 0,-1-1 1,1 1-1,-1-1 0,0 1 1,1-1-1,0 0 0,-1 1 0,1-1 1,-1 0-1,1 1 0,-1-1 1,1 0-1,0 0 0,0 1 1,0-1-1,0 0 1,0 1-1,0-1 1,-1 0 0,1 1-1,0-1 1,0 1 0,0-1-1,0 1 1,-1 0 0,1-1-1,0 1 1,-1 0 0,1 0-1,-1-1 1,1 1 0,-1 0-1,1 0 1,-1 0-1,1 0 1,-1-1 0,0 1-1,1 0 1,-1 0 0,0 0-1,0 0 1,0 0 0,0 0-1,0 0 1,0 0 0,0 0-1,0 1 1,2 19-17,1 0 0,0 0 0,2 0 0,9 25 1,9 45-84,-15-58 40,1-1 0,19 43 0,-16-45 0,-1 1 0,7 36 0,35 147-285,-42-176-1892,9 54-1,-13-41-4695,0 91-1,-6-135 6113,-1 0-1,1 1 1,0-1 0,0 0 0,1 0-1,0 0 1,4 10 0,4 11-2103,-5 27-2546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33.4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30 472 8020,'0'-3'684,"0"1"1,-1-1-1,1 1 0,0 0 1,-1-1-1,0 1 1,1 0-1,-1-1 0,0 1 1,0 0-1,0 0 1,0 0-1,-1 0 1,-1-3-1,1 3-310,0 0 1,1-1-1,-1 1 0,1-1 1,-1 0-1,1 1 1,0-1-1,0 0 0,1 0 1,-1 0-1,0 0 0,1 0 1,0 0-1,0-4 1,-1 0-92,1 5-224,-1 0-1,1 0 0,0 0 0,0-1 1,0 1-1,0 0 0,1 0 1,-1 0-1,0-1 0,1 1 0,0 0 1,-1 0-1,1 0 0,1-2 0,8-13 168,-8 12-152,1 1 1,-1-1-1,1 1 1,0 0-1,0-1 0,1 2 1,-1-1-1,1 0 0,0 1 1,0-1-1,6-3 0,36-21 1001,-26 15-329,0 1 0,0 0 0,1 2 0,1 0 0,0 2 0,41-12 0,-49 19-602,-9 1-129,0-1 0,0 1 0,0-1 0,0 0-1,0-1 1,0 1 0,0-1 0,0 0 0,7-4 0,-8 3-15,1 1 0,0-1 0,1 1 0,-1 0 0,0 1 0,0-1 0,1 1 0,-1 0 0,1 0 0,-1 1 0,1-1 0,-1 1 0,1 1 0,7 0 0,15 0 0,-27-1 0,0 0 0,0 0 0,0 0 0,0 0 0,0 0 0,0 0 0,0 0 0,0 0 0,0 0 0,0 1 0,0-1 0,0 0 0,0 1 0,0-1 0,0 1 0,0-1 0,-1 1 0,1-1 0,0 1 0,0 0 0,-1-1 0,1 1 0,0 0 0,-1 0 0,1-1 0,0 1 0,0 1 0,1 29 0,-2-16 0,0-11 0,-1-1 0,1 1 0,-1-1 0,1 1 0,-1-1 0,0 1 0,-1-1 0,1 0 0,0 0 0,-1 1 0,-2 2 0,2-3 0,0 0 0,0 1 0,1-1 0,-1 1 0,1-1 0,0 1 0,0-1 0,0 1 0,1 0 0,-1-1 0,1 6 0,-2 40 0,0-31 0,1 0 0,1 0 0,0 0 0,2 1 0,5 30 0,3-29 0,-8-16 0,0 0 0,0-1 0,-1 1 0,1 0 0,-1 0 0,0 0 0,0 0 0,0 0 0,-1 1 0,1 5 0,-1-5 0,1 0 0,0 0 0,0 1 0,0-1 0,1 0 0,-1 0 0,1-1 0,0 1 0,1 0 0,-1-1 0,1 1 0,3 3 0,19 40 0,-23-42 0,0-1 0,0 0 0,1 1 0,0-1 0,0 0 0,0-1 0,1 1 0,-1 0 0,1-1 0,0 0 0,0 0 0,1 0 0,-1 0 0,10 5 0,-12-8 0,0 0 0,0 0 0,0-1 0,0 1 0,0 0 0,0-1 0,0 0 0,0 1 0,0-1 0,0 0 0,0 0 0,0 0 0,0 0 0,1 0 0,-1-1 0,0 1 0,3-2 0,-3 1 0,1-1 0,0 1 0,-1-1 0,0 0 0,1 0 0,-1 0 0,0 0 0,0 0 0,0 0 0,0 0 0,-1-1 0,1 1 0,-1-1 0,1 1 0,1-6 0,-1-2 0,0 0 0,0 0 0,-1 0 0,-1 0 0,0 0 0,-2-19 0,0-1 0,3 9 0,-1 0 0,-1 0 0,-1 0 0,-1 1 0,-1-1 0,0 1 0,-2-1 0,0 2 0,-16-33 0,7 27 0,1-1 0,1-1 0,1 0 0,-12-42 0,23 64 0,-1 1 0,0 0 0,0 0 0,-1 0 0,1 0 0,-1 1 0,-5-8 0,-8-9 0,10 8 0,3 9 0,1-1 0,0 0 0,0 0 0,0 0 0,0 0 0,1-1 0,-2-7 0,3 11 0,0 1 0,0-1 0,0 0 0,0 1 0,1-1 0,-1 0 0,0 1 0,0-1 0,1 1 0,-1-1 0,0 1 0,1-1 0,-1 1 0,0-1 0,1 1 0,-1-1 0,1 1 0,-1-1 0,1 1 0,-1-1 0,1 1 0,-1 0 0,1 0 0,-1-1 0,1 1 0,0 0 0,-1 0 0,1-1 0,0 1 0,-1 0 0,1 0 0,-1 0 0,1 0 0,0 0 0,-1 0 0,1 0 0,0 0 0,-1 0 0,1 0 0,0 0 0,-1 1 0,1-1 0,0 1 0,33 11 0,-24-7 0,-4-2 0,-1 0 0,1 1 0,0-1 0,-1 1 0,0 0 0,0 1 0,6 5 0,47 43 0,-45-42 0,1 0 0,18 22 0,5 12 0,-2 1 0,-2 1 0,32 64 0,-60-101 0,-1 1 0,-1-1 0,0 1 0,2 11 0,-4-15 0,0-1 0,1 1 0,0-1 0,0 1 0,0-1 0,1 0 0,0 0 0,0 0 0,7 9 0,-3-6 0,-5-7 0,0 0 0,0 0 0,0 0 0,-1 0 0,1 0 0,-1 0 0,1 1 0,-1-1 0,0 1 0,0-1 0,0 1 0,0-1 0,-1 1 0,1 0 0,-1-1 0,1 1 0,-1 4 0,0-5 0,0 1 0,0-1 0,1 1 0,-1-1 0,1 1 0,-1-1 0,1 0 0,0 1 0,0-1 0,0 0 0,0 1 0,0-1 0,1 0 0,-1 0 0,2 2 0,-1-2 0,1-137 0,-6 63 0,1 46 0,1-1 0,2 0 0,0 1 0,7-39 0,2 36 0,-7 22 0,-1 1 0,0-1 0,0 0 0,0 0 0,-1 0 0,0 0 0,0-7 0,0 2 0,0 1 0,0 0 0,1 0 0,6-15 0,-6 16 0,-1 8 0,-1-1 0,1 1 0,-1 0 0,1 0 0,0 0 0,0 0 0,0 0 0,0 0 0,0 0 0,0 0 0,0 0 0,1 1 0,-1-1 0,1 0 0,-1 1 0,3-2 0,3-4 0,0-9 0,-5 8 0,14 9 0,-14-1 0,0 1 0,0 0 0,-1-1 0,1 1 0,0 0 0,-1 0 0,1 0 0,0 1 0,-1-1 0,1 0 0,-1 1 0,0-1 0,0 1 0,1-1 0,-1 1 0,0-1 0,0 1 0,0 0 0,0 0 0,-1-1 0,1 1 0,0 4 0,15 24 0,-6-17 0,-6-8 0,0 0 0,0 1 0,0-1 0,-1 1 0,0-1 0,0 1 0,0 0 0,1 7 0,2 10 0,0-1 0,1 0 0,2 0 0,0 0 0,1-1 0,21 32 0,-23-42 0,-2 1 0,1 1 0,-1-1 0,-1 1 0,6 23 0,-7-22 0,1 0 0,0 0 0,12 21 0,-15-31 0,1 0 0,-1 0 0,1 1 0,-1-1 0,-1 1 0,1 0 0,-1 0 0,0 0 0,0-1 0,0 1 0,0 9 0,-1-13 0,0 1 0,0 0 0,0 0 0,1-1 0,-1 1 0,1 0 0,-1-1 0,1 1 0,-1-1 0,1 1 0,0-1 0,0 1 0,0-1 0,0 1 0,0-1 0,0 0 0,0 1 0,3 1 0,-3-2 0,0 0 0,0 0 0,0 0 0,0 0 0,0 0 0,0 0 0,0 1 0,0-1 0,-1 0 0,1 0 0,0 1 0,-1-1 0,1 0 0,-1 1 0,0-1 0,1 1 0,-1-1 0,0 3 0,0 3 0,0-11 0,3-16 0,0 13 0,0 1 0,-1-1 0,0 0 0,0-1 0,-1 1 0,1 0 0,-2 0 0,1-1 0,-1-8 0,1 7 0,0-1 0,0 1 0,1 0 0,1 0 0,3-11 0,-3 11 0,0 0 0,-1 0 0,0 0 0,0 0 0,0-11 0,-2 10 0,1-1 0,0 0 0,1 1 0,3-13 0,2-6 0,39-171 0,-44 192 0,0 1 0,0-1 0,1 1 0,0-1 0,0 1 0,0 0 0,6-7 0,-8 12 0,0 0 0,0 0 0,0 0 0,-1-1 0,1 1 0,-1 0 0,1 0 0,-1 0 0,0-1 0,0-3 0,0 5 0,0 0 0,0 0 0,-1 1 0,1-1 0,0 0 0,0 1 0,0-1 0,0 0 0,0 0 0,0 1 0,0-1 0,0 0 0,1 1 0,-1-1 0,0 0 0,0 1 0,0-1 0,1 0 0,-1 1 0,0-1 0,1 0 0,-1 1 0,1-1 0,-1 1 0,1-1 0,-1 1 0,1-1 0,-1 1 0,1-1 0,-1 1 0,1-1 0,0 1 0,-1 0 0,1-1 0,0 1 0,-1 0 0,1 0 0,0-1 0,-1 1 0,2 0 0,6 25 0,-5-21 0,6 8 0,-1 1 0,0 0 0,-1 0 0,-1 1 0,8 23 0,-8-20 0,2 1 0,0-2 0,11 18 0,4 8 0,-2 0 1,-9-21-3,-2 0 1,0 1 0,-2 1 0,7 25 0,-12-39-269,1 0 0,-1 0-1,2-1 1,-1 1 0,8 10 0,-6-10-734,-1-1 0,0 1 0,0 1 0,3 10 0,9 18-4729,-15-35 5163,0 1 0,-1-1 0,1 1-1,-1-1 1,1 1 0,-1 0 0,0 0-1,0-1 1,-1 1 0,1 4 0,-1-6 272,0 0 0,0-1 0,0 1 0,0 0 0,1-1 0,-1 1 0,0-1 0,1 1 0,-1-1 0,1 1 0,0 0 1,-1-1-1,1 0 0,0 1 0,0-1 0,0 1 0,0-1 0,0 0 0,0 0 0,1 0 0,-1 0 0,0 0 0,2 2 0,0-2 50,0 0 0,0 0 0,0 0 0,0 0 0,0 0 1,0-1-1,0 1 0,1-1 0,-1 0 0,0 0 0,5 0 0,-1-1 403,0 0 0,0 0-1,0-1 1,-1 0 0,1 0 0,-1 0 0,1-1 0,-1 0 0,0 0-1,10-7 1,6-10 1006,46-43 4448,-62 57-4848,0-1 0,-1 1 0,0-1 0,0 0 0,-1 0 0,0-1 1,0 0-1,3-8 0,40-147 10815,-31 108-10381,-13 45-1081,0 1 0,0-1-1,-1 0 1,0 0 0,0-18 0,-1-13-114,-2-41 0,1 77 0,-1-1 0,0 0 0,0 1 0,-1-1 0,0 1 0,0-1 0,0 1 0,0 0 0,-1-1 0,-4-5 0,2 5 0,1-1 0,-1 1 0,0 0 0,0 0 0,0 1 0,-10-8 0,13 12 0,0 0 0,0 0 0,-1 0 0,1 0 0,0 0 0,-1 0 0,1 1 0,0-1 0,-1 1 0,1 0 0,-1-1 0,1 1 0,-1 0 0,1 1 0,-1-1 0,1 0 0,-1 1 0,1-1 0,-1 1 0,-2 1 0,-3 1 0,1 1 0,0 0 0,0 0 0,0 1 0,0 0 0,0 0 0,1 1 0,0 0 0,1 0 0,-1 0 0,-4 8 0,-5 6 0,2 1 0,-17 32 0,19-23 0,0 0 0,-7 38 0,15-54 0,2-6 0,0 1 0,1-1 0,0 0 0,1 1 0,0-1 0,0 0 0,1 0 0,0 1 0,0-1 0,5 10 0,5 26 0,-10-32 0,0 0 0,0 0 0,1-1 0,1 1 0,0-1 0,1 0 0,0 0 0,0 0 0,1-1 0,1 1 0,12 14 0,-9-14 0,40 41 0,-48-50 0,0 0 0,0 0 0,1 0 0,-1-1 0,0 1 0,1-1 0,-1 1 0,1-1 0,0 0 0,-1 0 0,1 0 0,0-1 0,0 1 0,-1-1 0,1 1 0,0-1 0,0 0 0,0 0 0,0 0 0,4-1 0,17-7 0,-1-2 0,0 0 0,-1-1 0,0-2 0,-1 0 0,-1-1 0,0-1 0,0-1 0,-2-1 0,0 0 0,-1-2 0,-1 0 0,26-39 0,83-138 0,-107 151 0,-11 23 0,6 4 0,-12 17 0,0 0 0,0 0 0,0 0 0,0 0 0,-1 0 0,1 0 0,0-1 0,0 1 0,-1 0 0,1-1 0,-1 1 0,1-1 0,-1 1 0,0 0 0,0-1 0,1 1 0,-1-1 0,0-1 0,-1 1 0,1 17 0,4 26 0,0-30 0,-2-5 0,0-1 0,0 1 0,0-1 0,-1 1 0,0 0 0,0 0 0,-1 7 0,1-8 0,-1 1 0,1-1 0,0 0 0,1 0 0,-1 0 0,1 0 0,0-1 0,0 1 0,0 0 0,1-1 0,3 5 0,-2-3 0,-1 0 0,1 1 0,-1-1 0,-1 0 0,3 9 0,-2-4 0,1-1 0,0 1 0,1-1 0,0 0 0,1-1 0,0 1 0,0-1 0,1 0 0,0-1 0,0 1 0,1-1 0,0-1 0,10 8 0,1 9 0,-17-20 0,0-1 0,0 1 0,1-1 0,-1 0 0,1 1 0,0-1 0,0-1 0,0 1 0,1 0 0,-1-1 0,4 3 0,67 33 0,-70-36-420,0 0 0,1 0-1,0 0 1,-1 0 0,1 0 0,0-1 0,8 1-1,-6-1-767,0 0-1,1-1 0,-1 0 0,0 0 0,0-1 1,0 0-1,-1 0 0,1 0 0,0-1 0,0 0 1,0-1-1,-1 1 0,0-1 0,12-7 0,5-17-10288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33.94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66 778 8212,'-18'19'6273,"-21"27"4498,38-45-10620,0 0 1,0 1 0,0-1 0,0 1 0,1-1-1,-1 1 1,0 0 0,1-1 0,-1 1 0,1-1 0,0 1-1,-1 0 1,1 0 0,0-1 0,0 1 0,0 0 0,0-1-1,1 1 1,-1 0 0,0-1 0,1 1 0,-1 0-1,1-1 1,0 1 0,-1-1 0,2 3 0,0-2-112,0 0 1,-1 0-1,1 0 1,0 0-1,0 0 1,1 0-1,-1 0 1,0-1-1,1 1 1,-1-1-1,0 0 1,1 0-1,0 0 1,-1 0 0,1 0-1,0 0 1,3 0-1,32 11 453,-26-8-363,0-1 0,0 0-1,0 0 1,0-1 0,1-1 0,-1 0 0,15-1 0,95-12 962,-93 8-1033,7-1-59,0-2 0,0-2 0,0-1 0,54-25 0,-66 26 0,-1-2 0,0 0 0,-1-2 0,-1 0 0,30-24 0,-37 24 0,-1 0 0,-1-1 0,0-1 0,-1 0 0,-1 0 0,0-1 0,-1 0 0,-1-1 0,0 1 0,-1-2 0,-1 1 0,-1-1 0,0 0 0,-1 0 0,-1 0 0,1-32 0,-4 42 0,1-15 0,-2 1 0,0-1 0,-1 1 0,-1 0 0,-1 0 0,-7-23 0,2 22 0,-1 0 0,-1 1 0,-1 0 0,-1 1 0,-1 0 0,-32-36 0,44 54 0,-9-9 0,-1 1 0,0 0 0,0 0 0,-22-13 0,32 22 0,-1 1 0,0-1 0,1 1 0,-1 0 0,0 0 0,0 0 0,0 0 0,0 0 0,0 1 0,0-1 0,0 1 0,0 0 0,0 0 0,-1 0 0,1 0 0,0 0 0,0 1 0,0-1 0,0 1 0,0 0 0,0 0 0,0 0 0,0 1 0,1-1 0,-1 0 0,0 1 0,1 0 0,-1 0 0,-2 2 0,3-2 0,0 0 0,1 0 0,-1 0 0,1 0 0,-1 0 0,1 0 0,0 0 0,0 0 0,0 0 0,0 1 0,0-1 0,-1 5 0,-5 15 0,-6 5 0,8-18 0,1 0 0,0 0 0,0 0 0,1 0 0,-3 13 0,2 12 0,2 1 0,3 53 0,1-20 0,1 19 0,17 104 0,42 87 0,-54-244 0,38 110 0,4 17 0,22 109 0,-67-246 0,6 45 0,-2-8 0,1-19 87,-7-29-236,0 0 0,0 1 0,1 26-1,-7 12-3388,2-45 2048,-1 0 0,1 0 1,-2 0-1,1-1 0,-1 1 1,-5 9-1,0 9-4662,-8-7 464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34.85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1257 17928,'3'-1'7356,"28"-15"-4373,47-14 0,-3 0-1466,-56 23-1517,-1 0 0,1 2 0,20-4 0,-26 7 0,0 0 0,0-2 0,-1 1 0,1-2 0,-1 0 0,0 0 0,18-11 0,31-19 0,-52 30 0,1 1 0,-1-2 0,0 1 0,0-1 0,-1-1 0,0 1 0,14-15 0,19-15 0,-35 32 0,0-1 0,0 1 0,-1-2 0,1 1 0,-1-1 0,0 1 0,0-1 0,4-8 0,-2 3 0,-5 8 0,0-1 0,1 1 0,-1-1 0,-1 0 0,1 1 0,0-1 0,-1 0 0,0 0 0,0 0 0,0-1 0,-1 1 0,1 0 0,-1-5 0,4-36 0,-3 38 0,0-1 0,0 1 0,-1-1 0,0 0 0,0 1 0,-1-1 0,-2-10 0,1 10 0,0 0 0,-1 0 0,0 0 0,0 0 0,-1 1 0,0 0 0,0-1 0,-1 1 0,0 1 0,0-1 0,0 1 0,-1 0 0,-8-7 0,8 9 0,0 0 0,0 1 0,-1 0 0,1 0 0,0 1 0,-1-1 0,0 1 0,0 1 0,1 0 0,-1 0 0,0 0 0,0 0 0,0 1 0,0 0 0,0 1 0,-9 1 0,6 1 0,-1 0 0,1 0 0,0 1 0,0 0 0,1 1 0,-1 0 0,1 1 0,0 0 0,1 0 0,-1 1 0,1 0 0,1 0 0,-13 15 0,-9 7 0,25-25 0,-1 0 0,1 1 0,0-1 0,1 1 0,-1 0 0,1-1 0,0 2 0,0-1 0,0 0 0,1 1 0,0-1 0,0 1 0,0 0 0,-1 11 0,-5 13 0,-1-3 0,7-24 0,0 1 0,1 0 0,-1 0 0,1 0 0,0 0 0,0 0 0,0 0 0,1 0 0,-1 0 0,1 1 0,0-1 0,0 0 0,1 0 0,1 8 0,24 83 0,-22-81 0,1 0 0,0 0 0,0 0 0,2-1 0,-1 0 0,13 18 0,-6-10 0,-3-7 0,1 0 0,0-1 0,0 0 0,1-1 0,1-1 0,0 0 0,0 0 0,1-2 0,1 1 0,-1-2 0,2 0 0,21 8 0,-11-6 0,1 0 0,0-3 0,0 0 0,1-1 0,0-2 0,49 2 0,-60-8 0,1 0 0,-1 0 0,0-2 0,0 0 0,-1-1 0,1-1 0,-1-1 0,0 0 0,-1-1 0,1 0 0,-2-1 0,21-17 0,-28 21 0,0-1 0,-1 0 0,0 0 0,0 0 0,-1-1 0,0 0 0,0 0 0,-1 0 0,1-1 0,-2 0 0,6-12 0,3-6 0,-4 8 0,-1 1 0,0-1 0,-1-1 0,-1 1 0,-1-1 0,-1 0 0,0 0 0,-1-25 0,-2 33 0,-1-1 0,-1 1 0,-5-19 0,-1-26 0,8 54 0,0 0 0,0 0 0,0 0 0,0 0 0,0 0 0,-1 0 0,1 0 0,0 1 0,-1-1 0,0 0 0,1 0 0,-1 0 0,0 0 0,0 0 0,0 1 0,0-1 0,0 0 0,-1 1 0,1-1 0,0 1 0,-1-1 0,1 1 0,-1 0 0,-3-2 0,-16-18 0,18 18 0,0 0 0,0 1 0,0 0 0,0-1 0,0 1 0,-1 1 0,1-1 0,-1 0 0,1 1 0,-1 0 0,1-1 0,-1 1 0,0 1 0,0-1 0,-5 0 0,6 1 0,1-1 0,-1 1 0,1 0 0,-1 0 0,1 0 0,-1 1 0,1-1 0,-1 0 0,1 1 0,-1 0 0,1-1 0,0 1 0,-1 0 0,1 0 0,0 0 0,0 1 0,-1-1 0,1 0 0,0 1 0,0 0 0,1-1 0,-1 1 0,0 0 0,0 0 0,1 0 0,-3 4 0,2-1 0,-6 11 0,0 0 0,2 1 0,0 0 0,1 0 0,0 1 0,2-1 0,0 1 0,-1 25 0,4-22 0,1 0 0,1 0 0,8 34 0,-7-45 0,-1-1 0,1 0 0,1 0 0,0 0 0,0-1 0,1 1 0,0-1 0,0 0 0,1 0 0,10 11 0,6 2 0,0-1 0,1-2 0,1 0 0,34 19 0,-40-28-564,0 0 0,1-2 0,20 6 0,-29-10 124,1 0 0,-1-1 0,0 0 0,0-1 0,1 0 0,-1-1 0,1 0 0,12-1 0,-9-2-983,100-23-6625,-62 13 5096,61-24 0,-102 32 2727,-1-1 0,0 0 0,0 0 0,16-13 0,6-5-86,-4 5 152,-10 7 179,0 0 0,-1 0 0,0-2 0,-1 0 0,-1-1 1,15-17-1,10-26 2825,45-88 0,-81 137-1962,0-1 0,-1 1 0,0 0 0,-1-1 0,0 0 0,0 1 0,-1-1 0,-1 0 0,1 0 0,-2-11 0,1 2 1354,0 17-2102,0-1 0,0 0 0,-1 0 0,1 1 1,0-1-1,-1 0 0,0 1 0,0-1 0,1 1 0,-1-1 0,-1 1 0,1-1 1,0 1-1,-1-1 0,1 1 0,-1 0 0,0 0 0,1 0 0,-1 0 0,0 0 1,0 0-1,-1 1 0,1-1 0,0 1 0,0-1 0,-1 1 0,1 0 0,-1 0 1,1 0-1,-1 0 0,0 0 0,1 1 0,-1-1 0,0 1 0,1 0 0,-1-1 1,0 1-1,1 0 0,-6 1 0,-11 6-135,0 0 0,0 1 0,-18 10 0,32-15 0,0 0 0,0 1 0,0-1 0,1 1 0,-1 0 0,1 0 0,0 1 0,0-1 0,1 1 0,-1 0 0,1 0 0,0 0 0,1 0 0,-1 1 0,-2 6 0,-11 39 0,4-14 0,-9 46 0,19-71 0,0 0 0,1 0 0,0 0 0,1 1 0,1-1 0,0 0 0,0 0 0,4 15 0,-2-20 0,-1 1 0,1-1 0,1 0 0,-1 0 0,1 0 0,1 0 0,-1 0 0,10 9 0,4 7 0,-18-22 0,1 0 0,-1 0 0,1-1 0,-1 1 0,1 0 0,-1-1 0,1 1 0,0-1 0,-1 1 0,1-1 0,0 1 0,0-1 0,-1 1 0,1-1 0,0 0 0,0 1 0,0-1 0,-1 0 0,1 0 0,0 0 0,0 1 0,0-1 0,0 0 0,0 0 0,-1 0 0,1 0 0,0-1 0,1 1 0,1-1 0,-1 0 0,0 0 0,0 0 0,0-1 0,0 1 0,0-1 0,0 1 0,0-1 0,0 1 0,2-4 0,1-2 0,0 1 0,0-1 0,-1 0 0,0-1 0,-1 1 0,5-12 0,20-40 0,-22 51 0,-1-1 0,0-1 0,-1 1 0,0 0 0,3-15 0,18-79 0,-15 71 0,-3 1 0,0-2 0,-2 1 0,1-34 0,-6 16 0,2 20 0,-2 1 0,-1-1 0,-1 0 0,-1 1 0,-2 0 0,-14-49 0,11 56 0,2-1 0,-5-37 0,7 38 0,0 1 0,-12-35 0,-4-2 0,13 36 0,0 1 0,-2 0 0,-17-30 0,22 196 0,5-131 0,0 1 0,2-1 0,-1 1 0,2-1 0,7 22 0,11 45 0,-19-52 0,2 1 0,1 0 0,2-1 0,0 0 0,18 36 0,18 5 0,-35-51 0,-1 1 0,9 32 0,-10-29 0,0-1 0,21 42 0,41 53-534,-63-106-362,1 1 0,0-1 0,1-1-1,1 1 1,10 9 0,19 25-3958,-33-38 3683,0-1 1,0 0-1,1 0 1,0-1-1,0 1 1,1-2-1,-1 1 0,1 0 1,0-1-1,0-1 1,1 1-1,13 4 0,6-5-1851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35.17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122 146 5010,'1'-16'2653,"0"12"-1759,-1 0 1,1 0-1,-1-1 1,-1 1-1,1 0 0,0-1 1,-1 1-1,0 0 1,0 0-1,-2-6 0,-36-58 8255,38 68-9071,1-1 0,-1 0 1,1 1-1,0-1 1,-1 0-1,1 1 1,-1-1-1,0 1 0,1-1 1,-1 1-1,1-1 1,-1 1-1,0 0 1,1-1-1,-1 1 0,0 0 1,0-1-1,1 1 1,-1 0-1,0 0 1,0 0-1,1 0 0,-1 0 1,0 0-1,0 0 1,1 0-1,-1 0 1,0 0-1,0 0 0,1 0 1,-1 0-1,0 0 1,0 1-1,1-1 1,-1 0-1,0 1 0,1-1 1,-1 1-1,0-1 1,1 0-1,-1 1 1,1 0-1,-1-1 0,1 1 1,-1-1-1,1 1 1,-1-1-1,1 1 1,-1 0-1,0 1 0,-21 40 1792,17-3-1561,2-1-370,-2-12 61,1 0 0,0 0 0,2 32 0,2 249 0,9-249 0,-7-47 0,1 0 0,-1 0 0,0 21 0,-2-30 0,1 0 0,-1 0 0,0 0 0,1 0 0,-1 0 0,1 0 0,0 0 0,0 0 0,-1 0 0,1 0 0,1 0 0,-1-1 0,0 1 0,0 0 0,1-1 0,-1 1 0,1-1 0,-1 1 0,1-1 0,0 0 0,-1 1 0,1-1 0,0 0 0,0 0 0,0 0 0,0-1 0,0 1 0,0 0 0,0-1 0,0 1 0,0-1 0,0 0 0,0 0 0,0 0 0,4 0 0,10 0 0,0 0 0,-1-1 0,27-5 0,-35 4 0,181-13 0,-185 14 0,10-2 0,1 0 0,0 1 0,-1 1 0,1 0 0,0 1 0,0 0 0,0 1 0,0 0 0,26 8 0,-11-5 0,-28-5 0,-1 1 0,1 0 0,0 0 0,0 0 0,-1 0 0,1 0 0,0 0 0,-1 0 0,1 0 0,0 0 0,0 1 0,-1-1 0,1 0 0,0 0 0,-1 1 0,1-1 0,0 0 0,-1 1 0,1-1 0,0 1 0,-1-1 0,1 1 0,-1-1 0,1 1 0,-1-1 0,1 1 0,-1-1 0,1 1 0,-1 0 0,0-1 0,1 1 0,-1 0 0,0-1 0,0 1 0,1 0 0,-1-1 0,0 1 0,0 0 0,0 0 0,0-1 0,0 1 0,0 0 0,0 0 0,0-1 0,0 1 0,0 0 0,0 0 0,-1-1 0,1 1 0,-1 1 0,-1 2 0,-1 1 0,0 0 0,0-1 0,-1 0 0,0 0 0,1 0 0,-1 0 0,0 0 0,-1-1 0,1 0 0,-8 5 0,-15 5 0,-1-1 0,0-2 0,-1 0 0,0-2 0,-41 6 0,-94 13 0,153-26-313,1 1-1,-1-1 1,0-1 0,-20-1 0,11 0-1264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35.95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387 428 7251,'36'-27'5485,"-24"19"-3173,0 0-1,-1-1 1,0-1 0,0 0 0,17-21 0,0-4-139,-22 28-1613,0 0 0,0-1 0,0 1 0,7-15 0,-12 19-497,0 0-1,0 0 1,0 0-1,0 0 1,-1-1-1,1 1 1,-1 0-1,0 0 0,0 0 1,0 0-1,0 0 1,0-1-1,-1 1 1,0 0-1,1 0 1,-1 0-1,0 0 1,-2-3-1,1 3-62,1 1 0,-1 0 0,0 0 0,0 0 0,0 0 0,0 0 0,0 0 0,0 1 0,0-1 0,0 1 0,-1 0 0,1-1 0,-1 1 0,1 0 0,-1 0 0,1 0 0,-1 1 0,0-1 0,1 1 0,-1-1 0,0 1 0,0 0 0,1 0 0,-6 1 0,-5 0 0,0 0 0,0 1 0,-23 6 0,8 1 0,0 1 0,1 1 0,0 1 0,1 2 0,0 0 0,1 2 0,1 1 0,1 1 0,0 1 0,1 1 0,1 0 0,1 2 0,1 1 0,1 0 0,-29 51 0,41-61 0,1 0 0,1 0 0,0 1 0,0-1 0,2 1 0,0 0 0,0 0 0,1 0 0,1 0 0,2 24 0,-1 0 0,0-33 0,-1 0 0,1 0 0,1 0 0,-1 0 0,1-1 0,-1 1 0,1 0 0,1-1 0,-1 0 0,1 1 0,-1-1 0,1 0 0,0 0 0,1 0 0,-1-1 0,8 6 0,3 3 0,1 0 0,1-1 0,19 10 0,-28-18 0,1 0 0,-1 0 0,1-1 0,0 0 0,0-1 0,0 1 0,1-2 0,-1 1 0,0-1 0,0 0 0,0-1 0,1 0 0,-1 0 0,0 0 0,0-1 0,12-5 0,2-1 0,-2 0 0,1-2 0,-1 0 0,31-22 0,-46 28 0,0 0 0,-1 0 0,0 0 0,0 0 0,0-1 0,-1 1 0,6-11 0,10-10 0,-6 11 0,-10 11 0,1-1 0,-1 1 0,0-1 0,0 0 0,0 0 0,-1 0 0,1 0 0,-1 0 0,0-1 0,0 1 0,1-9 0,17-31 0,-16 39 0,-1-1 0,0 1 0,-1-1 0,1 0 0,-1 0 0,0 0 0,-1 0 0,1 0 0,-1 0 0,-1 0 0,1-8 0,-1 13 0,-4-47 0,4 47 0,0 1 0,0-1 0,0 0 0,0 0 0,-1 1 0,1-1 0,0 0 0,0 0 0,-1 1 0,1-1 0,-1 0 0,1 1 0,-1-1 0,1 1 0,-1-1 0,1 0 0,-1 1 0,1-1 0,-1 1 0,-1-1 0,1 1 0,0 0 0,0 0 0,0 0 0,0 1 0,1-1 0,-1 0 0,0 1 0,0-1 0,0 1 0,0-1 0,1 1 0,-1-1 0,0 1 0,0-1 0,1 1 0,-1 0 0,0-1 0,1 1 0,-1 0 0,1 0 0,-1 0 0,1-1 0,-1 2 0,-1 0 0,1 0 0,-1 1 0,1-1 0,-1 0 0,1 1 0,0-1 0,0 1 0,0-1 0,0 1 0,0-1 0,1 1 0,-1 0 0,0 4 0,1-5 0,0 0 0,0 1 0,0-1 0,-1 0 0,1 0 0,-1 1 0,0-1 0,0 0 0,1 0 0,-1 0 0,-1 0 0,1 0 0,0 0 0,0 0 0,-3 2 0,3-3 0,-1 1 0,1 0 0,0 0 0,-1 0 0,1 0 0,0 0 0,0 0 0,1 0 0,-1 0 0,0 0 0,1 0 0,-1 1 0,1-1 0,-1 0 0,1 3 0,-1 14 0,1-13 0,-1-1 0,1 0 0,0 0 0,0 0 0,0 0 0,1 1 0,0-1 0,0 0 0,3 8 0,2-1 0,-1-1 0,0 1 0,5 19 0,-3-19-457,-1-1 0,1-1 1,0 1-1,1-1 0,1 0 0,-1-1 0,2 0 1,18 15-1,-20-18-979,1 1-1,0-1 1,1-1 0,-1 1-1,1-2 1,0 1 0,1-2 0,-1 1-1,16 2 1,-16-4 710,1-2 0,0 1-1,-1-1 1,1-1 0,-1 0 0,1 0-1,-1-1 1,0 0 0,1-1 0,-1 0-1,0-1 1,-1 0 0,1 0 0,-1-1-1,13-9 1,-5 2 703,-1 0-1,-1-1 0,0-1 0,-1-1 1,0 0-1,-1-1 0,-1 0 1,16-27-1,-11 13 1228,-9 18-605,-1 0-1,0-1 0,-1 0 0,-1 0 0,0 0 0,4-17 1,0-14 840,-2 14 884,-1-1 1,3-63-1,-10 88-1716,0 0 0,0 1 0,0-1 1,-1 1-1,0-1 0,0 1 0,0 0 0,-1 0 0,0 0 1,0 0-1,0 0 0,0 0 0,-1 1 0,0 0 1,0 0-1,0 0 0,0 0 0,-1 0 0,1 1 1,-1 0-1,-7-4 0,10 7-506,0-1-1,0 1 1,0 0 0,1 0 0,-1-1-1,0 1 1,0 1 0,0-1 0,0 0-1,0 0 1,1 1 0,-1-1-1,0 1 1,0-1 0,1 1 0,-1 0-1,-2 1 1,-13 4 402,3-4-269,9-1-199,0 0 0,1 0 0,-1 0 0,0 1 1,0-1-1,1 1 0,-1 0 0,0 0 0,1 1 1,0-1-1,0 1 0,0 0 0,0 0 0,0 1 1,0-1-1,-3 6 0,-3 1-35,1 0 0,1 1 0,-1 0 0,2 1 0,0 0 0,0 0 0,1 1 0,1 0 0,0 0 0,0 0 0,1 0 0,1 1 0,1-1 0,0 1 0,0 0 0,1 0 0,1 0 0,3 25 0,0-21 0,1 0 0,0-1 0,1 0 0,1 0 0,14 27 0,-3-15-12,-9-13-85,2 1-1,0-1 0,0-1 0,2 0 0,0-1 0,25 24 1,-34-36-24,0 0 1,1-1 0,-1 1 0,1-1-1,-1 1 1,1-1 0,-1 0-1,1-1 1,0 1 0,0-1 0,-1 1-1,5-1 1,12 2-355,-11-1 288,1 1 0,-1-2 0,1 1 0,-1-1-1,1-1 1,-1 1 0,0-2 0,1 1-1,-1-1 1,10-4 0,10-5-11,49-27-1,-59 29 198,-5 1-56,-1-1-1,-1-1 1,1 0-1,-2 0 1,1-1 0,-1-1-1,10-14 1,63-94-153,-73 100 301,-1 1 0,-1-1 0,12-39 0,0 0 630,-17 48-569,4-7 398,-1 0 1,-1-1-1,-1 0 1,0 0-1,-1-1 1,2-39-1,-6-156 221,0 215-771,-1 1 0,1-1 0,0 0 0,0 1 0,-1-1 0,1 0 0,0 1 0,-1-1 0,1 0 0,0 1 0,-1-1 0,1 0 0,0 0 0,-1 1 0,1-1 0,-1 0 0,1 0 0,-1 0 0,1 0 0,0 1 0,-1-1 0,1 0 0,-1 0 0,1 0 0,-1 0 0,1 0 0,-1 0 0,1 0 0,-1 0 0,1-1 0,0 1 0,-1 0 0,1 0 0,-1 0 0,1 0 0,-1-1 0,1 1 0,0 0 0,-1 0 0,1-1 0,0 1 0,-1 0 0,1-1 0,0 1 0,-1 0 0,1-1 0,0 1 0,0 0 0,-1-1 0,1 4 0,0 0 0,0 1 0,-1-1 0,0 0 0,1 0 0,-1 0 0,0 1 0,0-1 0,-1 0 0,1-1 0,-1 1 0,-2 4 0,-13 31 0,12-16 0,1 2 0,0-1 0,2 0 0,1 30 0,1-40 0,-2 0 0,0-1 0,0 1 0,-6 17 0,5-17 0,-1 0 0,2-1 0,0 2 0,-1 17 0,4-13 0,1 0 0,1-1 0,5 23 0,-3-24 0,-2 1 0,0 0 0,0 21 0,-2 3 0,2-1 0,9 44 0,-11-16 0,-2-57 0,1-1 0,0 1 0,0-1 0,1 0 0,0 1 0,5 15 0,4-11 45,-9-14-95,1 1 0,-1-1 0,0 0 0,0 1 0,0-1 0,0 1 1,0 0-1,-1-1 0,1 1 0,0 0 0,-1-1 0,1 1 0,-1 0 0,1-1 0,-1 1 0,0 0 0,0 2 0,0 15-2198,0-4-2379,26-41-16652,-17 10 20278,-2 5 76,-2-14-860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36.16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23 398 288,'41'-66'1172,"-28"48"205,-1-1 0,17-37 1,-17 30 76,-4 9 200,-1 0 0,8-30 0,1-5 3231,-13 44-3586,0 1 0,-1-1 1,0 0-1,0 0 0,0 0 1,-1-13-1,0 20-1249,-1 1 1,0-1-1,0 1 1,0 0-1,-1-1 0,1 1 1,0-1-1,0 1 1,0-1-1,0 1 0,0 0 1,0-1-1,-1 1 1,1 0-1,0-1 1,0 1-1,0 0 0,-1-1 1,1 1-1,0 0 1,-1-1-1,1 1 0,0 0 1,-1 0-1,1-1 1,0 1-1,-1 0 1,1 0-1,0 0 0,-1-1 1,1 1-1,-1 0 1,1 0-1,-1 0 0,-18 3 1952,-20 15 866,35-16-2723,-4 3-145,-1 1 0,1 0 0,0 0 0,1 1 0,0 0 0,0 0 0,0 1 0,1 0 0,-10 16 0,2-4 0,11-14 0,-1 0 0,1 1 0,0 0 0,1-1 0,0 1 0,0 0 0,0 0 0,1 1 0,0-1 0,0 0 0,1 0 0,0 0 0,0 1 0,3 10 0,-2 17 0,1-23 0,0-1 0,1 1 0,1 0 0,0-1 0,0 0 0,1 0 0,0 0 0,1-1 0,0 0 0,1 0 0,12 14 0,-14-18 0,0-1 0,1 0 0,-1 0 0,1 0 0,0 0 0,9 4 0,6 5 0,-6-3 0,1 0 0,1-2 0,0 0 0,0-1 0,1 0 0,-1-2 0,2 0 0,-1-1 0,20 3 0,-33-7 0,6 0 0,0 0 0,0 0 0,1-2 0,-1 1 0,0-1 0,21-5 0,30-2 0,-55 8-56,0 0 0,-1-1-1,1 0 1,0 0 0,0-1 0,-1 0 0,12-4-1,-16 5-29,0 0-1,0 1 0,0-1 0,0 0 0,-1-1 1,1 1-1,0 0 0,-1 0 0,1-1 0,-1 1 1,0-1-1,1 1 0,-1-1 0,0 1 0,0-1 0,0 0 1,0 0-1,0 0 0,0 1 0,-1-1 0,1 0 1,-1 0-1,1 0 0,0-4 0,-2 3-1148,0 0 0,0 0-1,0 0 1,0 0 0,0 1 0,-1-1 0,1 0-1,-1 0 1,0 1 0,0-1 0,0 1-1,0 0 1,-3-3 0,-18-6-5088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38.83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244 144 3682,'-5'2'642,"0"0"1,0 0 0,1-1-1,-2 1 1,1-1 0,0 0-1,0 0 1,0-1 0,0 0-1,-10 0 1,7-1-295,1 1 0,0 1 0,0-1 0,0 1 0,-1 1 0,-6 1 0,-3 1 19,0 0 0,0-2-1,0 0 1,-31 0-1,43-2 2462,32 0-1318,44-2-114,77-10-1,-11 7-1235,223-20 1580,-151 13-111,-188 11-1460,553-36 2827,210-4 493,-429 30-3054,-61-4-435,-7 3 0,-87 10 11,-126 2-185,-74 1 134,0-1 0,0 0 0,1 0 0,-1 0 0,0 0 0,0 0 0,0 0 0,0 0 0,1 0 0,-1 1 0,0-1 0,0 0 0,0 0 0,0 0 0,0 0 0,0 1 0,0-1 0,1 0 0,-1 0 0,0 0 0,0 0 0,0 1-1,0-1 1,0 0 0,0 0 0,0 0 0,0 1 0,0-1 0,0 0 0,0 0 0,0 0 0,0 1 0,0-1 0,0 0 0,0 0 0,0 0 0,0 1 0,0-1 0,-1 0 0,1 0 0,0 0 0,0 0 0,0 1 0,0-1 0,0 0 0,0 0 0,-1 0 0,1 0 0,0 0 0,0 1 0,0-1-1,0 0 1,-1 0 0,1 0 0,-42 5-7688,27-1 5623,0-1 0,0-1 0,0 0 1,0 0-1,-21-2 0,-42 9-3215,31-8 3076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39.33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125 1 2881,'0'0'110,"0"1"0,0-1-1,0 1 1,-1-1 0,1 1-1,0-1 1,0 1-1,-1-1 1,1 1 0,0-1-1,-1 1 1,1-1 0,-1 1-1,1-1 1,0 0 0,-1 1-1,1-1 1,-1 0-1,1 1 1,-1-1 0,1 0-1,-1 1 1,1-1 0,-1 0-1,0 0 1,1 0 0,-1 0-1,1 0 1,-1 0-1,0 1 1,1-1 0,-2-1-1,-15 2 2036,5-1 2060,0-1 5911,17 16-7923,-1-11-1937,-2-3-109,-1 0 1,1 1-1,-1-1 0,1 1 1,-1 0-1,1-1 1,-1 1-1,0 0 0,0 0 1,0 0-1,0 0 1,0 0-1,0 0 0,-1 0 1,1 0-1,-1 0 1,1 0-1,-1 0 0,0 0 1,0 0-1,0 1 0,0-1 1,0 0-1,-1 3 1,2 8 313,0 0 1,1 1 0,0-1 0,6 18 0,-4-17-208,-1 1 0,0-1 0,-1 1 1,0 21-1,17 105-166,-19-134-88,1 0 0,0 0 0,0 0 0,1 0 0,-1 0 0,1 0 0,5 9 0,-5-10 0,1 0 0,-1 0 0,-1 0 0,1 0 0,-1 1 0,0-1 0,0 9 0,9 40 0,-1-7 0,-6 2 0,-2-47 0,0 0 0,-1-1 0,2 1 0,-1-1 0,0 1 0,0-1 0,1 0 0,-1 0 0,1 1 0,0-1 0,0 0 0,2 2 0,4 11 0,-9-11 0,-6-9 0,1 1 0,5 4 0,0 0 0,0-1 0,0 1 0,0-1 0,0 0 0,0 1 0,1-1 0,-1 0 0,0 1 0,0-1 0,0 0 0,1 0 0,-1 0 0,0 1 0,1-1 0,-1 0 0,1 0 0,-1 0 0,1 0 0,-1 0 0,1 0 0,0-1 0,-1 1 0,1 0 0,0-1 0,0-1 0,-1 1 0,1 0 0,-1-1 0,1 1 0,-1 0 0,0 0 0,0-1 0,0 1 0,0 0 0,0 0 0,0 0 0,-1 0 0,1 0 0,-1 1 0,1-1 0,-1 0 0,0 1 0,0-1 0,0 1 0,0-1 0,0 1 0,0 0 0,0 0 0,-2-1 0,-24-20 0,26 19 0,-1 0 0,0 1 0,0-1 0,0 1 0,0-1 0,0 1 0,0 0 0,-1 0 0,-6-2 0,7 3 0,-1-1 0,0 0 0,1 0 0,0 0 0,-1 0 0,1 0 0,0-1 0,0 1 0,-5-7 0,8 9 0,0-1 0,-1 0 0,1 0 0,-1 0 0,1 1 0,-1-1 0,1 0 0,-1 0 0,1 1 0,-1-1 0,0 0 0,0 1 0,1-1 0,-1 1 0,0-1 0,0 1 0,0 0 0,1-1 0,-1 1 0,0 0 0,0-1 0,0 1 0,0 0 0,0 0 0,0 0 0,0 0 0,1 0 0,-1 0 0,0 0 0,0 0 0,0 0 0,0 0 0,-1 1 0,0 0 0,1 0 0,-1 1 0,1-1 0,-1 1 0,1 0 0,-1-1 0,1 1 0,0 0 0,0 0 0,0 0 0,0 0 0,0 0 0,1 0 0,-2 2 0,0 2 0,1 1 0,-1-1 0,1 0 0,0 0 0,1 1 0,0-1 0,0 1 0,0-1 0,0 0 0,1 1 0,0-1 0,3 7 0,2 0 0,-4-11 0,-1 0 0,0 0 0,0 0 0,0 1 0,-1-1 0,1 0 0,0 0 0,-1 0 0,1 1 0,-1 3 0,0-4 0,1-1 0,-1 0 0,0 1 0,1-1 0,-1 0 0,1 1 0,-1-1 0,1 0 0,-1 0 0,1 0 0,0 1 0,0-1 0,0 0 0,-1 0 0,1 0 0,0 0 0,0 0 0,1-1 0,-1 1 0,0 0 0,0 0 0,0-1 0,0 1 0,1 0 0,-1-1 0,0 0 0,2 1 0,16 12 0,-16-10 0,-1 0 0,1 0 0,0 0 0,0-1 0,0 1 0,1-1 0,-1 1 0,1-1 0,-1 0 0,1-1 0,0 1 0,-1 0 0,1-1 0,0 0 0,0 0 0,0 0 0,0-1 0,0 1 0,7-1 0,6 0 0,0-2 0,0 1 0,28-9 0,-8-1-21,-1-1-1,55-29 1,-57 19-767,16-25-5951,-10 11-1149,-15 8-2576,-2 16 3672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0.2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143 93 6211,'-3'0'14575,"-17"0"-11315,-46 9 4071,66-9-7280,-1 1 0,0-1-1,1 1 1,0-1 0,-1 0-1,1 1 1,-1-1 0,1 1 0,-1-1-1,1 1 1,0 0 0,-1-1 0,1 1-1,0-1 1,0 1 0,0-1 0,-1 1-1,1 0 1,0-1 0,0 1 0,0 0-1,0-1 1,0 1 0,0 0 0,-1 4 70,-15 23-121,13-24 0,-1 1 0,1 0 0,1 0 0,-1 0 0,1 0 0,0 0 0,0 0 0,0 1 0,0-1 0,1 1 0,-1 5 0,2 2 0,-1-8 0,1 0 0,0-1 0,0 1 0,0 0 0,1 0 0,-1-1 0,1 1 0,0-1 0,2 5 0,15 35 0,1-1 0,35 55 0,-46-85 0,1-1 0,0 0 0,1 0 0,0-1 0,1 0 0,21 16 0,23 25 0,-35-36 0,1-2 0,1 0 0,0-1 0,0-2 0,36 14 0,-48-23 0,-1-1 0,1 1 0,-1-2 0,1 1 0,0-1 0,-1-1 0,1 1 0,-1-2 0,1 1 0,-1-1 0,1-1 0,-1 0 0,0 0 0,0-1 0,15-8 0,-16 7 0,0 1 0,-1-2 0,1 1 0,-1-1 0,0 0 0,-1-1 0,1 1 0,-1-1 0,0-1 0,-1 1 0,0-1 0,7-14 0,-11 20 0,0-6 0,2 1 0,-1-1 0,1 1 0,0 0 0,0 0 0,1 0 0,6-8 0,-3 1 0,-1 0 0,0 0 0,0-1 0,3-15 0,0-1 0,-5 17 0,-2 1 0,0-1 0,0 0 0,-2 0 0,1 0 0,-2 0 0,-1-14 0,-1-22 0,3 48 0,0 0 0,0 0 0,-1 0 0,1 0 0,-1 0 0,1 0 0,-1 0 0,0 0 0,0 0 0,0 0 0,0 0 0,0 0 0,0 1 0,0-1 0,-1 0 0,0-1 0,0 2 0,1-1 0,0 1 0,-1 0 0,1-1 0,0 0 0,0 1 0,1-1 0,-1 0 0,0 0 0,0 1 0,1-1 0,-1 0 0,1 0 0,-1 0 0,1-3 0,0 3 0,0 0 0,0 1 0,-1-1 0,1 0 0,-1 0 0,1 1 0,-1-1 0,1 1 0,-1-1 0,0 0 0,0 1 0,0-1 0,0 1 0,0-1 0,0 1 0,0 0 0,0 0 0,-1-1 0,1 1 0,0 0 0,-1 0 0,1 0 0,-1 0 0,1 1 0,-1-1 0,0 0 0,1 0 0,-1 1 0,0-1 0,1 1 0,-1 0 0,0 0 0,1-1 0,-4 1 0,4 1 0,1-1 0,0 0 0,-1 0 0,1 1 0,0-1 0,-1 0 0,1 1 0,0-1 0,-1 0 0,1 1 0,0-1 0,0 0 0,0 1 0,-1-1 0,1 1 0,0-1 0,0 0 0,0 1 0,0-1 0,0 1 0,0-1 0,0 1 0,0-1 0,0 0 0,0 1 0,0-1 0,0 1 0,0-1 0,0 1 0,0 0 0,-1 26 0,0-14 0,0 1 0,1 0 0,1 0 0,0 0 0,5 21 0,33 62 0,-32-81 0,2 0 0,0-1 0,0 0 0,1-1 0,1 0 0,1 0 0,0-1 0,0-1 0,1 0 0,1 0 0,0-2 0,0 1 0,32 15 0,-36-23 0,-1 0 0,1 0 0,0-1 0,0 0 0,0-1 0,0 0 0,0-1 0,1 0 0,-1 0 0,0-1 0,0 0 0,0-1 0,0 0 0,19-7 0,-13-1 0,0 1 0,0-2 0,-1 0 0,15-14 0,-26 21 0,0 0 0,0-1 0,0 0 0,0 1 0,-1-1 0,0 0 0,0-1 0,0 1 0,0-1 0,-1 1 0,0-1 0,0 0 0,-1 0 0,0 1 0,0-1 0,1-10 0,-1-29 0,1 26 0,-2 0 0,0 0 0,-1 0 0,-4-19 0,3 29 0,0-3 0,-1-1 0,0 1 0,-1 0 0,0-1 0,-1 2 0,0-1 0,-9-15 0,3 10 0,9 13 0,0 0 0,0 0 0,0 0 0,-1 1 0,1 0 0,-1-1 0,0 1 0,0 0 0,0 0 0,0 0 0,-1 1 0,-5-4 0,-127-47 0,109 53 0,7 4 0,4-2 0,0 1 0,1 0 0,-1 2 0,1 0 0,0 0 0,0 1 0,1 1 0,0 0 0,-19 14 0,-13 15 0,43-35-132,1 1 1,0 0-1,0-1 1,0 1-1,1 0 0,-1 0 1,0 0-1,1 1 1,-1-1-1,1 0 0,0 0 1,0 1-1,0-1 1,0 1-1,0-1 0,1 1 1,-1 0-1,1-1 1,-1 1-1,1-1 0,0 1 1,0 0-1,0-1 1,0 1-1,1 0 0,-1-1 1,1 1-1,-1-1 1,1 1-1,0-1 0,2 5 1,-1 0-494,1-1-1,0 1 1,1 0 0,-1-1 0,1 1-1,0-1 1,1 0 0,0-1 0,7 8 0,1 0-1847,-11-11 2077,0 0 0,0 1 0,1-1 1,-1 0-1,0-1 0,1 1 0,-1 0 0,1-1 0,0 1 0,-1-1 0,1 0 0,0 0 0,3 1 0,11 2-1467,1-1 1,-1-1 0,1 0 0,18-2 0,-4-8-463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0.54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145 274 800,'4'-7'949,"0"-1"-1,0 0 0,-1 0 1,0 0-1,0 0 0,0 0 1,-1-1-1,-1 1 0,2-12 1,-3-83 10217,-2 44-5409,2 58-5674,-1 0 0,1 0 0,0 0 0,0 1 0,0-1 0,-1 0 0,1 0-1,0 0 1,-1 1 0,1-1 0,-1 0 0,1 0 0,-1 1 0,1-1 0,-1 0 0,0 1 0,1-1 0,-1 1 0,0-1 0,1 1-1,-1-1 1,0 1 0,0-1 0,0 1 0,0-1 0,0 1-16,1 0 0,0 0 0,-1 0 0,1-1 0,0 1 0,-1 0 0,1 0 0,0 0 0,-1 0 0,1 0 0,0 0 0,-1 0 0,1 0 0,-1 0 0,1 0 0,0 0 0,-1 0 0,1 0 0,0 0 0,-1 0 0,1 0 0,-1 0 0,1 0 0,0 0 0,-1 0 0,1 1 0,0-1 0,-1 0 0,1 0 0,0 0-1,-1 1 1,1-1 0,0 0 0,0 0 0,-1 1 0,1-1 0,0 0 0,0 1 0,0-1 0,-1 0 0,1 1 0,0-1 0,0 0 0,0 1 0,0 0 0,0 157 256,0-149-323,0 0 0,2 0 0,-1 1 0,1-1 0,0 0 0,5 12 0,2 8 0,7 79 0,-4-21 0,-4-48 0,23 146 0,-11-38 0,-6-60 0,2 133 0,-16-181 0,-3 1 0,-9 53 0,9-57 0,4-31 0,-1 1 0,-1 0 0,1-1 0,-1 1 0,0-1 0,-2 8 0,-36 53 0,38-64 0,0 0 0,0 0 0,0 0 0,-1 0 0,1-1 0,0 1 0,-1 0 0,1-1 0,-1 1 0,0-1 0,1 1 0,-1-1 0,0 0 0,0 0 0,-3 2 0,-15 13 0,18-15-83,1 1 0,-1-1 0,0 0 0,0 1 0,0-1 0,0 0 0,0 0 0,0 0 0,0-1 0,0 1 0,0 0 0,0-1 0,0 0 0,0 1 0,-1-1 0,1 0 0,0 0 0,0 0 0,0 0 0,0 0 0,-1-1 0,1 1 0,0-1 0,0 0 0,0 1 0,0-1 0,0 0 0,0 0 0,0 0 0,-2-2 0,-1 1-332,-1-1 0,1 0-1,0 0 1,0-1-1,1 1 1,-1-1 0,1 0-1,0 0 1,0-1-1,-4-5 1,-17-58-7981,19 56 7406,1 0-1,1 0 1,0-1-1,1 1 1,0-1-1,1 0 1,0 0-1,1 0 0,1 0 1,0 0-1,2-18 1,-1-14-930,-1-36-1439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0.7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1 344 704,'19'-45'2148,"-14"36"-1414,-1 0 0,0 0 1,-1-1-1,0 1 0,0-1 1,-1 1-1,-1-1 0,2-11 0,-3 11 181,1 0-1,1 0 1,0 0-1,3-9 1,3-31 2668,-8-35 6921,0 77-9791,-1 13 727,7 18 889,1-13-2176,-5-8-152,-1 0-1,1 0 1,0 0 0,-1 0 0,0 1-1,1-1 1,-1 0 0,0 1 0,0-1-1,-1 1 1,1 0 0,0-1 0,-1 1-1,0-1 1,1 6 0,17 121-1,-17-118 0,0 0 0,1 0 0,0 0 0,1 0 0,0-1 0,0 1 0,6 11 0,11 42 0,-14-33 0,19 59 0,-15-59 0,12 60 0,24 96-440,-6-16-9357,-38-161 8562,0 0 1,0-1-1,-1 1 0,0 0 0,-1 0 0,0 0 1,-2 15-1,0 14-3640,2-11 956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1.1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20 487 13734,'0'-16'7935,"-1"4"-3398,-13-17 647,13 28-5148,0 0-1,1-1 0,-1 1 0,1 0 1,0 0-1,-1-1 0,1 1 0,0 0 1,0-1-1,0 1 0,0 0 1,0-1-1,0 1 0,0 0 0,1-1 1,-1 1-1,0 0 0,1-1 0,-1 1 1,1 0-1,-1 0 0,1-1 0,-1 1 1,1 0-1,0 0 0,0 0 1,0 0-1,0 0 0,0 0 0,0 0 1,1-1-1,31-23 213,-4 11-248,1 1 0,40-12 0,41-17 0,-76 27 0,59-16 0,-62 22 0,-1-2 0,-1 0 0,33-18 0,-57 25 0,1 1 0,-1-1 0,0 0 0,0-1 0,0 0 0,7-7 0,-10 9 0,-1-1 0,0 1 0,-1 0 0,1-1 0,-1 1 0,1-1 0,-1 1 0,0-1 0,0 0 0,-1 1 0,1-1 0,-1 0 0,0 0 0,0-4 0,-1 5 0,1 0 0,-1 0 0,0 0 0,0 0 0,-1 0 0,1 0 0,0 0 0,-1 0 0,0 1 0,0-1 0,1 1 0,-2-1 0,1 1 0,0 0 0,0 0 0,-1 0 0,1 0 0,-1 0 0,1 1 0,-1-1 0,0 1 0,0-1 0,-6-1 0,4 1 0,-1 0 0,1 0 0,-1 0 0,0 1 0,0 0 0,1 0 0,-1 1 0,0-1 0,0 1 0,0 0 0,0 1 0,0 0 0,-9 2 0,-4 3 0,1 2 0,0 0 0,0 1 0,1 0 0,-31 24 0,38-25 0,1 0 0,0 1 0,1-1 0,0 2 0,0-1 0,1 1 0,0 0 0,1 1 0,0 0 0,-8 19 0,12-23 0,1 0 0,0 0 0,1 0 0,-1 0 0,1 0 0,0 0 0,1 1 0,0-1 0,0 0 0,0-1 0,1 1 0,0 0 0,1 0 0,-1-1 0,1 1 0,0-1 0,1 0 0,8 11 0,5 16 0,-13-29 0,0 1 0,1-1 0,-1 0 0,1 0 0,0 0 0,0-1 0,1 1 0,-1-1 0,1-1 0,-1 1 0,7 1 0,11 7 0,-13-7 0,1-1 0,0 1 0,-1-2 0,1 0 0,0 0 0,0-1 0,0 0 0,1-1 0,-1-1 0,12-1 0,14 1 0,-28 1-446,0-1 0,0 0 0,1 0 0,-1-1 0,11-3 0,8-3-1467,-21 6 275,1-1 1,0 0-1,-1 0 0,1-1 0,10-7 1,-11 7-253,1 0-1,-1 0 1,1 0 0,0 1 0,13-4 0,6-2-1583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1.47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169 306 5603,'-10'0'5049,"-15"-1"4900,25 1-9854,-1 0-1,1 0 0,-1 0 0,1 0 1,-1 0-1,0 0 0,1-1 0,-1 1 1,1 0-1,0 0 0,-1-1 1,1 1-1,-1 0 0,1-1 0,-1 1 1,1 0-1,0-1 0,-1 1 0,1-1 1,0 1-1,-1-1 0,1 1 1,0-1-1,0 1 0,-1-1 0,1 1 1,0-1-1,0 1 0,0-1 0,0 1 1,0-1-1,-1 0 0,-14-2 1416,34 0-341,-1-1 0,1 0 1,-1-2-1,0 0 0,25-12 0,-17 7-639,-5 3-530,48-22 0,-38 17 0,-28 13 0,1-1 0,-1 0 0,0 0 0,0-1 0,0 1 0,0-1 0,0 1 0,0-1 0,-1 0 0,1 0 0,0 0 0,-1 0 0,0-1 0,1 1 0,2-4 0,4-6 0,19-27 0,-27 37 0,-1 1 0,1-1 0,0 1 0,0-1 0,-1 0 0,1 1 0,-1-1 0,1 1 0,-1-1 0,0 0 0,0 1 0,1-1 0,-1 0 0,0 0 0,-1 1 0,1-1 0,0 0 0,0 1 0,-1-1 0,1 0 0,-1 1 0,1-1 0,-2-2 0,-10-14 0,11 16 0,0-1 0,-1 1 0,1 0 0,-1-1 0,0 1 0,0 0 0,0 0 0,0 0 0,0 0 0,0 0 0,0 1 0,0-1 0,-1 0 0,1 1 0,-1 0 0,1 0 0,-1 0 0,0 0 0,1 0 0,-1 0 0,0 1 0,-2-1 0,-7-2 0,1 1 0,0 1 0,-1-1 0,1 2 0,-1 0 0,1 0 0,-1 1 0,1 0 0,-1 1 0,-13 4 0,11-1 0,0 1 0,1 0 0,0 1 0,0 1 0,0 0 0,1 0 0,-14 14 0,2-2 0,0 2 0,-30 36 0,48-52 0,1 2 0,0-1 0,0 1 0,0-1 0,1 1 0,0 0 0,1 1 0,0-1 0,0 1 0,0-1 0,1 1 0,1 0 0,-1 12 0,2 98 0,1-112 0,0 0 0,0 0 0,1 1 0,1-1 0,-1 0 0,1-1 0,0 1 0,0 0 0,1-1 0,0 0 0,0 0 0,1 0 0,0 0 0,9 8 0,10 16 0,-20-26-16,0 0 0,0 0 0,1 0 1,-1-1-1,1 1 0,0-1 0,-1 0 0,1-1 0,1 1 1,-1-1-1,0 0 0,1 0 0,-1-1 0,1 1 0,6-1 0,12 3-309,1-3 0,30 0 0,-34-1-17,-7-1-1190,0-1 0,0-1 0,0 0 0,0-1 0,0 0 0,15-8 0,-3 3-1297,33-21-4196,-45 21 5358,10-4-2274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1.8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497 28 608,'-1'0'114,"0"0"-51,0 0-1,1 1 1,-1-1-1,0 0 1,0 0-1,0 0 1,1 0 0,-1 1-1,0-1 1,0 0-1,0-1 1,0 1-1,0 0 1,1 0-1,-1 0 1,0 0-1,0-1 1,0 1 0,1 0-1,-1-1 1,0 1-1,0-1 1,1 1-1,-1-1 1,0 1-1,1-1 1,-1 1-1,1-1 1,-1 0 0,0 1-1,1-1 1,-1 0-1,1 1 1,0-1-1,-1 0 1,1 0-1,0 1 1,-1-2-1,-22-10 3241,7 10-1941,-21 2 10590,16 0-7988,16 1-3513,0 0 0,0-1 0,-1 2 1,1-1-1,0 0 0,0 1 0,0 0 1,1 0-1,-1 1 0,0-1 1,1 1-1,0 0 0,-1 0 0,1 1 1,0-1-1,1 1 0,-1 0 0,1 0 1,-5 6-1,6-5-451,-1 0 0,-1-1 0,1 1 0,-1-1 0,1 0 0,-1 0 0,-6 5 0,7-7 0,0 1 0,0-1 0,0 1 0,0-1 0,1 1 0,-1 0 0,1 0 0,0 0 0,0 1 0,0-1 0,0 0 0,0 1 0,1-1 0,0 1 0,0-1 0,0 1 0,0 0 0,0 4 0,-1 19 0,1-22 0,0 0 0,1 0 0,0 0 0,0 1 0,0-1 0,0 0 0,1 0 0,0 0 0,0 0 0,0 0 0,3 7 0,3 0 0,-4-5 0,0 0 0,1-1 0,-1 1 0,2-1 0,-1 0 0,1 0 0,0 0 0,0-1 0,6 6 0,45 38 0,-43-35 0,2-1 0,0 0 0,27 17 0,-32-24 0,-8-5 0,1 0 0,0 1 0,-1-1 0,1 1 0,-1-1 0,0 1 0,1 0 0,-1 0 0,0 0 0,0 1 0,0-1 0,-1 0 0,1 1 0,0-1 0,1 5 0,-2-5 0,0 0 0,0 0 0,1-1 0,-1 1 0,0-1 0,0 1 0,1-1 0,-1 0 0,1 1 0,0-1 0,-1 0 0,1 0 0,0 0 0,2 1 0,-2-1 0,-1-1 0,0 1 0,0-1 0,0 1 0,0 0 0,0-1 0,0 1 0,0 0 0,0 0 0,0 0 0,0 0 0,0-1 0,0 1 0,-1 1 0,1-1 0,0 0 0,-1 0 0,1 0 0,-1 0 0,1 0 0,-1 1 0,1-1 0,-1 0 0,0 0 0,0 1 0,1-1 0,-1 0 0,0 0 0,0 1 0,-1 1 0,1-2 0,1 1 0,-1-1 0,0 0 0,0 0 0,0 1 0,0-1 0,0 0 0,-1 0 0,1 1 0,0-1 0,-1 0 0,1 0 0,-1 1 0,1-1 0,-1 0 0,1 0 0,-1 0 0,0 0 0,1 0 0,-1 0 0,0 0 0,0 0 0,0 0 0,0 0 0,0 0 0,0-1 0,-1 2 0,-7 5 0,-9 5 0,-1-1 0,0-1 0,0 0 0,-1-1 0,0-2 0,-1 0 0,-35 8 0,-82-4 0,63-9 0,56-2 0,-28-11-7841,44-13-4273,3 18 9155,0-22-1628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2.8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59 9941,'0'-46'15197,"0"34"-9233,0 35-4518,19 69-1227,-18-84-219,-1 0 0,1 1 0,1-1 0,0 0 0,0 0 0,4 10 0,-3-10 0,0-1 0,-1 1 0,0 0 0,0 0 0,-1 0 0,0 11 0,1 14 0,2 1 0,1 0 0,2-1 0,13 42 0,5 24 0,-22-82 0,-1-5 0,0-1 0,1 1 0,1-1 0,-1 0 0,11 20 0,-9-22 0,0 1 0,0 1 0,-1-1 0,-1 0 0,0 1 0,3 18 0,-3-13 0,1-1 0,10 28 0,-9-29 0,19 39 0,-22-50 0,-1-1 0,1 1 0,-1-1 0,1 0 0,0 1 0,0-1 0,0 0 0,0 0 0,0 0 0,1-1 0,-1 1 0,0 0 0,1-1 0,0 0 0,-1 1 0,4 0 0,-4-2 0,0 0 0,0 0 0,0 0 0,0-1 0,0 1 0,0 0 0,0-1 0,-1 1 0,1-1 0,0 0 0,0 0 0,-1 0 0,1 0 0,0 0 0,-1 0 0,1 0 0,-1 0 0,1-1 0,-1 1 0,0 0 0,1-1 0,0-1 0,2-2 0,-1 0 0,1 0 0,-1 0 0,0-1 0,4-9 0,1-41 0,-3 45 0,-1-1 0,0 1 0,-1-1 0,-1 0 0,1 0 0,-2 0 0,0 0 0,0-13 0,17-83 0,-18-11 0,0 109 0,-1 13 0,1-2 0,0 0 0,0 0 0,0 0 0,0 1 0,0-1 0,0 0 0,1 0 0,-1 0 0,0 0 0,1 0 0,-1 0 0,1 0 0,-1 0 0,1 0 0,0 0 0,0 1 0,5 3 0,-5-4 0,0 0 0,1 0 0,-1 0 0,0 1 0,1-1 0,-1 0 0,0 1 0,0-1 0,0 1 0,0-1 0,-1 1 0,1 0 0,0-1 0,0 1 0,-1 0 0,0-1 0,1 1 0,-1 0 0,0 0 0,1-1 0,-1 4 0,0 1 0,1-1 0,0 0 0,1 1 0,-1-1 0,1 0 0,0 0 0,0 0 0,1-1 0,0 1 0,0 0 0,3 3 0,10 19 0,-8-9 0,-6-13 0,0 0 0,1 0 0,-1 0 0,1-1 0,0 1 0,5 5 0,39 69 0,-34-62-1570,0 0 0,-1 0 0,14 29 0,-26-45 1329,0 0 1,1 1 0,-1-1-1,1 0 1,-1 0-1,1 1 1,-1-1 0,1 0-1,-1 0 1,1 0-1,0 0 1,0 0 0,0 0-1,0 0 1,0 0 0,0 0-1,0 0 1,0-1-1,0 1 1,0 0 0,0-1-1,0 1 1,0 0-1,1-1 1,1 1 0,0 0-223,7 10-3244,-10-10 3543,0 0-1,1 0 1,-1-1 0,0 1 0,1 0-1,-1-1 1,0 1 0,1 0-1,-1-1 1,1 1 0,-1 0-1,1-1 1,-1 1 0,1-1-1,0 1 1,-1-1 0,1 0-1,0 1 1,-1-1 0,1 0-1,0 1 1,-1-1 0,1 0-1,0 0 1,0 1 0,-1-1-1,1 0 1,0 0 0,0 0-1,1 0 1,-1 0-8,3 0-116,-1 1 0,0-1-1,1 0 1,-1 0 0,1-1-1,-1 1 1,0-1 0,1 1-1,-1-1 1,0 0 0,0 0-1,0-1 1,0 1 0,0-1-1,0 1 1,0-1 0,0 0-1,0 0 1,-1 0 0,1-1-1,3-3 1,33-22 139,-11-14 1867,-27 40-1602,0 0 1,0 0-1,-1 0 0,1 0 1,0 0-1,-1 0 1,0 0-1,0 0 1,1 0-1,-1 0 0,-1-3 1,4-19 1404,2 4 781,-1-1 0,0 1 0,-2-1 0,0 0-1,-3-40 1,1 27 1925,0 32-4005,0 1-1,0 0 1,-1-1-1,1 1 1,0 0-1,0 0 1,-1-1-1,1 1 1,-1 0-1,1 0 1,-1-1-1,1 1 1,-1 0 0,0 0-1,1 0 1,-1 0-1,0 0 1,-1-1-1,1 1-142,0 0-1,0 1 0,1-1 1,-1 0-1,0 0 1,1 0-1,-1 0 0,1 0 1,-1 0-1,1 0 0,-1 0 1,1 0-1,0 0 1,-1 0-1,1 0 0,0 0 1,0 0-1,0-1 1,0 1-76,-1 0 0,1 0 1,0 0-1,-1 1 0,1-1 1,-1 0-1,1 1 0,-1-1 1,0 0-1,1 1 0,-1-1 1,1 1-1,-1-1 0,0 1 1,0-1-1,1 1 0,-1-1 1,0 1-1,0 0 0,1-1 1,-1 1-1,0 0 0,0 0 1,0 0-1,0-1 0,0 1 1,1 0-1,-1 0 0,0 0 1,0 1-1,-1-1 0,0 0-4,-1 0-1,1 0 0,0 0 0,0 0 0,0 0 1,-1 1-1,1-1 0,0 1 0,0 0 1,0-1-1,-3 3 0,3 4 2,0 0 0,1 1 0,-1-1 0,1 0 0,1 1 0,0 0 0,0-1 0,0 1 0,2 10 0,0 11 0,-4-3 0,1-18 0,0-1 0,1 0 0,-1 1 0,2-1 0,-1 0 0,1 1 0,0-1 0,0 0 0,4 11 0,63 138 0,-67-152 0,1 0 0,0 0 0,1 0 0,-1 0 0,1 0 0,0 0 0,-1-1 0,5 4 0,14 22 0,-18-26 0,-1 1 0,1-1 0,0 0 0,0 0 0,0 0 0,0-1 0,1 1 0,-1-1 0,0 0 0,1 0 0,0 0 0,0 0 0,-1 0 0,1-1 0,0 0 0,0 0 0,1 0 0,-1 0 0,4 0 0,4 1 0,0-1 0,1 0 0,-1-1 0,0 0 0,0-1 0,16-3 0,-17 1 0,0 0 0,0-1 0,-1-1 0,0 0 0,0 0 0,0-1 0,0 0 0,-1 0 0,0-1 0,0-1 0,8-9 0,-6 6 0,-1-1 0,0 0 0,-1-1 0,0 0 0,-1 0 0,-1-1 0,10-25 0,-14 28 0,-1 0 0,0 0 0,-1 0 0,0 0 0,-1 0 0,0 0 0,-2-16 0,0-10 0,3 27 0,-1 0 0,0 0 0,-1 0 0,0 0 0,-1 0 0,0 0 0,0 1 0,-1-1 0,0 1 0,0 0 0,-1 0 0,-1 0 0,0 0 0,0 0 0,-12-14 0,11 15 0,-1 1 0,0 0 0,0 0 0,0 0 0,-1 1 0,0 0 0,-1 1 0,1-1 0,-1 2 0,0-1 0,-1 1 0,-12-4 0,2 2 0,5 2 0,0-1 0,-1 2 0,1 0 0,-26-1 0,14 3 0,21 0 0,-1 0 0,1 1 0,-1 0 0,1 0 0,-1 1 0,1-1 0,0 2 0,-1-1 0,1 1 0,0-1 0,-11 6 0,-20 12 0,29-16 0,0 1 0,0 0 0,0 0 0,1 1 0,-12 9 0,16-11 0,1-1 0,-1 1 0,1 0 0,0 0 0,0 1 0,0-1 0,1 0 0,-1 1 0,1-1 0,0 1 0,0-1 0,0 1 0,0 0 0,1-1 0,-1 1 0,1 0 0,0 5 0,0-4 5,-1 0-1,1 0 1,1 0 0,-1-1-1,1 1 1,0 0 0,0 0-1,3 9 1,-2-11-21,0-1 0,1 1 0,-1-1-1,1 1 1,0-1 0,-1 0 0,1 0 0,0 0 0,0 0-1,0-1 1,0 1 0,5 1 0,5 3-503,62 24-3854,-69-28 3985,0-1 1,1 1-1,-1-2 1,0 1-1,1-1 1,-1 0 0,1 0-1,-1 0 1,13-4-1,103-18-4301,23-7 3669,-130 24 1292,-1-1 1,0 0-1,19-13 0,0 1 1072,-20 10 122,0 1-1,-1-2 1,21-19 0,-25 21-559,0 0 0,1 0-1,0 0 1,0 1 0,1 0 0,18-8 0,-27 14-907,-1 0 0,1 0 0,0 0 0,0 0 0,-1 0 0,1 0 0,0 0 0,0 0 0,-1 0 0,1 0 0,0 0 0,0 0 0,-1 1 0,1-1 0,0 0 0,-1 0 0,1 1 0,0-1 0,-1 0 0,1 1 0,-1-1 0,1 1 0,0-1 0,-1 1 0,1-1 0,-1 1 0,1-1 0,-1 1 0,0 0 0,1-1 0,-1 1 0,0 0 0,1-1 0,-1 1 0,0 0 0,0 0 0,1-1 0,-1 1 0,0 0 0,0-1 0,0 1 0,0 0 0,0 0 0,0-1 0,0 2 0,-1 44 0,0-33 0,1 313 0,2-300 0,0 0 0,12 48 0,0-2 0,-9-37 0,-1-9 0,2 46 0,-4-48 0,0 0 0,2 0 0,11 40 0,-8-39 0,-2-1 0,0 1 0,2 45 0,-7-39-391,-1-1 0,-2 0 0,-9 39 1,10-30-3919,3-36 3758,-1 0 0,0 0 1,0 0-1,0-1 0,0 1 0,0 0 0,-1 0 0,1 0 1,-1 0-1,0 0 0,0 0 0,-1 3 0,0-3-329,0-1 0,0 1 0,0-1 0,-1 0-1,1 0 1,0 0 0,-1 0 0,1 0-1,-1-1 1,0 1 0,0-1 0,0 1 0,-4 0-1,1 7-3508,4-4 3648,-22-3-1524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3.0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235 762 1121,'1'-16'1127,"1"1"0,0 0 0,7-27 0,-5 28 140,0-1 1,-2 0-1,2-26 0,-3-1 1631,2-1 1,9-48-1,-10 19 271,-3 60-2512,1-1 0,0 1-1,1-1 1,0 1 0,4-15 0,34-95 4476,-36 109-4972,1 0 1,0 1 0,1-1-1,0 1 1,1 0-1,14-20 1,-18 29-162,0 1 0,1 0 0,-1 0 0,1 1 0,-1-1 0,1 0 0,0 1 0,0 0 0,0-1 0,0 1 0,0 0 0,0 0 0,0 1 0,0-1 0,0 1 0,0 0 0,1-1 0,-1 1 0,0 1 0,0-1 0,0 0 0,0 1 0,0 0 0,0-1 0,0 1 0,0 0 0,0 1 0,0-1 0,0 0 0,0 1 0,-1 0 0,1 0 0,-1 0 0,1 0 0,-1 0 0,0 0 0,1 0 0,-1 1 0,0-1 0,-1 1 0,1 0 0,0-1 0,-1 1 0,0 0 0,3 6 0,11 42 0,-8-31 0,0 0 0,-2 1 0,0 0 0,-1 0 0,-1 0 0,-1 0 0,-1 1 0,-4 37 0,-1-33 0,-2 0 0,-1-1 0,-18 45 0,20-59 0,0 0 0,-1 0 0,0-1 0,-1 0 0,0 0 0,-1-1 0,0 1 0,0-2 0,-1 1 0,-17 12 0,5-7-388,-1 0 0,-1-1 0,0-1 0,0-1 0,-1-1 0,-32 8 0,-5-9-4194,-42-3-8468,56-6 7146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3.8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235 111 176,'-4'2'181,"0"0"0,1-1 1,-1 0-1,0 0 0,1 0 0,-1 0 0,0 0 0,0-1 0,-5 1 1,9-1-130,-1-1 1,1 1-1,-1 0 1,1 0 0,-1 0-1,1 0 1,-1 0 0,1 0-1,-1 0 1,1 1-1,-1-1 1,1 0 0,-1 0-1,1 0 1,0 0 0,-1 1-1,1-1 1,-1 0-1,1 0 1,-1 1 0,1-1-1,0 0 1,-1 1 0,1-1-1,0 0 1,-1 1-1,1-1 1,0 1 0,-1-1-1,1 0 1,0 1 0,0-1-1,-1 2 1,1-2-5,0 1-1,0-1 1,0 0 0,-1 1-1,1-1 1,0 1 0,0-1 0,-1 1-1,1-1 1,0 0 0,-1 1 0,1-1-1,-1 0 1,1 1 0,0-1 0,-1 0-1,1 0 1,-1 1 0,1-1 0,-1 0-1,1 0 1,0 0 0,-1 1-1,1-1 1,-1 0 0,1 0 0,-1 0-1,1 0 1,-1 0 0,1 0 0,-1 0-1,1 0 1,-2 0 0,-84 10 4938,86-10-4916,-1 0-1,0 0 1,1 0 0,-1 0-1,0 0 1,0 0 0,1 0-1,-1 0 1,0 0 0,1 0-1,-1 1 1,0-1 0,1 0-1,-1 0 1,1 1 0,-1-1-1,0 0 1,1 1-1,-1-1 1,1 1 0,-1-1-1,1 1 1,-1-1 0,1 1-1,-1-1 1,0 2 0,1-2 26,0 1 1,-1 0 0,1-1-1,-1 1 1,1-1 0,-1 1-1,0-1 1,1 1-1,-1-1 1,0 1 0,1-1-1,-1 0 1,0 1 0,1-1-1,-1 0 1,0 1 0,0-1-1,1 0 1,-1 0 0,0 0-1,0 0 1,1 0 0,-1 0-1,0 0 1,0 0 0,-1 0-1,-7 1 407,-24 8 12827,45-7-12974,-1-1 1,1 0-1,0-1 0,0 0 1,-1-1-1,1-1 0,11-2 1,41-3 850,-41 6-1207,0-1 0,35-7 0,29-4 0,59 2 0,183-6 0,-48 1 0,5 6 0,-163 2 0,-6 0 0,68-8 0,-13 16 0,-142-6-502,-22 2-180,-20 4-338,7-14-5161,-8 11 3209,-13-5-5235,19 4 1402,-17-10 3881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4.1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16 5715,'5'-3'4476,"18"-10"871,1 31-2455,-16-15-2413,-1 1 0,1 0 0,-1 1 1,1 0-1,-2 0 0,1 1 0,0-1 1,10 13-1,44 63 3955,-35-43-2536,-23-34-1727,-1 0 0,0 0 0,0 0 0,0 1 1,0-1-1,-1 1 0,0 0 0,2 6 1,4 17 552,3-7-210,-8-17-440,0 0 0,0-1 0,-1 1 1,1 0-1,-1 0 0,0 0 1,0 0-1,0 0 0,-1 1 1,1 5-1,-1 6 23,1-12-97,-1 1 0,0 0 0,0-1 0,0 1 0,0-1-1,-1 1 1,0-1 0,0 1 0,-2 4 0,-5 7 0,6-12 0,0-1 0,0 1 0,0 0 0,1 0 0,-1 0 0,1 0 0,0 0 0,0 1 0,0-1 0,1 6 0,0-5-225,0-1-1,-1 0 1,1 0-1,-1 0 1,0 1-1,0-1 1,0 0-1,-1 0 1,-1 4-1,0-3-709,-1 0-1,0 0 1,1 0-1,-2-1 1,1 1-1,0-1 0,-9 6 1,-8 8-1758,19-16 1871,0-1 1,-1 1-1,0-1 1,1 1-1,-1-1 1,0 0-1,1 0 1,-1 0-1,0 0 1,0-1-1,0 1 1,-4 0-1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4.71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94 116 4162,'-3'-13'6409,"-8"1"-2487,10 11-3583,0 1 0,0-1 0,0 0 0,0 0 0,0 0 0,0 0 0,0 0 0,1 0 0,-1 0 0,0 0 0,1 0 0,-1 0 0,0 0 0,1 0 0,-1-1 0,1 1 0,0 0 0,-1 0 0,1-1 0,0 1 0,0 0 0,0-3 0,0 3 141,-1-1 1,1 0-1,0 1 0,-1-1 0,1 0 0,-1 1 0,1-1 0,-1 1 1,0-1-1,0 1 0,0-1 0,0 1 0,-2-3 0,-18-15 2539,11 9-2432,5 0-401,2 20-223,0-4 37,0 0 0,1 1 0,0-1 0,0 1 0,1-1 0,0 1 0,0 0 0,0-1 0,1 1 0,0 0 0,1 0 0,-1-1 0,1 1 0,0 0 0,1-1 0,2 9 0,6 56 0,-9-56 0,0 0 0,1 0 0,1-1 0,6 19 0,6 35 0,-8-26 0,1 1 0,19 56 0,-15-64 0,11 62 0,-14-55 0,4 33 0,2 9 0,-5-58 0,-7-21 0,-1 1 0,0-1 0,-1 0 0,1 1 0,-1-1 0,0 1 0,0-1 0,0 8 0,8 56 0,-6-52 0,0 0 0,0 29 0,-3-28-2454,0 30-9461,29-48-2081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5.34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145 107 3410,'-5'-4'1089,"0"0"0,0 1 0,1-2 0,-1 1 1,1 0-1,0-1 0,-4-6 0,-15-15 1219,22 25-2137,0 0 0,0 0 1,0 0-1,-1 0 0,1 0 1,0 0-1,-1 1 1,1-1-1,0 0 0,-1 1 1,1-1-1,-1 1 1,1 0-1,-3-1 0,0 0 388,3 1-476,1 0-1,0 0 1,-1 0-1,1-1 1,0 1-1,0 0 1,-1 0-1,1 0 1,0-1-1,-1 1 1,1 0-1,0-1 1,0 1-1,0 0 1,-1-1-1,1 1 1,0 0-1,0-1 0,0 1 1,0 0-1,0-1 1,-1 1-1,1 0 1,0-1-1,0 1 1,0 0-1,0-1 1,0 1-1,0-1 1,0 1-1,0 0 1,1-1-1,-1 1 1,0 0-1,0-1 1,0 1-18,0 0 0,0 0-1,0-1 1,0 1 0,1 0 0,-1 0 0,0 0 0,0 0-1,0-1 1,0 1 0,0 0 0,0 0 0,0 0 0,0 0-1,0-1 1,0 1 0,0 0 0,0 0 0,0 0 0,0 0-1,0-1 1,0 1 0,-1 0 0,1 0 0,0 0 0,0 0 0,0-1-1,0 1 1,0 0 0,0 0 0,0 0 0,0 0 0,0 0-1,-1 0 1,1-1 0,0 1 0,0 0 0,0 0 0,0 0-1,0 0 1,-1 0 0,1 0 0,0 0 0,0 0 0,0 0-1,0 0 1,-1 0 0,1 0 0,-2 0-118,2 0 208,-1 0 0,1 0 0,-1 0 0,1 0 0,-1 0-1,1 0 1,0 0 0,-1 0 0,1 0 0,-1 0 0,1 0 0,-1 0-1,1 0 1,0 0 0,-1 0 0,1 0 0,-1 0 0,1-1-1,0 1 1,-1 0 0,1 0 0,-1-1 0,1 1 0,0 0 0,-1 0-1,1-1 1,0 1 0,0 0 0,-1-1 0,1 1 0,0-1-1,0 1 1,-1 0 0,1-1 0,0 1 0,0-1 0,0 1 0,0 0-1,-1-1 1,1 0 0,-1 0-7,0 1 0,0 0 0,0-1 0,-1 1 0,1 0 0,0 0 1,0 0-1,0 0 0,-1 0 0,1 0 0,0 0 0,0 0 0,0 0 0,-1 1 0,0 0 0,-1-1 92,1 4-226,1 0 0,0 1 0,0-1 0,0 1-1,0-1 1,1 0 0,0 1 0,0-1 0,0 1 0,0-1 0,2 5-1,-2 0-24,-1 13 11,0-17 0,0-1 0,1 0 0,-1 1 0,1-1 0,1 1 0,-1-1 0,0 0 0,1 1 0,0-1 0,0 0 0,0 0 0,3 5 0,6 11 0,-1 0 0,11 33 0,-10-26 0,2 0 0,1 0 0,1-1 0,25 35 0,-4-4 0,-24-39 0,1 0 0,0 0 0,1-1 0,1-1 0,17 16 0,29 36 0,-27-29 0,91 94 0,-120-127 0,0 0 0,0 0 0,0 0 0,-1 1 0,0-1 0,0 1 0,2 8 0,-3-8 0,1 0 0,-1 0 0,2 0 0,-1 0 0,6 7 0,-1-5 0,-6-8 0,-1-1 0,0 1 0,0 0 0,0 0 0,0-1 0,0 1 0,0 0 0,-1 0 0,1 0 0,0 0 0,0 0 0,-1 0 0,1 0 0,0 1 0,-1-1 0,1 0 0,-1 0 0,0 0 0,1 1 0,-1-1 0,0 0 0,0 0 0,0 1 0,1-1 0,-1 0 0,-1 0 0,1 1 0,0-1 0,0 0 0,0 0 0,-1 1 0,1-1 0,-1 0 0,1 0 0,-1 0 0,1 1 0,-1-1 0,0 1 0,-4 3 0,0 0 0,-1 0 0,1 0 0,-1 0 0,0-1 0,0 0 0,-1-1 0,1 1 0,-1-1 0,1 0 0,-10 2 0,3 0 0,1 0 0,0 1 0,-14 9 0,19-12-37,1 1 0,-1-1-1,0 0 1,0 0 0,0-1 0,0 0-1,-1 0 1,1-1 0,-1 0 0,-13 1-1,7-2-340,-1-1 0,1 0 0,0-1 0,-26-7 0,26 3-2697,0-1-1,0 0 1,1 0-1,0-1 0,0-1 1,-22-20-1,9 7-873,-1-2 1617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5.49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3 227 5523,'-1'-19'3972,"1"14"-3047,-1 0-1,1-1 1,0 1 0,0 0-1,0 0 1,1 0 0,0 0 0,0 0-1,3-9 1,4 0 268,-6 12-938,0-1 0,-1 0-1,1 1 1,-1-1 0,1 0 0,-1 0-1,0 0 1,0 0 0,0 0-1,-1 0 1,1-6 0,0 5 110,0 1 1,0 0 0,0-1-1,1 1 1,-1 0-1,1 0 1,0 0-1,-1 0 1,1 1-1,1-1 1,-1 0 0,0 1-1,1-1 1,-1 1-1,4-2 1,12-16 2215,-15 18-2509,0-1-1,-1 1 0,1 0 0,0 1 0,0-1 0,0 0 1,1 1-1,-1 0 0,0-1 0,1 1 0,-1 1 0,0-1 1,7 0-1,47-4 277,-29 7-926,0 1 1,0 1-1,45 13 0,-32-7-734,6 9-13783,-27-10 9226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6.82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48 375 2113,'-2'0'509,"0"0"1,1 0-1,-1 0 1,1 1-1,-1-1 1,1 1-1,-1-1 0,1 1 1,0-1-1,-1 1 1,1 0-1,0-1 0,-1 1 1,0 1-1,-18 6 1897,16-8-1312,8 9-913,28-9 991,-25 0-788,0-1 1,0 1-1,0 0 1,0 1-1,0 0 1,10 2 0,12 3 184,1-1 1,-1-2 0,1 0 0,0-2 0,41-4 0,-1 1 869,13-6-151,-62 5-855,1 0 0,24 1 1,159-8 1655,84-6 42,-75 3 14,-80 5-1362,-28 4-339,697-53-14,-587 37-430,120-8 0,67-3 0,-94 0 0,-160 15 0,17-1 0,162-2 0,-38-8 0,202 1 0,-107 4 0,-102 10 0,172 9 0,-238 5 0,993-2 0,-1017 10 0,-50 6 0,-79-16-320,-68-5-2561,-2-3 1692,-4 5-3254,6 3 3390,3 1 807,0-1 1,0 0 0,0 0-1,0 0 1,0 0-1,0 0 1,0-1 0,1 1-1,-1 0 1,0 0 0,0-1-1,0 1 1,0 0-1,1-1 1,-1 1 0,0-1-1,0 1 1,1-1-1,-1 1 1,0-1 0,1 1-1,-1-1 1,0 0 0,1 1-1,-1-1 1,1 0-1,-1-1 1,-1 0-207,0 0 0,1 1 0,-1-1 0,0 1 1,0 0-1,0-1 0,0 1 0,0 0 0,0 0 0,0 0 0,-2-1 0,-20-11-4885,1 2 2744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7.25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183 80 4386,'-24'-9'5420,"22"8"-5081,1 1 0,-1 0 1,0-1-1,1 1 0,0-1 0,-1 1 0,1-1 0,-1 0 1,1 0-1,0 0 0,-1 0 0,1 0 0,0 0 1,0 0-1,0 0 0,0 0 0,-2-3 0,0 1-113,1 1-1,-2-1 1,1 0-1,0 1 1,0-1 0,-1 1-1,1 0 1,-1 0-1,0 0 1,1 1-1,-1-1 1,0 1-1,-7-1 1,-48-5 2222,54 7-1355,-2-9 754,0 1 3223,23 11-2830,35 15-2089,-1 1 0,65 36 0,-44-29-164,-36-13 22,-5-1 22,-25-8-31,0-1 1,1 0 0,-1 0 0,1 0-1,0 0 1,7 1 0,-5-1 36,-7-3-32,-1 1 0,0-1 0,1 0-1,-1 1 1,0-1 0,1 0 0,-1 1 0,0-1-1,1 0 1,-1 1 0,0-1 0,0 0-1,1 1 1,-1-1 0,0 1 0,0-1-1,0 1 1,0-1 0,0 0 0,0 1-1,0-1 1,1 1 0,-1-1 0,0 1-1,0-1 1,-1 1 0,1-1 0,0 1 0,0 0-1,0-1 0,0 0-1,0 0 1,0 0-1,0 0 1,-1 1-1,1-1 0,0 0 1,0 0-1,0 0 1,0 0-1,0 1 1,0-1-1,0 0 1,0 0-1,0 0 1,0 0-1,0 1 0,0-1 1,0 0-1,0 0 1,0 0-1,1 0 1,-1 0-1,0 1 1,0-1-1,0 0 1,0 0-1,0 0 0,0 0 1,0 0-1,0 1 1,0-1-1,1 0 1,-1 0-1,0 0 1,0 0-1,0 0 1,0 0-1,0 0 0,0 0 1,1 0-1,-1 1 1,0-1-1,0 0 1,0 0-1,0 0 1,1 0-1,-1 0 1,0 0-2,1-1 0,-1 1 0,1 0 1,-1 0-1,1 0 0,-1 0 0,0 0 1,1 0-1,-1 0 0,1 0 0,-1 0 1,1 0-1,-1 0 0,1 0 0,-1 0 1,0 0-1,1 0 0,-1 1 1,1-1-1,-1 0 0,1 0 0,-1 0 1,0 1-1,1-1 0,-1 0 0,0 0 1,1 1-1,-1-1 0,0 0 0,1 1 1,-1-1-1,0 1 0,0-1 0,0 0 1,1 1-1,-1-1 0,0 1 0,0-1 1,0 0-1,0 1 0,0-1 1,1 1-1,-1-1 0,0 1 0,0-1 1,0 0-1,0 1 0,-1 0 0,-13 16 53,13-16-55,0 1 0,1 0 0,-1-1 0,0 1 0,1 0 0,-1-1 0,1 1 0,0 0 0,0 0 0,-1-1 0,1 1 0,0 0 0,1 3 0,-4 16 0,-18 2 0,15-18 0,0 0 0,1 1 0,0 0 0,0 0 0,0 1 0,1-1 0,-6 12 0,6-10 0,0 1 0,0-1 0,-1-1 0,0 1 0,-11 13 0,10-14 0,0-1 0,1 1 0,0 1 0,1-1 0,0 0 0,0 1 0,-5 15 0,7-17 0,-1-1 0,1 0 0,-1 0 0,0 0 0,0 0 0,-1 0 0,-6 6 0,6-6 0,-1 1 0,1-1 0,0 1 0,1-1 0,-1 1 0,-2 7 0,-40 108 0,30-91 0,14-27 0,0-1 0,0 1 0,1 1 0,-1-1 0,1 0 0,0 0 0,0 1 0,0-1 0,0 0 0,0 1 0,1-1 0,-1 1 0,1 6 0,0-7 0,1 0 0,-2 0 0,1 0 0,0 1 0,-1-1 0,1 0 0,-1 0 0,0 0 0,0 0 0,0 0 0,-1 0 0,1 0 0,-1 0 0,1-1 0,-3 4 0,3-6-83,0 1 0,1 0 0,-1 0 0,0 0 0,1 0 0,-1 0 0,1 0 0,0 0 0,-1 0 0,1 0 0,0 0 0,0 0 0,-1 0 0,1 0 0,0 0 0,0 0-1,0 0 1,0 1 0,0-1 0,1 0 0,-1 0 0,0 0 0,0 0 0,1 0 0,-1 0 0,0 0 0,1 0 0,-1 0 0,1 0 0,0 0 0,-1-1 0,1 1 0,0 0 0,-1 0 0,1 0 0,0-1 0,0 1 0,0 0 0,0-1 0,0 1 0,-1-1 0,1 1 0,0-1 0,0 1 0,0-1 0,0 0 0,1 1 0,0-1-1,3-13-7775,3 12 6262,1 1-523,1-4-3085,5-4 491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9.0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112 64 352,'0'0'36,"0"-1"0,0 0 0,0 1-1,1-1 1,-1 0 0,0 1 0,0-1 0,0 0-1,1 1 1,-1-1 0,0 0 0,0 1 0,1-1 0,-1 1-1,1-1 1,-1 1 0,0-1 0,1 1 0,-1-1-1,1 1 1,-1-1 0,1 1 0,0-1 0,-1 1 0,1 0-1,-1-1 1,1 1 0,0 0 0,-1 0 0,1-1-1,0 1 1,-1 0 0,1 0 0,0 0 0,-1 0-1,1 0 1,0 0 0,0 0 0,-1 0 0,1 0 0,0 0-1,0 1 1,2-1 132,2 0 2529,-5-40 19198,1 32-18301,-7 18-1073,0-5-2521,0 1 0,1 0 0,-1 1 0,1-1 0,1 1 0,0 0 0,-7 14 0,-22 25 0,27-39 0,0 1 0,0 0 0,1 0 0,0 0 0,-7 17 0,8-17 0,2 1 0,-1 0 0,1 0 0,0-1 0,1 1 0,0 0 0,1 1 0,0-1 0,0 0 0,2 12 0,0-15 0,-1 0 0,1-1 0,0 1 0,1 0 0,0-1 0,0 1 0,0-1 0,0 0 0,1 0 0,0 0 0,0 0 0,0-1 0,0 0 0,1 1 0,0-2 0,0 1 0,5 3 0,19 8 0,0 0 0,1-3 0,0 0 0,1-2 0,0-1 0,0-1 0,63 6 0,-68-8 0,0 0 0,-1 2 0,0 2 0,0 0 0,-1 1 0,42 27 0,-63-37 0,0 1 0,0 1 0,0-1 0,0 0 0,0 1 0,-1-1 0,1 1 0,-1 0 0,0 0 0,0 0 0,0 0 0,0 0 0,0 0 0,-1 1 0,1-1 0,-1 1 0,2 6 0,-1 3 0,-1 1 0,0-1 0,-1 23 0,-1-9 0,0-22 0,0 1 0,0-1 0,-1 1 0,1-1 0,-2 0 0,1 0 0,0 0 0,-1 0 0,0 0 0,0 0 0,-1-1 0,1 1 0,-1-1 0,0 0 0,0 0 0,0 0 0,-1-1 0,1 0 0,-9 5 0,-24 18 0,29-20 0,-1 1 0,0-2 0,0 1 0,0-1 0,-14 5 0,-19 7 0,27-10 0,0 0 0,0-1 0,-1-1 0,-19 3 0,-81 10-107,29-22-6123,7-10-7488,54 6 8337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9.2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1 227 4674,'18'-27'6323,"11"12"-945,-11 4-2192,10-15-1601,-9 10-881,9-11-448,0 12-480,-9 4-640,28-5-881,0 6-560,-19-6-320,19 5-273,0-4-31,-28 15-209,37-11 577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9.5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141 27 576,'0'0'9445,"-28"0"-6948,9 0 800,-9-16 1714,10 16 527,-11 0 737,11-10-6147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49.9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 12 32767,'18'0'0,"1"-1"0,-1-1 0,19-4 0,-32 5 0,1 0 0,-1 1 0,1 0 0,0 0 0,-1 0 0,1 0 0,-1 1 0,1 0 0,-1 0 0,1 1 0,-1 0 0,0-1 0,0 2 0,0-1 0,0 1 0,0-1 0,8 8 0,5 0 0,-15-8 0,0-1 0,0 1 0,0 0 0,0 0 0,-1 0 0,1 0 0,-1 1 0,1-1 0,-1 1 0,0-1 0,0 1 0,0 0 0,0 0 0,0 0 0,-1 0 0,1 0 0,-1 0 0,0 0 0,0 1 0,0-1 0,0 0 0,-1 1 0,0-1 0,1 0 0,-1 1 0,0 4 0,5 34 0,1-22 0,-4-16 0,-1 1 0,1-1 0,-1 1 0,0 0 0,0-1 0,-1 1 0,1 0 0,-1 0 0,0 0 0,-1 0 0,0 5 0,-5 24 0,1-7 0,-1 1 0,-1-1 0,-11 29 0,5-25 0,-1 0 0,-1 0 0,-1-1 0,-2-1 0,-1-1 0,-1-1 0,-31 32 0,43-51 0,1 0 0,0 0 0,0 1 0,1 0 0,-8 14 0,-4 8 0,10-4 0,2-21 0,1 3 0,26-8 0,-3-1 0,0-2 0,0-1 0,31-8 0,10-2 0,117-24 0,-99 19 0,-30 11 0,-34 5 0,-1 0 0,1 0 0,-1-1 0,19-7 0,-4 1 0,0 1 0,32-4 0,-56 11 0,1 1 0,-1-1 0,1 0 0,-1-1 0,0 1 0,1-1 0,-1 1 0,4-4 0,-5 4 0,1 0 0,-1-1 0,0 1 0,1 0 0,-1 0 0,1 0 0,-1 0 0,1 1 0,-1-1 0,1 1 0,-1 0 0,1-1 0,3 1 0,13-3 0,-23-5 0,-33-10 0,21 13-1158,6 2-1661,0 0 0,-1-1 0,2 0 0,-1 0 0,-13-10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50.8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29 149 2865,'0'-139'29107,"-1"139"-29093,1-1-1,0 0 1,0 1 0,-1-1 0,1 1-1,-1-1 1,1 1 0,0-1-1,-1 1 1,1-1 0,-1 1-1,1 0 1,-1-1 0,1 1 0,-1 0-1,0-1 1,1 1 0,-1 0-1,1 0 1,-1-1 0,0 1 0,1 0-1,-1 0 1,1 0 0,-1 0-1,0 0 1,1 0 0,-1 0-1,0 0 1,1 0 0,-1 0 0,0 0-1,1 0 1,-1 1 0,1-1-1,-1 0 1,0 0 0,1 1 0,-1-1-1,1 0 1,-1 1 0,1-1-1,-1 1 1,1-1 0,-1 0-1,1 1 1,0-1 0,-1 1 0,1-1-1,-1 1 1,1 0 0,0-1-1,0 1 1,-1-1 0,1 1 0,0-1-1,0 2 1,0 1-14,0 0 0,0 0 0,1 0 0,-1 0 0,1 0 0,0 0 0,0 0 0,0-1 0,0 1 0,1 0 0,-1 0 0,3 3 0,-2-3 0,0-1 0,0 1 0,-1 0 0,0 0 0,1 0 0,-1 0 0,0 0 0,0 0 0,-1 0 0,1 0 0,-1 1 0,1 4 0,-1 14 0,2 0 0,1-1 0,7 33 0,-7-16 0,2 3 0,4-19 0,-7-17 0,1 0 0,-1 0 0,0 1 0,-1-1 0,1 1 0,-1 0 0,0 0 0,0 8 0,17 92 0,-17-100 0,-1 0 0,1 0 0,1 0 0,-1 0 0,1 0 0,0 0 0,4 8 0,-4-9 0,0 0 0,0 1 0,0-1 0,0 1 0,-1-1 0,0 1 0,0 7 0,-1-7 0,0-1 0,0 0 0,1 0 0,0 1 0,-1-1 0,2 0 0,-1 0 0,0 0 0,1 0 0,0 0 0,0-1 0,5 8 0,-2-3 0,-4-5-72,0 0 0,1 0 0,-2 0-1,1 0 1,0 0 0,-1 1 0,0-1 0,0 0 0,0 0 0,-1 5 0,0-5-168,1 0 1,-1 0 0,1-1 0,0 1 0,1 0-1,-1-1 1,1 1 0,-1 0 0,3 4 0,-1-3-1023,0-1 0,0 1 0,0-1 0,0 1 0,-1-1 0,0 1 1,1 5-1,-1 13-11406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51.1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4 117 1537,'15'-25'1880,"-13"19"-601,1 0-1,-1 0 1,-1 0 0,1-1-1,-1 1 1,0 0-1,0-1 1,-1-12-1,-1 18-1147,1-1 0,-1 0 1,1 0-1,-1 1 0,0-1 0,1 0 0,-1 1 0,0-1 0,0 0 1,0 1-1,0 0 0,-1-1 0,-15 1 13841,16 19-13356,-1-10-444,2 0 0,-1-1 1,1 1-1,0 0 0,1 0 0,0-1 1,0 1-1,4 13 0,45 47-172,-39-48 0,1-1 0,1 0 0,1-1 0,0 0 0,1-1 0,1-1 0,1 0 0,0-1 0,1-1 0,24 15 0,-35-25 0,0 0 0,-1 0 0,0 1 0,0 0 0,0 1 0,0-1 0,-1 1 0,0 0 0,0 1 0,4 6 0,-5-6 0,1-2 0,1 1 0,-1-1 0,1 0 0,8 6 0,21 21 0,-28-23 0,-3-5 0,0 0 0,-1 0 0,1 0 0,-1 1 0,0 0 0,0 0 0,-1 0 0,1 0 0,-1 0 0,0 0 0,0 0 0,1 9 0,-3-11 0,-1 0 0,1 0 0,-1 1 0,0-1 0,0 0 0,0 0 0,0 0 0,-1 0 0,1-1 0,-1 1 0,0 0 0,0-1 0,0 1 0,0-1 0,0 1 0,0-1 0,0 0 0,-1 0 0,0 0 0,1 0 0,-1 0 0,0-1 0,-3 2 0,-1-1 0,1 0 0,0 0 0,0 1 0,0-1 0,-10 8 0,11-7 0,0 0 0,0 0 0,-1 0 0,0-1 0,1 0 0,-1 0 0,-9 1 0,-54 12-1558,64-13 444,-1-1 0,1 0 0,-1-1 0,1 1 0,-1-1 0,1 0 0,-1 0 0,1-1 0,-1 0 0,1 0 0,-1 0 0,1 0 0,-9-5 0,-17-3-5380,5 1 2273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51.22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0 280 4834,'0'-26'5587,"0"-1"-321,0 1-1664,0 10-1585,0-10-945,0 10-495,28 5-129,-9-15-80,-19 10-240,28-10-32,19 15-272,-28-4-881,9 4-1280,-9-5-1472,9 16-866,0-10-383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52.79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380 467 864,'-20'1'1048,"0"0"0,0 1-1,1 1 1,-1 1-1,-29 9 1,-45 3 94,48-3-8,31-10-433,1 1 0,-1 1 0,-14 7 0,11-7 3784,36-8-1751,11 3-867,0 2 1,35 5-1,-34-4-1088,-1-1 0,0-2 0,32-3 0,-32 1-163,1 1-1,0 1 1,37 6 0,28 4 2,0-4 1,122-7-1,-73-1-336,-22 2-282,380-13 0,-255 8 0,72-17 0,420-35 0,-703 55 0,212-20 0,-30 6 0,-78 8 0,310-19 0,-188 12 0,1 3 0,-1-3 0,17 8 0,-30 3 0,210 0 0,-260 6 0,1-16 0,-23 2 0,210-4 0,60 16 0,-228-11 0,-173 10 0,77-11 0,-39 8 0,-62 4 0,0 0 0,39-7 0,-7 9 0,-40-1 0,-36-9 0,14 5 0,-1-1 0,0-1 0,1 1 0,0-2 0,0 1 0,0-1 0,0 0 0,1 0 0,0-1 0,-6-8 0,-12-11 0,-22-27 0,46 52 0,-1 0 0,1 0 0,0-1 0,0 1 0,0-1 0,0 1 0,0-1 0,0 0 0,1 1 0,-1-1 0,0 0 0,1 1 0,-1-4 0,1 3 0,-1 0 0,1 0 0,-1 0 0,0 0 0,1 0 0,-1 0 0,0 0 0,0 1 0,0-1 0,-1 0 0,1 0 0,0 1 0,-3-3 0,-19-14 0,-40-23 0,60 40 0,0 0 0,1 0 0,-1 0 0,0 0 0,0 1 0,0-1 0,1 1 0,-1 0 0,0 0 0,0 0 0,-5 1 0,8-1 0,-1 0 0,1 0 0,0 0 0,-1 0 0,1 0 0,0 0 0,0 0 0,-1 0 0,1 0 0,0 0 0,-1 0 0,1 1 0,0-1 0,0 0 0,-1 0 0,1 0 0,0 0 0,0 1 0,-1-1 0,1 0 0,0 0 0,0 1 0,0-1 0,-1 0 0,1 0 0,0 1 0,0-1 0,0 0 0,0 0 0,0 1 0,0-1 0,-1 0 0,1 1 0,0-1 0,0 1 0,17 13 0,2-2 0,-10-7 0,1 1 0,-1-1 0,1-1 0,0 1 0,17 3 0,45 26 0,-53-29 0,1 1 0,-1 0 0,0 2 0,0 0 0,24 16 0,-29-14 0,-5 0 0,-24 9 0,14-19 0,0 1 0,1-1 0,-1 1 0,1 0 0,-1-1 0,1 1 0,0 0 0,-1 0 0,1-1 0,0 1 0,0 0 0,-1 0 0,1 0 0,0-1 0,0 1 0,0 0 0,0 0 0,0 0 0,0 1 0,-2 9 0,-16 14 0,-11 20 0,23-35 0,-1-1 0,0 0 0,0-1 0,-1 1 0,0-1 0,-1-1 0,-9 8 0,15-13 0,0 1 0,0 0 0,0 0 0,0 0 0,1 1 0,0-1 0,-1 1 0,1-1 0,1 1 0,-3 4 0,-14 23 0,-13 9 0,-7 8 0,35-45 0,0 0 0,0 1 0,0 0 0,0-1 0,1 1 0,-1 0 0,-1 5 0,2-4 0,-1-1 0,1 1 0,-1-1 0,0 0 0,0 1 0,-7 5 0,4-6 0,5-4 0,0 1 0,0-1 0,0 1 0,0-1 0,0 1 0,0-1 0,0 1 0,0 0 0,0-1 0,1 1 0,-1 0 0,0 0 0,1 0 0,-1 0 0,0 0 0,1 0 0,-1-1 0,1 1 0,-1 1 0,1-1 0,0 0 0,-1 0 0,1 0 0,0 0 0,0 1 0,0-1 3,0 0 1,0-1-1,0 1 0,0-1 0,-1 1 1,1-1-1,0 1 0,0-1 0,0 1 1,0 0-1,0-1 0,-1 1 1,1-1-1,0 1 0,-1-1 0,1 1 1,0-1-1,-1 0 0,1 1 0,0-1 1,-1 1-1,1-1 0,-1 0 0,1 1 1,-1-1-1,1 0 0,-1 1 1,1-1-1,-1 0 0,1 0 0,-1 0 1,0 1-1,1-1-20,-1 0 0,1 0-1,-1 0 1,1 0 0,0 0 0,-1 0 0,1 1 0,0-1 0,-1 0 0,1 0-1,0 1 1,-1-1 0,1 0 0,0 0 0,-1 1 0,1-1 0,0 0 0,0 1-1,-1-1 1,1 0 0,0 1 0,0-1 0,0 0 0,-1 1 0,1-1 0,0 1-1,0-1 1,0 0 0,0 1 0,0-1 0,0 1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53.5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76 0 912,'-28'0'5955,"23"0"-4181,-4 0-1643,-24 0 18267,56 0-16002,121 0 805,-91 9-3201,-16-2 0,-29-7 0,-1 0 0,0 1 0,-1 0 0,1 0 0,0 1 0,0 0 0,0 0 0,-1 0 0,1 1 0,-1 0 0,0 0 0,0 1 0,0-1 0,0 1 0,0 1 0,-1-1 0,0 1 0,0 0 0,0 0 0,-1 1 0,1-1 0,4 9 0,-8-12 0,0 1 0,-1-1 0,1 1 0,-1-1 0,1 1 0,-1-1 0,0 1 0,1-1 0,-1 1 0,-1-1 0,1 1 0,0-1 0,-1 1 0,1-1 0,-1 1 0,0-1 0,1 1 0,-1-1 0,-1 0 0,1 1 0,0-1 0,-3 4 0,-1 3 0,2-1 0,2-6 0,1 0 0,-1-1 0,0 1 0,0 0 0,1-1 0,-1 1 0,0-1 0,-1 1 0,1-1 0,0 0 0,0 1 0,-1-1 0,1 0 0,0 0 0,-1 0 0,1 0 0,-1 0 0,0 0 0,1 0 0,-4 0 0,3 0 0,0 0 0,0 1 0,0-1 0,0 0 0,1 0 0,-1 1 0,0-1 0,1 1 0,-1 0 0,1-1 0,-1 1 0,1 0 0,0 0 0,0 0 0,0 0 0,-1 3 0,-20 24 0,-5-8 0,-1-2 0,-35 18 0,63-37 0,0 0 0,0 0 0,0 0 0,1 0 0,-1 0 0,0 0 0,0 0 0,0 0 0,0 0 0,1 0 0,-1 0 0,0 0 0,0 0 0,0 0 0,0 1 0,0-1 0,1 0 0,-1 0 0,0 0 0,0 0 0,0 0 0,0 0 0,0 0 0,0 1 0,0-1 0,0 0 0,1 0 0,-1 0 0,0 0 0,0 0 0,0 1 0,0-1 0,0 0 0,0 0 0,0 0 0,0 0 0,0 1 0,0-1 0,0 0 0,0 0 0,0 0 0,0 0 0,0 1 0,0-1 0,0 0 0,0 0 0,-1 0 0,1 0 0,0 1 0,0-1 0,0 0 0,0 0 0,0 0 0,0 0 0,0 0 0,0 0 0,-1 1 0,1-1 0,0 0 0,0 0 0,0 0 0,30 4 0,58-4 0,-68 0 0,77 16 0,-93-16 0,0 0 0,0 0 0,0 1 0,0 0 0,0-1 0,0 1 0,0 0 0,0 1 0,0-1 0,4 3 0,-6-3 0,0 1 0,-1-1 0,1 0 0,-1 0 0,1 1 0,-1-1 0,0 1 0,1-1 0,-1 1 0,0 0 0,0-1 0,0 1 0,0 0 0,-1 0 0,1 0 0,0 0 0,-1-1 0,1 1 0,-1 0 0,0 0 0,0 0 0,1 4 0,-1 3 0,-1 0 0,0 0 0,0 0 0,-1 0 0,-2 10 0,3-17 0,1 0 0,-1 0 0,0 1 0,0-1 0,0 0 0,0 0 0,0 0 0,-1 0 0,1 0 0,-1 0 0,1-1 0,-1 1 0,1 0 0,-1-1 0,0 1 0,0-1 0,0 0 0,0 1 0,0-1 0,0 0 0,0 0 0,-3 0 0,-65 26 0,61-23 0,-1 1 0,0-1 0,1-1 0,-1 0 0,0 0 0,0-1 0,-21 2 0,-12-4-6112,38-24-7305,5 11 4917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53.94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197 43 3666,'13'-12'3631,"-7"-18"20497,-26 30-22789,17 0-1339,0 1 1,0-1-1,1 1 0,-1 0 0,0 0 0,0 0 0,1 0 0,-1 1 0,1-1 0,-1 1 1,1-1-1,0 1 0,0 0 0,-1 0 0,1 0 0,1 0 0,-1 0 0,0 1 0,0-1 1,1 0-1,-1 1 0,1-1 0,-2 5 0,3-6 0,0 0 0,0 0 0,0 0 0,0 0 0,-1 0 0,1 1 0,0-1 0,-1 0 0,1 0 0,-1 0 0,1 0 0,-1-1 0,1 1 0,-1 0 0,1 0 0,-1 0 0,0 0 0,-1 0 0,1 0 0,1 0 0,-1 0 0,0 0 0,0 0 0,0 0 0,1 0 0,-1 0 0,0 1 0,1-1 0,-1 0 0,1 0 0,0 1 0,-1-1 0,1 0 0,0 0 0,0 1 0,-1-1 0,1 2 0,0 4 0,-1-1 0,1 1 0,1-1 0,-1 1 0,1 0 0,0-1 0,0 0 0,1 1 0,0-1 0,0 0 0,1 1 0,-1-1 0,1-1 0,1 1 0,-1 0 0,1-1 0,0 0 0,0 1 0,7 5 0,12 9 0,-1 1 0,-1 0 0,20 28 0,-16-19 0,32 30 0,-53-56 0,0-1 0,-1 2 0,0-1 0,1 0 0,-2 1 0,4 5 0,18 24 0,-21-32 0,-1 0 0,0 1 0,0-1 0,0 0 0,0 1 0,-1-1 0,1 1 0,-1 0 0,1-1 0,-1 1 0,0 0 0,0 0 0,0 0 0,0 0 0,-1 0 0,1 0 0,-1 0 0,0 0 0,0 0 0,0 0 0,0 0 0,-1 6 0,1-8 0,0 0 0,0 0 0,0 0 0,0 0 0,0 1 0,0-1 0,0 0 0,0 0 0,0 0 0,-1 0 0,1 0 0,0 0 0,-1 0 0,1 0 0,-1 0 0,1 0 0,-1 0 0,0 0 0,1 0 0,-1 0 0,0 0 0,0 0 0,1 0 0,-1-1 0,0 1 0,0 0 0,0-1 0,0 1 0,0-1 0,0 1 0,0-1 0,0 1 0,0-1 0,0 0 0,0 1 0,-1-1 0,0 0 0,-18 9 0,15-4 0,4-4 0,0 0 0,0-1 0,0 1 0,0 0 0,0 0 0,0-1 0,0 1 0,0-1 0,0 1 0,0-1 0,0 0 0,0 1 0,0-1 0,0 0 0,0 1 0,-1-1 0,1 0 0,0 0 0,0 0 0,0 0 0,-2-1 0,-44 12 0,46-11 0,-1 0 0,1 0 0,-1 0 0,1 0 0,-1 1 0,1-1 0,0 0 0,-1 1 0,1-1 0,-1 1 0,1 0 0,0-1 0,-1 1 0,1 0 0,-1 1 0,0-1 0,1 0 0,0 0 0,0-1 0,0 1 0,-1 0 0,1-1 0,0 1 0,-1-1 0,1 1 0,-1-1 0,1 0 0,-1 0 0,1 1 0,0-1 0,-2 0 0,-141 0-432,142 0 185,1 0 0,-1 0 0,1 0 0,-1-1-1,1 1 1,-1 0 0,1-1 0,-1 1 0,1-1 0,-1 1 0,1-1 0,-1 1 0,1-1 0,-3-2 0,-18-7-6241,0-2 1202,20 10 4680,1 1 1,-1-1-1,0 1 1,1 0-1,-1 0 1,0 0-1,0 0 0,0 0 1,0 0-1,0 0 1,-3 0-1,-17-9-2795,18-5 576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54.1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0 185 1457,'43'-76'11800,"-43"74"-11298,1 0 1,0 1-1,0-1 1,-1 0-1,1 0 1,-1 0-1,0 0 1,0 0-1,1 0 1,-1 1-1,0-1 1,-1 0-1,1 0 1,-1-2-1,1 3-178,0 0-1,0 0 0,-1 0 0,1 0 1,0 1-1,0-1 0,0 0 1,0 0-1,0 0 0,0 0 0,0 0 1,0 0-1,0 0 0,1 0 0,-1 1 1,0-1-1,0 0 0,1 0 1,-1 0-1,1 0 0,-1 1 0,1-1 1,-1 0-1,1 0 0,-1 1 1,2-2-1,37-2 2889,-35 1-3209,1 1 0,-1 0 1,0 0-1,1 1 0,0-1 0,-1 1 0,1 0 1,0 0-1,0 0 0,0 1 0,6 0 0,74 1-5,-40 1-2,24-2-20,-65-4-2821,-3-17-14195,-1 9 9080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54.6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422 127 4514,'1'-23'12886,"-1"-25"-1914,0 46-10762,0 0 0,-1 0 0,1 0-1,-1 0 1,1 0 0,-1 0-1,0 1 1,0-1 0,0 0 0,0 0-1,0 1 1,0-1 0,0 0 0,0 1-1,-1-1 1,1 1 0,-1 0-1,1-1 1,-3-1 0,1 1-202,-1 0 1,1 0-1,0 0 0,-1 0 1,1 0-1,-1 1 0,0-1 1,1 1-1,-1 0 0,0 0 1,0 0-1,0 1 0,0-1 1,0 1-1,1 0 0,-1 0 1,0 1-1,0-1 0,0 1 1,0 0-1,0 0 0,1 0 1,-6 2-1,3-1-8,-1-1 0,1 1 0,0 1 0,0-1 0,0 1 0,1 0 0,-1 0 0,1 1 0,-1-1 0,1 1 0,0 1 0,0-1 0,1 1 0,0-1 0,-8 11 0,-34 46 0,34-48 0,1 1 0,1 0 0,0 0 0,1 1 0,1 1 0,-8 17 0,2 3 0,-2 2 0,2 1 0,-10 47 0,14-29 0,3-1 0,0 72 0,9-64 0,20 114 0,-6-112 0,3-1 0,3-1 0,36 74 0,-51-125 0,0 1 0,0-2 0,1 1 0,14 15 0,24 40 0,-26-34-1693,17 17-5069,-31-45 5745,0 0 0,0 0-1,0 0 1,0 0-1,1-1 1,0 0-1,0-1 1,1 0 0,-1 0-1,11 4 1,8-6-4404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55.3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122 57 896,'1'-2'8184,"-1"2"-8155,0 0 0,0 0 0,0-1 0,0 1 0,0 0 0,0 0 0,0-1 0,0 1 0,0 0 0,0 0 0,0-1 0,0 1 0,0 0 0,0 0 0,0-1 0,0 1 0,0 0 0,0 0 0,0 0 0,-1-1 0,1 1 0,0 0 0,0 0 0,0 0 0,0-1 0,-1 1 0,1 0 0,0 0 0,0 0 0,0 0 0,-1-1 0,1 1 0,0 0 0,0 0 0,-1 0 0,1 0 0,0 0 0,0 0 0,0 0 0,-1 0 0,1 0 0,-9-3 819,-3-4 371,9-11 5638,3 17-6494,0 0 1,-1 0-1,1 1 0,0-1 1,0 0-1,-1 0 1,1 1-1,0-1 0,0 0 1,0 0-1,2-10 8935,-5 13-9048,0 0-250,0 0 0,-1 0 0,1 1 0,0-1 0,0 1 0,1-1 0,-1 1 0,1 0 0,-1 0 0,1 0 0,0 0 0,0 1 0,0-1 0,1 1 0,-1-1 0,1 1 0,-2 4 0,3-6 0,0 0 0,0 0 0,-1 0 0,1 0 0,-1 0 0,1 0 0,-1 0 0,0-1 0,0 1 0,1 0 0,-2 0 0,1-1 0,0 1 0,0-1 0,-2 3 0,1-3 0,1 1 0,0 0 0,-1 0 0,1 0 0,0-1 0,0 1 0,0 0 0,0 0 0,0 1 0,0-1 0,1 0 0,-1 0 0,1 0 0,0 0 0,-1 4 0,1 4 0,0-5 0,-1 1 0,1-1 0,0 1 0,0-1 0,1 1 0,0-1 0,0 0 0,0 1 0,0-1 0,1 0 0,0 0 0,0 0 0,0 0 0,1 0 0,0 0 0,0-1 0,4 6 0,19 37 0,-23-41 0,0 0 0,0 1 0,0-1 0,0 0 0,1 0 0,0-1 0,1 1 0,-1-1 0,1 0 0,0 0 0,5 4 0,123 101 0,-123-102 0,0 2 0,0-1 0,-1 1 0,-1 1 0,12 18 0,-2-4 0,-16-23 0,-1-1 0,0 1 0,1 0 0,-1 0 0,0-1 0,0 1 0,0 0 0,0 0 0,-1 0 0,1 0 0,0 0 0,-1 0 0,1 0 0,-1 0 0,0 0 0,0 0 0,0 0 0,0 1 0,0 2 0,0-2 0,0 0 0,0-1 0,0 1 0,0 0 0,0 0 0,-1 0 0,0 0 0,1 0 0,-1-1 0,0 1 0,0 0 0,-3 4 0,1-4 0,-1 1 0,1-1 0,-1 0 0,0 0 0,0-1 0,-1 1 0,-4 1 0,5-2 0,-89 39 0,79-35-419,0 0 0,0 0-1,-1-1 1,1-1 0,-1-1 0,0 0 0,-25 2-1,37-5-584,0 0 0,0 0 0,0-1 0,0 1 0,0-1 0,0 0 0,0 1 0,0-1 0,0 0 0,0-1 0,0 1 0,1 0 0,-1-1 0,0 0 0,1 1 0,0-1-1,-1 0 1,1 0 0,-3-4 0,-11-5-3334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55.4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1 243 3185,'42'-53'14250,"-21"29"-11004,9-7-1594,-7 17-104,43-20-1,28-3-1799,-38 15-1697,28 3-4912,-54 13 3858,0 4-1020,-10 2 29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55.83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16 3666,'0'11'29101,"0"-22"-29101,0-5 0,0 32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56.0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32767,'0'311'0,"2"-288"0,1 0 0,1 0 0,1-1 0,1 1 0,15 37 0,0 2 0,-4-26 0,-15-33 0,0 0 0,0 0 0,-1 0 0,1 1 0,-1-1 0,0 0 0,0 0 0,0 1 0,0-1 0,-1 1 0,1 3 0,-1-5 0,0-1 0,0 0 0,0 0 0,0 1 0,0-1 0,1 0 0,-1 0 0,0 1 0,1-1 0,-1 0 0,1 0 0,-1 0 0,1 1 0,0-1 0,0 0 0,-1 0 0,1 0 0,1 1 0,-1-1 0,0 0 0,0-1 0,0 1 0,-1 0 0,1 0 0,0 0 0,-1 0 0,1 0 0,-1 0 0,1 0 0,-1 0 0,0 1 0,1-1 0,-1 0 0,0 0 0,0 0 0,0 0 0,0 2 0,1-2-43,-1 0-1,0 0 1,0 0-1,0 0 1,1 0-1,-1 1 1,1-1-1,-1 0 1,1-1-1,-1 1 1,1 0-1,-1 0 1,1 0-1,0 0 1,0 0-1,-1-1 1,1 1-1,0 0 1,0 0-1,0-1 1,0 1 0,0-1-1,0 1 1,0-1-1,0 1 1,0-1-1,0 0 1,2 1-1,-1 0-328,3 1-3147,11-3-10964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56.4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 96 4050,'0'-8'1052,"-2"-36"5626,1 42-6539,1 0 1,-1 0-1,1 1 0,-1-1 0,0 0 0,1 1 1,-1-1-1,0 0 0,0 1 0,0-1 1,-1 1-1,1-1 0,0 1 0,0 0 0,-1 0 1,1-1-1,-1 1 0,-1-1 0,-7-7 7144,-4 5 503,18 32-5377,1-19-2013,-4-7-360,0 0 0,1 1 0,-1-1 0,0 0 0,0 0 0,-1 0 0,1 1 0,0-1 0,-1 0 0,1 1 0,-1-1 0,0 4 0,0-3-36,1-1 0,-1 1 0,0 0 0,1-1 0,0 1 0,-1-1 0,1 1 0,0-1 0,0 0 0,1 1 0,-1-1 0,0 0 0,1 0 0,-1 0 0,1 0 0,0 0 0,0 0 0,-1 0 0,1-1 0,3 3 0,-4-3 0,1 0 0,0 0 0,-1 1 0,0-1 0,1 1 0,-1-1 0,0 1 0,0 0 0,1 0 0,-1-1 0,-1 1 0,1 0 0,0 0 0,0 0 0,-1 0 0,1 2 0,9 18 0,14-3 0,-19-16 0,0 0 0,0 0 0,-1 1 0,0 0 0,1-1 0,-1 2 0,-1-1 0,6 6 0,4 13 0,-8-15 0,0 1 0,0-1 0,1 0 0,10 11 0,12 8 0,56 58 0,10 48 0,-66-90 0,-27-40 0,0-1 0,0 0 0,0 0 0,0 1 0,-1-1 0,1 0 0,-1 1 0,1-1 0,-1 0 0,0 1 0,0-1 0,0 1 0,0-1 0,-1 1 0,1-1 0,-1 0 0,1 1 0,-1-1 0,0 0 0,0 1 0,0-1 0,0 0 0,0 0 0,0 0 0,-1 0 0,1 0 0,-1 0 0,1 0 0,-1-1 0,0 1 0,0 0 0,0-1 0,0 0 0,-3 3 0,-39 10 0,40-12 4,0 0 1,0 0-1,0 0 0,0-1 0,0 1 1,0-1-1,0 0 0,0 0 0,-1-1 1,1 1-1,-6-1 0,-66-1-68,37 0-158,29 0-1092,1 0 0,-1 0 0,1-1 0,0-1 0,0 1 0,0-1 1,-15-8-1,-31-19-10484,30 16 7204,4 3-1019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56.5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0 306 6419,'0'-26'6419,"19"-1"-1569,-19 1-2065,28 0-1424,-9 10-689,9-11-336,-28 1-288,28 0-464,-9 10-560,9-10-865,-9 15-896,9-5-929,-9-10-288,9 15-320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56.8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 1 10677,'0'0'169,"0"1"1,0-1 0,0 1-1,0-1 1,0 1-1,0 0 1,0-1-1,0 1 1,0-1-1,0 1 1,0-1-1,1 1 1,-1 0-1,0-1 1,0 1 0,1-1-1,-1 1 1,0-1-1,1 1 1,-1-1-1,0 0 1,1 1-1,-1-1 1,1 1-1,-1-1 1,1 0 0,-1 1-1,1-1 1,-1 0-1,1 0 1,-1 1-1,1-1 1,-1 0-1,1 0 1,0 0-1,-1 0 1,2 1-1,-1-1 22,0 0 0,0 0 0,0 1-1,1-1 1,-1 1 0,0-1-1,0 1 1,0-1 0,0 1-1,0 0 1,0-1 0,0 1 0,0 0-1,0 0 1,0 0 0,0 1-1,1 0 150,1 1-1,-1-1 0,1 0 0,-1 0 0,1 0 1,0 0-1,0-1 0,5 3 0,-5-2 1,1-1-1,-1 1 1,-1 0 0,1-1-1,0 1 1,0 1 0,-1-1-1,5 5 1,15 12 1511,-19-18-1745,-1 0 0,0 1 0,0-1 0,0 1 0,0 0 0,0-1 0,0 1 0,0 0 1,-1 0-1,1 0 0,1 4 0,12 19 1032,-13-23-1002,0 1 0,0 0-1,-1 0 1,1 0-1,-1 0 1,1 1-1,-1-1 1,0 0 0,0 0-1,-1 1 1,1-1-1,-1 0 1,1 1-1,-1 6 1,0 18-136,1-21 0,0-1 0,-1 1 0,0 0 0,0 0 0,0 0 0,-1 0 0,0-1 0,-1 1 0,1 0 0,-1-1 0,0 1 0,-1-1 0,0 1 0,0-1 0,0 0 0,-5 6 0,-39 67 0,25-44 0,20-31 0,0 0 0,0 0 0,0 0 0,-1 0 0,0 0 0,0-1 0,-5 5 0,-30 44 0,33-44 0,-3 25 0,5-30 0,-10 13 0,13-16 0,0 1 0,-1-1 0,1 1 0,0-1 0,0 0 0,-1 1 0,1-1 0,0 1 0,0-1 0,0 1 0,0-1 0,0 1 0,0-1 0,0 1 0,0-1 0,0 1 0,0-1 0,0 1 0,0-1 0,0 0 0,0 1 0,0-1 0,0 1 0,0-1 0,1 1 0,-1-1 0,0 1 0,0-1 0,1 0 0,-1 1 0,0-1 0,0 1 0,1-1 0,-1 0 0,1 1 0,-1-1 0,0 0 0,1 1 0,9 4 0,0 0 0,0-1 0,1 0 0,13 3 0,-19-6 0,-1 0 0,1 0 0,0-1 0,-1 1 0,1-1 0,0 0 0,-1 0 0,1-1 0,0 1 0,-1-1 0,1 0 0,0 0 0,-1-1 0,7-2 0,-9 3 0,0 1 0,0-1 0,0 1 0,0-1 0,0 1 0,0 0 0,0-1 0,0 1 0,0 0 0,0 1 0,0-1 0,3 1 0,-2-1 0,1 0 0,-1 1 0,0-1 0,1 0 0,-1-1 0,1 1 0,-1 0 0,5-2 0,28-12 22,50-14-167,-57 15-1397,-5-8-3482,17-11-4377,-35 29 8098,-1-1 0,1 1 0,0-2 0,-1 1 0,0-1 0,8-8-1,14-14-2313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8:57.1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63 37 9364,'0'-2'791,"3"-30"14691,4 29-11929,7 13-3060,-13-9-393,-1 0 0,1 0 0,0 0 0,0 0 0,-1 0 1,1 1-1,-1-1 0,1 0 0,-1 0 0,0 1 0,1-1 0,-1 0 0,0 1 0,0-1 0,0 0 0,0 1 1,0-1-1,0 2 0,1 12 527,38 65-72,-31-39-555,-6-28 0,0 0 0,1 0 0,7 16 0,-2-3 0,0 1 0,-2-1 0,0 2 0,1 40 0,8 37 0,-10-80 0,0-2 0,-1-1 0,0 1 0,-2-1 0,0 1 0,-2 0 0,-4 39 0,-1-34 0,-2 15 0,-24 75 0,22-95 0,2 2 0,-7 33 0,9-43-23,-1 1-1,0-2 1,-2 1-1,1-1 1,-2 0-1,0 0 1,0-1 0,-21 21-1,10-1-2648,19-30 2037,0 0-1,0-1 1,0 0 0,0 1 0,-1-1 0,1 0 0,-1 1-1,1-1 1,-1 0 0,0 0 0,0 0 0,0 0-1,0-1 1,-4 3 0,-11 6-6099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02.21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235 319 1985,'3'-2'3039,"1"1"-2364,0-1 0,1 1 0,-1 0 0,0 0 0,0 0-1,0 0 1,7 1 0,-2-15 2866,10-10-764,-15-15 3554,-2 20-3240,-1 15-2664,-1 0 0,1 1 0,-1-1-1,0 1 1,0-1 0,0 0-1,-1 1 1,1-1 0,-1 1-1,0-1 1,-1 1 0,-1-7 0,-6-2-47,5 6-267,0 0-1,-1 0 1,0 1 0,-1 0-1,-11-12 1,-6-9-113,22 24 0,0 0 0,-1 1 0,1 0 0,-1-1 0,0 1 0,0 0 0,1 0 0,-1 0 0,-1 0 0,1 0 0,0 1 0,0-1 0,-1 1 0,1-1 0,-1 1 0,1 0 0,-1 0 0,0 0 0,-4-1 0,-10-3 0,10 3 0,0 0 0,1 0 0,-1 1 0,0 0 0,-10-1 0,15 3 0,-1-1 0,1 0 0,-1 0 0,1 1 0,-1-1 0,1 1 0,0 0 0,-1 0 0,1 0 0,0 0 0,0 0 0,0 0 0,0 1 0,0-1 0,0 1 0,0-1 0,0 1 0,1 0 0,-1 0 0,0 0 0,-1 2 0,-5 18 0,7-19 0,0 0 0,0 1 0,-1-1 0,1 0 0,-1 0 0,1 0 0,-1 0 0,-4 5 0,1-2 0,1 1 0,-1-1 0,1 1 0,0 0 0,1 1 0,0-1 0,0 1 0,1-1 0,-1 1 0,2 0 0,-2 10 0,0 14 0,1 50 0,2-55 0,1-9 0,1 0 0,1 1 0,0-1 0,1-1 0,2 1 0,-1-1 0,2 0 0,0 0 0,1-1 0,1 1 0,0-2 0,1 0 0,1 0 0,1 0 0,0-2 0,0 1 0,23 17 0,8 5 0,-34-28 0,0 0 0,1 0 0,18 11 0,-21-15 0,1 0 0,-1 0 0,1-1 0,0 0 0,0 0 0,11 2 0,-17-5 0,0 1 0,0-1 0,0 0 0,0 0 0,0 0 0,0-1 0,0 1 0,0 0 0,0-1 0,0 1 0,0-1 0,0 0 0,0 1 0,0-1 0,0 0 0,-1 0 0,1 0 0,0-1 0,-1 1 0,1 0 0,-1-1 0,1 1 0,-1-1 0,0 1 0,1-1 0,-1 0 0,0 1 0,0-1 0,1-2 0,7-14 0,-6 13 0,0-1 0,0 0 0,0 0 0,-1 0 0,0 0 0,0 0 0,-1 0 0,0 0 0,0 0 0,0-1 0,-1 1 0,0-10 0,1-26 0,1 23 0,-1 0 0,-2 0 0,0-1 0,-6-30 0,-1 23 0,4 19 0,2 0 0,-1 0 0,1-1 0,1 1 0,0 0 0,-1-11 0,1 7 0,0 0 0,0 0 0,-6-17 0,-2-27 0,9 52 0,0 0 0,-1 0 0,1 0 0,-1 0 0,0 0 0,0 1 0,0-1 0,-1 0 0,1 0 0,-5-6 0,4 7 0,0-1 0,0 1 0,1-1 0,-1 1 0,1-1 0,0 0 0,0 0 0,0 1 0,1-1 0,-1-7 0,1 9 0,0 0 0,-1 0 0,1-1 0,0 1 0,-1 0 0,0 1 0,1-1 0,-1 0 0,0 0 0,0 0 0,-2-3 0,3 5 0,14 14 0,18 25 0,-23-27 0,1 0 0,0 0 0,23 20 0,79 47 0,-64-49 30,-42-28-79,-1 1-1,1 0 1,-1 1 0,0-1 0,0 1-1,0 0 1,-1 0 0,7 7-1,-5-5-507,1 0 0,-1-1 0,1 0-1,0-1 1,1 1 0,-1-1 0,11 3-1,-11-4-646,-1 0-1,1 0 1,-1 1-1,1 0 1,-1 0-1,0 0 1,-1 0-1,1 1 0,8 10 1,-5-6-3848,4-4 3593,-5-3 284,9 10-1963,-14-9 657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02.5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106 202 2849,'-5'-6'827,"3"2"-192,-1 1 1,1-1 0,-1 0 0,1 0-1,0 0 1,1 0 0,-1 0 0,0 0 0,1 0-1,0 0 1,0-1 0,1 1 0,-1-6-1,0 4 710,1 0 0,-1 0 0,0 0 0,-1 0 0,1 0 0,-1 1 0,-5-12 0,-20-29 4234,17 27-3449,10 18-2104,-1 1 0,1-1 1,0 1-1,0-1 0,0 1 0,-1-1 1,1 1-1,0-1 0,-1 1 0,1-1 1,0 1-1,-1-1 0,1 1 0,-1 0 0,1-1 1,-1 1-1,1 0 0,-1-1 0,1 1 1,-1 0-1,1 0 0,-1-1 0,1 1 1,-1 0-1,1 0 0,-1 0 0,1 0 0,-1 0 1,0 0-1,1 0 0,-1 0 0,1 0 1,-1 0-1,1 0 0,-1 0 0,1 0 1,-1 0-1,0 1 0,-4-1 609,4 1-633,1 1 1,-1 0-1,1-1 1,0 1-1,-1 0 1,1-1-1,0 1 0,0 0 1,0 0-1,0-1 1,0 1-1,1 0 1,-1-1-1,1 1 0,-1 0 1,1-1-1,-1 1 1,1-1-1,0 1 0,0-1 1,-1 1-1,1-1 1,0 0-1,1 1 1,-1-1-1,2 2 0,-1-1-2,0 0 0,-1 0 0,1 1 0,-1-1 0,1 0 0,-1 0 0,0 1 0,0-1 0,0 1-1,0-1 1,-1 1 0,1 0 0,0 3 0,0 2 0,0-1 0,0 1 0,1 0 0,0-1 0,0 1 0,7 13 0,4 14 0,-11-29 0,1 1 0,-1-1 0,1 0 0,0 0 0,6 8 0,-5-8 0,0 1 0,0-1 0,-1 1 0,0-1 0,-1 1 0,3 8 0,-1-3 0,1-1 0,0 0 0,12 17 0,11 29 0,-26-53 0,0 1 0,0-1 0,1 0 0,-1 0 0,1 0 0,0 0 0,0 0 0,6 5 0,9 13 0,-17-21 0,-1-1 0,1 1 0,-1 0 0,1 0 0,-1 0 0,1-1 0,-1 1 0,1 0 0,-1-1 0,1 1 0,0-1 0,0 1 0,-1-1 0,1 1 0,0-1 0,0 1 0,0-1 0,-1 1 0,1-1 0,0 0 0,0 0 0,0 0 0,0 1 0,0-1 0,0 0 0,0 0 0,-1 0 0,1 0 0,0 0 0,0 0 0,0-1 0,0 1 0,0 0 0,0 0 0,0-1 0,-1 1 0,1-1 0,0 1 0,0 0 0,0-1 0,-1 1 0,1-1 0,0 0 0,-1 1 0,1-1 0,1-1 0,8-5 0,-2-19 0,-1 17 0,-6 7 0,1 0 0,0 0 0,-1-1 0,1 1 0,-1 0 0,0-1 0,0 1 0,0-1 0,0 1 0,0-1 0,0 1 0,-1-1 0,1 0 0,-1 0 0,0-2 0,1 1 0,-1 0 0,1-1 0,-1 1 0,1 0 0,0 0 0,0 0 0,3-5 0,-2 4 0,0 1 0,-1 0 0,1-1 0,-1 1 0,0-1 0,-1 0 0,1-7 0,-2-9 0,1 12 0,-1 0 0,1 0 0,0-1 0,1 1 0,0 0 0,4-16 0,5 8 0,-9 15 0,1 0 0,-1 0 0,1 0 0,-1-1 0,0 1 0,0-1 0,0 1 0,0-1 0,0 1 0,-1-1 0,1 1 0,-1-1 0,0-4 0,0-76 0,0 82 0,1 1 0,-1-1 0,0 1 0,0-1 0,0 0 0,1 1 0,-1-1 0,0 1 0,1-1 0,-1 1 0,0-1 0,1 1 0,-1-1 0,0 1 0,1-1 0,-1 1 0,1 0 0,-1-1 0,1 1 0,-1 0 0,1-1 0,0 1 0,-1 0 0,1 0 0,-1-1 0,1 1 0,-1 0 0,1 0 0,0 0 0,-1 0 0,1 0 0,0 0 0,-1 0 0,1 0 0,-1 0 0,1 0 0,0 0 0,-1 0 0,1 1 0,-1-1 0,1 0 0,0 0 0,-1 1 0,1-1 0,-1 0 0,1 0 0,-1 1 0,1-1 0,-1 1 0,1-1 0,-1 1 0,0-1 0,1 1 0,-1-1 0,0 1 0,1-1 0,-1 1 0,0-1 0,1 1 0,-1-1 0,0 1 0,0 0 0,0 0 0,0 1 0,0-1 0,0 1 0,0-1 0,0 1 0,1-1 0,-1 1 0,0 0 0,1-1 0,-1 1 0,1-1 0,-1 1 0,1-1 0,0 0 0,-1 1 0,1-1 0,0 0 0,0 1 0,0-1 0,0 0 0,0 0 0,0 0 0,1 0 0,-1 0 0,0 0 0,0 0 0,1 0 0,1 0 0,18 17 0,-13 3 0,-8-19 0,0 0 0,1 1 0,0-1 0,0 0 0,-1 0 0,1 0 0,0 0 0,1 0 0,-1 0 0,0 0 0,1 0 0,-1 0 0,4 2 0,14 13-114,0 1-1,17 23 1,-22-25-208,0-1 0,1 0 0,0-1 0,20 14 0,-29-23-808,0 0 0,0 0 0,-1 0 0,1 1 0,-1 0 0,8 12 1,-7-9-1479,0 0 1,1-1 0,0 0 0,15 13 0,5 3-1659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02.96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361 289 5507,'1'-11'3068,"0"0"1,1 0 0,0 0 0,5-16 0,-4 16-1070,-2 8-1576,-1 0 0,1 0 0,-1 0 0,0 0 0,0 0 0,0 0 0,0 0 0,-1 0 0,1 0-1,-1 0 1,0 0 0,0 0 0,0 1 0,0-1 0,-2-3 0,-2-8 473,-30-69 1331,33 80-2223,0 0-1,-1 0 1,0-1-1,1 2 0,-1-1 1,0 0-1,-1 0 1,-5-3-1,-2-2-7,8 5 4,0 1 0,-1 0 0,1 0 0,0 0 0,-1 0 0,0 0 0,1 1 0,-1 0 0,0-1 0,0 1 0,0 1 0,0-1 0,0 1 0,0-1 0,0 1 0,0 0 0,0 1 0,0-1 0,1 1 0,-1-1 0,0 1 0,-5 2 0,2-1 0,0 1 0,1 0 0,-1 0 0,1 1 0,0-1 0,0 1 0,0 1 0,0-1 0,0 1 0,-9 11 0,-78 117 0,88-124 0,1 1 0,1-1 0,-1 1 0,2 0 0,-1 0 0,1 0 0,1 0 0,0 0 0,0 0 0,1 0 0,1 0 0,2 18 0,-2 12 0,-1-33 0,-1 4 0,1 1 0,1-1 0,-1 1 0,2-1 0,-1 0 0,2 0 0,-1 0 0,6 13 0,0 17 0,22-12-73,-28-28 66,-1 0 0,1 0 0,-1 0 0,1 0 1,-1 0-1,1-1 0,0 1 0,0 0 0,-1-1 1,1 1-1,0-1 0,0 0 0,0 1 0,-1-1 0,1 0 1,0 0-1,0 0 0,2-1 0,17-23 74,-20 23-62,-1-1 0,1 0 1,0 0-1,0 1 0,-1-1 0,1 0 0,-1 0 1,0 0-1,1 0 0,-1 0 0,0 0 1,0 0-1,0 0 0,-1 0 0,0-3 1,1 3-3,0 0 0,-1-1 1,1 1-1,0 0 1,0 0-1,0 0 0,1 0 1,-1-1-1,0 1 1,1 0-1,0 0 1,0-3-1,8-8 6,-7 11-9,-1 0 0,1 0-1,-1-1 1,1 1 0,-1 0 0,0-1 0,0 1 0,0-1 0,0 1 0,-1-1 0,1 1 0,-1-1 0,1 0 0,-1-3 0,0-142 0,0 148 0,0-1 0,0 1 0,0-1 0,-1 1 0,1 0 0,0-1 0,1 1 0,-1-1 0,0 1 0,0 0 0,0-1 0,0 1 0,0-1 0,0 1 0,0 0 0,0-1 0,1 1 0,-1-1 0,0 1 0,0 0 0,1-1 0,-1 1 0,0 0 0,0 0 0,1-1 0,-1 1 0,0 0 0,1 0 0,-1-1 0,0 1 0,1 0 0,-1 0 0,1 0 0,-1 0 0,1-1 0,16 8 0,24 25 0,-39-30 0,10 7-723,0 0 0,1-1 0,-1 0 0,2-1 0,-1 0 0,16 4 0,-9-3-996,-1 1 0,31 19 0,-39-22-554,1 1 0,0-2 0,0 1 0,20 5 0,-17-7 755,-14-3 1354,0-1 0,1 1 1,-1-1-1,0 0 0,1 0 1,-1 1-1,1-1 1,-1 0-1,0 0 0,1 0 1,-1-1-1,1 1 0,-1 0 1,0 0-1,1-1 0,-1 1 1,1-1-1,-1 1 0,0-1 1,0 0-1,1 1 0,1-3 1,17-7-3245,3 2 946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03.9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142 461 672,'1'-49'2658,"1"31"-747,-1 1 1,-1-1 0,-1 0-1,0 0 1,-2 0 0,0 0-1,0 0 1,-10-26 0,-9-7 3379,17 37-4014,0 1 0,-1 0 0,-10-16 0,-4-6-106,-3 0-509,22 34-662,0 0 0,0 0 0,0 0 0,1 0 0,-1 0 0,0 0 0,1-1 0,-1 1 0,1 0 0,0 0 0,-1 0 0,1 0 0,0-1 0,0 1 0,-1 0 0,1-2 0,0 2 0,0 1 0,1-1 0,-1 1 0,0-1 0,0 1 0,0-1 0,0 1 0,0-1 0,-1 1 0,1-1 0,0 1 0,0 0 0,0-1 0,0 1 0,0-1 0,-1 1 0,1-1 0,0 1 0,0 0 0,-1-1 0,1 1 0,0 0 0,-1-1 0,1 1 0,0 0 0,-1-1 0,1 1 0,0 0 0,-1 0 0,1-1 0,-1 1 0,1 0 0,0 0 0,-1 0 0,1 0 0,-1-1 0,1 1 0,-1 0 0,1 0 0,-1 0 0,1 0 0,-1 0 0,0 0 0,0 7 0,0-1 0,0 1 0,0 0 0,1-1 0,0 1 0,1 6 0,-1-3 0,2 9 0,1 0 0,1 0 0,0-1 0,2 1 0,0-1 0,1 0 0,0-1 0,17 27 0,-20-34 0,19 30 0,-15-27 0,0 0 0,-1 0 0,-1 1 0,0-1 0,7 25 0,-9-18-107,1-1 1,1 0-1,1 0 1,0-1-1,15 25 0,-22-42 96,13 23-556,-6-12-91,-1-1 0,0 1 0,4 16 0,7 10-2180,-15-35 2397,0 1 1,0-1-1,-1 1 1,1 0-1,-1 0 1,1 0-1,-1 0 1,-1 0-1,2 7 1,-2-10 264,0 0 0,0 0 1,0 0-1,0 0 0,0 0 0,0 1 0,1-1 1,-1 0-1,0 0 0,1 0 0,-1 0 0,1 0 1,-1 0-1,1 0 0,0 0 0,-1 0 1,1-1-1,0 1 0,-1 0 0,1 0 0,0 0 1,0-1-1,2 2 0,-1 0-391,1 1-1394,2-3 421,-4 0 1505,-1 0 0,1 0-1,-1 1 1,1-1-1,0 0 1,-1 0-1,1 0 1,0 0 0,-1 0-1,1 0 1,-1 0-1,1 0 1,0 0-1,-1 0 1,1 0-1,0-1 1,-1 1 0,1 0-1,-1 0 1,1-1-1,-1 1 1,1 0-1,-1-1 1,1 1 0,-1 0-1,1-1 1,-1 1-1,1-1 1,-1 1-1,1-1 1,-1 1-1,0-1 1,1 1 0,-1-1-1,0 1 1,1-1-1,-1 1 1,0-1-1,0 0 1,0 1-1,0-1 1,1 1 0,-1-1-1,0 0 1,0 1-1,0-1 1,0 0-1,-1 0 1,8-27-64,-4 21 444,0-1 1,-1 1-1,1-1 1,-1 1-1,-1-1 1,1 0-1,-1 1 1,-1-1-1,0 0 1,0 0-1,0 0 1,-1 1-1,-3-16 1,0 6 1342,0 0 0,1-1 1,1 1-1,0-32 0,1 40-933,0 1 0,0 0 0,0 0-1,-1 0 1,0 0 0,-5-11 0,4 12-405,1 0-1,0-1 1,0 1 0,0-1-1,1 0 1,-1-9 0,2-16-150,0 27-190,0 16-15,1-7 5,-1 0 0,1 1 0,0-1 0,0 0 0,0 0 0,0 0 0,1 1 0,-1-1 0,1-1 0,-1 1 0,4 4 0,10 20 0,-10-16 0,2-1 0,-1 0 0,1 0 0,1 0 0,0-1 0,0 0 0,1-1 0,10 9 0,21 21 0,-28-25 0,-7-7 0,1 0 0,-1 0 0,0 0 0,-1 1 0,0 0 0,6 12 0,-7-15-17,-1-1 0,1 0 0,-1-1 0,1 1 0,0 0 0,0-1 0,0 1 0,0-1 0,0 0 0,1 0 0,-1-1 0,1 1 0,-1 0 0,1-1 0,0 0 0,5 1 0,18 9-102,-26-11 107,1 0 0,-1 0 1,0 0-1,0 0 0,0 0 0,0-1 0,0 1 1,0 0-1,0 0 0,0-1 0,0 1 1,0-1-1,0 1 0,0-1 0,0 1 1,0-1-1,0 0 0,0 1 0,0-1 1,0-1-1,2 0-43,16-3-48,-14 4 85,-1 1-1,1-2 1,0 1 0,-1 0 0,1-1 0,-1 0-1,0 0 1,0 0 0,1 0 0,-1-1 0,-1 1-1,1-1 1,0 0 0,-1-1 0,4-3-1,0-6 20,-6 9 1,1 0 0,0 0 0,0 0 0,1 1 0,-1-1 0,1 0 0,0 1 0,4-4 0,1-1 38,0-1-1,0 0 0,-1-1 1,0 1-1,-1-1 0,0 0 1,0-1-1,-1 0 0,0 0 1,-1 0-1,4-16 0,-6 21-6,0 0-1,0 0 0,0 1 0,1-1 0,0 1 0,5-7 0,-6 9-5,1-1 0,-1 0 0,0 0 0,0 0-1,0 0 1,0 0 0,-1-1 0,1 1 0,-1 0 0,0-1-1,0 1 1,0-8 0,-1 9-23,0 0 0,0 0 1,1-1-1,0 1 0,0 0 0,0 0 0,0 0 1,0 0-1,2-4 0,-1 5-4,-1-1 0,0 0-1,0 0 1,0 0 0,0 0 0,0 0 0,-1 0-1,1 0 1,-1-3 0,0 5 0,0 1 0,0 0 0,0-1 0,0 1 0,0 0 0,0 0 0,0-1 0,0 1 0,0 0 0,0-1 0,0 1 0,0 0 0,1 0 0,-1-1 0,0 1 0,0 0 0,0 0 0,0-1 0,0 1 0,1 0 0,-1 0 0,0-1 0,0 1 0,0 0 0,1 0 0,-1 0 0,0-1 0,0 1 0,1 0 0,-1 0 0,0 0 0,0 0 0,1 0 0,-1-1 0,0 1 0,0 0 0,1 0 0,-1 0 0,0 0 0,1 0 0,-1 0 0,0 0 0,0 0 0,1 0 0,-1 0 0,0 0 0,1 0 0,-1 1 0,0-1 0,0 0 0,1 0 0,-1 0 0,14 9 0,-13-7 0,-1 0 0,1 0 0,0-1 0,-1 1 0,1 0 0,-1 0 0,1 0 0,-1-1 0,0 1 0,0 0 0,0 0 0,0 3 0,3 21 0,9 18 0,35 155 0,-36-132 0,5 34 0,7 169 0,-23 92 0,0-343 0,-1 0 0,-1 0 0,-1 0 0,-1 0 0,0-1 0,-1 1 0,-1-1 0,-1 0 0,0 0 0,-17 26 0,23-42-9,0 0 1,0 0-1,-1 0 1,1-1-1,-1 1 1,0 0-1,1-1 1,-1 1-1,0-1 0,0 1 1,-3 0-1,-1-6-194,3-13-169,3 15 245,0 0 0,1 1 0,-1-1 1,0 0-1,1 1 0,-1-1 0,1 0 0,0 1 0,-1-1 0,1 1 0,0-1 0,0 1 0,0-1 0,0 1 0,3-3 0,7-12-816,-4-6-523,-1 1 0,5-27 0,-7 26 180,1 0-1,12-29 1,36-60-3102,-33 73 2372,28-76 0,-31 70 1187,1 1 0,32-56 0,-25 54 895,28-75-1,-50 111 2,6-17 505,0 0 0,2 2 0,1-1 0,17-27 0,-22 43-102,-2 4-45,-1-1-1,0 1 0,0-1 1,-1 1-1,0-1 0,0 0 0,0 0 1,-1-1-1,0 1 0,0-1 1,0 1-1,-1-1 0,1-12 1,-2 17-187,0 0 1,0 1 0,0-1 0,1 0-1,-1 0 1,0 1 0,1-1 0,-1 0-1,1 0 1,0 1 0,0-1 0,-1 1-1,1-1 1,0 1 0,0-1 0,0 1-1,0-1 1,1 1 0,-1 0 0,0 0 0,3-2-1,2-2 640,-6 4-815,1 1 0,-1 0 0,1 0 0,-1-1 0,1 1 0,-1 0 0,1-1 0,-1 1 0,1-1 0,-1 1 0,1 0 0,-1-1 0,0 1 0,1-1 0,-1 1 0,0-1 0,0 1 0,1-1-1,-1 0 1,0 1 0,0-1 0,0 1 0,0-1 0,1 1 0,-1-1 0,0 0 0,0 1 0,0-1 0,0 1 0,0-1 0,-1 0 0,1 1 0,0-1 0,0 1 0,0-1 0,0 1 0,-1-1 0,1 1 0,0-1-1,0 0 1,-1 1 0,1 0 0,-1-1 0,1 1 0,0-1 0,-1 1 0,1-1 0,-1 1 0,1 0 0,-1-1 0,1 1 0,-1 0 0,1-1 0,-1 1 0,1 0 0,-1 0 0,1 0 0,-1 0 0,0-1 0,1 1 0,-1 0-1,1 0 1,-1 0 0,0 0 0,1 0 0,-1 0 0,1 0 0,-1 1 0,-1-1 0,2 0-23,-1 0 0,1 0 0,-1-1 1,0 1-1,1 0 0,-1 0 0,1 0 0,-1 0 0,1 0 0,-1 0 1,0 0-1,1 1 0,-1-1 0,1 0 0,-1 0 0,0 0 0,1 0 1,-1 1-1,1-1 0,-1 0 0,1 1 0,-1-1 0,1 0 0,-1 1 1,1-1-1,0 1 0,-1-1 0,1 1 0,0-1 0,-1 1 0,1-1 1,0 1-1,-1-1 0,1 1 0,0-1 0,0 1 0,0-1 0,-1 1 1,1 0-1,0-1 0,0 1 0,0-1 0,0 1 0,0-1 0,0 1 1,0 0-1,0-1 0,0 1 0,1-1 0,-1 1 0,0 0 0,0-1 1,0 1-1,1-1 0,-1 1 0,0-1 0,1 1 0,-1-1 0,0 1 1,1-1-1,-1 1 0,1-1 0,-1 0 0,0 1 0,1-1 0,-1 0 1,1 1-1,-1-1 0,2 1 0,27 39-40,-11-11 0,18 11 0,-28-32 0,-1-1 0,0 1 0,0 0 0,0 1 0,7 13 0,-13-19 0,0 0 0,1 0 0,0-1 0,-1 1 0,1 0 0,0-1 0,0 1 0,1-1 0,-1 0 0,5 4 0,-4-4 0,-1 0 0,0 0 0,0 0 0,0 0 0,0 0 0,0 0 0,0 1 0,-1-1 0,3 4 0,22 34 0,-25-40 0,-1 1 0,1-1 0,-1 1 0,1 0 0,-1-1 0,0 1 0,1 0 0,-1-1 0,0 1 0,1 0 0,-1-1 0,0 1 0,0 0 0,0 0 0,1-1 0,-1 1 0,0 0 0,0 0 0,0-1 0,0 1 0,-1 0 0,1 0 0,0-1 0,0 1 0,0 0 0,-1 0 0,1-1 0,0 1 0,-1 0 0,-16 19 0,5-8 0,9-9 0,0 0 0,0 0 0,1-1 0,-2 1 0,1-1 0,0 0 0,0 0 0,-1 0 0,1 0 0,-1-1 0,0 0 0,-3 2 0,-56 11 0,19-4 0,24-4-2,-1 0 1,1-2-1,-1 0 1,1-1-1,-1-1 1,-25-1-1,46-2-52,-1 1-1,1 0 0,0 0 1,0-1-1,-1 1 0,1 0 1,0 0-1,0-1 0,0 1 1,-1 0-1,1-1 0,0 1 1,0 0-1,0-1 0,0 1 1,0 0-1,0-1 0,0 1 1,0 0-1,0-1 0,0 1 1,0 0-1,0-1 0,0 1 1,0 0-1,0-1 0,0 1 1,0 0-1,0-1 0,0 1 1,1 0-1,-1-1 0,0 1 1,0 0-1,0-1 0,0 1 1,1 0-1,-1 0 0,0-1 1,0 1-1,1 0 1,-1 0-1,0 0 0,1-1 1,-1 1-1,0 0 0,1 0 1,-1 0-1,10-12-1493,25-39-3334,-33 48 4596,0 0 0,1 0-1,-1 0 1,1 0 0,0 0 0,0 1-1,6-4 1,7-8-585,11-15-491,27-37 1,-45 53 1481,0 0 1,-1 0-1,0-1 0,-1 0 1,9-26-1,18-42 5162,-13 27 3717,-21 55-8999,1 0 0,0 0 0,0 0 0,-1 0 0,1 1 0,0-1 0,0 0 0,-1 0 0,1 0 0,0 1 0,-1-1 0,1 0 0,0 1 0,-1-1 0,1 1 0,0-1 0,-1 1 0,1-1 0,-1 1 0,1-1 0,-1 1 0,1-1 0,-1 1 0,1 0 0,-1-1 0,0 1 0,1 0 0,-1-1 0,0 1 0,0 0 0,1-1 0,-1 1 0,0 0 0,0 1 0,8 27 0,5-2 0,-2 1 0,12 47 0,-20-65 0,0-1 0,0 1 0,1-1 0,9 15 0,9 22 0,-6-15 15,-12-25-78,0 0 0,-1 0-1,0 0 1,-1 0-1,1 0 1,-1 1-1,-1-1 1,1 0-1,1 14 1,-3-17-191,0 0 0,0-1-1,0 1 1,1 0 0,0 0-1,-1 0 1,1 0 0,0 0 0,0-1-1,1 1 1,-1 0 0,1-1 0,2 5-1,-2-5-205,-1 0-1,1 0 0,-1 1 0,0-1 1,1 0-1,-1 1 0,0-1 1,-1 1-1,1-1 0,0 1 0,-1 0 1,0-1-1,1 5 0,-1 37-10547,0-19 5865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04.1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309 1 9476,'-3'0'11952,"-6"0"-11033,-4 0 327,-1 0 0,1 0-1,0 2 1,0-1 0,-24 8 0,34-8-1144,0 0-1,0 0 1,0 1-1,0 0 1,0-1-1,0 1 1,0 0-1,1 1 1,-1-1 0,1 0-1,-1 1 1,1-1-1,0 1 1,0 0-1,0 0 1,0 0-1,1 0 1,-1 0-1,1 0 1,0 0 0,0 1-1,0-1 1,0 0-1,0 1 1,1-1-1,0 0 1,-1 1-1,2 5 1,-1 6-102,-1-9 0,0 0 0,1 0 0,0 0 0,0 0 0,1 0 0,0 0 0,0 0 0,0-1 0,1 1 0,0 0 0,0 0 0,0-1 0,1 1 0,0-1 0,0 0 0,4 6 0,-3-6 0,0 0 0,-1 1 0,0-1 0,0 1 0,-1-1 0,1 1 0,-1 0 0,2 11 0,-2-10 0,0-1 0,0 1 0,0-1 0,1 0 0,5 9 0,20 22 0,-23-33 0,0 1 0,-1 1 0,0-1 0,0 1 0,0-1 0,-1 1 0,1 0 0,-1 0 0,-1 1 0,1-1 0,-1 0 0,-1 1 0,1 0 0,1 11 0,-2-1 0,0-11 0,-1 1 0,1-1 0,-1 0 0,0 1 0,-1-1 0,1 1 0,-1-1 0,-1 0 0,-2 10 0,-46 22 0,46-35-282,1 0 0,-1 0 0,0-1 0,-1 0 1,1 1-1,0-1 0,0 0 0,-1-1 0,-8 3 0,0-2-1516,-1-1 0,0 0 0,0 0 0,-14-2 0,0 0-770,-16-1-3160,13-7-35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04.32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244 90 18088,'-28'-26'9044,"-19"16"-4594,19-6-3265,10 5-1185,-11-5 0,11 6 0,-10 10 0,9 0-5250,19 10-3570,-28 6-465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07.69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4397 0 2305,'-7'16'18536,"0"-16"-16968,2 0-1767,-18 0 3470,-29 6 1780,4-1-3056,15 2-1738,-11 2-274,15-10 17,5 0 0,1 1 0,-33 4 0,32 2 0,15-3 0,0-2 0,0 1 0,0-1 0,0 0 0,-1-1 0,-11-1 0,18 1 0,-180 11 0,133-11 0,-97 13 0,-116 14 0,123-16 0,2 4 0,59-7 0,33-5 0,-68 2 0,44 5 0,-105 3 0,40 3 0,15-5 0,109-11 0,-1 1 0,0 0 0,-18 6 0,-19 0 0,7-8 0,11 0 0,0 2 0,0 0 0,-57 12 0,62-10 0,-1 0 0,1-2 0,-42-4 0,-1 1 0,-334 2 0,212 11 0,154-13 0,29 1 0,0 0 0,0 1 0,0 0 0,0 0 0,0 1 0,0 0 0,-14 4 0,7-1 0,0-1 0,0-1 0,0 0 0,0 0 0,-29-2 0,42 0 0,-93 10 0,85-10 0,6 0 0,0-1 0,-1 1 0,1 0 0,-1 0 0,1 1 0,0-1 0,-1 1 0,1 0 0,0 0 0,0 1 0,0-1 0,-1 1 0,-6 4 0,7-5 0,0 0 0,0 0 0,0 0 0,0 0 0,0-1 0,-1 1 0,1-1 0,0 0 0,0-1 0,-7 0 0,-26 1 0,-5 6 0,-1-2 0,0-1 0,-60-6 0,25 2 0,-19 17 0,43-9 0,52-7 0,1 0 0,-1 0 0,0 1 0,0-1 0,1 1 0,-1-1 0,0 1 0,0 0 0,1-1 0,-1 1 0,1 0 0,-1 0 0,1 0 0,-1 0 0,1 1 0,0-1 0,-1 0 0,1 1 0,0-1 0,0 1 0,0-1 0,0 1 0,0-1 0,0 1 0,1 0 0,-2 2 0,2-3 0,0 0 0,0 0 0,0 0 0,0 0 0,0-1 0,0 1 0,-1 0 0,1 0 0,0 0 0,-1-1 0,1 1 0,0 0 0,-1 0 0,1-1 0,-1 1 0,1 0 0,-1-1 0,1 1 0,-1 0 0,1-1 0,-1 1 0,0-1 0,1 1 0,-1-1 0,0 1 0,0-1 0,1 0 0,-1 1 0,-1-1 0,1 1 0,1-1 0,-1 0 0,0 1 0,0-1 0,0 1 0,1-1 0,-1 1 0,0-1 0,1 1 0,-1-1 0,0 1 0,1 0 0,-1-1 0,1 1 0,-1 0 0,1 0 0,-1-1 0,1 1 0,-1 0 0,1 0 0,0 0 0,0-1 0,-1 1 0,1 0 0,0 0 0,0 0 0,0 0 0,0 0 0,0 1 0,1 30 0,1-23 0,-2 1 0,1-1 0,-1 0 0,-1 0 0,1 0 0,-2 0 0,-2 13 0,1-17 0,1 0 0,0 0 0,0 0 0,0 0 0,1 1 0,-1-1 0,1 0 0,1 1 0,-1-1 0,1 1 0,0 7 0,0 146 0,0-157 0,0 1 0,0 0 0,-1-1 0,1 1 0,-1-1 0,0 1 0,1 0 0,-1-1 0,0 0 0,-1 1 0,1-1 0,0 0 0,-3 4 0,2-3 0,0-1 0,1 1 0,-1-1 0,1 1 0,0-1 0,-1 1 0,1 0 0,1 0 0,-1 0 0,0-1 0,1 1 0,-1 0 0,1 5 0,1 13 0,0-12 0,-1-1 0,0 1 0,0 0 0,0 0 0,-1-1 0,-3 12 0,0-8 0,1 0 0,0 0 0,1 0 0,0 1 0,1-1 0,0 23 0,1 83 0,0-115 0,0 0 0,0 0 0,-1 0 0,1-1 0,-1 1 0,0 0 0,0-1 0,0 1 0,0 0 0,0-1 0,-1 0 0,1 1 0,-3 2 0,3-3 0,-1 0 0,0 1 0,1-1 0,0 1 0,0-1 0,-1 1 0,2 0 0,-1-1 0,0 1 0,0 0 0,1-1 0,0 1 0,-1 4 0,1 180 0,0-180 0,-1 0 0,0 0 0,0 0 0,-1 0 0,-3 11 0,-4 24 0,9 266 0,19-213 0,-20-76 0,0-13 0,1-1 0,0 0 0,0 0 0,0 0 0,0 0 0,1 1 0,0-1 0,0 0 0,3 8 0,4 1 0,-6-11 0,0 0 0,0 1 0,-1-1 0,1 1 0,-1-1 0,1 1 0,-1 0 0,-1-1 0,1 1 0,0 0 0,-1 0 0,0 0 0,0 6 0,0 361 0,1-368 0,1-1 0,-1 0 0,0 0 0,1 0 0,-1 0 0,1-1 0,0 1 0,0 0 0,-1 0 0,1-1 0,0 0 0,1 1 0,-1-1 0,0 0 0,0 0 0,0 0 0,1 0 0,3 1 0,5 3 0,-7-4 0,-1 0 0,1 0 0,0 0 0,-1-1 0,1 1 0,-1-1 0,1 0 0,0 0 0,-1-1 0,1 1 0,0-1 0,-1 1 0,1-1 0,-1-1 0,5-1 0,19-2 0,-24 5 0,1-1 0,-1 1 0,0 0 0,0-1 0,0 0 0,0 1 0,0-1 0,0 0 0,4-2 0,-4 1 0,-1 1 0,1 0 0,0 0 0,0 0 0,0 0 0,1 1 0,-1-1 0,0 1 0,4 0 0,165-11 0,-39-5 0,62 6 0,-183 9 0,-1 1 0,1-2 0,19-4 0,17-1 0,108-4 0,-56 1 0,-42 3 0,106-15 0,-142 19 0,0 1 0,0 1 0,34 2 0,21 0 0,112-10 0,-74-7 0,-76 16 0,2 1 0,1-2 0,80-12 0,20 1 0,-59 11 0,-59 2 0,0-2 0,25-2 0,-4-4 0,0 3 0,60 0 0,37-3 0,-82 2 0,103 6 0,-73 1 0,102 9 0,-4-20 0,-169 7 0,1 0 0,-1 1 0,23 3 0,6-1 0,91 10 0,-120-11 0,-1 0 0,0 2 0,0 0 0,28 7 0,-34-7 0,0 0 0,0 0 0,0-1 0,1-1 0,-1 0 0,18-2 0,9 0 0,128 2 0,-164-1 0,1 0 0,-1 1 0,0-1 0,0 0 0,0-1 0,0 1 0,0 0 0,0-1 0,0 0 0,0 0 0,-1 1 0,1-2 0,-1 1 0,1 0 0,2-4 0,-5-208 0,0 212 0,0 0 0,-1 1 0,1-1 0,0 0 0,-1 1 0,1-1 0,-1 1 0,1-1 0,-1 1 0,0-1 0,1 1 0,-1-1 0,0 1 0,0-1 0,0 1 0,0 0 0,-2-2 0,1 2 0,1-1 0,0 0 0,-1 1 0,1-1 0,0 0 0,0 0 0,0 0 0,0 0 0,0 0 0,0 0 0,0 0 0,1-1 0,-1 1 0,1 0 0,0 0 0,0 0 0,0-4 0,-1-1 0,0 0 0,0 0 0,0 0 0,-1 0 0,0 1 0,0-1 0,-4-8 0,5 11 0,0 0 0,0 0 0,0 0 0,1 0 0,-1 0 0,1 0 0,0 0 0,0 0 0,1 0 0,-1 0 0,2-4 0,-1 5 0,0-1 0,-1 1 0,1-1 0,-1 1 0,0-1 0,0 1 0,0 0 0,0-1 0,-1 1 0,1-1 0,-1 1 0,0 0 0,0-1 0,0 1 0,-3-5 0,2 5 0,0 0 0,-1-1 0,1 0 0,0 1 0,0-1 0,0 0 0,0-1 0,1 1 0,-1 0 0,1 0 0,0-1 0,1 1 0,-1 0 0,1-6 0,0-2 0,-1 0 0,0 0 0,-1 0 0,0 1 0,-1-1 0,-4-12 0,4 12 0,1 0 0,1-1 0,0 1 0,0-1 0,1 0 0,3-18 0,-1-10 0,-2-91 0,0 128 0,0 0 0,-1 1 0,1-1 0,-1 1 0,0-1 0,0 0 0,0 1 0,-1 0 0,1-1 0,-4-5 0,2 5 0,1 1 0,1-1 0,-1 0 0,0 0 0,1 0 0,0 0 0,0 0 0,0 0 0,1 0 0,-1 0 0,1-5 0,0-190 0,0 197 0,-1 0 0,1 0 0,0 0 0,-1 0 0,1 1 0,-1-1 0,1 0 0,-1 1 0,0-1 0,0 0 0,0 1 0,-1-3 0,0 3 0,1-1 0,0 0 0,0 1 0,1-1 0,-1 0 0,0 1 0,0-1 0,1 0 0,-1 0 0,1 0 0,0 0 0,-1-3 0,1-89 0,0 91 0,0 1 0,0 0 0,0 0 0,-1 0 0,1 0 0,-1 0 0,1 0 0,-1 0 0,0 0 0,0 0 0,0 1 0,0-1 0,0 0 0,0 0 0,0 1 0,-3-3 0,3 2 0,-1 1 0,1-1 0,0 0 0,0 0 0,-1 0 0,1 0 0,0 0 0,1 0 0,-1 0 0,0 0 0,0 0 0,1 0 0,0-1 0,-1 1 0,1 0 0,0-4 0,0-68 0,0 72 0,0 1 0,0 0 0,0 0 0,0 0 0,0-1 0,-1 1 0,1 0 0,0 0 0,-1 0 0,1-1 0,-1 1 0,1 0 0,-1 0 0,0 0 0,1 0 0,-1 0 0,0 0 0,-1-2 0,1 3 0,0-1 0,0 0 0,0 0 0,0 0 0,1 0 0,-1 0 0,0 0 0,1 0 0,-1-1 0,1 1 0,0 0 0,-1 0 0,1 0 0,0-1 0,-1 1 0,1 0 0,0 0 0,0-3 0,0-71 0,0 74 0,0 0 0,0 0 0,0 0 0,0 0 0,0 0 0,-1 0 0,1 0 0,0 0 0,-1 0 0,1 0 0,0 0 0,-1 0 0,1 0 0,-1 0 0,0 1 0,1-1 0,-1 0 0,0 0 0,0 0 0,1 1 0,-1-1 0,0 0 0,0 1 0,0-1 0,-1 0 0,-7-6 0,6-1 0,1 1 0,1-1 0,-1 1 0,1-1 0,1 0 0,-1 1 0,1-1 0,1 0 0,1-13 0,0-11 0,-2-125 0,0 156-16,0 0 0,0 0 0,0 0 0,0 1 0,0-1 0,-1 0 0,1 0 0,0 0-1,-1 0 1,1 0 0,0 1 0,-1-1 0,1 0 0,-1 0 0,1 1 0,-1-1 0,1 0 0,-1 0 0,0 1 0,1-1 0,-1 1 0,0-1 0,0 1 0,1-1 0,-1 1 0,0-1-1,-2 0 1,3 1-52,-1 0 0,0 0 0,0-1 1,1 1-1,-1-1 0,0 1 0,1 0 0,-1-1 0,0 1 0,1-1 0,-1 0 0,1 1 0,-1-1 0,1 1 0,-1-1 0,1 0 0,-1 0 0,1 1 0,0-1 0,-1 0 0,1 0 0,0 1 0,-1-1 0,1 0 0,0 0 0,0 1 0,0-3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08.27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76 193 4994,'-5'2'4317,"1"0"-3587,0-1 364,0 1 0,0-1 0,0 1 0,0 0 0,0 0 0,1 0 0,-1 1 0,-3 2-1,7-3 391,-23-2 714,18 0-1339,12 0 448,14 3 886,-20-2-2057,-1 0-1,1 0 0,0 0 0,0 0 0,0 0 0,0 0 0,0 0 0,0 0 0,0-1 0,0 1 0,0 0 0,0-1 0,1 1 0,-1 0 1,0-1-1,0 0 0,1 1 0,-1-1 0,0 0 0,0 0 0,1 1 0,-1-1 0,0 0 0,1 0 0,-1 0 0,3-1 0,55 1 779,-39-1-699,177-15-151,327 16-64,-522 0 0,1 1 0,-1-1 0,1-1 0,0 1 0,-1 0 0,1 0 0,-1-1 0,1 0 0,-1 1 0,1-1 0,-1 0 0,0 0 0,4-3 0,-5 3 0,1 0 0,-1-1 0,0 1 0,-1-1 0,1 1 0,0-1 0,0 0 0,-1 1 0,1-1 0,-1 0 0,1 1 0,-1-1 0,0 0 0,0 0 0,1 1 0,-1-1 0,-1-3 0,1 4-10,0 0 0,-1 0 0,1 0 0,-1 0-1,1 1 1,-1-1 0,1 0 0,-1 0 0,1 1 0,-1-1 0,0 0 0,1 1 0,-1-1-1,0 0 1,0 1 0,0-1 0,1 1 0,-1-1 0,0 1 0,0 0 0,-1-1-1,-14-11-217,-14-17-32,27 27 257,0 0-1,-1 0 0,1-1 0,1 1 0,-1-1 1,0 0-1,1 0 0,-1 0 0,1 0 0,0 0 1,0 0-1,0-1 0,0 1 0,1-1 0,0 1 1,-1-1-1,0-5 0,2 7 12,0 0-1,0 0 1,0 1-1,0-1 1,-1 0-1,1 1 1,-1-1 0,1 0-1,-1 1 1,1-1-1,-1 1 1,0-1 0,0 1-1,-2-3 1,2 2 18,0 0 1,0 0-1,0 0 1,0 0 0,0 0-1,0 0 1,0 0-1,1 0 1,-1 0-1,1 0 1,0-1 0,-1 1-1,1 0 1,0-4-1,3 6 29,4 11 36,2 20 30,-9-29-121,0 0 0,0 0 0,0 0 0,1-1 0,-1 1 0,1 0 0,-1 0 0,1-1 0,-1 1 0,1 0 0,0-1 0,0 1 0,0-1 0,0 1 0,0-1 0,0 1 0,2 1 0,7 11 0,-8-9 0,-1 1 0,1-1 0,-2 0 0,1 1 0,0-1 0,-1 1 0,-1 9 0,0-8 0,1-1 0,0 1 0,1-1 0,-1 1 0,4 11 0,5 1 0,-8-16 0,1 0 0,0-1 0,-1 1 0,0 0 0,0 0 0,0 0 0,0 0 0,0 0 0,-1 0 0,1 0 0,-1 0 0,0 0 0,0 0 0,0 0 0,0 0 0,0 1 0,-1-1 0,0 4 0,-6 10 0,4-9 0,0-1 0,0 1 0,1 0 0,0 0 0,1 0 0,0 0 0,-1 16 0,0-11-643,-1-1-1,0 1 1,0-1 0,-2 0 0,0-1-1,0 1 1,-1-1 0,-13 21 0,18-31 346,0 0 1,0 1-1,0-1 0,-1 0 1,1 0-1,0 0 1,0 0-1,-1 0 0,1 0 1,0 0-1,-1-1 1,1 1-1,-1 0 0,1-1 1,-1 1-1,1-1 1,-4 1-1,-15 0-9806,-4-1 4634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08.81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 50 6835,'-5'-2'6657,"-4"-2"-5253,8 3-631,0 0 1,0 1 0,0-1 0,0 0 0,0 0 0,0 0 0,1 0-1,-1 0 1,0-1 0,0 1 0,1 0 0,-1 0 0,1 0 0,-1-1 0,1 1-1,-1-2 1,0-10 2317,-18 3-1466,19 20-1625,0 215 0,1-202 0,2 0 0,0 0 0,2-1 0,13 42 0,2 9 0,-17-56-16,1 0-1,1 0 1,0-1-1,1 0 1,13 24-1,-16-34-194,0 0-1,-1 0 1,1 0-1,-1 0 1,2 12 0,4 11-2056,2-10-74,-8-17 1826,0 0 0,-1 0-1,0 1 1,0-1 0,0 0 0,0 1 0,0-1 0,0 1-1,0-1 1,-1 1 0,1-1 0,-1 1 0,0 3 0,0-4-76,1 1 1,-1 0 0,0 0-1,1-1 1,0 1 0,-1-1-1,1 1 1,0 0 0,0-1-1,1 0 1,-1 1 0,0-1-1,1 0 1,0 0 0,1 3-1,4 4-1707,-2 8-5474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09.1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47 203 4482,'-15'-9'3519,"14"8"-2919,0 0-1,0 0 1,0-1-1,0 1 1,0 0-1,0 0 1,0 0-1,0-1 1,1 1 0,-1 0-1,0-1 1,1 1-1,-1-1 1,1 1-1,-1-1 1,1 1-1,0-1 1,0 1-1,0-1 1,0 1 0,0-4-1,0 4-430,0 0-1,0 0 1,-1 0-1,1 0 1,0 0-1,0 0 1,-1 0-1,1 0 1,-1 0-1,1 0 1,0 0-1,-1 1 1,0-1-1,1 0 1,-1 0-1,0 0 1,1 0-1,-1 1 1,0-1 0,0 0-1,0 1 1,-1-2-1,-4 2 2297,9 9-434,0-5-1805,-1 1 0,0-1 0,0 1 0,0 0 1,-1-1-1,1 1 0,-1 0 0,-1 0 0,1 0 0,0 0 0,-1 0 1,0 0-1,-1 8 0,1-8-209,0-1-15,0 1 1,1-1 0,0 0-1,0 0 1,0 0 0,0 0-1,1 0 1,-1 0 0,5 7-1,-4-8-2,0 1-1,0-1 1,-1 1-1,1 0 1,-1 0-1,0 0 1,0-1-1,0 1 1,0 7-1,-1-1 1,0 0 0,0 0 0,1-1 0,0 1 0,1 0 0,0-1 0,0 0 0,6 12 0,-7-14 0,1 0 0,-1 0 0,0 1 0,-1-1 0,0 0 0,-1 14 0,0 5 0,1-25 0,0 0 0,0 0 0,0-1 0,0 1 0,0 0 0,0-1 0,1 1 0,-1 0 0,0-1 0,0 1 0,1-1 0,-1 1 0,0 0 0,1-1 0,-1 1 0,1-1 0,-1 1 0,1-1 0,-1 1 0,1-1 0,-1 1 0,1-1 0,0 0 0,-1 1 0,1-1 0,-1 0 0,1 1 0,0-1 0,-1 0 0,1 0 0,0 0 0,-1 0 0,1 0 0,0 1 0,-1-1 0,1 0 0,0-1 0,0 1 0,-1 0 0,1 0 0,0 0 0,-1 0 0,1 0 0,0-1 0,-1 1 0,1 0 0,-1-1 0,2 1 0,0-1 0,1 0 0,-1 0 0,1 0 0,-1-1 0,0 1 0,0-1 0,1 1 0,-1-1 0,0 0 0,0 0 0,0 0 0,-1 0 0,1 0 0,2-4 0,15-21 0,-16 23 0,1 0 0,-1-1 0,0 0 0,0 0 0,0 1 0,-1-1 0,0-1 0,3-8 0,34-54 0,-31 38 0,-7 24 0,1-1 0,0 1 0,0 0 0,0 0 0,6-11 0,-2 5 0,0-1 0,-1 0 0,6-24 0,-8 26 0,-1 1 0,2 0 0,-1 0 0,1 1 0,1-1 0,0 1 0,0 0 0,8-11 0,7-13 0,-19 30 0,1 0 0,-1 0 0,0 0 0,1 1 0,0-1 0,0 0 0,0 1 0,0-1 0,0 1 0,0 0 0,6-4 0,9-8 0,-16 12 0,0 1 0,0 0 0,0 0 0,0 0 0,1 0 0,-1 1 0,0-1 0,1 0 0,-1 0 0,0 1 0,1-1 0,-1 1 0,1-1 0,-1 1 0,1 0 0,-1-1 0,1 1 0,-1 0 0,1 0 0,2 0 0,5 0 0,-6 0 0,0-1 0,0 1 0,-1 0 0,1-1 0,0 1 0,0 1 0,0-1 0,0 0 0,-1 1 0,1-1 0,0 1 0,0 0 0,-1 0 0,1 0 0,0 0 0,-1 1 0,0-1 0,1 1 0,-1-1 0,0 1 0,1 0 0,-1 0 0,0 0 0,0 0 0,2 4 0,24 23 0,-25-26 0,0-1 0,0 1 0,0 0 0,0-1 0,0 1 0,-1 1 0,1-1 0,-1 0 0,0 1 0,3 5 0,0 5 0,2-1 0,-1 0 0,13 17 0,-12-20 0,0 0 0,-1 1 0,0 0 0,-1 0 0,0 0 0,3 14 0,51 173-1537,-57-187-649,0 0 0,-1 0 0,0-1-1,-1 1 1,-1 18 0,-1 0-3276,2-2 126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09.4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312 271 3041,'0'-120'16117,"0"118"-15835,0-1 1,0 1-1,0-1 1,0 1-1,0-1 0,-1 1 1,1-1-1,-1 1 1,0-1-1,1 1 0,-1-1 1,0 1-1,0 0 0,-1 0 1,1-1-1,0 1 1,-1 0-1,0 0 0,1 0 1,-5-3-1,3 3 251,1-1-1,-1 0 1,0-1 0,1 1-1,-1 0 1,1-1 0,-3-6-1,4 6-344,-1 1-1,0-1 1,1 1-1,-1-1 1,-1 1-1,1 0 1,0 0-1,-1 0 1,0 0-1,1 0 1,-1 1-1,0-1 1,0 1-1,-1 0 1,1 0-1,0 0 1,-7-3-1,4 3-185,0 0-1,-1 0 1,1 0-1,-1 0 0,1 1 1,-1 0-1,0 1 1,0 0-1,1 0 1,-1 0-1,0 1 0,1-1 1,-1 2-1,0-1 1,1 1-1,-1 0 0,1 0 1,0 1-1,0 0 1,0 0-1,0 0 1,0 1-1,1 0 0,-1 0 1,1 0-1,0 1 1,1 0-1,-1 0 1,-7 11-1,6-2-1,2 1 0,-1-1 0,2 1 0,0 0 0,1 1 0,0-1 0,1 0 0,1 1 0,2 15 0,-2 3 0,1-27 0,-1-1 0,1 1 0,0-1 0,1 1 0,-1-1 0,1 0 0,0 1 0,1-1 0,0 0 0,5 9 0,11 24 0,-14-17 0,-5-18 0,1-1 0,-1 0 0,1 0 0,0 1 0,0-1 0,1 0 0,-1 0 0,1 0 0,-1 0 0,1 0 0,0 0 0,0-1 0,0 1 0,3 2 0,10 12-4,-6-7-58,0 1 0,0-2 0,1 1 1,0-1-1,1-1 0,0 0 0,0 0 1,14 6-1,-2-6-64,-10-2-1404,0-2 1,0 0-1,18 4 1,-27-8 877,0 1 0,1-1 0,-1 0 0,0 0 0,0 0 0,1-1-1,-1 1 1,0-1 0,0 0 0,0 0 0,1-1 0,-1 1 0,-1-1 0,1 0 0,5-3 0,33-16-4444,-39 20 4800,0 0-1,0 0 1,1-1 0,-1 1-1,-1-1 1,1 1 0,0-1-1,0 0 1,-1 0 0,1 0-1,-1 0 1,1-1 0,-1 1-1,0-1 1,0 1-1,0-1 1,0 0 0,-1 0-1,1 0 1,-1 0 0,1 0-1,-1 0 1,0 0 0,1-5-1,13-32-2664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09.66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92 258 2689,'1'-34'3192,"0"22"-1652,0 0-1,-1 0 1,-1 0 0,0 1-1,-3-16 1,-2 9 752,4 11-1226,0 0 0,0 0 0,1 0-1,-1 0 1,2-1 0,-1 1-1,1-9 1,0 14-867,0 1 0,0-1 0,0 0 0,0 1 1,-1-1-1,1 0 0,0 1 0,-1-1 0,0 1 0,1-1 0,-1 1 0,0-1 0,0 1 0,0-1 0,1 1 0,-2 0 0,1-1 0,0 1 1,0 0-1,0 0 0,0 0 0,-2-1 0,-3-4 281,2 3-110,-9-8 627,12 12-988,1-1 0,0 0 1,-1 0-1,1 0 1,0 0-1,-1 0 0,1 1 1,-1-1-1,1 0 1,0 0-1,-1 0 0,1 1 1,0-1-1,0 0 1,-1 1-1,1-1 0,0 0 1,0 1-1,-1-1 1,1 0-1,0 1 0,0-1 1,0 0-1,-1 1 1,1-1-1,0 0 1,0 1-1,0-1 0,0 1 1,0-1-1,0 0 1,0 1-1,0-1 0,0 1 1,0-1-1,0 1 1,0-1-1,0 0 0,0 1 1,1-1-1,-1 0 1,0 1-1,1 22-9,0-18 0,-1 1 0,1-1 0,-1 1 0,-1-1 0,1 1 0,-1-1 0,0 1 0,-3 10 0,-4-2 0,7-11 0,-1 0 0,0 0 0,1-1 0,-1 1 0,1 0 0,0 0 0,0 0 0,0 0 0,1 1 0,-1-1 0,1 0 0,-1 0 0,1 0 0,0 1 0,0-1 0,1 0 0,-1 0 0,2 5 0,3 5 0,-1 0 0,0-1 0,-1 1 0,0 1 0,-1-1 0,-1 0 0,0 19 0,18 112 0,-20-123 0,1-13 0,0-1 0,0 1 0,0 0 0,1-1 0,0 1 0,3 9 0,1 0 0,-1-4 0,0 0 0,-1 0 0,0 0 0,-1 0 0,0 25 0,-2-20-968,0-1-1,1 1 1,0-1-1,2 1 1,8 29-1,-10-23-2915,-2-21 3171,1-1 0,0 1 0,0-1 0,0 0 0,0 1 0,0-1 0,0 0 0,1 1 0,-1-1 0,1 0 0,-1 1 0,1-1 0,0 0 0,0 0 0,2 3 0,15 7-2558,-13-9 467,-2-3 582,13 0 568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10.02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1 333 1441,'3'-5'578,"0"0"0,0 0 1,0 0-1,-1 0 1,0 0-1,0 0 0,3-10 1,-3 0 2294,0 0 0,-1-1 1,-1-22-1,0 13 549,0-47 5691,0 24-6469,0 49-2643,0-1-1,0 1 1,0-1-1,0 1 1,0 0-1,0-1 1,0 1-1,0 0 1,0-1-1,0 1 1,-1-1-1,1 1 1,0 0-1,0-1 0,-1 1 1,1-1-1,0 1 1,-1-1-1,1 1 1,0-1-1,-1 1 1,1-1-1,-1 1 1,1-1-1,-1 1 1,1-1-1,-1 0 1,1 1-1,-1-1 1,1 0-1,-1 0 1,1 1-1,-1-1 1,0 0-1,1 0 0,-1 0 1,1 0-1,-1 0 1,0 1-1,1-1 1,-1 0-1,0-1 1,1 1-1,-1 0 1,1 0-1,-1 0 1,0 0-1,1 0 1,-1-1-1,1 1 1,-1 0-1,0 0 1,1-1-1,-1 1 1,0-1-1,9 8 0,-7-7 0,1 1 0,-1 0 0,0 0 0,0 0 0,0 0 0,0 0 0,-1 0 0,1 0 0,0 0 0,0 0 0,0 0 0,-1 0 0,1 1 0,-1-1 0,1 0 0,-1 0 0,1 1 0,-1-1 0,0 0 0,0 1 0,1-1 0,-1 0 0,0 3 0,0-2 0,0 0 0,0-1 0,0 1 0,0 0 0,1 0 0,-1 0 0,1-1 0,-1 1 0,1 0 0,0-1 0,0 1 0,0-1 0,-1 1 0,1-1 0,1 1 0,-1-1 0,2 3 0,7 10 0,-2 12 0,-7-21 0,1 0 0,-1-1 0,1 1 0,0 0 0,0 0 0,5 7 0,22 45 0,-25-46 0,1-1 0,1 1 0,-1-1 0,2 0 0,9 12 0,3-1 0,-11-14 0,-2 0 0,1 1 0,-1 0 0,0 0 0,6 11 0,-10-16 0,1 1-1,-1-1 1,1 0 0,0 0-1,0 0 1,0 0 0,0-1-1,0 1 1,1-1 0,-1 0-1,1 0 1,0 0 0,-1 0 0,1-1-1,0 1 1,0-1 0,0 0-1,0 0 1,0 0 0,0-1-1,0 0 1,1 1 0,-1-1-1,6-1 1,-7 0 0,0 0 0,0 0 0,0 0 0,-1-1-1,1 1 1,0-1 0,-1 0 0,1 1 0,0-1 0,-1 0 0,0 0 0,0-1 0,0 1 0,0 0-1,0-1 1,0 1 0,0-1 0,1-4 0,3-2 2,-1 0 1,0-1-1,7-20 1,-11-6-3,-1 31 0,-1-1 0,1 1 0,0-1 0,1 1 0,-1-1 0,1 1 0,0-1 0,4-8 0,-5 13 0,4-7 0,0 0 0,-1 0 0,0-1 0,-1 1 0,0-1 0,0 1 0,-1-1 0,0 0 0,0 0 0,-1-11 0,0-96 0,0 115 0,0 0 0,0 0 0,0 0 0,0 0 0,0 0 0,0 0 0,-1 0 0,1 0 0,0 0 0,-1 0 0,1 0 0,-1 0 0,1 0 0,-1 1 0,1-1 0,-1 0 0,1 0 0,-1 0 0,0 1 0,1-1 0,-1 0 0,0 1 0,0-1 0,0 1 0,1-1 0,-1 1 0,-2-1 0,3 0 0,-1 1 0,0-1 0,0 1 0,0 0 0,1-1 0,-1 1 0,0-1 0,1 0 0,-1 1 0,0-1 0,1 0 0,-1 1 0,1-1 0,-1 0 0,1 0 0,-1 1 0,1-1 0,-1 0 0,1 0 0,0 0 0,0 0 0,-1 1 0,1-1 0,0 0 0,0 0 0,0 0 0,0-1 0,0-9 0,0 14 0,0 33 0,0 56 0,0-88 0,1 1 0,-1-1 0,1 0 0,0 0 0,0 0 0,0 0 0,1 0 0,0 0 0,3 7 0,-3-8 0,0 1 0,0 0 0,0-1 0,-1 1 0,0 0 0,0 0 0,0 0 0,0-1 0,0 8 0,-1-3 9,1-1 0,0 0 0,0 0 1,1 0-1,3 10 0,4 25-320,-9-38 5,0 0 1,1 0-1,-1 0 1,1 0-1,0 0 1,0 0-1,1 0 0,-1 0 1,1-1-1,0 1 1,3 6-1,10 19-4290,-10-16 1256,1-1-1,1 0 1,-1-1-1,14 17 1,-17-24 2392,13 11-2144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10.6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235 633 3650,'4'-8'839,"0"1"0,0-1 0,-1 0 0,0 1 0,0-1 0,-1-1 0,0 1 1,0 0-1,0-11 0,-2-82 8543,-1 46-3262,0 50-5831,1-1 0,-1 1 0,-1-1 0,1 1 0,-1 0 0,0 0 0,0-1 0,0 1 0,-1 0 0,0 1 1,0-1-1,0 0 0,0 1 0,-1 0 0,0 0 0,0 0 0,-5-4 0,5 6-288,0 0 0,-1 0 0,1 1 1,-1 0-1,1 0 0,-1 0 1,0 0-1,1 1 0,-1-1 0,0 1 1,1 0-1,-1 1 0,0-1 0,1 1 1,-1 0-1,0 0 0,1 1 1,0-1-1,-1 1 0,-6 4 0,6-4-1,0 1 0,0 0-1,0 0 1,1 1 0,-1 0-1,1-1 1,0 2 0,0-1 0,0 0-1,1 1 1,-1-1 0,1 1-1,0 0 1,1 0 0,-1 1-1,-2 7 1,-15 31 0,17-39 0,0 1 0,0 0 0,0 0 0,1 0 0,0 0 0,0 0 0,0 0 0,1 1 0,0-1 0,-1 9 0,2 200 0,0-209-9,1 0 0,-1 0 0,1 0 0,0 0 0,1 0 0,-1 0 0,1 0 0,5 10 0,10 29-86,-14-38 64,1 1 1,0-1-1,1 0 1,0-1-1,0 1 1,1-1-1,-1 0 1,1 0 0,1 0-1,-1-1 1,1 0-1,0-1 1,8 5-1,-13-8 28,0 0-1,0-1 0,0 0 1,-1 1-1,1-1 1,0 0-1,0 0 1,0 0-1,0 0 1,0 0-1,-1 0 1,1-1-1,0 1 1,0-1-1,0 1 1,-1-1-1,1 0 1,0 0-1,-1 1 0,1-1 1,0 0-1,-1 0 1,0-1-1,1 1 1,-1 0-1,1 0 1,-1-1-1,0 1 1,0-1-1,0 1 1,0-1-1,0 0 1,1-2-1,-2 4 4,35-41-16,-27 34 49,-1-1-1,0 0 1,0 0-1,-1 0 0,10-19 1,-5-5 74,-1 1 1,8-45 0,-1 1 97,-8 48-188,-6 17-17,0 0-1,0 0 1,-1-1 0,-1 1 0,2-20 0,7-76 0,-6 82 0,-1-1 0,-1 1 0,-1-1 0,-2 0 0,-3-28 0,3 43 0,-5-21 0,-2-44 0,8 73 0,0 1 0,0 0 0,0-1 0,0 1 0,0-1 0,0 1 0,-1 0 0,1-1 0,0 1 0,-1-1 0,1 1 0,-1 0 0,0 0 0,1-1 0,-1 1 0,0 0 0,0 0 0,0 0 0,1 0 0,-1 0 0,0 0 0,-1 0 0,1 0 0,-1-1 0,1 1 0,0 1 0,0-1 0,0 0 0,0 1 0,0-1 0,0 0 0,1 0 0,-1 0 0,0 0 0,1 0 0,-1 0 0,1 0 0,-1 0 0,1 0 0,-1 0 0,1 0 0,-1 0 0,1 0 0,0 0 0,0 0 0,0-1 0,0 1 0,0 0 0,0-1 0,0 2 0,-1 0 0,1 1 0,0-1 0,0 1 0,0-1 0,0 0 0,-1 1 0,1-1 0,0 0 0,0 1 0,-1-1 0,1 0 0,0 1 0,-1-1 0,1 0 0,0 0 0,-1 1 0,1-1 0,0 0 0,-1 0 0,1 0 0,-1 1 0,1-1 0,0 0 0,-1 0 0,1 0 0,-1 0 0,1 0 0,0 0 0,-1 0 0,1 0 0,-1 0 0,1 0 0,0 0 0,-1 0 0,1 0 0,-1 0 0,1 0 0,0-1 0,-1 1 0,1 0 0,-1 0 0,1 0 0,0-1 0,-1 1 0,1 0 0,0 0 0,-1-1 0,1 1 0,0 0 0,0-1 0,-1 1 0,1 0 0,0-1 0,0 1 0,0-1 0,-1 1 0,1 0 0,0-1 0,-1 45 0,-1-23 0,2 0 0,0 0 0,6 33 0,41 120 0,-43-160 0,2-1 0,0 1 0,0-1 0,1-1 0,11 16 0,-1 0 0,-1-5 0,1-1 0,27 29 0,-2-3 0,-40-46 0,-1 0 0,1 1 0,-1-1 0,1 0 0,0 0 0,-1 0 0,1 0 0,0-1 0,0 1 0,1 0 0,-1-1 0,0 1 0,0-1 0,1 0 0,-1 0 0,1 0 0,-1 0 0,1 0 0,0-1 0,3 1 0,27 12 0,-31-11 0,1-1 0,0 1 0,0-1 0,-1 0 0,1 1 0,0-1 0,0-1 0,1 1 0,-1 0 0,0-1 0,0 0 0,0 1 0,0-1 0,0 0 0,1-1 0,-1 1 0,0-1 0,5-1 0,5-3 0,0 0 0,-1-2 0,0 1 0,0-2 0,-1 1 0,0-2 0,17-15 0,-21 16 0,1 1 0,-1-1 0,0 0 0,-1-1 0,0 0 0,0 0 0,-1 0 0,0-1 0,-1 1 0,6-21 0,-8 21 0,0 0 0,0 0 0,1 1 0,0-1 0,1 1 0,0-1 0,7-12 0,-6 13 0,-1 0 0,0-1 0,-1 1 0,0-1 0,0 0 0,-1 0 0,0 0 0,0-15 0,0-84 0,-3 56 0,1 51 0,-1-1 0,1 0 0,0 1 0,0-1 0,-1 1 0,1-1 0,-1 0 0,0 1 0,1-1 0,-1 1 0,0 0 0,0-1 0,0 1 0,0 0 0,0-1 0,0 1 0,0 0 0,0 0 0,-1 0 0,1 0 0,0 0 0,-1 0 0,1 0 0,0 0 0,-1 1 0,1-1 0,-1 1 0,0-1 0,1 1 0,-1-1 0,1 1 0,-3 0 0,-1-1 0,1 1 0,-1 0 0,1 0 0,-1 0 0,1 0 0,-1 1 0,1 0 0,-1 0 0,1 0 0,0 0 0,-1 1 0,1 0 0,-4 2 0,-5 2 0,0 2 0,1 0 0,0 0 0,1 1 0,-1 1 0,2 0 0,-1 0 0,2 1 0,-1 0 0,1 1 0,-10 17 0,4-2 0,8-17 0,1 1 0,0 0 0,0 0 0,1 0 0,0 1 0,1 0 0,1 0 0,0 0 0,0 0 0,-1 20 0,4-17 0,0 23 0,8 74 0,-6-101 0,0 0 0,1 0 0,0 0 0,1-1 0,0 1 0,1-1 0,0 0 0,0 0 0,1 0 0,14 17 0,-1-4 0,-14-16 0,1 1 0,0-1 0,0-1 0,0 1 0,1-1 0,0 0 0,0 0 0,0-1 0,14 8 0,-8-8 0,-5-1 0,0-1 0,0 1 0,0-2 0,0 1 0,1-1 0,-1-1 0,0 1 0,10-1 0,75-7-552,-85 5 375,1-1 0,-1 0 0,0 0 0,0 0 0,0-1 0,-1 0 0,1-1 0,-1 1-1,0-1 1,11-8 0,-11 6-760,25-22-4958,-3 10-1397,-7 4 1845,-17 3 434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11.0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90 158 3025,'-11'0'3140,"1"0"1,-1-1-1,1 0 0,-19-5 0,24 2 1211,4-4-3140,0 5-303,-3-1-259,3 4-575,1 0 0,0 0 0,-1 0 1,1 0-1,0 0 0,-1-1 1,1 1-1,0 0 0,-1 0 0,1 0 1,0-1-1,-1 1 0,1 0 1,0 0-1,0-1 0,-1 1 0,1 0 1,0-1-1,0 1 0,-1 0 0,1-1 1,0 1-1,0 0 0,0-1 1,0 1-1,0 0 0,0-1 0,0 1 1,0-1-1,0 1 0,-1 0 1,2-1-1,-1 1 0,0-1 0,0 1 1,0 0-1,0-1 0,0 1 1,0 0-1,0-1 0,0 1 0,1 0 1,-1-1-1,0 1 0,0 0 1,0-1-1,1 1 0,-1 0 0,0-1 1,0 1-1,1 0 0,-1 0 1,0-1-1,1 1 0,-1 0 0,7-9 296,-1 1-253,0 1 0,0-1-1,1 1 1,1 0 0,-1 0 0,1 1 0,0 0-1,0 0 1,1 1 0,0 0 0,-1 1 0,19-7 0,-7 6 28,-1 0 1,1 2 0,0 0 0,1 1-1,27 1 1,-46 1-146,0 0 0,0 0 0,0 0 0,-1 1 0,1-1 0,0 0 0,0 1 0,0 0 0,-1-1 0,1 1 0,0 0 0,-1 0 0,1 0 0,-1 0 0,1 0 0,-1 0 0,1 0 0,-1 0 0,0 1 0,0-1 0,1 0 0,-1 1 0,0-1 0,0 1 0,0-1 0,-1 1 0,1 0 0,0-1 0,0 1 0,-1 0 0,1 3 0,1 6 0,-1 0 0,0 0 0,0 0 0,-2 17 0,0-4 0,0-9 0,-1 0 0,-1 0 0,0 0 0,-1-1 0,0 1 0,-2-1 0,1 0 0,-9 13 0,5-6 0,-30 41 0,-8 22-240,30-56-2098,16-27 1866,-1 1 0,1 0-1,-1 0 1,1 0 0,0 0 0,0 0 0,0 0 0,0 0-1,0 0 1,1 0 0,-1 0 0,0 0 0,1 0 0,-1 5 0,1-5-200,0 0 0,0 0 1,0-1-1,-1 1 1,1 0-1,-1 0 1,1 0-1,-1 0 1,0 0-1,0-1 1,0 1-1,0 0 1,-1 2-1,1-3 266,0 1 0,0-1 0,0 1 0,0-1 0,0 1-1,0-1 1,1 1 0,-1 0 0,1-1 0,-1 1 0,1 0 0,0-1 0,0 3 0,0 14-3468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11.2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69 2129,'0'2'357,"0"-1"0,0 1 1,0 0-1,0-1 0,1 1 0,-1 0 0,0 0 0,1-1 1,-1 1-1,1-1 0,0 1 0,0-1 0,-1 1 1,1-1-1,0 1 0,0-1 0,0 1 0,0-1 1,1 0-1,-1 0 0,0 0 0,3 2 0,2 2 35,-5-4-64,-1 0-1,1 0 1,0 0 0,0 0 0,0 0 0,0 0 0,0 0 0,0 0 0,1-1 0,-1 1 0,0-1 0,0 1 0,1-1 0,-1 1 0,0-1-1,0 1 1,1-1 0,-1 0 0,0 0 0,1 0 0,-1 0 0,0 0 0,1 0 0,-1 0 0,0 0 0,1-1 0,-1 1 0,2-1 0,-1 0 156,-1-1 1,1 1-1,-1-1 0,0 1 1,0-1-1,0 1 1,0-1-1,0 0 1,0 1-1,0-1 1,-1 0-1,1 0 1,-1 0-1,1 1 0,-1-1 1,0 0-1,1 0 1,-1 0-1,0 0 1,-1-3-1,1-1-700,1 4-61,-1 0 1,0 0-1,0 0 0,0 0 0,0 0 0,-1 0 1,1 0-1,0 0 0,-1 0 0,0 0 0,1 0 1,-1 0-1,0 0 0,-1-2 0,-23-15-9593,13 9 3237,8-5-2835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33.1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0 869 5042,'0'-20'24571,"5"15"-21422,20 0-3143,19-6-7,49-31 1,-44 21 0,-5-1 0,-2-2 0,0-2 0,-2-2 0,0-1 0,46-47 0,-74 65 0,0-2 0,-1 0 0,0 0 0,-1-1 0,0 0 0,-1-1 0,-1 0 0,0 0 0,7-22 0,11-55 0,-25 89 0,0 0 0,-1-1 0,1 1 0,-1 0 0,0-1 0,0 1 0,0 0 0,0 0 0,-1-1 0,1 1 0,-1 0 0,0-1 0,0 1 0,0 0 0,0 0 0,-1 0 0,-3-5 0,-3-11 0,-7-28 0,12 37 0,0-1 0,0 1 0,-1 0 0,-1 0 0,1 0 0,-2 1 0,1-1 0,-1 1 0,-12-14 0,10 15 0,0 1 0,-1-1 0,0 1 0,0 1 0,0 0 0,-1 0 0,0 1 0,-18-8 0,27 13 0,1 0 0,-1 0 0,1 0 0,-1 0 0,1 0 0,-1 0 0,1 0 0,-1 0 0,1 0 0,-1 0 0,1 0 0,-1 0 0,1 0 0,-1 0 0,1 0 0,-1 0 0,1 1 0,0-1 0,-1 0 0,1 0 0,-1 1 0,1-1 0,-1 0 0,1 0 0,0 1 0,-1-1 0,1 1 0,0-1 0,-1 0 0,1 1 0,0-1 0,-1 1 0,1 0 0,-7 24 0,8 44 0,-1-49 0,2-7 0,-1 0 0,1 0 0,1-1 0,1 1 0,-1 0 0,7 12 0,8 28 0,35 123 0,112 293 0,-147-398-150,-16-55-110,2-1 1,0 0-1,0 0 0,13 27 0,-13-33-428,0 0 0,0 0 0,-1 1-1,0-1 1,2 16 0,-2 4-6194,-1 57-1,-2-59 3296,0 2-968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34.07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1 959 7700,'1'0'285,"0"0"45,-1 0-1,1 1 1,0-1-1,0 0 1,0 0-1,0 0 1,-1 1 0,1-1-1,0 0 1,0 0-1,0 0 1,0-1 0,-1 1-1,1 0 1,0 0-1,0 0 1,0-1 0,0 1-1,-1 0 1,1-1-1,0 1 1,-1-1-1,1 1 1,0-1 0,0 1-1,-1-1 1,1 1-1,-1-1 1,1 1 0,-1-1-1,1 0 1,-1 0-1,1 1 1,-1-1 0,1 0-1,-1 0 1,0 1-1,1-5 3458,-1 5-3716,0 0-1,-1-1 0,1 1 0,0 0 1,0 0-1,0-1 0,0 1 0,0 0 1,0-1-1,0 1 0,0 0 0,0 0 0,0-1 1,0 1-1,0 0 0,0 0 0,0-1 1,0 1-1,0 0 0,1 0 0,-1-1 1,0 1-1,0 0 0,0 0 0,0-1 0,0 1 1,1 0-1,-1 0 0,0 0 0,0-1 1,0 1-1,1 0 0,-1 0 0,0 0 1,0 0-1,1-1 0,29-12 591,-22 10-376,0-1 0,0 1 1,0-1-1,-1-1 0,13-8 0,-4 1 190,0 1 0,0 1 1,1 0-1,25-9 0,37-23 649,23-27-1124,-73 49 0,-18 13 0,-1 0 0,0 0 0,-1-1 0,12-11 0,44-40 0,-30 30 0,-34 28 0,1 0 0,-1 0 0,0 0 0,0 0 0,0-1 0,0 1 0,0 0 0,0-1 0,0 1 0,0 0 0,-1-1 0,1 1 0,0-1 0,-1 1 0,1-1 0,-1 1 0,0-1 0,1 0 0,-1 1 0,0-4 0,0 3 0,0 0 0,0 0 0,0 0 0,1-1 0,-1 1 0,1 0 0,-1 0 0,1 0 0,0 0 0,0 0 0,0 0 0,2-3 0,16-17 0,-19 21 0,0 1 0,0-1 0,1 0 0,-1 0 0,0 0 0,0 0 0,0 0 0,0 0 0,-1 0 0,1 0 0,0 0 0,0 0 0,0 0 0,-1 1 0,1-1 0,0 0 0,-1 0 0,1 0 0,-1 0 0,1 1 0,-1-1 0,0 0 0,1 1 0,-1-1 0,0 0 0,1 1 0,-1-1 0,0 1 0,0-1 0,1 1 0,-1-1 0,0 1 0,0-1 0,0 1 0,0 0 0,-1-1 0,0 0 0,2 1 0,-1-1 0,0 0 0,1 1 0,0-1 0,-1 0 0,1 1 0,-1-1 0,1 0 0,0 1 0,-1-1 0,1 0 0,0 0 0,0 0 0,0 1 0,-1-1 0,1 0 0,0 0 0,0 0 0,1-1 0,-4-8 0,1 7 0,-1 0 0,0 1 0,0 0 0,0-1 0,0 1 0,-1 0 0,1 0 0,-1 1 0,1-1 0,-1 1 0,1 0 0,-1 0 0,0 0 0,0 0 0,0 0 0,-4 1 0,5-1 0,0 1 0,0 0 0,0-1 0,0 1 0,0 1 0,0-1 0,0 0 0,0 1 0,0-1 0,0 1 0,0 0 0,0 0 0,0 0 0,1 0 0,-1 1 0,0-1 0,1 1 0,-1 0 0,-2 2 0,-8 12 0,10-13 0,0 0 0,1 0 0,-1 0 0,1 1 0,-1-1 0,1 1 0,0 0 0,0 0 0,1-1 0,-1 1 0,1 0 0,0 0 0,0 1 0,0-1 0,0 7 0,-8 30 0,8-36 0,-1 0 0,0 0 0,1 0 0,0 0 0,1 1 0,-1-1 0,1 0 0,0 1 0,0-1 0,1 6 0,4 10 0,0-1 0,2 1 0,0-1 0,1 0 0,1-1 0,1 0 0,1 0 0,0-1 0,1-1 0,1 0 0,1 0 0,1-1 0,27 23 0,-30-29 0,1 0 0,1-1 0,-1 0 0,1-1 0,1-1 0,0 0 0,0-1 0,0 0 0,1-2 0,-1 0 0,1 0 0,0-2 0,0 0 0,26 0 0,-29-2 0,1-1 0,-1 0 0,0-1 0,1 0 0,-1-1 0,0-1 0,-1 0 0,1-1 0,22-12 0,-27 12 0,-1 1 0,1-1 0,-1-1 0,-1 1 0,1-1 0,-1-1 0,0 1 0,-1-1 0,1 0 0,-1 0 0,-1 0 0,1-1 0,-1 0 0,0 0 0,-1 0 0,3-9 0,33-89 0,-36 93 0,-1 0 0,-1-1 0,0 1 0,0-1 0,-1 1 0,-2-15 0,0-7 0,2 34 0,0-1 0,0 1 0,0-1 0,0 1 0,0 0 0,-1 0 0,1-1 0,-1 1 0,1 0 0,-1 0 0,1-1 0,-1 1 0,0 0 0,0 0 0,1 0 0,-1 0 0,0 0 0,0 0 0,0 0 0,0 0 0,0 0 0,-2 0 0,-13-16 0,16 16 0,0 0 0,-1 1 0,1-1 0,-1 0 0,1 1 0,0-1 0,-1 1 0,1-1 0,-1 0 0,1 1 0,-1-1 0,0 1 0,1-1 0,-1 1 0,0 0 0,1-1 0,-1 1 0,0 0 0,1-1 0,-1 1 0,0 0 0,0 0 0,1-1 0,-1 1 0,0 0 0,0 0 0,1 0 0,-1 0 0,0 0 0,0 0 0,0 0 0,1 1 0,-1-1 0,0 0 0,0 0 0,1 0 0,-1 1 0,0-1 0,1 0 0,-1 1 0,-1 0 0,1 0 0,-1 1 0,1-1 0,0 1 0,-1-1 0,1 1 0,0-1 0,0 1 0,0 0 0,0 0 0,1-1 0,-1 1 0,0 0 0,1 0 0,-1 0 0,1 0 0,0 0 0,0 0 0,-1 2 0,-7 32 0,6-31 0,0 0 0,0 0 0,1 0 0,0 0 0,0 0 0,0 7 0,0-5 0,1 0 0,0 0 0,0 0 0,1 0 0,0-1 0,0 1 0,1 0 0,-1-1 0,2 1 0,4 11 0,-4 5 0,2 5 0,-1-21-162,0-1-1,1 0 1,0 0 0,0 0-1,0-1 1,1 0 0,0 0-1,0 0 1,0-1 0,0 0-1,1 0 1,-1 0 0,1-1 0,0 0-1,0 0 1,0-1 0,1 0-1,7 1 1,7 1-600,0-1 0,0-1 0,0-1-1,0-1 1,32-5 0,-27 1-1743,1-2-1,-1-1 0,30-13 1,20-5-559,-46 14 2453,-1-2 0,0-1 0,-1-1 0,28-19 0,0 1 785,-44 24 261,0-1 1,0 0-1,-1 0 1,0-1 0,-1-1-1,-1 0 1,0-1-1,0 1 1,-1-2-1,-1 1 1,9-20-1,-16 30 230,0-1 0,1 0 0,-1 0 0,0 0 0,-1 0 0,1 0 0,-1 0 0,0-1 0,0 1 0,0 0-1,0 0 1,-1 0 0,0 0 0,0 0 0,-1-4 0,1 6-283,0 1-1,0-1 1,0 0 0,0 1-1,0-1 1,0 1-1,0-1 1,0 1 0,-1 0-1,1-1 1,-1 1-1,1 0 1,-1 0 0,-2-1-1,-17-3 384,14 5-716,-1 0 0,0 0 0,0 1-1,0 0 1,0 1 0,1-1 0,-1 1 0,0 1 0,1-1 0,0 1-1,0 1 1,0-1 0,0 1 0,0 1 0,1-1 0,-1 1-1,1 0 1,0 0 0,1 1 0,-1 0 0,1 0 0,1 0-1,-1 1 1,1-1 0,-6 13 0,-8 23-49,14-33 0,0 0 0,0 1 0,1-1 0,0 1 0,1 0 0,0-1 0,0 1 0,1 0 0,0 12 0,1 107-32,1-123 28,0-1 0,0 0 0,1 0 0,-1 0 0,1 0 0,0 0-1,1 0 1,-1 0 0,1-1 0,0 1 0,0-1 0,7 8 0,0 1-2,-7-11-9,0 1 0,0-1 0,0 0 0,1 0 0,-1 0 0,1 0 0,-1 0 0,1-1 0,0 0 0,-1 1 0,1-2 0,0 1 0,0 0 0,0-1 0,0 1 0,0-1 0,0 0 0,-1-1 0,1 1 0,0-1 0,0 1 0,0-1 0,0 0 0,-1-1 0,1 1 0,6-4 0,-3 2-28,-1 0 1,1-1 0,-1 0-1,1 0 1,-1-1-1,0 1 1,-1-1 0,1-1-1,-1 1 1,0-1-1,-1 0 1,1 0 0,-1 0-1,0-1 1,0 1-1,-1-1 1,0 0-1,2-8 1,34-65 77,-32 54-13,-1-1 0,-2 0 0,3-53 0,-7 65 17,2-1-1,0 1 1,8-28 0,-6 29 98,-1 0 1,0-1-1,1-24 0,-2-25 106,0 42-197,-1 0 1,-1 0-1,-1 1 1,-8-43-1,-2 38-46,9 23 0,0 0 0,1 0 0,0 0 0,-1-1 0,1 1 0,0 0 0,0-1 0,1 1 0,-1-1 0,1-4 0,-1 4 0,1 1 0,0 0 0,-1 0 0,0 0 0,1-1 0,-1 1 0,-1 0 0,1 0 0,-2-3 0,2 3 0,-1 0 0,1 0 0,0 1 0,0-1 0,0 0 0,0 0 0,1 0 0,-1 0 0,1-4 0,0 6 0,0 1 0,0-1 0,0 0 0,0 1 0,0-1 0,0 0 0,0 0 0,0 1 0,0-1 0,0 0 0,0 1 0,0-1 0,-1 0 0,1 1 0,0-1 0,0 0 0,-1 1 0,1-1 0,0 0 0,-1 1 0,1-1 0,-1 1 0,1-1 0,-1 1 0,1-1 0,-1 1 0,1-1 0,-1 1 0,0 0 0,1-1 0,-1 1 0,0 0 0,1-1 0,-1 1 0,0 0 0,1 0 0,-1 0 0,0-1 0,1 1 0,-1 0 0,0 0 0,0 0 0,1 0 0,-1 0 0,0 1 0,1-1 0,-1 0 0,0 0 0,1 0 0,-1 1 0,0-1 0,1 0 0,-1 0 0,0 1 0,1-1 0,-1 1 0,1-1 0,-1 1 0,1-1 0,-1 1 0,1-1 0,-1 1 0,1-1 0,-1 1 0,1-1 0,0 1 0,-1 0 0,1 0 0,-5 8 0,4-7 0,0 0 0,-1 0 0,1 0 0,1 0 0,-1-1 0,0 1 0,0 1 0,1-1 0,-1 0 0,1 0 0,0 0 0,-1 0 0,1 0 0,0 0 0,0 0 0,1 1 0,-1-1 0,1 3 0,3 7 0,-1-6 0,-1-1 0,-1 0 0,1 1 0,-1-1 0,0 1 0,0 0 0,0 10 0,-1-3 0,1 0 0,1-1 0,1 1 0,7 24 0,5 22 0,24 48 0,-31-66 0,-7-32 0,1 0 0,0 0 0,0 0 0,1 0 0,4 10 0,93 157 0,-80-127 20,-17-40-40,0 0-1,1 0 0,0 0 1,9 14-1,31 67-5349,-37-69 28,-7-20 4952,0 0 1,0 0 0,0 0 0,0 0 0,0 0 0,1 1 0,-1-1 0,1 0 0,-1 0-1,1 0 1,-1 0 0,1 0 0,-1 0 0,1-1 0,0 1 0,0 0 0,-1 0-1,1 0 1,0-1 0,0 1 0,0 0 0,0-1 0,0 1 0,0 0 0,0-1 0,0 0-1,0 1 1,0-1 0,2 1 0,15 4-3274,-17-5 3589,-1 0 1,0 0-1,0 0 0,1 0 0,-1 0 1,0 0-1,0 0 0,0 0 0,1 0 1,-1 0-1,0-1 0,0 1 0,0 0 1,1 0-1,-1 0 0,0 0 0,0 0 1,0-1-1,0 1 0,1 0 0,-1 0 1,0 0-1,0-1 0,0 1 0,0 0 1,0 0-1,0 0 0,0-1 0,0 1 1,0 0-1,0 0 0,0 0 0,1-1 1,-1 1-1,0 0 0,0 0 0,-1-1 1,1 1-1,0 0 0,0 0 0,0-1 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34.42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47 121 5491,'0'-6'2184,"0"0"1,0 0 0,-1 0 0,0 0 0,0 0 0,-5-11 0,-8-10 2663,4 3-648,10 23-4171,0 0-1,0 0 1,0 1 0,0-1 0,-1 0-1,1 1 1,0-1 0,0 0-1,-1 1 1,1-1 0,0 1-1,-1-1 1,1 0 0,-1 1 0,1-1-1,-1 1 1,1-1 0,-1 1-1,1-1 1,-1 1 0,1 0-1,-1-1 1,0 1 0,1 0 0,-2-1-1,-1-1 226,6 30 314,0-19-434,0 0 0,-1-1 0,0 1 0,-1 0 0,0 0 0,0 16 0,7 43 179,1-40-242,-6-21-65,-1 1 0,1 0 1,-1 0-1,-1 0 0,0 0 1,1 14-1,-1 16-6,1 0 0,11 55 0,-6-2 0,3-64 0,-7-21 0,-1 0 0,0 0 0,0 0 0,0 1 0,-1-1 0,0 0 0,0 9 0,0-7 0,0 0 0,0-1 0,1 1 0,0-1 0,0 1 0,1-1 0,0 0 0,0 0 0,0 0 0,1 0 0,0-1 0,9 11 0,-10-15 0,0 0 0,1 0 0,-1 0 0,0-1 0,1 1 0,-1-1 0,1 0 0,0 0 0,-1 0 0,1 0 0,0-1 0,-1 1 0,1-1 0,0 0 0,0 0 0,0-1 0,5 0 0,5 0 0,0-1 0,0-1 0,16-4 0,32-14 0,-32 13 0,-1-3 0,53-26 0,-69 32 0,-1 1 0,0 0 0,1 0 0,0 1 0,0 1 0,0 0 0,0 1 0,0 1 0,0 0 0,0 0 0,0 1 0,16 4 0,-28-5 0,0 0 0,0 0 0,0 1 0,0-1 0,-1 0 0,1 0 0,0 1 0,0-1 0,0 1 0,-1-1 0,1 1 0,0-1 0,-1 1 0,1-1 0,0 1 0,-1 0 0,1-1 0,-1 1 0,1 0 0,-1-1 0,1 1 0,-1 0 0,1 0 0,-1 0 0,0-1 0,1 1 0,-1 2 0,0-1 0,0 0 0,0 1 0,0-1 0,0 0 0,-1 0 0,1 1 0,-1-1 0,0 0 0,1 0 0,-3 4 0,0 0 0,-1 1 0,0-2 0,0 1 0,0 0 0,0-1 0,-10 9 0,-4 1 0,0 0 0,-1-2 0,-1 0 0,0-1 0,-1-1 0,0-1 0,-31 10 0,-5-1 14,39-12-33,-1 0 0,0-2 1,0 0-1,-33 4 0,-15-1-2619,13 8-6521,40-12 1778,2-7 5542,10 2 715,-2-7-3515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34.83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433 413 8116,'14'-9'3762,"0"0"-1,0 0 1,22-21 0,-31 25-3052,0 0 0,0-1 0,0 1 0,-1-1-1,0 0 1,0 0 0,-1 0 0,1-1 0,-1 0 0,2-6 0,-4 8-561,1 0 1,0 1 0,0-1 0,0 1 0,1-1 0,-1 1 0,7-7 0,-7 8-113,0 1 0,0-1 1,0 0-1,0 0 0,0 0 0,-1 0 1,1 0-1,-1 0 0,0 0 0,0-1 1,0 1-1,-1 0 0,1-1 0,-1 1 1,1-6-1,0-17-37,0 20 0,-1 0 0,1 0 0,-1 0 0,-1 0 0,1 0 0,-1 0 0,0 0 0,0 0 0,-3-8 0,1 8 0,1 0 0,-1 1 0,-1-1 0,1 1 0,-1 0 0,0 0 0,0 0 0,-1 0 0,1 1 0,-1 0 0,0 0 0,0 0 0,0 0 0,-1 1 0,1 0 0,-1 0 0,0 0 0,0 1 0,0 0 0,0 0 0,0 1 0,-1-1 0,1 1 0,0 1 0,-1-1 0,1 1 0,0 0 0,-1 0 0,-6 2 0,-4 0 0,-1 0 0,1 2 0,0 0 0,0 1 0,0 0 0,1 1 0,-1 1 0,1 1 0,1 1 0,0 0 0,-25 19 0,17-10 0,11-11 0,0 2 0,1 0 0,1 0 0,0 1 0,0 0 0,1 1 0,-11 15 0,7-5 0,5-8 0,0 0 0,0 1 0,1 0 0,1 0 0,-8 28 0,-2 10 0,13-46 0,1 0 0,-1 0 0,1 0 0,1 1 0,-1-1 0,1 1 0,0-1 0,0 1 0,1 0 0,0-1 0,0 1 0,0 0 0,1-1 0,0 1 0,2 6 0,36 80 0,-37-88 0,0 0 0,0-1 0,0 1 0,0 0 0,1-1 0,0 1 0,0-1 0,0 0 0,0 0 0,1 0 0,-1 0 0,1-1 0,0 1 0,0-1 0,0 0 0,1 0 0,-1-1 0,1 1 0,0-1 0,-1 0 0,1 0 0,0-1 0,0 1 0,0-1 0,9 1 0,-5-1 0,-1 1 0,1-1 0,0-1 0,-1 0 0,1 0 0,0-1 0,-1 0 0,1 0 0,-1-1 0,1 0 0,-1 0 0,0-1 0,1 0 0,-1-1 0,-1 0 0,1 0 0,-1-1 0,0 0 0,0 0 0,0 0 0,10-11 0,11-19 0,39-36 0,-62 66 0,-1 0 0,1 0 0,-1-1 0,0 1 0,-1-1 0,1 0 0,-1 0 0,0 0 0,-1 0 0,1-1 0,-1 1 0,0-1 0,1-10 0,-3 16 0,0 0 0,0 0 0,0 0 0,0 0 0,0 0 0,1 0 0,-1 0 0,0 0 0,1 0 0,-1 0 0,0 0 0,1 0 0,-1 1 0,1-1 0,0 0 0,-1 0 0,1 0 0,0 1 0,-1-1 0,1 0 0,0 1 0,0-1 0,0 0 0,0 1 0,1-1 0,-2 0 0,1 1 0,-1 0 0,0 0 0,1 0 0,-1 0 0,0 0 0,1-1 0,-1 1 0,1 0 0,-1 0 0,0 0 0,1 0 0,-1 0 0,1 0 0,-1 0 0,0 0 0,1 0 0,-1 1 0,1-1 0,-1 0 0,0 0 0,1 0 0,-1 0 0,0 1 0,1-1 0,-1 0 0,0 0 0,1 1 0,-1-1 0,0 0 0,1 0 0,-1 1 0,0-1 0,0 0 0,1 1 0,-1-1 0,0 0 0,0 1 0,0-1 0,0 0 0,1 1 0,-1-1 0,0 1 0,0-1 0,0 0 0,0 1 0,0-1 0,0 1 0,-1 21 0,0-16 0,1 0 0,0 0 0,0 0 0,0 0 0,1 0 0,0 0 0,2 9 0,4-3 0,-6-10 0,0 0 0,0 1 0,0-1 0,0 0 0,0 0 0,0 0 0,-1 1 0,1-1 0,-1 0 0,0 1 0,1 3 0,-2-4 1,1 0 0,0 0 0,0 0 1,1-1-1,-1 1 0,0 0 0,0 0 0,1-1 0,-1 1 0,1 0 0,0-1 1,-1 1-1,1-1 0,0 1 0,0-1 0,0 1 0,0-1 0,0 1 0,0-1 1,1 0-1,-1 0 0,0 1 0,1-1 0,2 1 0,-2 0-16,1 0-1,-1 0 1,0 0 0,0 0-1,0 0 1,0 0 0,0 1-1,0-1 1,2 5 0,5 13-688,-8-17 438,0 0 0,1 0 0,-1 0 0,1 0 0,0 0 0,0 0 0,0 0 0,0-1 0,0 1 0,0-1 0,1 1 0,-1-1 1,1 0-1,0 0 0,0 0 0,0-1 0,4 3 0,4 3-1656,1 0 1,0-1-1,0 0 1,1-1 0,0 0-1,-1-1 1,2-1-1,-1 0 1,0 0-1,0-2 1,18 1 0,-5-2 4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35.43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263 390 3858,'6'-10'1443,"-2"-1"-1,0 1 1,0-1 0,-1 0 0,0-1 0,-1 1-1,0 0 1,-1-1 0,0 1 0,-1-1 0,0 1-1,-1-1 1,0 1 0,-3-14 0,1 15-606,-1 1 0,1-1 1,-2 1-1,1-1 1,-1 1-1,-1 1 0,-8-12 1,4 12-688,-37-26 200,45 33-346,0-1 0,0 1 0,0 0 0,0 0 0,0 0 0,-1 0 0,1 0 0,0 0 0,-1 1 0,1-1 0,-1 1 0,1 0 0,-1 0 0,1-1 0,-1 2 0,-3-1 0,-3 3-4,0 0 0,1 0 0,-1 0 0,1 1 0,-13 7 0,18-8 0,0-1 0,0 1 0,0 0 0,0 0 0,0 0 0,1 1 0,-1-1 0,1 1 0,0-1 0,0 1 0,1 0 0,-3 7 0,-18 31 0,19-38 0,1 0 0,-1 1 0,1-1 0,0 0 0,0 1 0,0 0 0,1-1 0,-1 1 0,1 0 0,0 0 0,1 0 0,-1 8 0,1 161 0,0-163 0,2 1 0,-1 0 0,1-1 0,1 1 0,0-1 0,5 13 0,4 13 0,-10-31 0,1-1 0,-1 1 0,1 0 0,0-1 0,1 1 0,4 5 0,6 12 0,-9-12 0,0 0 0,0 0 0,1 0 0,10 13 0,-14-20 0,1-1 0,0 0 0,0 0 0,1 0 0,-1 0 0,1-1 0,-1 1 0,1-1 0,0 0 0,0 0 0,0 0 0,0 0 0,0-1 0,9 3 0,15 3 0,-26-6 0,1 0 0,0 0 0,0 0 0,0 0 0,0-1 0,1 1 0,-1-1 0,0 0 0,0 0 0,0 0 0,0 0 0,0-1 0,0 1 0,0-1 0,0 0 0,0 0 0,0 0 0,0 0 0,0 0 0,4-3 0,30-14 0,-29 16 0,0-2 0,-1 1 0,1-1 0,-1 0 0,0-1 0,0 0 0,0 0 0,-1 0 0,11-11 0,-11 8 0,0 0 0,0-1 0,-1 1 0,0-1 0,0 0 0,-1-1 0,0 1 0,-1-1 0,4-15 0,32-79 0,-30 71 0,-1-1 0,-2 0 0,-1 0 0,0-59 0,-5-69 0,0 159 0,0 1 0,0 0 0,-1 0 0,1-1 0,-1 1 0,1 0 0,-1 0 0,0 0 0,0 0 0,0 0 0,0 0 0,0 0 0,0 0 0,-1 0 0,-1-2 0,1 2 0,1 1 0,-1-1 0,1 0 0,0 1 0,0-1 0,0 0 0,0 0 0,0 0 0,1 0 0,-1 1 0,1-1 0,-1 0 0,1 0 0,-1 0 0,1-3 0,0 170 0,1-153 0,1-1 0,0 1 0,0-1 0,2 1 0,-1-1 0,8 16 0,8 24 0,-17-45 0,-1 0 0,1 0 0,0 1 0,0-1 0,1 0 0,0-1 0,0 1 0,0 0 0,5 6 0,-5-9 0,-1 0 0,0 1 0,0-1 0,0 1 0,-1-1 0,1 1 0,-1 0 0,2 7 0,4 10 0,10 6-268,-14-23 97,0 0 0,-1 0 0,1 0 0,-1 1 0,1-1 0,-2 1 0,1 0-1,0-1 1,-1 1 0,0 0 0,0 0 0,0 0 0,0 5 0,3-4-2371,11 0 166,-13-5 1450,0-1 0,0 1-1,1 0 1,-1-1-1,0 0 1,1 1 0,-1-1-1,0 0 1,1 0 0,-1-1-1,0 1 1,1 0-1,-1-1 1,0 1 0,3-2-1,7-7 1077,-1-3-1508,-6 6 1153,0 1 0,0-1 1,0 0-1,-1 0 0,1-1 0,-2 1 0,1-1 0,4-11 1,31-51 350,-32 47 153,-6 15-72,1 1-1,1-1 1,-1 1-1,1-1 0,0 1 1,7-10-1,23-43 4344,-22 37-2390,-11 21-1876,1 1 1,0-1-1,-1 0 0,1 0 1,-1 0-1,1 0 1,-1 0-1,1 0 1,-1 1-1,1-1 1,-1 0-1,0 0 0,0 0 1,0 0-1,1 0 1,-1 0-1,0 0 1,0 0-1,0 0 1,-1 0-1,1 0 0,0 0 1,0 0-1,0 0 1,-1 0-1,1 0 1,0 0-1,-1 0 1,1 0-1,-1 0 0,0 0 1,1 0-1,-1 1 1,1-1-1,-1 0 1,0 0-1,0 1 1,-1-2-1,2 2-92,-1 0 0,0-1 0,1 1 1,-1 0-1,1 0 0,-1 0 0,1 0 0,-1 0 0,0 0 1,1 0-1,-1 1 0,1-1 0,-1 0 0,0 0 0,1 0 0,-1 0 1,1 1-1,-1-1 0,1 0 0,-1 1 0,1-1 0,-1 0 0,1 1 1,0-1-1,-1 0 0,1 1 0,-1 0 0,-4 15-1700,5-13 1516,0 0 0,-1 0 0,1 0 0,-1 0 1,0 0-1,0 0 0,0 0 0,0 0 1,-2 3-1,2-3-21,-1 0-1,1 0 1,0 0 0,0 0-1,0 0 1,0 0 0,0 0 0,1 1-1,0 3 1,-2 36-7,3 45 0,-1-81 0,1 1 0,0-1 0,1 0 0,0 0 0,0 0 0,0 0 0,1 0 0,0 0 0,5 7 0,19 28 0,-22-36 0,1-1 0,0 1 0,1-1 0,-1-1 0,1 1 0,0-1 0,0 0 0,1-1 0,-1 1 0,16 3 0,-9-5 10,0 0-1,0-1 1,18-1 0,-27 0-34,0 0-1,0 0 1,0-1 0,0 1 0,0-1 0,0 0 0,0-1 0,-1 1 0,1-1-1,0 0 1,4-3 0,23-19-2882,1-1-1358,-15 6-1398,2 4 1050,-18 15 4288,-1-1 1,0 1 0,0-1 0,1 1-1,-1-1 1,0 0 0,0 1-1,0-1 1,0 0 0,0 0 0,0 0-1,0 0 1,0 0 0,0 0 0,0 0-1,0 0 1,0 0 0,-1 0 0,1-1-1,-1 1 1,1 0 0,-1 0-1,1-1 1,0-2 0,-1-7-3161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36.7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110 106 1425,'-25'7'4055,"-40"-3"11026,64-4-14990,1 0-1,0 0 1,0 0 0,0 0-1,0 0 1,-1 0-1,1 1 1,0-1-1,0 0 1,0 0-1,-1 0 1,1 0-1,0 0 1,0 0-1,0 1 1,0-1 0,0 0-1,0 0 1,-1 0-1,1 0 1,0 1-1,0-1 1,0 0-1,0 0 1,0 0-1,0 1 1,0-1-1,0 0 1,0 0 0,0 0-1,0 1 1,0-1-1,0 0 1,0 0-1,0 0 1,0 1-1,0-1 1,0 0-1,0 0 1,0 0-1,0 1 1,1-1 0,-6 9 5660,-7-11-5200,20-3-3,38-11 396,9-3-426,-52 18-518,0-1 0,1 0 0,-1 1 0,0-1 0,1 1 0,0 0 0,-1 0 0,1 0 0,0 1 0,-1-1 0,8 1 0,-8 0 0,1 0 0,0 0 0,-1-1 0,1 1 0,-1-1 0,1 0 0,0 0 0,-1 0 0,0 0 0,1-1 0,5-3 0,-6 3 0,1 0 0,1 1 0,-1-1 0,0 1 0,0 0 0,0 0 0,1 0 0,6 0 0,-6 0 0,0 1 0,0-1 0,-1 0 0,1 0 0,-1 0 0,1-1 0,-1 1 0,8-5 0,0 1-1498,-1 0 1,1 1-1,0 0 0,13-2 0,19-6-4315,-38 10 849,9 2 2057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36.91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11 2961,'-18'15'5443,"36"-15"-7908,-18-15 1104,0 4-1568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37.83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56 0 4082,'0'0'18520,"-28"0"-9748,0 0-7379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38.05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0 0 32767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38.1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32767,'0'0'-416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38.5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1 288,'0'0'2273,"0"16"-3041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44.38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114 670 3025,'-50'-7'5185,"11"-10"-3796,21 11-1109,18 6-278,0 0 0,0 0 1,-1 0-1,1 0 1,0 0-1,-1 0 0,1 0 1,0 0-1,0 0 0,-1 0 1,1 0-1,0 0 0,0-1 1,-1 1-1,1 0 0,0 0 1,0 0-1,0 0 0,-1-1 1,1 1-1,0 0 0,0 0 1,0-1-1,0 1 1,-1 0-1,1 0 0,0-1 1,0 1-1,0 0 0,0 0 1,0-1-1,0 1 0,0 0 1,0 0-1,0-1 0,0 1 1,0 0-1,0-1 0,0 1 1,0 0-1,0 0 0,0-1 1,0 1-1,0 0 1,0 0-1,0-1 0,0 1 1,1 0-1,-1-3 163,29 1 387,-1-2 117,39-8 1,-30 4-474,346-50 1520,2-1-404,-90 17-701,-91 16-347,535-69 854,-273 46 788,60-7 582,-162 16-1133,-17 2-176,422-47 1462,-411 49-1462,-314 36-1041,-37 1-124,0 0 1,1-1 0,-1 0 0,0 0 0,0-1 0,1 0 0,11-3 0,-8 0 137,1 1 0,-1 1 0,23-3 0,-29 5 109,-5 1-374,0 1-1,-1-1 0,1 0 0,0 0 0,-1 0 1,1 0-1,-1 0 0,1 0 0,-1 0 0,0 0 0,1 0 1,-1 0-1,0-1 0,1 1 0,-1 0 0,0 0 1,0-1-1,0 1 0,0 0 0,0-1 0,0 1 1,0-1-1,0 1 0,0-1 0,0 1 0,0-1 1,0 0-1,0 0 0,-1 0 0,1 1 0,-1-1 1,-16 6-3660,16-3 2129,-1-1 970,0 0-1,1 0 1,-1 0-1,0 0 1,0 0-1,0 0 1,-1-1-1,-3 2 1,-14 0-6957,-3-3 1329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41.62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45 174 2369,'-5'0'753,"4"0"-609,0 0 1,0-1 0,1 1 0,-1 0-1,0 0 1,0 0 0,1 0-1,-1 0 1,0 0 0,0 0-1,0 0 1,1 0 0,-1 0-1,0 0 1,0 0 0,1 1-1,-1-1 1,0 0 0,1 1-1,-1-1 1,0 0 0,1 1 0,-1-1-1,0 1 1,1-1 0,-1 1-1,1-1 1,-1 1 0,1-1-1,-1 1 1,1 0 0,-1-1-1,1 2 1,-9 0 2525,2-4-1426,77-9 180,-31 1-467,0 3 0,0 1-1,56-1 1,-1 0 59,142-9 1473,-40 5-534,-68 8-699,11 2 314,411-8 2284,-467 9-3576,226-16 1206,68 6 175,-132-6-1659,-29 0 0,85 6 0,-294 10 0,0 0 0,0-1 0,0 0 0,0 0 0,-1 0 0,12-4 0,-13 3 0,0 1 0,1 0 0,-1-1 0,1 2 0,0-1 0,8 1 0,52 0-2045,-38 0 214,-23 0 924,-10 0 87,-22-2-10354,24 2 9921,-48-9-7292,7 9 5410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42.0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44 201 3634,'-31'14'4679,"18"-12"937,24-7-5448,2-3-131,10 3-37,0 2-1,42-1 1,5 0 28,672-54 9269,-645 53-8274,297-7 1492,-7-3-1117,-124 8-465,-52 3-89,72-11 31,6 4-525,-203 9-333,-69 2-12,0 1 0,0-2 0,0 0 0,0-2 1,30-6-1,-1 4 664,-34 6-219,-23 0-246,-29-8-523,32 5 110,0 0 1,0 0 0,0 1 0,-17-1-1,4 3-684,-20-1-6643,37 0 6099,0 0 1,0 0-1,0-1 1,1 1-1,-1-1 1,0 0-1,0 0 1,1-1-1,-1 1 1,0-1-1,-6-3 1,7-8-4287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46.09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1 32,'0'0'2089,"-1"0"-2178,0 0-1,0-1 1,0 1 0,0 0-1,0 0 1,0 0 0,0 0 0,0 0-1,0 1 1,0-1 0,0 0-1,0 0 1,0 1 0,0-1 0,0 0-1,-1 2 1,2 11-466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47.01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16 816,'0'13'15909,"0"-18"-17005,0-11-9736,0 11 10741,0 2-1846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49:57.04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1071 272,'0'0'2041,"1"-1"-1602,-1 0-1,0 0 1,0 0 0,0 0-1,0 0 1,1 0-1,-1 0 1,-1-1 0,1 1-1,0 0 1,0 0 0,0 0-1,0 0 1,-1 0-1,1 0 1,-1 0 0,1 0-1,-1 0 1,1 0 0,-1 0-1,0-1 1,-18 0 108,14 2 645,5-51 4200,-8 39-4543,7 11-795,0 1 1,0-1 0,1 0-1,-1 1 1,0-1 0,1 0-1,-1 1 1,0-1 0,1 0 0,-1 0-1,1 1 1,0-1 0,-1 0-1,1 0 1,-1 0 0,1 0-1,0 0 1,0 1 0,-1-3-1,1-142 6120,0 142-6097,1 1 0,-1-1 1,0 1-1,1 0 0,0-1 0,-1 1 1,1-1-1,0 1 0,0 0 0,0 0 1,2-3-1,6-20 287,-9 23-339,0 1 0,0-1-1,0 0 1,1 1 0,-1-1 0,0 1 0,1-1-1,-1 1 1,1-1 0,-1 1 0,1 0 0,0-1 0,-1 1-1,1 0 1,0-1 0,0 1 0,0 0 0,0 0-1,0 0 1,1 0 0,0-1 0,7-8 91,-3-6 58,-5 13-145,0 1-1,0 0 1,0 0 0,0 0-1,0 0 1,0 0 0,1 0-1,-1 0 1,1 0 0,-1 0-1,1 0 1,2-1 0,-2 1-1,1-1 1,-1 0 0,0 0-1,0-1 1,0 1-1,0 0 1,0-1 0,1-3-1,-2 3 19,0 0 0,1 0 0,0 1 0,0-1 0,0 1 0,0-1 0,1 1 0,-1 0 0,1 0 0,0 0 0,5-4 0,-6 6-35,17-13 399,0 0 1,-1-1-1,19-20 0,-31 29-355,0 1-1,0-1 1,1 1 0,-1 1-1,1-1 1,0 1 0,0 0-1,9-3 1,27-16 22,-9 2-78,0 0 0,1 3 0,1 1 0,0 1 0,40-11 0,196-40 0,-142 39 0,78-1 0,-137 22 0,72-8 0,-126 12 0,0 1 0,31 0 0,16-2 0,-49 1-691,-24 5-911,7-2 1379,0 1 1,-1-1-1,1 0 0,0 0 1,-1 0-1,1 0 0,-1 0 1,1 0-1,0-1 0,-1 1 1,1-1-1,0 1 0,-4-3 1,-9-12-3272,-9-7 139,23 22 3284,1-1 1,-1 1-1,1-1 1,-1 1-1,1-1 0,-1 1 1,1-1-1,0 1 0,-1-1 1,1 1-1,-1-1 1,1 0-1,0 1 0,0-1 1,-1 0-1,1 1 0,0-1 1,0 0-1,0 1 1,0-1-1,0 0 0,0 0 1,0 1-1,0-1 0,0 0 1,0 0-1,-1-8-268,-16-3-222,-25-20 321,40 30 247,0 0 0,0 0 0,-1 1 0,1-1-1,0 1 1,-1-1 0,1 1 0,-1 0 0,1 0-1,-1 0 1,1 0 0,-5 0 0,-16-7 187,20 6-134,-1 0 0,1 1 1,0-1-1,-1 1 0,1 0 0,-1 0 0,1 0 0,-1 1 0,0-1 1,-5 1-1,8 0-2,0 0 1,0 0-1,0 0 0,0 0 1,0 0-1,0-1 1,0 1-1,0 0 1,0-1-1,1 1 0,-1-1 1,0 1-1,0-1 1,0 1-1,0-1 0,1 1 1,-1-1-1,-1-1 1,-5-3 223,-4 2 439,-1 0 0,0 0 0,0 1-1,0 1 1,-18 0 0,27 1-94,23 2-344,60 18 752,59 12-13,83 22-951,-186-44-60,8 4 270,-44-14-266,0 0 1,0 0 0,1 0 0,-1 1 0,0-1-1,0 0 1,0 0 0,1 1 0,-1-1 0,0 0 0,0 0-1,0 1 1,0-1 0,1 0 0,-1 0 0,0 1-1,0-1 1,0 0 0,0 1 0,0-1 0,0 0-1,0 1 1,0-1 0,0 0 0,0 1 0,0-1 0,0 0-1,0 0 1,0 1 0,0-1 0,0 0 0,-1 1-1,1-1 1,0 0 0,0 0 0,0 1 0,0-1 0,-1 0-1,1 0 1,0 1 0,0-1 0,0 0 0,-1 1-1,1 0 127,-7 1 152,6-2-275,1 0 1,0 1 0,-1-1 0,1 0 0,-1 0 0,1 0 0,0 0 0,-1 0-1,1 0 1,0 1 0,-1-1 0,1 0 0,0 0 0,-1 0 0,1 1 0,0-1 0,-1 0-1,1 1 1,0-1 0,0 0 0,-1 0 0,1 1 0,0-1 0,0 1 0,0-1-1,-1 0 1,1 1 0,0-1 0,0 0 0,0 1 0,0-1 0,0 1 0,0-1-1,0 0 1,0 1 0,0-1 0,0 1 0,0-1 0,0 1 0,-1 1 78,0 1 0,0-1 0,0 1 0,0-1 0,0 1 1,-1-1-1,1 0 0,-1 0 0,1 0 0,-1 0 0,0 0 0,0 0 0,0 0 0,0 0 1,0-1-1,0 1 0,-1-1 0,1 0 0,0 1 0,-5 0 0,-25 23 995,24-14-1067,0 0 0,-1-1 0,0 0 1,0 0-1,-1-1 0,-1 0 0,0 0 0,-12 7 0,21-15-26,0 0 0,0 1 0,0-1 0,0 1 0,0-1 0,1 1 0,-1 0 0,0 0 0,1 0 0,0 0 0,-1 0 0,0 3 0,1-2 0,0-1 0,-1 0 0,1 0 0,0 0 0,-1 0 0,0 0 0,1 0 0,-1 0 0,0 0 0,0-1 0,0 1 0,-3 1 0,-40 26-121,42-28 81,1 1 1,0-1-1,0 1 0,0 0 0,0-1 0,0 1 1,1 0-1,-1 0 0,1 0 0,-1 1 0,1-1 0,0 0 1,-1 0-1,1 1 0,0-1 0,-1 5 0,1-2-3331,-9-1 5943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2.20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34 148 1297,'0'-148'26841,"0"149"-26814,0-1 0,0 0-1,0 1 1,0-1 0,1 1-1,-1-1 1,0 1 0,0-1-1,0 1 1,0-1 0,0 1-1,0-1 1,0 1 0,0-1-1,-1 1 1,1-1 0,0 1-1,0-1 1,0 1 0,0-1-1,-1 0 1,1 1 0,0-1 0,0 1-1,-1-1 1,1 0 0,0 1-1,-1-1 1,1 0 0,0 1-1,-1-1 1,1 0 0,-1 1-1,-3 3 0,2-3 53,0 0 0,1 1 0,-1-1-1,1 1 1,-1 0 0,1-1 0,0 1 0,0 0-1,0 0 1,0 0 0,0 0 0,0 0 0,0 0-1,0 0 1,1 0 0,-1 0 0,1 0-1,0 0 1,0 0 0,-1 0 0,1 1 0,1-1-1,-1 0 1,0 3 0,-2 63 914,0-42-901,1 0-1,1 1 1,2-1 0,6 39-1,0-37-59,-4-17-13,-1 0-1,0 0 1,-1 1 0,0-1 0,0 15-1,-1-5 8,1-1 0,1 1 0,1 0 0,10 27 0,-8-29-28,-1-1-1,-1 1 1,-1 1-1,1 24 1,-3-33-8,0 0 1,0 0 0,1 0 0,0 0 0,5 14-1,-3-14 21,-1 0-1,-1 0 1,0 0 0,0 1-1,0 15 1,6 40-5,-4-50-6,-1 0-1,0 28 1,-2-26 0,-2 6 0,1-25 0,0 1 0,-1-1 0,1 0 0,-1 1 0,1-1 0,-1 0 0,1 1 0,-1-1 0,0 0 0,1 0 0,-1 0 0,1 0 0,-1 0 0,1 1 0,-1-1 0,1 0 0,-1 0 0,0 0 0,1-1 0,-1 1 0,1 0 0,-1 0 0,1 0 0,-1 0 0,0 0 0,1-1 0,-1 1 0,1 0 0,-1 0 0,1-1 0,-1 1 0,1 0 0,0-1 0,-1 1 0,1-1 0,-1 1 0,1-1 0,0 1 0,-1-1 0,-22-19 0,21 17 0,-1 0 0,1 0 0,-1 0 0,0 1 0,0-1 0,0 1 0,-1 0 0,1 0 0,0 0 0,-1 0 0,0 1 0,1-1 0,-1 1 0,-4-1 0,-9 3 0,22 0 0,24 10 0,-25-8 0,0-1 0,1 0 0,-1-1 0,1 1 0,-1-1 0,1 1 0,-1-1 0,1-1 0,0 1 0,-1-1 0,1 1 0,0-1 0,8-2 0,-2 1 0,1 0 0,-1-1 0,1 0 0,19-7 0,86-28 0,-46 15 0,-53 19 0,-1-2 0,27-10 0,45-24-894,-22-2-6651,-63 38 6644,0 1 0,0-1 0,0 0 0,-1 0 0,1 0 0,-1 0 0,5-7 0,10-9-3920,8 2-1027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3.00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29 173 3137,'0'-2'5879,"-5"-12"3569,4 14-9278,0 0-1,1 0 0,-1 0 1,0 0-1,0 0 0,0 0 0,0 0 1,1 0-1,-1 0 0,0 1 1,0-1-1,0 0 0,1 1 0,-1-1 1,0 0-1,0 1 0,1-1 1,-1 1-1,0-1 0,1 1 0,-1 0 1,0-1-1,1 1 0,-1 0 1,1-1-1,-1 1 0,1 0 0,-1 0 1,-1 29 2673,2-20-2912,-1-4 390,1-1-1,1 1 1,-1-1 0,1 1 0,0-1-1,0 0 1,0 1 0,1-1 0,0 0 0,0 0-1,3 7 1,3 5 472,-4 10 77,-4-23-784,0 0 0,0 0 0,0-1 0,1 1 0,-1 0 0,1 0 0,2 6 0,44 150 333,-20-83-419,-25-71 0,0 0 0,1 0 0,0 0 0,0-1 0,0 0 0,5 6 0,7 13 0,-10-13 0,-1 1 0,-1-1 0,1 1 0,-2 0 0,0 0 0,0 0 0,-1 0 0,-1 17 0,2-59 0,-7-25 0,-9 11 0,8 28 0,0-2 0,1 1 0,1-1 0,0 1 0,0-25 0,4-183 0,0 221 0,0-1 0,1 0 0,0 1 0,0-1 0,0 1 0,1 0 0,-1-1 0,1 1 0,0 0 0,0 0 0,4-5 0,6-14 0,-11 21 0,0 0 0,1 0 0,-1 0 0,1 0 0,-1 0 0,1 0 0,0 0 0,0 1 0,0-1 0,0 0 0,0 1 0,0 0 0,0 0 0,1-1 0,-1 1 0,0 0 0,1 1 0,-1-1 0,1 0 0,-1 1 0,1-1 0,-1 1 0,1 0 0,-1 0 0,1 0 0,-1 0 0,5 1 0,-2 0 0,1-1 0,0 2 0,-1-1 0,1 1 0,-1-1 0,0 1 0,1 1 0,-1-1 0,0 1 0,0 0 0,0 0 0,4 4 0,-4-2 0,0-1 0,1 0 0,-1-1 0,1 1 0,11 4 0,-13-6 0,1 0 0,-1 0 0,1 0 0,-1 1 0,0 0 0,0 0 0,0 0 0,0 0 0,-1 1 0,0 0 0,6 6 0,0 4 0,-4-7 0,0 0 0,0 0 0,0-1 0,1 1 0,9 6 0,6 7 0,-1 1 0,0 1 0,-2 0 0,18 28 0,-28-39 0,1-1 0,0 0 0,18 14 0,11 15 0,-37-37 0,0 0 0,0 0 0,1 0 0,-1 0 0,0-1 0,1 1 0,0 0 0,-1-1 0,1 1 0,0-1 0,0 0 0,0 1 0,0-1 0,2 1 0,-3-2 0,0 0 0,-1 0 0,1 0 0,-1 0 0,1 0 0,0 0 0,-1-1 0,1 1 0,0 0 0,-1 0 0,1 0 0,-1-1 0,1 1 0,0 0 0,-1-1 0,1 1 0,-1-1 0,1 1 0,-1-1 0,0 1 0,1-1 0,-1 1 0,1-1 0,-1 1 0,0-1 0,1 1 0,-1-1 0,0 1 0,0-1 0,1-1 0,1-6 0,1-1 0,-2 1 0,1-1 0,-1 1 0,-1-1 0,0-9 0,0 2 0,0 8 0,-1 0 0,1 1 0,1-1 0,0 1 0,0-1 0,2-7 0,3-1 0,-2 8 0,-1-1 0,-1 1 0,1-1 0,-1 1 0,-1-1 0,0 0 0,1-10 0,-1-11 0,3 0 0,0 0 0,2 1 0,1 0 0,13-33 0,0-5 0,-18 62 0,-1 0 0,1 0 0,0 1 0,1-1 0,-1 1 0,1-1 0,0 1 0,0 0 0,0 0 0,4-3 0,9-12 0,-15 18 0,0 0 0,0 0 0,0 1 0,0-1 0,0 0 0,1 0 0,-1 1 0,0-1 0,0 0 0,1 1 0,-1-1 0,0 1 0,1 0 0,-1 0 0,0-1 0,1 1 0,-1 0 0,1 0 0,-1 0 0,0 0 0,1 0 0,-1 1 0,1-1 0,-1 0 0,0 1 0,1-1 0,-1 1 0,0-1 0,0 1 0,1 0 0,-1-1 0,0 1 0,0 0 0,0 0 0,0 0 0,0 0 0,2 2 0,7 5 0,-1 1 0,0 0 0,12 15 0,21 25 0,38 51 0,-44-58 0,-30-37 0,0 1 0,0 1 0,0-1 0,-1 1 0,0 0 0,-1 0 0,1 1 0,5 14 0,-3-5-344,0-1 0,1 0 0,1 0-1,0-1 1,1 0 0,1 0 0,0-1 0,1-1 0,0 0-1,17 13 1,-12-5-2704,-14-17 1797,-1-1-1,1 1 1,-1-1-1,1 0 1,0 0 0,0 0-1,0 0 1,7 4 0,12 5-3762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3.3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497 408 2433,'6'-12'1396,"0"0"-1,0-1 0,-1 0 1,-1 0-1,0 0 1,-1 0-1,2-19 0,0 7 429,-5 19-1265,1-1 0,-1 0 0,0 1 0,0-1 0,-1 1-1,0-1 1,0 0 0,-4-11 0,-4-34 2202,10 47-2397,-1 0 1,0 0-1,0 0 1,0 0 0,0-1-1,-1 1 1,0 0 0,0 0-1,0 0 1,-1 0-1,1 0 1,-1 1 0,-1-1-1,1 0 1,-1 1-1,1-1 1,-7-6 0,-8-12 1548,16 21-1872,0 1 0,0-1 0,0 1 0,0-1 0,-1 1 0,1 0 0,0 0 0,-1-1 0,1 1 0,-1 0 0,0 1 0,1-1 0,-1 0 0,0 0 0,1 1 0,-1-1 0,0 1 0,0-1 0,0 1 0,1 0 0,-4-1 0,-42 6 137,35-2-178,-1 1 0,1 1 0,-1 0 0,2 1 0,-1 0 0,0 1 0,-15 12 0,-43 49 0,46-45 0,1 0 0,-34 46 0,42-50 0,2 2 0,1 0 0,0 1 0,2 0 0,1 0 0,0 1 0,2 1 0,-9 46 0,10-42 0,5-17 0,0 0 0,1 0 0,0 0 0,0 1 0,1-1 0,1 0 0,0 0 0,1 0 0,0 0 0,0-1 0,1 1 0,0-1 0,1 0 0,1 0 0,10 16 0,-13-23 0,0 1 0,0-1 0,1 0 0,-1 0 0,1 0 0,0 0 0,-1-1 0,1 1 0,0-1 0,1 0 0,-1 0 0,0-1 0,1 1 0,-1-1 0,1 0 0,-1 0 0,1 0 0,-1-1 0,1 0 0,-1 0 0,1 0 0,0 0 0,8-2 0,-5 1 0,-1-1 0,1 0 0,0 0 0,-1-1 0,0 0 0,0 0 0,1-1 0,-2 0 0,1 0 0,0 0 0,-1-1 0,0 0 0,6-6 0,-10 8 0,27-29 0,35-52 0,-58 75 0,0 0 0,0-1 0,-2 1 0,1-1 0,-1 0 0,0-1 0,-1 1 0,0-1 0,-1 1 0,0-1 0,0-12 0,7-44 0,-6 55 0,0-1 0,-1 0 0,0-16 0,-2-13 0,9 52 0,-1 0 0,0 1 0,-1 0 0,0 1 0,0 0 0,6 17 0,-5-10 0,0-1 0,0 0 0,2-1 0,0 0 0,1 0 0,23 25 0,-12-3 0,-20-36 0,-1 1 0,1-1 0,-1 1 0,1-1 0,0 0 0,1 0 0,-1 1 0,0-1 0,6 5 0,2 0-1034,-1 0-1,0 1 1,0 0 0,-1 1-1,10 14 1,-17-22 834,3 20-6841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3.61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0 174 3970,'2'0'604,"0"0"-1,0 1 1,0-1 0,-1 0 0,1 1 0,0-1 0,0 1-1,-1 0 1,1 0 0,0-1 0,-1 1 0,1 0 0,-1 0-1,1 1 1,-1-1 0,0 0 0,1 0 0,-1 1 0,0-1 0,0 1-1,0-1 1,0 1 0,0-1 0,0 1 0,0 0 0,-1-1-1,1 1 1,0 0 0,0 3 0,2 3-567,5 46 1708,1-30-1419,26 55 2099,-26-60-1166,0 0 1,10 36 0,12 25 1110,-27-51-2370,-5-27 0,1 0 0,0 0 0,0 0 0,0 0 0,0 0 0,0 0 0,1 0 0,-1 0 0,1-1 0,-1 1 0,1 0 0,1 4 0,12 13 0,-28-38 0,13 17 0,0 0 0,0 0 0,1 0 0,-1 0 0,1 0 0,-1 0 0,1 0 0,-1 0 0,1 0 0,0 0 0,0 0 0,0 0 0,0 0 0,1-4 0,0 2 0,-1 1 0,0 0 0,0 0 0,0 0 0,0-1 0,0 1 0,-1 0 0,1 0 0,-3-5 0,-8-23-35,2 0 1,-10-52-1,5 23-1164,10 44-404,0-1-1,0-1 0,-1-33 0,5-136-16346,0 146 14501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3.80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3858,'0'1'456,"0"0"1,0 0-1,1 0 0,-1 0 1,0 0-1,0 0 1,0 0-1,1 0 1,-1-1-1,0 1 0,1 0 1,-1 0-1,1 0 1,-1 0-1,1-1 0,0 1 1,-1 0-1,1 0 1,-1-1-1,1 1 1,0-1-1,0 1 0,0-1 1,-1 1-1,3 0 1,7 7 3803,6 25 4338,-14-24-7822,0 1 0,0-1 0,-1 1 0,-1 14 0,1-17-735,-1-1 0,1 1 1,1-1-1,-1 1 0,1-1 0,5 11 1,-5-10-40,1 0 0,-1 0 0,0 0 0,0 1 1,-1-1-1,1 15 0,7 47-2,-5-53 0,-2 0 0,2 30 0,-3-37 0,0-1 0,0 0 0,0 0 0,1 0 0,6 15 0,-5-15 0,0 0 0,-1 0 0,0 1 0,0-1 0,0 17 0,-1-17 0,0-1 0,0 0 0,0 1 0,1-1 0,0 0 0,5 11 0,-5-11 0,1-1 0,-1 1 0,0-1 0,-1 1 0,1 0 0,-1 10 0,0-12 0,-1-1 0,0 1 0,1-1 0,0 1 0,0-1 0,1 1 0,2 6 0,-2-7 0,-1 0 0,1 0 0,-1 0 0,0 0 0,0 0 0,-1 0 0,1 7 0,-2 3-446,0-11 95,1 1 0,-1-1 0,1 1 0,0-1 1,0 1-1,0-1 0,0 1 0,1-1 1,-1 0-1,1 1 0,0-1 0,0 1 1,3 4-1,5-1-1776,-3-3 1998,-3 1-2808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4.20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29 268 1233,'5'-10'1283,"1"1"1,-1-1-1,0 0 1,-1-1-1,3-10 1,-3 3 3355,0 0 1,-1 0 0,-1 0-1,0-26 1,-3 43-4621,1 1-1,0 0 1,-1-1-1,1 1 1,-1 0-1,1 0 1,0 0-1,-1-1 1,1 1 0,0 0-1,-1 0 1,1 0-1,-1 0 1,1 0-1,-1 0 1,1 0-1,0 0 1,-1 0 0,1 0-1,-1 0 1,1 0-1,-1 0 1,1 0-1,0 0 1,-1 0-1,1 0 1,-1 0-1,1 1 1,-1-1 0,1 0-1,0 0 1,-1 0-1,1 1 1,-2 0-15,-3 3-4,3-3 0,0 0 0,0 1 0,0-1 0,0 1 0,1-1 0,-1 1 0,0 0 0,1 0 0,0-1 0,-1 1 0,1 0 0,0 0 0,0 1 0,0-1 0,0 0 0,0 0 0,0 5 0,0-3 0,1 0 0,-1 0 0,0 0 0,0 0 0,0 0 0,0 0 0,-1 0 0,1 0 0,-4 5 0,2-5 0,2-1 0,-1 1 0,0 0 0,1 0 0,-1 0 0,1 0 0,0 0 0,1 0 0,-1 6 0,1 138 0,0-144 0,0-1 0,0 1 0,1 0 0,-1-1 0,1 1 0,0-1 0,0 1 0,1-1 0,-1 1 0,1-1 0,2 5 0,6 12 0,-7-11 0,0 1 0,1-1 0,0 0 0,0-1 0,1 1 0,0-1 0,1 0 0,0 0 0,7 8 0,-1-2 0,-8-9 0,0 1 0,0-1 0,1 0 0,0 0 0,0-1 0,1 0 0,-1 1 0,1-2 0,0 1 0,9 4 0,-7-5 0,5 2 0,1 0 0,0-1 0,1-1 0,27 4 0,-19-7 0,0 0 0,1-2 0,-1 0 0,0-2 0,42-12 0,-55 12 0,0 0 0,-1-1 0,1 0 0,-1 0 0,0-1 0,0-1 0,0 1 0,-1-1 0,0-1 0,-1 0 0,0 0 0,0 0 0,0-1 0,7-13 0,-9 14 0,72-136 0,-70 129 0,0-1 0,-2 0 0,0 0 0,-1 0 0,0-1 0,-1 1 0,0-25 0,-3 25 0,0 0 0,-1 1 0,-1-1 0,-6-24 0,7 35 0,-1 1 0,1 0 0,-1 0 0,1 0 0,-1 1 0,0-1 0,-1 0 0,1 1 0,-1-1 0,1 1 0,-1 0 0,0 0 0,0 0 0,-1 0 0,1 0 0,-1 1 0,1-1 0,-1 1 0,0 0 0,-6-2 0,7 3 0,0 1 0,-1-1 0,1 1 0,0 0 0,0 0 0,0 1 0,0-1 0,0 1 0,0-1 0,0 1 0,0 0 0,0 0 0,0 0 0,0 1 0,-3 1 0,-36 24 0,2-3 0,36-22 0,1-1 0,-1 1 0,1 0 0,0-1 0,-1 1 0,1 1 0,0-1 0,0 0 0,1 1 0,-1 0 0,0-1 0,1 1 0,0 0 0,-1 1 0,1-1 0,-2 4 0,-1 12 0,-1 0 0,2 0 0,1 0 0,0 1 0,2 0 0,0 24 0,1-32 0,1 0 0,1 0 0,0 0 0,0-1 0,2 1 0,-1-1 0,1 1 0,1-1 0,0-1 0,0 1 0,1 0 0,0-1 0,1 0 0,15 16 0,-4-7 0,2-1 0,0 0 0,1-2 0,0 0 0,39 21 0,-27-19 0,46 19 0,-65-32 0,0 0 0,0-1 0,1-1 0,-1 0 0,1-1 0,22 0 0,-4-1-319,30 0-1405,-59-1 1494,0 0 0,1 0-1,-1-1 1,0 0 0,0 0 0,0 0 0,0-1 0,0 1 0,-1-1-1,1 0 1,4-2 0,28-22-5241,-28 21 4238,1-1 0,-1 0 1,-1 0-1,1 0 1,-1-1-1,0-1 0,-1 1 1,1-1-1,6-11 1,0-5-400,0 0 0,-1-1 1,-2 0-1,11-37 0,-17 7-358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4.3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59 314 448,'0'-113'4627,"0"39"2610,0 70-6517,0 0 0,0 1 0,-1-1 1,0 0-1,0 0 0,0 1 0,0-1 0,0 0 0,-1 1 0,1 0 0,-4-6 0,3 6-36,0 0-1,0 0 0,1 0 1,0 0-1,-1-1 1,1 1-1,0 0 1,1-1-1,-1 1 1,1-1-1,-1-4 1,1 6-549,0 1 0,0-1 1,0 0-1,-1 1 0,1-1 1,0 1-1,-1-1 0,1 1 1,-1-1-1,0 1 0,0 0 1,1-1-1,-1 1 0,0 0 1,0-1-1,0 1 0,0 0 1,0 0-1,-2-1 0,3 1-119,0 1 1,0 0-1,-1-1 0,1 1 0,0 0 0,0 0 0,0-1 1,-1 1-1,1 0 0,0 0 0,0 0 0,-1-1 1,1 1-1,0 0 0,-1 0 0,1 0 0,0 0 0,-1 0 1,1 0-1,0-1 0,0 1 0,-1 0 0,1 0 0,0 0 1,-1 0-1,1 0 0,0 0 0,-1 0 0,1 0 0,0 1 1,-1-1-1,1 0 0,0 0 0,-1 0 0,1 0 0,0 0 1,0 0-1,-1 1 0,1-1 0,0 0 0,-1 0 1,1 0-1,0 1 0,0-1 0,0 0 0,-1 0 0,1 1 1,0-1-1,0 0 0,0 0 0,0 1 0,-1-1 0,1 0 1,0 1-1,0 0 0,-1 15-16,0-10 0,1 0 0,0 1 0,0-1 0,0 1 0,1-1 0,0 1 0,0-1 0,3 9 0,68 184 0,46 69 0,-98-209 82,-16-45-189,0 1 1,1-1-1,9 17 1,-10-25-450,-1 2 1,0-1-1,-1 0 0,0 0 1,0 1-1,0-1 0,0 11 1,-1 55-9834,-2-43 3669,1-17 1870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4.5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28 191 9684,'-3'-13'7374,"-9"3"-1977,11 9-5099,0 1 1,1 0 0,-1-1 0,0 1 0,0-1 0,1 1-1,-1-1 1,0 1 0,1-1 0,-1 1 0,1-1 0,-1 0 0,1 1-1,-1-1 1,1 0 0,-1 1 0,1-1 0,0 0 0,-1 0-1,1 1 1,0-1 0,0 0 0,-1 0 0,1 0 0,0-2 1984,50 0-2289,-1-2 0,1-2-1,-1-2 1,62-21-1,-12-3-7774,-1-1-4068,-51 22 6332,0-3-1401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4.6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53 6403,'18'6'2566,"9"4"4108,0-2-1,35 6 1,-5-10-2897,-7-7-3777,1-2 0,60-14 0,30-5 0,-60 12-2561,-50 6-537,0 1-1,40 0 1,-54 3-4124,-14-12 416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5.2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556 187 4562,'0'-1'410,"0"1"0,-1-1 0,1 0 0,0 1 0,0-1 0,0 1 0,-1-1 0,1 0 1,0 1-1,-1-1 0,1 1 0,0-1 0,-1 1 0,1-1 0,-1 1 0,1-1 0,-1 1 0,1-1 0,-1 1 0,1-1 0,-1 1 0,0 0 0,0-1 0,-22-7 4713,19 7-4750,1 0 0,0 0-1,0 0 1,0 0-1,0 0 1,0-1 0,0 1-1,1-1 1,-1 0-1,0 0 1,-3-3 0,-8-10 504,-1 0 0,0 1-1,-1 1 1,0 0 0,-1 1 0,-1 1 0,0 0 0,0 2 0,-31-12 0,45 19-877,0 0 0,-1 1 0,1-1 0,-1 1 0,1 0 0,-1 0 0,0 1 0,1-1 0,-1 1 0,0 0 0,0 0 0,1 0 0,-1 1 0,0 0 0,1 0 0,-1 0 0,1 0 0,-1 1 0,-4 2 0,-36 13 0,41-16 0,-1 0 0,1 1 0,0-1 0,-1 1 0,1 0 0,0 0 0,0 0 0,0 1 0,0 0 0,-3 3 0,-1 1 0,0 0 0,0 1 0,1 0 0,0 1 0,1 0 0,0 0 0,-8 16 0,3 9 0,7-26 0,0 1 0,1 1 0,0-1 0,1 0 0,0 1 0,0 0 0,1-1 0,0 1 0,1 0 0,0-1 0,0 1 0,1 0 0,4 17 0,4-2 0,-5-11 0,1 0 0,0 0 0,1 0 0,0-1 0,1 0 0,1 0 0,11 14 0,-6-13 0,1 0 0,1-1 0,0 0 0,25 16 0,-32-24 0,1 0 0,0 0 0,0-1 0,0 0 0,1-1 0,-1 0 0,1 0 0,0-1 0,-1 0 0,18 0 0,-18-3 0,1 0 0,-1 0 0,1-1 0,14-6 0,-21 8 0,1-1 0,-1-1 0,1 1 0,-1-1 0,1 1 0,-1-1 0,0 0 0,0 0 0,0 0 0,0-1 0,0 1 0,-1-1 0,6-5 0,8-26 0,-11 26 0,0 0 0,-1-1 0,0 1 0,-1-1 0,0 0 0,0 0 0,-1 0 0,0 0 0,-1-1 0,1-13 0,-2 8 0,0-31 0,0 45 0,0 0 0,0 0 0,0 0 0,0 0 0,0 0 0,0 0 0,0 0 0,0 0 0,0 0 0,-1 0 0,1 0 0,0 0 0,-1 0 0,1 0 0,-1 0 0,1 0 0,-1 1 0,0-1 0,1 0 0,-1 0 0,0 1 0,1-1 0,-1 0 0,0 1 0,0-1 0,1 0 0,-1 1 0,0-1 0,0 1 0,0 0 0,-1-1 0,1 6 0,0 1 0,0-1 0,1 0 0,0 1 0,0-1 0,0 1 0,0-1 0,3 10 0,2-3-136,1-1 0,0 1-1,1-1 1,0 0 0,0-1 0,1 0-1,1 0 1,0-1 0,0 0 0,1 0 0,0-1-1,0 0 1,1-1 0,0-1 0,0 1 0,22 7-1,4 1-4182,-20-8 1469,0 0 1,1-1-1,0-1 0,0 0 1,0-2-1,26 3 0,0-6-3286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5.5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407 634 1585,'5'-7'1195,"-3"5"-855,0 1 0,-1-1 0,1 0 0,-1 1 0,1-1-1,-1 0 1,0 0 0,1 0 0,-1 0 0,0 0 0,0 0-1,-1 0 1,1-1 0,0 1 0,-1 0 0,1 0 0,-1-1-1,0 1 1,0 0 0,0-1 0,0 1 0,0 0 0,0 0-1,-1-1 1,0-2 0,-2 0 603,0 1 1,0-1-1,0 0 1,-1 1-1,1 0 0,-1 0 1,0 0-1,-1 0 1,1 0-1,-1 1 0,1 0 1,-1 0-1,0 0 1,-9-3-1,9 4-656,0 1 0,0 0 0,0 0 0,0 0 1,0 0-1,0 1 0,0 0 0,0 0 0,0 0 0,-9 3 0,-59 11 2667,68-13-2876,0 0 0,1 1 0,-1-1-1,1 1 1,-1 0 0,1 0 0,0 0 0,-1 0 0,1 1 0,-4 3 0,-6 4-50,-14 4-25,-30 21-2,55-33-1,-1 1 0,1 0-1,0 0 1,0 0 0,1 0 0,-1 0 0,1 0 0,-1 1 0,1 0 0,0-1 0,0 1 0,1 0 0,-2 4 0,-9 29 0,8-29 0,0 0 0,1 1 0,0-1 0,1 1 0,0-1 0,0 1 0,1 0 0,0 0 0,1 0 0,0 0 0,0 0 0,1 0 0,0-1 0,0 1 0,3 9 0,35 61 0,-37-73 0,1 0 0,-1-1 0,1 1 0,0-1 0,1 1 0,-1-1 0,1 0 0,0 0 0,0-1 0,0 1 0,1-1 0,0 0 0,0 0 0,0 0 0,7 3 0,25 22 0,-33-25-6,0 0 0,1-1 0,-1 1 1,1-1-1,0 0 0,0 0 0,0-1 0,0 1 0,0-1 1,1 0-1,-1 0 0,1-1 0,-1 0 0,1 0 0,0 0 1,-1 0-1,1-1 0,0 0 0,0-1 0,9-1 0,-10 1-65,0 1-15,0-1-1,0 0 1,0-1 0,-1 1-1,1-1 1,0 0 0,0 0-1,-1-1 1,0 1 0,1-1-1,3-4 1,1-14-153,-8 18 226,0-1-1,0 1 1,0 0-1,1 0 1,-1-1-1,1 1 1,0 0-1,3-4 1,5-6 44,-2 0 1,0-1-1,0 0 0,-1 0 0,-1 0 1,0-1-1,-1 0 0,5-26 1,-9 36 3,3-14 63,-2 0-1,0 0 0,-1 0 0,-1 0 0,-2-22 0,0-12 225,2 20-156,1 12-99,-1 0 1,-6-39-1,-33-177-67,37 218 0,-2 1 0,0 0 0,-1 0 0,0 0 0,-2 0 0,0 1 0,-1 0 0,0 1 0,-19-26 0,22 33 0,-1 0 0,-1 1 0,1 0 0,-12-9 0,17 16 0,0 0 0,0 0 0,0 0 0,0 0 0,0 0 0,-1 0 0,1 1 0,0-1 0,-1 1 0,1-1 0,0 1 0,-1-1 0,1 1 0,-1 0 0,1-1 0,0 1 0,-1 0 0,1 0 0,-1 0 0,1 0 0,-1 1 0,1-1 0,-1 0 0,1 0 0,0 1 0,-1-1 0,1 1 0,0 0 0,-1-1 0,1 1 0,0 0 0,-1 0 0,1-1 0,0 1 0,-1 2 0,0 2 0,0 1 0,1 0 0,0-1 0,0 1 0,0 0 0,1 0 0,0 0 0,0 0 0,0 0 0,2 7 0,-1 8 0,0-2 0,1 0 0,1-1 0,8 28 0,3 24 0,-10-52 0,1 0 0,0-1 0,1 0 0,1 0 0,1 0 0,13 20 0,9 24 0,-13-21 0,-10-22 0,0-1 0,2 0 0,0 0 0,14 20 0,13 7-291,-21-28-636,-1 1-1,18 29 1,-29-40 564,12 21-4862,34 46 0,-19-24-1149,-10-5 414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6.12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32 64 5186,'0'-19'10749,"0"-25"5798,-5 45-16297,4 0-248,-1-1 0,1 1 1,0-1-1,0 1 0,0 0 0,0-1 0,-1 1 0,1 0 0,0 0 0,0 0 0,1 0 0,-1 0 0,0 0 0,0 0 0,0 0 0,0 0 0,1 0 0,-1 0 1,1 0-1,-2 3 0,-1 33-11,3-32 9,-1 43 0,0-29 0,0 0 0,1 0 0,1 0 0,6 31 0,0-24 0,-3-13 0,0 2 0,-1-1 0,-1 0 0,2 25 0,5 52 0,-5-64 0,1 47 0,-3-51 0,1 1 0,0-1 0,12 39 0,-8-37 0,-1 0 0,-2 0 0,3 45 0,-6-62 11,0-1 1,0 0-1,0 1 0,1-1 1,0 0-1,5 10 0,-5-10-67,1-1-1,-1 1 0,0 0 1,-1-1-1,1 1 0,-1 10 1,-1 27-4250,0-15-6756,-4-22 5681,-20-5 371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6.31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12 5170,'3'-2'5952,"26"-6"8000,-19 7-12715,-6 3 2311,-1 4-2750,-2-3-158,2 1-490,1-1 0,-1 1 0,1-1 0,0 0 0,0 0 0,0-1-1,5 3 1,26 20 121,-22-9-271,-2-1 0,19 34 0,-22-34 0,1 0 0,0-1 0,2-1 0,12 15 0,-3-5 0,27 39 0,8 10 0,-29-45 0,-2 1 0,-1 1 0,-2 1 0,0 2 0,-2-1 0,-2 2 0,16 41 0,-32-72-150,0 0-1,-1 0 1,0 0-1,0 1 1,1-1-1,-1 0 1,0 0 0,-1 1-1,1-1 1,0 0-1,-2 3 1,2-2-303,-1 0-1,0 0 1,-1-1 0,1 1-1,0 0 1,-1-1 0,0 1-1,1-1 1,-1 0-1,0 1 1,0-1 0,0 0-1,-1 0 1,1 0 0,0 0-1,-1-1 1,1 1 0,-1-1-1,0 1 1,0-1 0,-3 1-1,-29 5-4923,1-2-1859,-16-4-1107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6.4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1 323 9524,'3'-4'1453,"0"1"0,0-1-1,0 0 1,-1 0-1,1 0 1,-1 0 0,0 0-1,0 0 1,0-1-1,-1 1 1,2-8 0,-1 5-507,1 0 1,-1 0 0,1 0 0,0 0-1,6-10 1,-1 8-932,0-1 1,0 1-1,1 1 0,0 0 0,1 0 0,0 1 0,0 0 0,1 0 0,18-8 0,28-18-35,-33 20-355,1 2 1,0 0-1,1 2 0,0 1 1,0 1-1,1 1 0,0 1 0,53-2 1,-10-2-8369,-46 5 5115,23 1-3824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6.75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82 227 18665,'-14'0'2241,"0"0"0,0-1 0,-16-3 0,29 4-2170,1 0 1,0 0-1,-1 0 1,1 0 0,0 0-1,-1 0 1,1 0 0,0 0-1,-1 0 1,1-1-1,0 1 1,-1 0 0,1 0-1,0 0 1,-1 0-1,1 0 1,0-1 0,0 1-1,-1 0 1,1 0-1,0 0 1,0-1 0,-1 1-1,1 0 1,0 0 0,0-1-1,0 1 1,-1 0-1,1-1 1,0 1 0,0 0-1,0 0 1,0-1-1,0 1 1,0 0 0,0-1-1,0 1 1,0 0-1,0-1 1,0 1 0,0 0-1,0-1 1,0 1 0,0 0-1,0-1 1,0 1-1,0 0 1,0-1 0,0 1-1,1-1 1,2-1 93,0-1 0,1 0 0,-1 1 0,1 0 0,0 0 1,0 0-1,0 0 0,4-1 0,18-5-165,1 1 0,0 1 0,43-4 0,-4 1 0,129-11 0,-132 15 0,724-10 0,-504 17 0,-119-18 0,-155 16-213,-1-1 0,1 0 1,-1 0-1,0-1 0,14-4 0,-20 5 61,0 1-1,-1 0 1,1-1-1,0 0 0,-1 1 1,1-1-1,0 0 1,-1 0-1,1 0 0,-1 0 1,1 0-1,-1 0 1,1-1-1,-1 1 1,0 0-1,0-1 0,0 1 1,0-1-1,0 1 1,0-1-1,0 0 0,1-2 1,-16-9-9424,12 12 7853,-5-16-5333,-17-8-2506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8.08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61 28 1024,'-4'0'1660,"-19"-2"14917,19-12-7964,2 15-8464,1-1-47,1 0 0,-1 0-1,1 0 1,-1 0 0,1 0 0,0 0-1,-1 0 1,1 0 0,-1 0 0,1 0-1,0 0 1,-1 0 0,1 0 0,-1 0-1,1 0 1,-1-1 0,1 1-1,0 0 1,-1 0 0,1 0 0,0-1-1,-1 1 1,1 0 0,0 0 0,-1-1-1,1 1 1,0 0 0,-1-1 0,1 1-1,0 0 1,0-1 0,0 1-1,-1 0 1,1-1 0,0 1 0,0-1-1,0 1 1,0 0 0,0-1 0,0 1-1,-1-1 1,1 1 0,0 0 0,0-1-1,1 0 1,-6 1-41,-4 0-59,13-1-1,31 1 0,-24-1-1,-1 2-1,1-1 1,0 2 0,-1-1 0,1 1 0,14 5 0,5 4 0,-25-10 0,0 1 0,0 0 0,1 0 0,-1 0 0,0 0 0,5 4 0,-3 0 0,-1 0 0,1 1 0,-2-1 0,1 1 0,5 8 0,1 2 0,-6-9 0,-4-7 0,0 1 0,-1-1 0,1 1 0,-1 0 0,0-1 0,1 1 0,-1 0 0,0 0 0,0-1 0,0 1 0,0 0 0,-1 0 0,1 0 0,0 0 0,-1 0 0,0 1 0,1-1 0,-1 0 0,0 0 0,0 0 0,0 0 0,0 0 0,-1 0 0,1 1 0,0-1 0,-1 0 0,1 0 0,-1 0 0,0 0 0,-2 3 0,-51 98 0,27-74 0,11-14 0,11-9 0,-1 0 0,0 0 0,0 0 0,0-1 0,-1 0 0,0 0 0,0-1 0,-1 0 0,1 0 0,-1 0 0,-12 3 0,1 0 0,25-1 0,32-1 0,73 5 0,-102-10 0,0 1 0,1-1 0,-1 2 0,17 3 0,20 5 0,11 7 0,-53-16 0,1 1 0,-1 0 0,0 0 0,0 1 0,0-1 0,0 1 0,0 0 0,-1 0 0,1 0 0,5 7 0,3 3 0,8 13 0,-20-25 0,1 0 0,-1 0 0,1 0 0,-1 0 0,0 0 0,0 0 0,1 0 0,-1 0 0,0-1 0,0 1 0,0 0 0,0 0 0,0 0 0,0 0 0,0 0 0,-1 0 0,1 0 0,0 0 0,0 0 0,-1 0 0,1 0 0,-1 0 0,1 0 0,-1-1 0,1 1 0,-1 0 0,1 0 0,-1-1 0,0 1 0,0 0 0,-21 27 0,18-22 0,0 0 0,0-1 0,0 0 0,-1 1 0,1-2 0,-1 1 0,-1-1 0,1 1 0,0-1 0,-1-1 0,0 1 0,-8 3 0,5-3 0,-1 0 0,1 0 0,0 1 0,0 1 0,-14 10 0,16-11 0,0 0 0,0-1 0,-1 0 0,1 0 0,-1-1 0,0 0 0,0 0 0,0-1 0,-1 0 0,1 0 0,-12 0 0,-18 5-123,3-1-1557,27-5-437,-1-1 0,0 1 1,1-2-1,-1 1 0,1-1 1,-1 0-1,-12-4 0,16-12-7271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8.2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38 5891,'42'-26'12272,"-30"17"-7831,0 7-2936,-8 2-931,1 0 1505,-5 1-1767,0 1 0,0 0 0,0 0 1,0 0-1,1-1 0,-1 1 1,1 0-1,-1 0 0,1-1 0,0 1 1,0 0-1,0-1 0,0 1 0,1 2 1,-1-3-230,0 0 1,0 1-1,0-1 1,0 1-1,0-1 1,0 1-1,-1 0 0,1-1 1,-1 1-1,1 0 1,-1-1-1,0 1 1,0 0-1,1 2 1,-1 2-76,0 0 1,1 0-1,-1 0 0,2-1 1,-1 1-1,1 0 1,-1 0-1,2-1 1,2 6-1,11 32-23,-10-27 15,1-1 0,1 0 0,1 0 0,0-1 0,0-1 0,2 1 0,0-2 0,0 1 0,19 15 0,-13-12 0,0 2 0,-1 0 0,-1 0 0,13 24 0,3 0 0,-25-36 0,0 1 0,-1 0 0,0 0 0,-1 0 0,1 1 0,4 12 0,5 11 0,-12-29 0,-1-1 0,1 1 0,-1 0 0,0 1 0,0-1 0,0 0 0,0 0 0,0 0 0,0 1 0,0-1 0,-1 0 0,1 1 0,-1-1 0,0 0 0,0 1 0,0-1 0,0 0 0,0 1 0,0-1 0,-2 5 0,-8 4-220,-6 10-1614,13-18 1227,1 0 0,-1 1 0,0-1 0,0-1 0,-1 1-1,1 0 1,0-1 0,-1 0 0,1 1 0,-1-1 0,0-1 0,0 1 0,0 0 0,0-1 0,0 0 0,0 0 0,0 0 0,0-1 0,-1 1 0,-4-1 0,-27 8-5779,15-5 1242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8.43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0 390 5523,'1'-11'2499,"0"0"-1,0 1 1,1-1 0,1 0 0,0 1 0,0-1 0,8-15 0,12-10 3204,-10 23-5580,1 1 0,0 0 0,0 1 0,1 1 0,1 0 0,0 1 0,0 0 0,0 2 0,26-9 1,23-4 32,80-14 1,-96 24-151,44-10-3058,139-25-11811,-159 30 8399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8.8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141 0 2961,'33'19'5355,"-30"-18"-5108,-1 0 0,0-1-1,0 1 1,0 0 0,0 0-1,1 0 1,-1 1 0,0-1 0,-1 0-1,1 1 1,0-1 0,0 1 0,-1 0-1,1 0 1,-1-1 0,1 1-1,-1 0 1,0 0 0,0 0 0,0 0-1,0 1 1,0-1 0,0 0-1,0 0 1,-1 1 0,1-1 0,-1 0-1,0 3 1,1 12 851,-1-10-445,0 1 0,0 0 0,0 0 0,-1 0 0,-3 14 0,-38 113 7148,-16 76-3711,39-140-3776,7-28-239,2-12-75,2 1 0,-4 36 0,-10 79 0,11-81 0,-6 121 0,17-163 0,1 1 0,2-1 0,0 0 0,9 29 0,-9-41 0,1-1 0,0 0 0,0-1 0,1 1 0,0-1 0,1 0 0,1 0 0,-1 0 0,1-1 0,15 15 0,-17-20-166,1-1 1,-1 1-1,1-1 0,0 0 1,0-1-1,0 1 0,0-1 1,0 0-1,1-1 1,-1 1-1,1-1 0,-1-1 1,8 1-1,11-1-1968,47-5 0,-52 1 298,-1-2 0,1 0 0,-1-1 0,-1-1 0,0 0 0,0-2 0,0 0 0,26-21 0,4 0-1212,1-4 10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9.05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282 33 6675,'-17'-16'6626,"1"3"1201,-18 10-3490,32 3-4192,1 0 0,-1 0 0,1 0 0,-1 0 0,1 1 0,-1-1 1,1 0-1,0 1 0,-1-1 0,1 1 0,-1 0 0,1-1 0,0 1 0,0 0 0,-1 0 0,1 0 0,0 0 0,0 0 1,0 0-1,0 0 0,0 0 0,0 0 0,1 0 0,-1 1 0,0-1 0,0 0 0,1 0 0,-1 1 0,1-1 0,-1 1 1,1-1-1,-1 3 0,-13 26 1547,10-25-1633,1 0 0,0 0-1,1 0 1,0 1 0,-1-1-1,2 1 1,-1-1 0,1 1 0,0 0-1,0 0 1,0 0 0,1-1-1,0 12 1,0-3-59,0-1 0,1 0 0,1 1 0,0-1 0,1 0 0,0 0 0,1-1 0,8 20 0,-6-16 0,-1 1 0,7 28 0,-9-31 0,0 1 0,1-1 0,10 21 0,10 13 0,-3-6 0,-1 0 0,25 80 0,-44-118-77,-1 0 1,0-1-1,0 1 0,0 0 1,0 0-1,-1 0 1,0-1-1,0 1 0,0 0 1,0-1-1,0 1 0,-1-1 1,0 1-1,1-1 1,-1 0-1,-1 1 0,1-1 1,0 0-1,-1-1 0,1 1 1,-1 0-1,0-1 1,0 1-1,0-1 0,0 0 1,-5 3-1,1-1-204,1 0-1,0 0 1,-1-1-1,0 0 1,0 0-1,0-1 1,0 0-1,0 0 1,-1-1-1,1 1 1,0-2 0,-1 1-1,1-1 1,-8-1-1,-24-4-4147,14 2-1278,-51-12-1,51 3 791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9.18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1 480 3314,'6'-15'2716,"1"-1"1,1 2-1,0-1 1,1 1 0,1 0-1,13-14 1,15-15 2219,-17 16-2629,-18 21-1832,1 0 0,0 1 0,1 0 0,-1 0 0,10-9 0,78-51-131,-81 55-344,1 1 0,-1 1 0,2 0 0,-1 0 0,1 1 0,22-8 0,24-13 0,3-2-2378,91-23-9485,-109 43 6282,-13 8 127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9.38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6659,'0'22'14319,"2"-1"-6533,0 8-4296,10 35-3081,-10-50-383,0-1 0,-1 1 0,-1-1 0,-1 26 0,-1-25-31,2 0 0,0 0-1,0 0 1,6 25 0,1-9 5,-3-17 0,0 0 0,-1 0 0,-1 1 0,1 25 0,-3 430-83,0-463-110,-1 0-1,0 0 1,0 0 0,-1 0-1,1 0 1,-1 0-1,-3 6 1,-5 17-4176,5 6-7123,4-33 10137,1 5-442,29 11-10215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9.58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404 0 8788,'17'8'17387,"-18"-8"-17129,0 1 0,-1-1 0,1 1 0,0 0 0,0 0 0,0-1 0,0 1 0,0 0 0,1 0 0,-1 0 0,0 0 0,0 0 0,1 0 0,-1 0 0,0 1 0,1-1-1,-1 0 1,1 0 0,-1 2 0,1 1-189,-1 1 0,0-1-1,0 0 1,0 0 0,0 0 0,-1 0-1,0 0 1,0-1 0,0 1-1,0 0 1,0-1 0,-1 1 0,1-1-1,-1 0 1,0 0 0,0 0-1,-7 5 1,-22 27 127,12-2-196,-25 55 0,32-58 0,-1-2 0,-2 0 0,-22 30 0,26-44 0,1 1 0,0 0 0,1 0 0,1 1 0,0 0 0,1 1 0,1 0 0,-9 34 0,13-44-158,0 1 1,0-1-1,0 0 0,-1 0 0,0 0 1,0 0-1,-8 8 0,8-10-158,0 0-1,1 0 1,-1 0-1,1 0 1,0 1-1,0-1 1,1 1 0,0 0-1,0 0 1,0 0-1,0 0 1,0 10-1,2-13-148,-1-1-1,1 0 0,0 0 1,-1 0-1,1 0 0,-1 0 0,0 0 1,1 0-1,-1 0 0,0 0 1,0 0-1,-2 1 0,-3 9-3906,3 2-3365,3 1-1395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09.8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123 57 16680,'-13'-23'11517,"-18"-5"-7147,30 27-4364,-1 1 0,1-1 1,-1 0-1,1 1 0,-1-1 0,1 1 1,-1 0-1,0-1 0,1 1 0,-1 0 1,0 0-1,1 0 0,-1 0 0,0 0 1,1 0-1,-1 1 0,0-1 0,1 1 1,-1-1-1,1 1 0,-1-1 0,0 1 1,1 0-1,0 0 0,-1 0 1,1 0-1,-1 0 0,1 0 0,0 0 1,0 0-1,-2 2 0,3-1-6,0 0 0,0 0 0,-1 0 0,1 0 0,-1 0 0,1 0 0,-1 0 0,0 0 0,0 0 0,1-1 0,-2 1 0,1 0 0,0 0 0,0-1 0,-2 3 0,1-3 0,1 1 0,-1 0 0,1 0 0,0 0 0,0 0 0,0 0 0,0 0 0,0 0 0,0 0 0,0 0 0,1 0 0,-1 1 0,1-1 0,0 0 0,-1 4 0,0 8 0,1 0 0,1 0 0,0 1 0,1-1 0,0 0 0,1 0 0,0 0 0,2 0 0,6 15 0,-4-14 0,14 30 0,3-1 0,1-1 0,43 56 0,-21-50 0,-35-37 0,1 0 0,-2 1 0,0 0 0,12 19 0,7 9 0,4 10 0,-33-49 0,0 0 0,0-1 0,0 1 0,-1 0 0,1 0 0,-1-1 1,1 1-1,-1 0 0,0 0 0,0 0 0,0 0 0,0 0 0,0-1 0,0 1 0,0 0 0,-1 0 0,1 0 0,-1 0 1,1-1-1,-1 1 0,1 0 0,-1 0 0,-1 1 0,0-1-6,0 0 1,0 0-1,0 0 0,-1 0 0,1 0 1,-1-1-1,1 1 0,-1-1 1,1 0-1,-1 0 0,0 0 0,1 0 1,-6 1-1,-2 0-109,-1 0-1,0-1 1,0 0 0,0-1-1,0-1 1,0 1 0,-14-4 0,-21-8-3341,-69-27-11940,91 24 9492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10.0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1 454 3682,'46'-42'7731,"-46"5"193,19 11-2642,9-17-2112,-9 17-1249,9-16-593,19 15-367,-28 1-273,9 0-608,19-1-80,-19 1 0,19 0-1265,0-1-1888,-29 11-2017,11-10-1377,17 15-273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10.24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198 0 7043,'18'10'7515,"21"13"2218,-35-21-9225,-1 1 0,0-1-1,1 1 1,-1 0 0,0 0 0,-1 0-1,1 0 1,0 0 0,-1 1-1,0-1 1,1 1 0,2 6-1,34 61 1281,-34-55-1777,-1 0 0,0 1 0,-1 0 0,-1 0 0,0 0 0,-1 0 0,-2 22 0,-1-25-11,0 0 0,0 0 0,-2 0 0,0-1 0,0 0 0,-1 1 0,-1-2 0,0 1 0,-1-1 0,-10 16 0,7-15 0,0 0 0,1 1 0,-9 20 0,13-24 0,0 0 0,-1 0 0,0-1 0,0 0 0,-1 0 0,-8 8 0,-134 133 0,143-141 0,0 0 0,0 0 0,1 0 0,-6 14 0,2-3 0,8-18 0,0-1 0,0 1 0,1-1 0,-1 1 0,1 0 0,-1-1 0,1 1 0,0 0 0,-1-1 0,1 1 0,0 0 0,0-1 0,0 1 0,1 0 0,-1 0 0,0-1 0,0 1 0,1 0 0,0-1 0,-1 1 0,1-1 0,0 1 0,-1-1 0,1 1 0,0-1 0,0 1 0,0-1 0,0 0 0,1 1 0,-1-1 0,0 0 0,1 0 0,-1 0 0,0 0 0,1 0 0,-1 0 0,1-1 0,-1 1 0,1 0 0,0-1 0,-1 1 0,3 0 0,9 3 0,1 0 0,-1-1 0,26 3 0,-31-5 0,21 1-5,-1-1 0,1-2-1,0-1 1,0-1 0,0-1 0,51-15-1,-26 6-205,-18 5-2324,-2-2 1,46-17-1,-53 16 46,-1 0-1015,-1-2 0,31-20 0,-52 31 3094,51-26-4675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10.43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188 1 5795,'4'1'14046,"-2"0"-13703,0 0-1,0 1 0,0-1 1,0 0-1,0 1 1,-1-1-1,1 1 1,-1-1-1,1 1 1,-1 0-1,0-1 1,1 1-1,-1 0 1,0 0-1,0 0 1,0 0-1,0 0 0,0 3 1,11 50 2862,-5-14-1885,24 48 33,-21-62-1108,15 56 0,3 146-194,-21-192-51,-2-13 0,-1-1 0,0 1 0,-2 0 0,-1 0 0,-1 0 0,-4 36 0,-23 73 0,23-114-385,-1 0-1,0-1 1,-1 0-1,-2 0 1,0 0-1,0-1 1,-2 0 0,0-1-1,-1 0 1,0 0-1,-1-2 1,-1 1-1,-1-1 1,0-1 0,0-1-1,-20 14 1,26-21-870,1-1 1,-1 0-1,0 0 1,0 0-1,0-1 1,0 0 0,-1 0-1,1-1 1,-11 1-1,-28-1-5116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10.8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76 9 5891,'-17'-9'28123,"15"20"-29698,2-9 1594,0 0 1,-1 0-1,1-1 0,0 1 1,-1 0-1,0-1 0,1 1 1,-1 0-1,0-1 0,0 1 1,0-1-1,0 1 0,0-1 1,-3 3-1,3-3-17,-1 1 1,1 0-1,0-1 1,-1 1-1,1 0 0,0 0 1,0 0-1,0 0 0,0 0 1,1 0-1,-1 1 1,0-1-1,1 0 0,0 0 1,-1 4-1,1-1-2,-1 1 0,1-1 0,-1 1 0,-1-1 0,1 1 0,-1-1 0,0 0 0,-3 8 0,2-9 0,1 1 0,0 0 0,1 1 0,-1-1 0,1 0 0,0 0 0,0 1 0,0 7 0,2 10 0,1 1 0,1-1 0,2 0 0,0 0 0,15 40 0,-5-13 0,-1 8 0,-11-42 0,0 0 0,2 0 0,0-1 0,0 1 0,10 18 0,9 19-1862,-22-45 1242,0-1 1,1 0-1,0-1 0,0 1 1,1 0-1,0-1 0,0 0 0,0 0 1,1 0-1,6 6 0,-8-9-560,1 0 0,-1 0 0,-1 0 0,1 1 0,0-1 0,-1 1-1,0-1 1,4 8 0,-4-6 39,14 8-4446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11.24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124 256 6627,'0'2'15648,"0"11"-12533,0 5-1458,1-6-849,0 0 0,-1-1 0,-1 1 0,0-1 0,-4 17 0,-5-8-310,8-17-465,0 1 0,1-1-1,-1 0 1,1 0 0,0 1 0,0-1 0,0 0-1,0 1 1,1-1 0,-1 8 0,-1 1-32,0 0 0,0 0 0,-1 0 0,-1 0 0,0-1 0,-1 1 0,0-1 1,0 0-1,-1-1 0,-1 1 0,-11 13 0,11-8-1,7-16 0,0 1 0,0-1 0,0 1 0,0-1 0,0 1 0,-1-1 0,1 1 0,0-1 0,0 0 0,0 1 0,-1-1 0,1 1 0,0-1 0,0 1 0,-1-1 0,1 0 0,0 1 0,-1-1 0,1 0 0,-1 1 0,1-1 0,0 0 0,-1 0 0,1 1 0,-1-1 0,1 0 0,-1 0 0,1 0 0,-1 1 0,1-1 0,-1 0 0,1 0 0,-1 0 0,1 0 0,-1 0 0,1 0 0,-1 0 0,1 0 0,-1 0 0,1 0 0,-1-1 0,1 1 0,-1 0 0,1 0 0,0 0 0,-1 0 0,1-1 0,-1 1 0,1 0 0,-1-1 0,0 0 0,0-1 0,0 1 0,1 0 0,-1-1 0,0 1 0,1 0 0,0-1 0,-1 1 0,1-1 0,0 1 0,-1-1 0,1 1 0,0-1 0,0 1 0,0-1 0,0 1 0,1-1 0,-1 1 0,1-2 0,-1-2 0,0 2 0,0 0 0,1 1 0,-1-1 0,0 0 0,1 1 0,0-1 0,0 1 0,0-1 0,0 1 0,0 0 0,0-1 0,0 1 0,4-4 0,-4 4 0,1-1 0,0 1 0,-1-1 0,0 1 0,1-1 0,-1 0 0,0 1 0,0-1 0,-1 0 0,1 0 0,-1 0 0,1 0 0,-1-5 0,1-9 0,0 0 0,2 0 0,0 0 0,0 1 0,2-1 0,8-20 0,48-95 0,-37 85 0,-14 28 0,0 1 0,1 1 0,1 0 0,0 0 0,29-29 0,-35 41 0,0 0 0,0 1 0,0-1 0,0 1 0,1 1 0,-1-1 0,1 1 0,12-4 0,-15 5 0,0 2 0,1-1 0,-1 0 0,0 1 0,0 0 0,1 0 0,-1 0 0,0 1 0,0-1 0,0 1 0,1 0 0,-1 0 0,0 0 0,0 1 0,0-1 0,5 4 0,8 7 0,1 1 0,-2 1 0,0 0 0,-1 1 0,0 0 0,-1 2 0,-1-1 0,-1 2 0,21 36 0,-25-37 10,0 0 0,-1 0-1,0 1 1,6 34 0,-7-29-97,0-1 1,10 22-1,-6-25-553,1 7-2554,-8 1-3411,-4-19 4520,1-6 1250,0 0 0,0 1 0,-1-1 0,1 1 0,1-1 0,-1 0 0,0 1 0,1-1 0,-1 0 0,1 1 1,1 3-1,14 5-4200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11.63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361 564 5939,'0'-4'962,"0"1"1,0 0-1,-1-1 1,1 1-1,-1 0 1,1 0 0,-1-1-1,0 1 1,0 0-1,0 0 1,-1 0-1,1 0 1,-1 0-1,0 1 1,-2-4-1,1 3-393,0 0 0,0 1 0,0 0 0,0 0 0,-1 0 0,1 0-1,0 1 1,-1-1 0,0 1 0,1 0 0,-1 0 0,0 0 0,1 0-1,-5 0 1,-6-1-81,0 1-1,0 1 1,-28 2-1,37-2-424,-1 1 0,1 0 0,-1 0 0,1 1 0,0-1 0,-1 1 0,1 0 0,0 1 0,1-1 0,-1 1 0,0 0 0,1 0 0,-1 1 0,-4 4 0,-14 21-63,1 1 0,-27 48 0,44-69 0,0 1 0,1 1 0,1-1 0,-1 0 0,2 1 0,-1 0 0,1 0 0,1-1 0,0 1 0,1 0 0,0 0 0,0 0 0,1 0 0,1 0 0,3 13 0,2 1 0,1 4 0,21 49 0,-26-72 1,1 0 0,0 0-1,0 0 1,0 0 0,1-1 0,0 0-1,0 0 1,0 0 0,8 4 0,29 29-46,-39-34-55,1-1 0,0 1 0,0-1 1,1 0-1,-1 0 0,1 0 0,-1-1 1,10 4-1,1-1-1306,1-1-1,-1 0 1,22 1 0,-25-3 595,-8-2 234,1 1 1,0-1 0,0 0 0,0 0-1,-1 0 1,1-1 0,0 0 0,-1 1-1,1-2 1,0 1 0,-1-1 0,1 1-1,5-4 1,-1-1-296,0-1 0,0 0-1,0 0 1,7-9 0,11-8-1383,-14 11 1834,0-1 0,-1 0 0,-1 0 0,0-2 0,-1 1 0,-1-1 0,13-29 0,0-7 679,19-69 0,-25 65 1480,-2 0 1,7-70-1,-15 79-62,-1 15 1301,-1 0 0,-2 0 1,-1 0-1,-6-61 1,3 77-2531,-1 0 0,-1 0 0,0 0 0,-1 1 0,-1 0 0,-12-26 0,3 12-447,14 27 0,1 0 0,-1 0 0,1 0 0,-1 0 0,0 1 0,0-1 0,0 0 0,0 1 0,0-1 0,0 1 0,0-1 0,-1 1 0,1-1 0,0 1 0,-1 0 0,1-1 0,-1 1 0,1 0 0,-1 0 0,0 0 0,0 1 0,1-1 0,-1 0 0,-3 0 0,-22-7 0,26 7 0,-1 0 0,1 0 0,-1 0 0,0 0 0,1 0 0,-1 1 0,0-1 0,1 1 0,-1-1 0,0 1 0,0 0 0,1-1 0,-1 1 0,0 0 0,0 0 0,1 0 0,-1 1 0,0-1 0,0 0 0,1 1 0,-1-1 0,0 1 0,1-1 0,-1 1 0,0 0 0,1 0 0,-1 0 0,1 0 0,-1 0 0,1 0 0,0 0 0,-1 0 0,1 1 0,0-1 0,0 0 0,0 1 0,0-1 0,0 1 0,0-1 0,0 1 0,0 2 0,-5 10 0,0 0 0,1 0 0,1 0 0,1 1 0,0-1 0,-2 29 0,4 96 0,2-72 0,1-41 0,0 0 0,12 51 0,0-5 0,-11-44 0,2 0 0,1 1 0,1-2 0,14 36 0,-4 0 106,-16-56-163,1 1 1,-1-1-1,1 1 0,1-1 0,-1 0 1,1 0-1,0 0 0,1 0 0,6 10 0,12 21-3311,-20-34 2524,-1 0 1,2 1 0,-1-1 0,0 0 0,1 0 0,0-1 0,0 1 0,5 5-1,3 0-1285,-10-7 1478,1 0-1,0-1 1,-1 1 0,1 0 0,0-1 0,0 0 0,0 1 0,0-1 0,0 0 0,1 0 0,-1 0 0,0-1 0,0 1 0,1 0-1,3 0 1,20-1-3044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11.9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34 284 5859,'0'-103'21156,"0"58"-15962,0 45-5185,0 1 0,-1 0 0,1-1 0,0 1 0,0-1 0,0 1-1,-1 0 1,1-1 0,0 1 0,0-1 0,-1 1 0,1-1-1,-1 1 1,1-1 0,0 1 0,-1-1 0,1 1 0,-1-1 0,1 0-1,-1 1 1,1-1 0,-1 0 0,1 1 0,-1-1 0,1 0 0,-1 0-1,0 0 1,1 1 0,-1-1 0,0 0 0,1 0 0,-1 0 0,1 0-1,-1 0 1,0 0 0,1 0 0,-1 0 0,1 0 0,-1 0-1,0-1 1,1 1 0,-1 0 0,1 0 0,-1 0 0,0-1 0,1 1-1,-1 0 1,1-1 0,-1 1 0,1-1 0,-1 1 0,1 0 0,0-1-1,-1 1 1,1-1 0,-1 1 0,1-1 0,0 1 0,0-1 0,-1 0-1,1 1 1,0-2 0,-2 45-9,0-30 0,1 0 0,1 1 0,0-1 0,1 0 0,0 0 0,6 23 0,8 11 0,14 38 0,-5-27 0,-20-45 0,2 0 0,-1-1 0,1 1 0,1-1 0,13 18 0,-4-8 0,-11-15 0,1 0 0,0 1 0,0-2 0,13 12 0,-17-16 0,0-1 0,0 1 0,0-1 0,1 0 0,-1 0 0,0 0 0,1 0 0,-1 0 0,1-1 0,-1 1 0,1-1 0,0 1 0,-1-1 0,1 0 0,-1 0 0,1 0 0,-1 0 0,1-1 0,0 1 0,-1-1 0,4-1 0,0 1 0,0-1 0,0 0 0,-1 0 0,1-1 0,-1 0 0,0 0 0,0 0 0,0 0 0,0-1 0,0 1 0,7-9 0,-1-15 0,-2-1 0,10-43 0,-4 9 0,-9 41 0,-1 7 0,-2 1 0,1-1 0,-2 0 0,2-26 0,-4-271 0,-1 352 0,-2 4 0,3-1 0,7 66 0,40 78-3012,-45-179 1984,0 0 0,1-1 0,1 1 0,-1-1 0,8 13 0,11 24-6768,-5-18 2650,10-1 472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12.51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293 762 2289,'5'-21'2571,"-1"-2"-1,3-35 0,-5-48 9312,-2 103-11514,0-4 327,-1 0-1,0 0 0,-1 0 1,0 0-1,0 1 1,0-1-1,-1 1 1,0 0-1,0 0 1,0-1-1,-1 2 0,0-1 1,-7-8-1,2 3-200,7 9-480,0 0 1,-1 0 0,1 1 0,-1 0-1,0-1 1,1 1 0,-1 0 0,0 0 0,0 0-1,0 1 1,0-1 0,0 1 0,1-1-1,-1 1 1,0 0 0,0 0 0,0 1 0,-4-1-1,0 1-11,0 0 0,0 0 0,0 0 0,0 0 0,1 1 0,-14 6 0,11-3-3,1 1 0,0 0 0,0 0 0,0 1 0,0 0 0,1 0 0,0 1 0,1 0 0,0 0 0,0 0 0,1 1 0,0 0 0,0 0 0,1 0 0,0 1 0,-3 13 0,-8 34 0,11-44 0,1 0 0,0-1 0,1 1 0,0 0 0,0 15 0,1-5 0,1-13 0,-1-1 0,1 1 0,1-1 0,0 0 0,4 18 0,21 65 0,-23-84 0,-1-1 0,1 1 0,1-1 0,-1 0 0,1 0 0,1 0 0,7 9 0,12 21 0,-23-34 0,1 0 0,1 0 0,-1 0 0,0 0 0,1 0 0,-1-1 0,1 1 0,0-1 0,0 0 0,0 1 0,0-1 0,0-1 0,0 1 0,1 0 0,-1-1 0,1 0 0,-1 1 0,1-1 0,-1-1 0,1 1 0,0 0 0,-1-1 0,1 0 0,0 0 0,0 0 0,5-1 0,-5 0 0,0 1 0,0-1 0,0 0 0,0 0 0,0 0 0,0-1 0,0 1 0,-1-1 0,1 0 0,-1 0 0,1 0 0,-1-1 0,0 1 0,1-1 0,-1 0 0,0 1 0,-1-2 0,1 1 0,-1 0 0,1 0 0,-1-1 0,3-6 0,17-36 0,-17 38 0,-1 0 0,0 0 0,-1 0 0,0 0 0,3-14 0,7-29 0,-8 35 0,-1-1 0,-1 1 0,0-1 0,1-25 0,11-170 0,-13 191 0,-2 0 0,0 0 0,-2-1 0,-5-28 0,-1-41 0,8 65 0,-1 0 0,-1 1 0,0-1 0,-3 1 0,-9-36 0,-6-17 0,18 75 0,1-1 0,-1 1 0,0 0 0,0-1 0,0 1 0,-1 0 0,1 0 0,-5-4 0,6 6 0,1 0 0,-1 0 0,0 1 0,1-1 0,-1 0 0,0 1 0,0-1 0,0 0 0,1 1 0,-1-1 0,0 1 0,0-1 0,0 1 0,0-1 0,0 1 0,0 0 0,0 0 0,0-1 0,0 1 0,0 0 0,0 0 0,0 0 0,0 0 0,-2 0 0,-27 40 0,28-37 0,-1 1 0,1 0 0,-1-1 0,1 1 0,1 0 0,-1 0 0,0 0 0,1 1 0,0-1 0,0 0 0,0 0 0,0 6 0,2 58 0,0-34 0,-1 19 0,3 1 0,17 96 0,-15-135 0,0 0 0,1 0 0,1-1 0,0 1 0,14 20 0,19 39 0,-33-55 0,1-1 0,0 0 0,2-1 0,0 0 0,0 0 0,2-1 0,0-1 0,1 0 0,1 0 0,0-2 0,0 1 0,18 10 0,-9-1 0,-20-20 0,-1 0 0,1-1 0,0 1 0,0 0 0,0-1 0,0 0 0,0 1 0,6 2 0,59 12 0,-65-16 0,0-1 0,0 0 0,-1 0 0,1 0 0,0 0 0,0 0 0,0 0 0,-1-1 0,1 0 0,0 1 0,-1-1 0,1 0 0,-1 0 0,1 0 0,-1-1 0,1 1 0,-1-1 0,0 1 0,3-3 0,0 1 0,-1-1 0,0 0 0,0 0 0,0 0 0,0 0 0,-1 0 0,5-8 0,17-53 0,-20 54 0,0 1 0,-1-1 0,-1 0 0,0 0 0,0 0 0,-1 0 0,0-1 0,-1 1 0,-1-1 0,0 1 0,-1-16 0,1 2 0,-1 16 0,0 1 0,0 0 0,-1 0 0,0 0 0,0 0 0,0 0 0,-6-10 0,-5-16 0,12 30 0,-1 1 0,0-1 0,-1 1 0,1-1 0,0 1 0,-1 0 0,0 0 0,0 1 0,0-1 0,0 0 0,0 1 0,0 0 0,-1 0 0,1 0 0,-1 0 0,0 0 0,1 1 0,-1-1 0,0 1 0,0 0 0,0 0 0,0 1 0,0-1 0,0 1 0,-6 0 0,8 1 0,1-1 0,-1 1 0,0-1 0,0 1 0,0 0 0,1 0 0,-1 0 0,0 0 0,1 0 0,-1 0 0,1 0 0,-1 0 0,1 1 0,0-1 0,0 1 0,-1-1 0,1 1 0,0-1 0,-1 4 0,-18 41 0,14-26 0,2 1 0,1-1 0,-2 25 0,5-37 0,-1 1 0,2-1 0,-1 1 0,1-1 0,1 1 0,0-1 0,0 0 0,0 1 0,1-1 0,7 15 0,-4-13 0,-1 1 0,0-1 0,-1 1 0,5 21 0,-8-29 0,0 1 0,1 0 0,-1 0 0,1 0 0,0 0 0,0-1 0,0 1 0,1-1 0,-1 1 0,1-1 0,0 0 0,-1 0 0,2 0 0,-1 0 0,0-1 0,0 1 0,1-1 0,0 0 0,6 3 0,23 17 0,-23-15-22,0-1-1,0 0 1,1-1-1,-1 1 1,1-2-1,1 0 1,-1 0-1,0-1 1,1-1-1,0 1 1,-1-2-1,1 0 1,0 0-1,15-2 1,1-1-402,1-2 1,-1 0 0,1-2 0,-2-2 0,28-10 0,-38 11-2432,0 0 1,-1-2-1,0 0 0,20-15 1,11-12-4936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21.0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50 133 4882,'0'-20'4378,"-3"-35"8594,-10 24-7279,6 16-3590,7 14-2049,0 1 1,0-1 0,0 1 0,0-1 0,0 1-1,0-1 1,-1 1 0,1-1 0,0 1-1,0 0 1,-1-1 0,1 1 0,0-1 0,0 1-1,-1-1 1,1 1 0,0 0 0,-1-1 0,1 1-1,-1 0 1,1-1 0,0 1 0,-1 0 0,1 0-1,-1-1 1,1 1 0,-1 0 0,1 0-1,-1 0 1,1-1 0,-1 1 0,1 0 0,-1 0-1,1 0 1,-1 0 0,1 0 0,-1 0 0,1 0-1,-1 0 1,1 1 0,-1-1 0,1 0-1,-1 0 1,1 0 0,-1 0 0,1 1 0,-1-1-1,1 0 1,-1 1 0,-1 3-55,1 1 0,-1 0 0,1-1 0,1 1 0,-1 0 0,1-1 0,0 1 0,0 0 0,0 0 0,2 7 0,-2-5 0,0 167 0,0-169 0,0-1 0,1 1 0,-1 0 0,1-1 0,0 1 0,1-1 0,-1 1 0,1-1 0,4 8 0,-4-8 0,0 0 0,0 1 0,0 0 0,-1-1 0,1 1 0,-1 0 0,0 0 0,-1 0 0,1 9 0,0 6 0,0 1 0,1-1 0,10 35 0,-9-38 0,-1 1 0,0-1 0,-1 1 0,-1 0 0,-3 26 0,1 11 0,2 26-1932,0-80 1804,0 0-1,-1 0 0,1-1 0,1 1 0,-1 0 0,0 0 0,0 0 0,0 0 0,0 0 0,1-1 0,-1 1 0,0 0 0,1 0 0,-1 0 0,0-1 1,1 1-1,-1 0 0,1 0 0,-1-1 0,1 1 0,0 0 0,-1-1 0,1 1 0,0-1 0,-1 1 0,1-1 0,0 1 0,0-1 0,-1 0 0,1 1 1,2 0-1,-3-1-40,1 0 0,0 0-1,-1 0 1,1 1 0,0-1 0,-1 0 0,1 1 0,0-1 0,-1 1 0,1-1 0,-1 1 0,1-1 0,-1 1 0,1-1 0,-1 1 0,1-1 0,-1 1 0,1 0 0,-1-1 0,0 1 0,1 0 0,-1-1 0,0 1 0,0 0 0,1 0 0,-1-1 0,0 1 0,0 0 0,0 0-1,0-1 1,0 2 0,0 0-331,0 0-1,0-1 1,0 1-1,0 0 1,0-1-1,1 1 1,-1 0-1,1-1 1,-1 1-1,1-1 0,0 1 1,-1 0-1,1-1 1,0 0-1,0 1 1,2 1-1,10 7-1848,-8-7-377,-1-3-257,12-3 1721,11-10-288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21.26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0 277 1313,'9'-12'1045,"0"0"1,-1-1 0,-1 0 0,0-1 0,0 1-1,-2-1 1,0 0 0,0 0 0,-1-1 0,-1 0 0,-1 1-1,0-1 1,0-22 0,-2-9 4357,0 30-2672,0 21-892,1-4-1704,-1 0 0,1 0 1,0 0-1,-1 0 0,1 0 1,0-1-1,0 1 1,0 0-1,-1-1 0,1 1 1,0 0-1,0-1 0,0 1 1,0-1-1,0 1 1,0-1-1,2 1 0,1 0 321,-2 1-253,1 0 1,-1 0 0,1 1 0,-1-1 0,0 1 0,0-1-1,0 1 1,0 0 0,0-1 0,0 1 0,-1 0 0,1 0-1,-1 0 1,0 0 0,1 5 0,13 26 379,-8-24-551,1-1 1,0 0-1,14 13 0,-15-16-35,0 1-1,0-1 1,-1 1-1,0 1 0,-1-1 1,6 10-1,3 6 4,32 40 0,-28-41 0,26 44 0,-24-30 0,0-2 0,29 70 0,-48-101-149,1 0-1,-1 0 1,0 0 0,0 0-1,-1 0 1,1 0-1,-1 0 1,1 1 0,-1-1-1,0 0 1,0 0 0,0 0-1,-1 0 1,1 0 0,-1 1-1,0-1 1,1 0-1,-1 0 1,-1 0 0,1-1-1,0 1 1,-4 5 0,1-5-369,1 0 0,0 0 0,-1-1 1,1 1-1,-1-1 0,0 0 0,0 0 1,0-1-1,0 1 0,0-1 0,0 1 0,-1-1 1,1-1-1,-8 2 0,-3-1-1416,-1-1-1,1 0 1,-1-1-1,-28-6 1,-15-10-1681,17 6-261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21.4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2 349 5090,'0'-4'906,"-1"0"-1,1 0 1,0-1-1,0 1 1,0 0-1,0 0 1,1 0-1,0 0 1,0 0-1,0 0 1,0 0-1,1 0 1,-1 0-1,1 0 1,0 1-1,0-1 1,1 1-1,-1-1 0,4-3 1,-5 5-561,0 0-1,0 0 1,-1 0 0,1-1 0,0 1-1,-1 0 1,0 0 0,1-1 0,-1 1-1,0 0 1,-1-5 0,4-14 1403,-1 16-1592,1 1-1,-1-1 0,1 0 0,1 1 0,-1-1 0,1 1 1,-1 0-1,1 0 0,0 1 0,0-1 0,1 1 0,-1 0 1,1 0-1,0 0 0,0 1 0,0 0 0,0 0 1,0 0-1,6-1 0,42-21 423,15-5-578,-58 23 0,-6 3 0,0 0 0,0 1 0,0-1 0,1 1 0,-1 0 0,1 0 0,-1 0 0,1 1 0,0 0 0,9-2 0,-2 1-753,1-1 0,0 0 0,19-8 0,26-7-3980,29 3-7216,-56 6 5855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21.97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619 507 1889,'-50'-1'2523,"0"-3"0,-81-15 0,52 11-957,33 5-446,-13-1 4504,-66 5-1,51 0 239,74-1-5843,0 0-1,0 0 1,0 0-1,-1 0 1,1 0-1,0 0 1,0 0-1,0 0 0,-1 0 1,1 0-1,0 1 1,0-1-1,0 0 1,0 0-1,-1 0 1,1 0-1,0 0 0,0 0 1,0 1-1,0-1 1,0 0-1,0 0 1,-1 0-1,1 0 1,0 0-1,0 1 0,0-1 1,0 0-1,0 0 1,0 0-1,0 1 1,0-1-1,0 0 1,0 0-1,0 0 0,0 1 1,0-1-1,0 0 1,0 0-1,0 0 1,0 0-1,0 1 1,0-1-1,0 0 0,0 0 1,0 0-1,1 1 1,-1-1-1,0 0 1,0 0-1,0 0 1,0 0-1,0 0 1,0 1-1,1-1 0,-1 0 1,0 0-1,0 0 1,0 0-1,0 0 1,0 0-1,1 0 1,-1 0-1,0 1 0,0-1 1,0 0-1,1 0 1,-1 0-1,0 0 1,19 2 351,-1 0 0,1-1 1,-1-1-1,1-1 1,24-3-1,420-56-370,660-73 0,-471 66 0,-129 9 0,52 4 0,-269 31 0,-192 17 0,17-5 0,79-3 0,-205 14 7,-4 1-38,0-1 0,-1 0 1,1 0-1,0 1 0,0-1 1,-1 0-1,1 0 1,0 0-1,0 0 0,-1 0 1,1 0-1,0 0 0,0-1 1,-1 1-1,1 0 0,0 0 1,0 0-1,-1-1 0,1 1 1,0 0-1,-1-1 1,1 1-1,0-1 0,-1 1 1,1-1-1,-1 1 0,1-1 1,-1 1-1,1-1 0,-1 0 1,1 1-1,-1-1 1,1 0-1,-1-32-22246,0 22 17768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22.3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478 67 7155,'-5'-19'15805,"-9"3"-10642,-22-7-4177,29 19 983,0 3-1781,-1-1 0,1 1-1,0 1 1,0 0-1,-1 0 1,1 0 0,0 1-1,-13 2 1,10-1-188,6-2 0,1 0 0,-1 1 0,0-1 0,1 1 0,-1 0 0,1 0 0,-1 0 0,1 0 0,0 1 0,0-1 0,-1 1 0,1 0 0,0 0 0,0 0 0,1 0 0,-1 1 0,0-1 0,1 1 0,-1 0 0,-1 3 0,-16 24 0,16-23 0,-1-1 0,1 1 0,0 0 0,1 0 0,-4 10 0,3-5 0,2-7 0,0 0 0,0 1 0,0-1 0,1 1 0,0-1 0,0 1 0,1-1 0,-1 1 0,1 0 0,1 0 0,-1-1 0,2 8 0,1 3 0,1-1 0,0 0 0,1-1 0,1 1 0,0-1 0,1 0 0,0 0 0,1-1 0,1 0 0,0-1 0,1 1 0,18 17 0,196 162 0,-186-167 0,16 14 0,-52-37 0,1 0 0,-1 1 0,0 0 0,0-1 0,0 1 0,0 0 0,-1 0 0,1 0 0,-1 0 0,0 0 0,0 0 0,0 1 0,0-1 0,0 0 0,-1 1 0,1 5 0,-1-8 0,1 1 0,-1-1 0,0 1 0,0-1 0,0 0 0,0 1 0,0-1 0,0 1 0,0-1 0,0 1 0,0-1 0,-1 0 0,1 1 0,-1-1 0,1 0 0,-1 1 0,1-1 0,-1 0 0,0 0 0,0 1 0,1-1 0,-1 0 0,0 0 0,0 0 0,0 0 0,0 0 0,0 0 0,-1 0 0,1-1 0,0 1 0,0 0 0,-1 0 0,1-1 0,0 1 0,-1-1 0,-1 1 0,-20 10 0,-1 0 0,-1-2 0,0 0 0,0-1 0,0-2 0,-1 0 0,-49 3 0,12 0 0,-56 2 0,74-8-3056,25-3-546,0-1 0,-1-1 0,-37-9 0,35-2-1779,18 2 757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22.51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0 243 5362,'19'-42'5619,"9"31"-465,-9-15-1408,-19 10-1553,28-10-896,-9 10-481,9 5-320,0-5-256,-9 6-368,27-6-672,-17 5-785,-11 11-752,10-15-880,-9 4-497,9 11-176,19-16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22.78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11 4114,'-6'-11'30102,"3"17"-29753,-5 13-4494,6-7 6428,2 0-2267,-1 1 0,-1-1 0,0 0 0,-7 21 0,6-22-19,0 0 0,0 1-1,1-1 1,-1 20 0,3 227 3,1-240 0,1 0 0,1 0 0,6 23 0,-5-24 0,-1-1 0,0 1 0,0 21 0,-2-16 0,1-1 0,5 24 0,2 29 0,-9-67 0,1-1 0,0 1 0,0-1 0,0 1 0,0-1 0,1 0 0,1 0 0,2 7 0,-3-8 0,0 0 0,0 1 0,0-1 0,0 1 0,-1-1 0,0 1 0,0 11 0,9 31 0,-8-42 0,0 0 0,-1 1 0,1 0 0,-1-1 0,0 11 0,-1-7 0,1-19 0,-5-19 0,-3 20-28,6 7-63,0 0 0,0-1 0,0 1 0,1 0 0,-1-1 0,0 1 0,0-1 1,1 1-1,-1-1 0,1 0 0,-1 1 0,1-1 0,0 1 0,0-1 0,-1 0 0,1 1 0,0-1 1,1 0-1,-1-2 0,0-1-693,-1 1-1,0 0 1,0-1 0,0 1 0,0 0 0,-1 0 0,1 0-1,-1-1 1,-4-4 0,-9-24-7643,-1 7 1651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24.7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190 40 864,'0'0'198,"0"-1"-1,0 1 1,1-1 0,-1 1-1,0-1 1,0 1-1,0-1 1,0 1-1,0-1 1,0 0-1,0 1 1,0-1-1,-1 1 1,1-1-1,0 1 1,0-1-1,0 1 1,-1-1-1,1 1 1,0 0-1,0-1 1,-1 1 0,1-1-1,0 1 1,-1-1-1,-6-2 1324,7 3-1361,-1 0 0,1 0 0,-1 0 0,1 0 0,0 0 0,-1 0-1,1 0 1,0 0 0,-1-1 0,1 1 0,0 0 0,-1 0-1,1 0 1,0-1 0,-1 1 0,1 0 0,0 0 0,-1-1 0,1 1-1,0 0 1,0-1 0,0 1 0,-1 0 0,1-1 0,0 1 0,0 0-1,0-1 1,0 1 0,-1 0 0,1-1 0,0 1 0,0 0 0,0-1-1,0 1 1,0-1 0,0 1 0,0 0 0,0-1 0,-4-2 1878,2 2-1736,0 0 0,0 0 1,0-1-1,0 1 0,0 1 0,0-1 1,0 0-1,0 0 0,0 1 0,0-1 1,0 1-1,0 0 0,0 0 0,-1 0 1,1 0-1,0 0 0,0 0 0,0 0 1,0 1-1,0-1 0,0 1 0,0-1 0,-1 1 1,1 0-1,1 0 0,-1 0 0,0 0 1,0 0-1,0 1 0,1-1 0,-1 0 1,0 1-1,1-1 0,-1 1 0,1 0 1,0-1-1,-2 3 0,-18 24 3095,15-20-3207,-1 0-1,2 0 0,-1 1 1,1-1-1,0 1 0,1 0 1,0 0-1,1 1 0,0-1 1,-3 14-1,-1 24-186,2-1-1,1 73 1,3-75-3,0-16 0,1 0 0,6 43 0,-2-43 0,-3-16 0,1-1 0,0 1 0,1-1 0,0 0 0,0 0 0,1 0 0,1 0 0,11 20 0,-8-20 0,-1 1 0,-1 0 0,0 0 0,7 20 0,-1 0 0,-8-24 0,1 0 0,0 0 0,1 0 0,0-1 0,0 0 0,0 0 0,1 0 0,0-1 0,0 0 0,1 0 0,-1-1 0,1 1 0,1-2 0,12 6 0,31 16 0,-46-22 0,1 0 0,-1 0 0,1-1 0,0 0 0,0-1 0,1 1 0,6 0 0,9-1 0,0-1 0,0-2 0,0 0 0,-1-1 0,33-8 0,-26-4 0,-3 0 0,-5 6 0,-16 7 0,0-1 0,0 1 0,0-1 0,0 0 0,0-1 0,0 1 0,-1-1 0,1 0 0,-1 0 0,0-1 0,0 1 0,0-1 0,0 0 0,5-7 0,8-7 0,-13 15 0,0-1 0,-1 1 0,1-1 0,-1 0 0,0 1 0,0-1 0,3-6 0,22-94 0,-23 89 0,0 0 0,-2 0 0,1 0 0,-2 0 0,0-1 0,0-28 0,-1 24 0,-1 13 0,0 0 0,0 0 0,0-1 0,-1 1 0,0 0 0,-3-9 0,-4-6 0,5 16 0,1 1 0,0 0 0,0-1 0,0 0 0,1 1 0,0-1 0,-1-11 0,1 10 0,0-1 0,0 0 0,-1 1 0,0 0 0,0-1 0,0 1 0,-1 0 0,-1 0 0,1 0 0,-8-10 0,1-1 0,5 9 0,3 6 0,1-1 0,-2 0 0,1 1 0,0-1 0,-1 1 0,1 0 0,-1 0 0,-5-5 0,4 4 0,0 0 0,1 0 0,0 0 0,0 0 0,0-1 0,-3-7 0,-12-17 0,4 16-63,11 10-84,0-1 0,1 1 0,-2 0 0,1 0 0,0 0 0,0 1 0,-1-1 0,0 1-1,1 0 1,-1 0 0,0 0 0,0 0 0,0 1 0,0 0 0,-1-1 0,1 1 0,0 1 0,0-1 0,-7 1 0,6 0-3156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25.16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1319 9 7059,'-40'-1'10488,"-1"-3"-4822,12 2-3079,-49 0-1,-27 10-1125,0 4-1,-181 46 0,123-16-1460,-145 48 0,290-83 0,0 1 0,0 0 0,1 2 0,0 0 0,-20 16 0,33-23 0,0 1 0,1-1 0,-1 1 0,1-1 0,0 1 0,0 0 0,0 0 0,1 1 0,-5 8 0,7-11 0,-1 0 0,1-1 0,-1 1 0,1 0 0,0 0 0,0 0 0,0 0 0,0 0 0,0 0 0,0 0 0,1 0 0,-1 0 0,1 0 0,-1 0 0,1 0 0,-1 0 0,1 0 0,0-1 0,0 1 0,0 0 0,0-1 0,1 1 0,1 2 0,1 2 0,0-1 0,1 0 0,-1 0 0,1 0 0,0-1 0,0 0 0,1 0 0,-1 0 0,1 0 0,0-1 0,0 0 0,0 0 0,0-1 0,0 0 0,14 3 0,72 14 0,1-5 0,0-3 0,122-3 0,-129-7 0,-26 1 0,0-2 0,0-3 0,0-3 0,71-16 0,-93 13 0,-12 4 0,0-1 0,-1-1 0,0-1 0,-1-1 0,0-2 0,44-25 0,-61 32 0,0-2 0,0 1 0,0-1 0,-1 0 0,0-1 0,0 1 0,5-9 0,-8 9 0,0 0 0,-1 0 0,0 0 0,0 0 0,0 0 0,-1 0 0,0 0 0,0-1 0,0 1 0,-1-12 0,-1 14 0,1-1 0,-1 1 0,0 0 0,-1-1 0,1 1 0,-1 0 0,1 0 0,-1 0 0,0 0 0,-1 0 0,1 0 0,-1 1 0,0-1 0,0 1 0,0 0 0,0 0 0,0 0 0,-1 0 0,-6-4 0,0 1 0,0 0 0,0 0 0,-1 1 0,0 0 0,0 1 0,-21-5 0,-44-5 0,0 3 0,-99-1 0,-161 20 0,313-8 0,0 2 0,0 0 0,0 2 0,0 1 0,-26 8 0,-4 1 0,44-12 0,-1 1 0,1-1 0,-1 1 0,-15 8 0,23-10 0,0 1 0,0-1 0,0 0 0,0 1 0,1 0 0,-1-1 0,0 1 0,1 0 0,-1 0 0,1-1 0,0 1 0,0 0 0,0 1 0,0-1 0,0 0 0,0 0 0,0 0 0,1 1 0,-1-1 0,1 0 0,-1 0 0,1 1 0,0 3 0,1-4-180,-1 0 1,1 0-1,-1-1 1,1 1-1,0 0 1,0 0-1,0-1 1,0 1-1,0-1 0,0 1 1,0-1-1,0 1 1,1-1-1,-1 0 1,1 0-1,-1 1 1,1-1-1,-1 0 0,1 0 1,0-1-1,-1 1 1,1 0-1,2 0 1,49 16-7716,-43-14 6090,40 7-4787,13-9 557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25.6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122 0 11429,'-28'5'10032,"4"5"-3488,3-1-4306,17-8-2028,0 1 1,0-1-1,0 1 0,0 0 1,0 0-1,1 0 0,-1 0 1,1 0-1,0 1 0,-1 0 1,-4 5-1,8-7-210,0 0 0,0 0 0,0 0 0,1 0 0,-1 0 0,0 0 0,0 0 0,1 0 0,-1 0 0,1 0 0,-1 0 0,1 0 0,-1 0 0,1 0 0,-1-1 0,1 1 0,0 0 0,0 0 0,-1-1 0,1 1 0,0 0 0,0-1 0,1 2 0,0-1 0,0 0 0,-1 1 0,1-1 0,0 1 0,-1-1 0,0 1 0,1 0 0,-1-1 0,0 1 0,0 0 0,1 2 0,3 5 0,0 0 0,1-1 0,-1 1 0,1-1 0,1-1 0,0 1 0,0-1 0,10 7 0,-13-9 0,0-1 0,0 1 0,-1 0 0,0 0 0,1 0 0,-1 0 0,-1 0 0,1 1 0,-1 0 0,0-1 0,0 1 0,-1 0 0,1 9 0,2 11 0,-2 51 0,-2-62 0,-1 1 0,-1 0 0,-1 0 0,0-1 0,-1 1 0,-6 16 0,4-17 0,1 1 0,1 0 0,1 0 0,0 1 0,0 17 0,3-17 0,0-1 0,1 0 0,1 1 0,1-1 0,7 26 0,-8-35 0,1-1 0,0 1 0,0-1 0,1 0 0,0 0 0,0 0 0,0 0 0,1-1 0,0 1 0,0-1 0,0 0 0,0-1 0,1 0 0,0 1 0,8 3 0,102 52 0,-59-32 0,60 40 0,-80-45 0,-24-16 0,-1 0 0,0 1 0,0 1 0,10 10 0,-18-16 0,-1 1 0,0-1 0,0 1 0,-1 0 0,1 0 0,-1 0 0,0 0 0,0 1 0,0-1 0,0 1 0,-1-1 0,0 1 0,0-1 0,0 1 0,-1 0 0,1 7 0,-1-9 0,-1 0 0,0 0 0,1 0 0,-1-1 0,0 1 0,0 0 0,0-1 0,-1 1 0,1-1 0,-1 1 0,1-1 0,-1 0 0,0 1 0,0-1 0,0 0 0,0 0 0,0-1 0,-1 1 0,1 0 0,0-1 0,-4 3 0,-64 27 0,55-25 0,-18 6-240,-1-1 0,-1-2 0,0-1 0,0-2-1,0-1 1,-63-1 0,98-4 53,0 0 0,-1 0 0,1 0 0,0 0 0,-1-1 0,1 1 0,0 0 0,0 0 0,-1 0 0,1-1 0,0 1 0,-1 0 0,1 0 0,0-1 0,0 1 0,0 0 0,-1-1 0,1 1 0,0 0 0,0-1 0,0 1 0,0 0 0,0-1 1,0 1-1,-1 0 0,1-1 0,0 1 0,0 0 0,0-1 0,0 1 0,0-1 0,0 1 0,0 0 0,1-1 0,-1 1 0,0 0 0,0-1 0,0 1 0,1-1 0,3-13-3019,55-43-9645,-32 35 10984,5-5-807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25.84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88 1553,'26'-30'3335,"-21"25"-2076,1 0 0,0 0 0,0 1-1,0 0 1,0 0 0,8-3 0,5-4 1365,-17 9-2059,-1 1 0,1 0 0,0-1 0,0 1 0,0 0 0,-1 0 0,1 1 0,0-1 0,0 0 0,0 1 0,1-1 1,-1 1-1,0-1 0,0 1 0,0 0 0,2 0 0,13 9 1072,-11-1-848,0 0 0,0 1 0,0-1 0,-1 1-1,4 11 1,0-3-322,16 53-467,-19-55 0,0 1 0,6 27 0,10 29 0,-12-45 0,-1 0 0,-1 1 0,-2 0 0,-1 1 0,-1 0 0,-1-1 0,-2 54 0,-1-78 0,-1 0 1,1-1-1,-1 1 1,0 0-1,0 0 1,0 0-1,-1-1 1,1 1-1,-1 0 1,0-1-1,0 1 1,0-1-1,0 0 1,-6 6-1,-8 16-55,13-21-156,1-1 1,-1 1-1,1 0 0,-1-1 1,0 0-1,0 0 1,0 0-1,-1 0 0,1 0 1,-1-1-1,-4 3 0,1-1-1228,-1 0 0,0 0 0,0-1 0,0 0 0,-9 1 0,-15 1-4977,27-5 5518,-1 0 0,0-1-1,0 0 1,1 0-1,-1 0 1,0 0 0,1-1-1,-1 0 1,-7-3-1,-15-10-5226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25.95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1 506 4514,'8'-15'2872,"0"-1"1,0 0-1,-2-1 0,7-23 0,-10 26-2033,1 0 0,0 0 0,1 0 0,1 0 0,0 1 0,0 0 0,2 0 0,-1 0 0,2 1 0,-1 1 0,2-1 0,0 1 0,19-17 0,-11 14-124,0 0 1,31-17-1,-8 7-715,-22 12 0,-1 1 0,1 1 0,0 1 0,25-8 0,24-5-1928,-45 13 9,1 2 0,-1 1 0,36-5 0,-40 8 76,3 0-1019,1 1-1,0 1 1,30 2 0,-6 8-1150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26.2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 0 11781,'-1'3'1195,"1"0"-1,0 0 0,-1 0 1,1 0-1,-1-1 0,0 1 1,0 0-1,0-1 0,0 1 1,-1 0-1,1-1 0,-3 4 1,2-3-763,0-1 0,0 0 0,0 0 0,0 0 0,-1 0 0,1 0 0,0 0 0,-1-1 0,1 1 0,-5 1 0,7-3-419,0 0 1,-1 0-1,1 1 0,0-1 1,0 0-1,-1 0 0,1 0 1,0 1-1,0-1 0,-1 0 1,1 0-1,0 1 0,0-1 1,-1 0-1,1 1 0,0-1 1,0 0-1,0 1 0,0-1 1,0 0-1,0 1 0,-1-1 1,1 0-1,0 1 0,0-1 1,0 0-1,0 1 0,0-1 1,0 0-1,0 1 0,0-1 1,1 0-1,-1 1 0,0-1 1,0 0-1,0 1 0,0-1 1,0 0-1,1 1 0,-1-1 1,0 0-1,0 0 0,0 1 1,1-1-1,-1 0 0,0 0 1,0 1-1,1-1 0,-1 0 1,0 0-1,1 0 0,-1 1 1,0-1-14,11 2 0,-1 0 0,0-1 0,1 0 0,-1-1 0,1 0 0,14-2 0,5 1 0,115-9 0,-51 2 0,14-3 0,70-3 0,275 4 0,-419 10 0,7 1 0,0-2 0,80-12 0,-26 10 0,-81 3 14,-22 0-1,-19 0-149,22 0-630,-6 0-1093,7 0 194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27.07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216 53 688,'0'0'99,"0"0"0,0 0 1,0-1-1,0 1 0,-1 0 0,1 0 0,0-1 0,0 1 0,0 0 0,0-1 0,0 1 0,0 0 0,0 0 0,0-1 0,0 1 0,0 0 1,0 0-1,1-1 0,-1 1 0,0 0 0,0 0 0,0-1 0,0 1 0,0 0 0,0 0 0,1-1 0,-1 1 0,0 0 0,0 0 0,0 0 1,1-1-1,-1 1 0,0 0 0,0 0 0,0 0 0,1-1 0,7-2 1291,-8 3-1193,1-1-1,-1 1 0,1 0 0,0-1 1,-1 1-1,1-1 0,-1 1 0,1-1 0,-1 1 1,1-1-1,-1 1 0,1-1 0,-1 0 1,0 1-1,1-1 0,-1 1 0,0-1 0,1 0 1,-1 1-1,0-1 0,0 0 0,0 0 1,0 1-1,1-1 0,-1 0 0,0 1 1,0-1-1,0 0 0,-1 0 0,1 1 0,0-1 1,0 0-1,0 1 0,0-1 0,-1-3 1687,1 4-1730,0-1 1,0 1-1,0-1 1,0 1 0,1-1-1,-1 1 1,0-1 0,0 1-1,0-1 1,-1 1-1,1-1 1,0 1 0,0-1-1,0 1 1,0-1-1,0 1 1,0-1 0,-1 1-1,1-1 1,0 1-1,-1-1 1,1 1 0,0-1-1,0 1 1,-1-1-1,-7-2 230,8 3-18,-1 1-1,1-1 1,-4 3 2918,3-3-2918,1 1-1,0-1 1,0 1 0,-1-1 0,1 1 0,0-1-1,0 1 1,-1-1 0,1 1 0,0-1-1,0 1 1,0-1 0,0 1 0,0-1-1,0 1 1,0-1 0,0 2 0,0 0 1227,0 10-298,0-10-1288,-1 0 0,1 0 0,0 0 0,-1 0-1,0 0 1,0 0 0,1 0 0,-1 0 0,0 0 0,-1 0-1,1 0 1,0 0 0,-3 2 0,3-3-7,-1 0 1,1 1-1,0-1 1,0 1-1,0-1 1,0 0-1,0 1 1,0 0-1,1-1 1,-1 1-1,0-1 1,1 1-1,-1 0 1,1 0-1,0-1 1,-1 1-1,1 0 1,0 0-1,0-1 1,0 1-1,0 0 1,1 0-1,-1-1 1,0 1-1,1 0 0,-1-1 1,1 1-1,1 2 1,18 37 0,27 39 0,-37-65 0,1 0 0,0 0 0,1-1 0,1-1 0,27 22 0,-11-13 0,82 65 0,55 44 0,-158-124 0,0 1 0,0 0 0,-1 0 0,0 0 0,0 1 0,-1 0 0,6 11 0,-2-3 0,-9-16 0,0 0 0,0 1 0,0-1 0,-1 1 0,1-1 0,-1 1 0,1-1 0,-1 1 0,0 0 0,1-1 0,-1 1 0,0-1 0,0 1 0,0 0 0,0-1 0,-1 1 0,1-1 0,0 1 0,-1 0 0,1-1 0,-1 1 0,1-1 0,-1 1 0,0-1 0,1 1 0,-1-1 0,0 0 0,0 1 0,0-1 0,0 0 0,-1 0 0,1 0 0,0 0 0,0 0 0,-1 0 0,-1 1 0,-2 2 0,0-1 0,0 0 0,-1 0 0,1 0 0,-1-1 0,1 0 0,-1 0 0,-11 2 0,-33-1 0,0-1 0,1-3 0,-80-10 0,86 6-71,1-2-1,0-1 1,-44-15 0,37 11-2678,-4 0-3899,50 11 5915,0 0-1,1 0 0,-1-1 1,0 1-1,0-1 0,1 0 1,-1 0-1,1 0 0,-1 0 1,1 0-1,0 0 0,0-1 1,-3-4-1,-3-8-3927,-16 4 718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27.2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0 253 5426,'2'-25'10999,"12"-2"-4192,-14 26-6567,1 0-1,0 0 1,-1 0 0,1 0-1,-1 0 1,1 0 0,-1 0-1,0 0 1,0-1 0,1 1 0,-1 0-1,0 0 1,0-1 0,0 1-1,0-2 1,2-13 1090,2 12-775,2-7 389,1 1 1,0 1-1,13-14 1,2 9-939,1 1 0,1 0 0,-1 2 1,2 1-1,27-8 0,21-1-4120,-33 14-1861,0 2 0,48 1 0,-68 2 1074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27.4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188 1 3970,'0'1'300,"0"0"1,0 0-1,0 0 1,1 1 0,-1-1-1,0 0 1,0 0-1,1 0 1,-1 0-1,1 0 1,-1 0-1,1 0 1,-1 0 0,1 0-1,0 0 1,-1 0-1,1 0 1,1 0-1,-1 0-36,0 0-1,0 0 1,0 0-1,-1 0 1,1 0-1,0 0 1,-1 0-1,1 1 1,0-1-1,-1 0 1,0 0-1,1 0 1,-1 1-1,0-1 1,1 0-1,-1 0 1,0 1-1,0 1 1,0 26 4049,-2-1 0,-10 56 0,7-65-3514,0 1 1,-1-1-1,-1 0 1,-1-1-1,-14 24 1,-5-3-519,18-26-260,-1 1 0,-13 28 0,17-20-21,5-18 0,1-1 0,-1 1 0,0-1 0,0 1 0,0-1 0,-1 0 0,1 0 0,-1 1 0,0-1 0,0 0 0,-3 4 0,1-4 0,0 1 0,0 1 0,0-1 0,1 0 0,-1 1 0,1 0 0,0 0 0,1 0 0,-1 0 0,1 0 0,0 1 0,0-1 0,1 1 0,-1-1 0,1 1 0,0 0 0,1-1 0,0 9 0,-1-11 0,1 0 0,0 0 0,0 0 0,0 0 0,1 1 0,-1-1 0,1 0 0,-1-1 0,1 1 0,0 0 0,0 0 0,0 0 0,1 0 0,2 4 0,-1-5 0,0 1 0,1-1 0,-1 0 0,1 0 0,-1 0 0,1-1 0,-1 1 0,1-1 0,6 1 0,5 3 0,1 0 13,0-2-1,1 0 1,-1 0 0,1-2 0,0 0-1,21-2 1,103-14-288,-114 11 96,23-11-3436,17-20-7840,-44 22 7951,8-1-2448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28.8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6423 149 5955,'-5'-33'12623,"-8"8"-8018,7 20-4302,1 0-1,0 0 1,-1 1 0,0-1 0,0 1-1,-9-5 1,-1 1-62,11 4-88,-1 0 0,0 1 0,0 0 0,0 0 0,0 1 1,0-1-1,-1 1 0,1 1 0,-1-1 0,1 1 0,-11 0 1,11 1 75,-1-1 0,1 1 0,0-1 0,1 0 1,-1 0-1,-6-3 0,6 2 14,-1 0 0,1 1 0,0 0 0,0 0 0,-1 0 0,-6 1 0,-356 0 1806,171 16-2017,-5-3-32,-2 0 0,-102 6 0,3-1 0,37 1 0,100-5 0,-811-3 0,604-13 0,-249 2 0,314 16 0,-66-5 0,206 3 0,28-2 0,104-11 0,-64 11 0,66-6 0,-59 1 0,64-5 0,1 0 0,-33 8 0,-5 1 0,-127 24 0,142-24 0,-121 52 0,166-61 0,-24 11 0,4-4 0,1 2 0,0 0 0,0 2 0,2 1 0,-29 20 0,36-8 0,6-8 0,6-12 0,1 0 0,-1 0 0,1 1 0,1 0 0,-1-1 0,1 1 0,0 1 0,0-1 0,1 0 0,0 1 0,-1 8 0,0 10 0,2-1 0,1 28 0,0-22 0,2-5 0,1 0 0,1 0 0,1 0 0,16 45 0,6 34 0,-20-77 0,1 0 0,2-1 0,24 51 0,-16-38 0,2 26 0,-18-55 0,0 0 0,2 0 0,-1 0 0,1 0 0,9 17 0,83 159 0,-91-177 0,-1-1 0,0 1 0,5 18 0,-6-17 0,1 0 0,0-1 0,10 19 0,8 3 0,29 34 0,-1-2 0,-45-59 0,0-1 0,1 1 0,-1-1 0,1 0 0,0 0 0,0-1 0,0 0 0,11 4 0,13 8 0,-23-11 0,0 0 0,0-1 0,1 0 0,-1 0 0,1-1 0,0 0 0,-1 0 0,1-1 0,14 1 0,33 7 0,-16-2 0,302-7 0,-196-16 0,277-8 0,-199 13 0,-64 9 0,31-1 0,475-12 0,-426 17 0,333-2 0,-305-16 0,516-34 0,-644 39 0,-59 6 0,100-19 0,-56 6 0,-89 15 0,-1-1 0,40-12 0,-9 4 0,11-3 0,-43 6 0,49-8 0,-2 2 0,73-18 0,-90 21 0,-1-2 0,88-33 0,-121 37 0,53-10 0,15-4 0,-64 12 0,-1-2 0,48-27 0,-77 39 0,-1 1 0,0-1 0,0 0 0,1 1 0,-1-1 0,0 0 0,-1 0 0,1-1 0,0 1 0,-1 0 0,1-1 0,-1 1 0,1-1 0,-1 1 0,0-1 0,0 1 0,0-4 0,18-34 0,-13 30 0,0 0 0,-1 0 0,0-1 0,-1 0 0,0 1 0,-1-2 0,0 1 0,-1 0 0,2-21 0,-4 26 0,1 0 0,0 1 0,-1-1 0,2 1 0,-1-1 0,1 1 0,0-1 0,4-7 0,-4 8 0,0 0 0,0 0 0,0 0 0,-1 0 0,1 0 0,-1 0 0,-1 0 0,1-9 0,-1-213 0,0 220 0,-1 0 0,0 1 0,0-1 0,0 0 0,-1 0 0,0 0 0,-4-7 0,3 8 0,1 0 0,0-1 0,0 1 0,1-1 0,-1 1 0,1-1 0,0-7 0,-8-72 0,5 63 0,-1-44 0,4 62 0,1 1 0,-1-1 0,1 1 0,-1-1 0,0 1 0,-1 0 0,1 0 0,-1 0 0,-3-6 0,3 5 0,0 0 0,0 1 0,0-1 0,0 0 0,1 0 0,0 0 0,0 0 0,0 0 0,0-9 0,1-292 0,-8 271 0,6 30 0,0 0 0,0-1 0,1 1 0,0 0 0,0 0 0,0-10 0,1-36-40,-24 49-3324,1 2-15322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0:41.2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2000 148 2529,'1'-12'5588,"-1"11"-5474,0 0 0,0 0 0,0 0-1,0 0 1,0 0 0,0-1 0,0 1 0,0 0 0,0 0 0,0 0-1,-1 0 1,1-1 0,-1 1 0,1 0 0,0 0 0,-1 0 0,0 0-1,1 0 1,-2-1 0,-67-29 3221,68 31-3282,0-1-1,0 1 1,0-1-1,0 0 1,0 1 0,0-1-1,0 0 1,1 1 0,-1-1-1,0 0 1,0 0-1,1 0 1,-1 1 0,0-1-1,1 0 1,-1 0-1,0-2 1,-9-8 1009,-8 3-164,-1 2-1,0 0 1,-37-5 0,6 2 359,17 3-392,0 1 0,-44 0 0,-279 23 4743,304-15-4893,39-2-536,1-1 1,-1 2-1,0-1 1,1 2-1,-1 0 1,1 0-1,-17 7 1,-210 83 1647,185-70-1827,0 2 0,2 2 0,0 3 0,-86 66 0,-73 101 0,178-161 0,1 2 0,2 0 0,-46 80 0,62-90 0,2 0 0,-17 60 0,7-17 0,16-52 0,2-1 0,0 1 0,0 0 0,2 1 0,1-1 0,0 0 0,2 21 0,0 2 0,0-15 0,1 1 0,1-1 0,2 0 0,12 44 0,-11-52 0,1-1 0,0 0 0,1 0 0,1-1 0,0 0 0,2 0 0,18 22 0,1-4 0,1-1 0,2-2 0,2-1 0,0-2 0,2-1 0,1-2 0,1-2 0,69 32 0,-50-33 0,1-1 0,83 17 0,-67-23 0,-25-4 0,88 8 0,-24-17 0,1-5 0,-1-5 0,0-5 0,144-34 0,-166 26 0,-1-5 0,-1-3 0,-1-4 0,144-75 0,-220 100 0,177-110 0,-170 102 0,-1-1 0,0 0 0,-1-1 0,-1-1 0,-1-1 0,26-37 0,25-50 0,-60 93 0,-1-1 0,0 0 0,-1 0 0,0 0 0,-1-1 0,0 1 0,1-26 0,0 15 0,-3 9 0,0 0 0,-1 0 0,-1 0 0,0 0 0,-1 0 0,-1 0 0,-7-30 0,0 15 0,-2 1 0,-26-55 0,20 58 0,0 1 0,-2 1 0,0 0 0,-2 2 0,-30-27 0,27 26 0,-6-7 0,-2 2 0,-70-49 0,61 51 0,-17-12 0,-108-53 0,83 49 0,59 29 0,0 0 0,-34-11 0,34 16 0,-66-23 0,-154-34 0,195 57 0,-6-2 0,-1 2 0,-72-3 0,49 7 0,57 2 0,-1 1 0,1 2 0,-25 1 0,-328 49 0,317-41 0,45-8 0,1 1 0,0 0 0,0 1 0,0 0 0,-15 6 0,-13 11 0,25-12 0,0 0 0,0-2 0,0 0 0,-25 6 0,30-9 0,1 0 0,-1 0 0,1 1 0,0 0 0,0 1 0,1 0 0,-1 0 0,1 1 0,0 0 0,1 0 0,-12 13 0,17-17 0,1-1 0,1-1 0,-1 0 0,1 0 0,-1 0 0,1 1 0,0-1 0,-1 0 0,1 0 0,0 1 0,-1-1 0,1 0 0,0 1 0,0-1 0,-1 1 0,1-1 0,0 0 0,0 1 0,-1-1 0,1 1 0,0-1 0,0 0 0,0 1 0,0-1 0,0 1 0,0-1 0,0 1 0,0-1 0,0 0 0,0 1 0,0-1 0,0 1 0,0-1 0,0 1 0,0-1 0,0 1 0,0-1 0,1 0 0,-1 1 0,0-1 0,0 1 0,1-1 0,-1 0 0,0 1 0,1-1 0,-2 2 0,-1-1-178,1 0-7,0-1 0,0 1 0,0 0 0,0-1 0,0 1 0,0-1 0,0 1 0,0-1 0,0 0 0,0 1 0,-1-1 0,1 0 0,0 0 0,0 0 0,0 0 0,-1 0 0,-1 0 0,-6-1-1283,-13-4-9003,10 2 6085,-15 1-1537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03.4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49 887 672,'0'0'1484,"0"0"-1362,0 1 1,0-1-1,0 0 1,1 1-1,-1-1 1,0 0 0,0 1-1,0-1 1,0 0-1,0 1 1,0-1-1,0 0 1,0 1 0,0-1-1,0 0 1,0 1-1,0-1 1,-1 0-1,1 1 1,0-1 0,0 0-1,0 1 1,0-1-1,0 0 1,-1 0-1,1 1 1,0-1-1,0 0 1,-1 1 0,1-1-1,0 0 1,0 0-1,-1 1 1,-1-1 262,-9 3 1,8 10 5801,-25-13 6261,28-6-11356,0 5-1083,0 1 0,0 0 0,0 0-1,0-1 1,-1 1 0,1 0-1,0-1 1,0 1 0,0 0 0,0-1-1,0 1 1,0 0 0,0-1-1,0 1 1,0 0 0,0-1-1,0 1 1,0 0 0,0-1 0,0 1-1,0 0 1,0 0 0,1-1-1,-1 1 1,0 0 0,0-1-1,0 1 1,0 0 0,1 0 0,-1-1-1,0 1 1,0 0 0,0 0-1,1-1 1,-1 1 0,0 0 0,1 0-1,-1 0 1,0 0 0,0-1-1,1 1 1,-1 0 0,1 0-1,43-36 201,14-4-60,-42 27 53,1 2 0,31-17 0,508-175 4397,-396 167-4599,-14 4 0,141-26 0,-77 19 0,-183 33 0,12-3 0,1 1 0,43-2 0,-69 9 0,34-1 0,59-12 0,67-2 0,-61 8 0,-30 2 0,23-4 0,-65 5 0,-1 3 0,72 4 0,-22 0 0,-89-2-19,0 1 1,0-1-1,-1 0 1,1 0-1,0 0 1,0 0-1,0 0 1,0 0-1,0 0 1,-1 0-1,1 0 1,0 0-1,0 0 1,0 0-1,0-1 1,0 1-1,-1 0 1,1-1-1,0 1 1,0 0-1,-1-1 1,1 1-1,0-1 1,-1 1-1,1-1 1,0 0-1,-1 1 1,1-1-1,-1 0 1,1 1-1,-1-1 1,1 0-1,-1 0 1,1 1-1,-1-1 1,0 0-1,1 0 1,-1 0-1,0 1 1,0-1-1,0 0 1,0 0-1,0 0 1,0 0-1,0 0 0,0 0 1,0 1-1,0-3 1,-2 2-216,1 0 0,0 0 0,-1 0 0,1 0 0,-1 0 1,0 0-1,1 0 0,-1 1 0,0-1 0,1 1 0,-1-1 0,0 1 0,0-1 1,-2 1-1,-43-19-4062,43 18 4151,0-1-1,1 1 0,-1-1 1,0 1-1,1-1 0,-1 0 1,-5-4-1,-25-11-500,28 16 568,0 0 0,0 0 1,0-1-1,0 0 0,1 0 1,-1-1-1,0 0 0,1 0 1,0 0-1,0 0 0,0-1 1,0 0-1,0 0 0,1 0 1,-1-1-1,-5-8 0,-17-11-28,24 22 164,0 0-1,0 0 0,0 0 0,0-1 0,0 0 0,0 1 1,0-1-1,1 0 0,0 0 0,-1 0 0,1 0 0,0-1 1,0 1-1,1-1 0,-1 1 0,1-1 0,-2-5 0,3 7-8,0 1-1,0-1 0,0 1 0,0 0 0,0-1 0,0 1 1,-1 0-1,1-1 0,0 1 0,-1 0 0,1 0 1,-1-1-1,0 1 0,1 0 0,-1 0 0,0 0 1,0 0-1,0 0 0,0 0 0,0 0 0,0 0 1,0 0-1,0 0 0,0 0 0,0 0 0,0 1 1,-1-1-1,1 1 0,0-1 0,-2 0 0,2-1 175,0 1 0,0-1-1,1 0 1,-1 0 0,1 0-1,-1 0 1,1 0 0,-1 0-1,1 0 1,0 1-1,0-1 1,0 0 0,0 0-1,1 0 1,-1 0 0,0 0-1,1 0 1,-1 0 0,1 0-1,0 0 1,1-2 0,4 4-186,56 0 2208,109 13 0,-111-3-2245,-9-2 0,54 15 0,98 44 0,-181-60 0,-19-6 0,1 0 0,-1-1 0,0 2 0,0-1 0,1 0 0,-1 1 0,0-1 0,0 1 0,-1 0 0,1 0 0,0 0 0,0 0 0,-1 1 0,0-1 0,1 1 0,3 5 0,-6-7 0,1 0 0,-1 0 0,1 0 0,-1 0 0,1 0 0,-1 0 0,0 1 0,0-1 0,0 0 0,1 0 0,-1 0 0,0 0 0,0 1 0,0-1 0,-1 0 0,1 0 0,0 0 0,0 0 0,-1 1 0,1-1 0,-1 0 0,1 0 0,-1 0 0,1 0 0,-1 0 0,0 0 0,1 0 0,-1 0 0,-1 1 0,-26 24 0,22-21 0,-10 7 0,1-1 0,-1-1 0,-1 0 0,0-1 0,0-1 0,-27 9 0,-58 29 0,52-23 0,35-16 0,0-1 0,0 2 0,0 0 0,-19 15 0,29-19 0,0 0 0,0-1 0,0 1 0,-1-1 0,1 0 0,-1-1 0,-8 4 0,9-5 0,0 1 0,0 0 0,0 1 0,1-1 0,-1 1 0,1 0 0,-6 4 0,-22 14 0,29-19 0,-1 0 0,1 0 0,0 0 0,0 0 0,0 0 0,0 1 0,0-1 0,-4 5 0,-2 4 0,-1-1 0,0-1 0,-13 10 0,2-1 0,20-17-67,0 0 0,1 0 0,-1 0 0,1 1 1,-1-1-1,1 0 0,-1 0 0,1 1 0,-1-1 0,1 0 0,0 0 0,0 1 0,0-1 1,0 0-1,0 1 0,0-1 0,0 0 0,0 1 0,1-1 0,-1 0 0,0 0 0,1 1 1,-1-1-1,1 0 0,-1 0 0,1 0 0,1 2 0,11-1-3452,1 0-1,-1-1 1,1-1 0,-1 0 0,1 0-1,20-5 1,-13-4-2628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06.1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617 228 5346,'1'-12'5443,"0"10"-4508,-1-1 1,0 0 0,1 1 0,-1-1-1,0 0 1,0 0 0,-1 1 0,1-1-1,-1 0 1,1 0 0,-1 1 0,0-1-1,0 1 1,-1-4 0,-21-32 2387,19 29-2663,-1 0 0,0 0 0,0 1-1,-1 0 1,0 0 0,-9-9 0,-8-8-660,22 23 0,0-1 0,-1 1 0,1 1 0,-1-1 0,0 0 0,1 0 0,-1 0 0,0 1 0,0-1 0,0 1 0,0 0 0,0-1 0,-5-1 0,-3 0 0,0 0 0,-1 0 0,1 1 0,-1 0 0,0 1 0,1 0 0,-1 1 0,0 0 0,1 1 0,-1 0 0,0 0 0,1 1 0,-1 1 0,1 0 0,-12 5 0,2 1 0,0 2 0,0 0 0,1 2 0,1 0 0,0 0 0,-20 21 0,22-15 0,0 0 0,0 1 0,2 0 0,-15 29 0,10-17 0,10-14 0,2 1 0,0-1 0,1 1 0,1 1 0,1-1 0,-3 35 0,5-34 0,1-10 0,0 1 0,1-1 0,1 1 0,0-1 0,0 1 0,1-1 0,5 18 0,31 69 0,-22-59 0,-7-19 0,1-1 0,1-1 0,1 1 0,1-2 0,0 0 0,1 0 0,31 26 0,-5-3 0,-18-19-264,1 0 0,0-1 0,2-1 1,0-2-1,1 0 0,0-2 0,2-1 0,-1-1 0,57 16 0,-57-21-1420,0-2-1,0-2 0,0 0 0,0-1 0,0-2 0,1-1 1,37-6-1,-31 2-322,0-2 0,-1-2 1,0-1-1,0-1 1,44-23-1,-73 32 1822,23-12-1315,43-29 0,-23 7 91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06.7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1 374 992,'7'-7'637,"0"-1"0,0 0 0,-1 0 0,0 0 0,7-12 0,0-6 5080,18-53-1,-30 77-5346,0-1 0,-1 0-1,0 0 1,1 0-1,-1 1 1,0-1 0,0 0-1,0 0 1,-1 0-1,1 1 1,-1-1-1,0 0 1,0 0 0,1 1-1,-2-1 1,0-2-1,0 0 726,0 1-1,1-1 0,-1 1 0,1-1 0,0 0 0,0 0 1,1-5-1,0 9-1075,0 1 1,0-1 0,0 1-1,0-1 1,-1 1 0,1-1 0,0 1-1,0-1 1,0 1 0,0-1-1,-1 1 1,1-1 0,0 1-1,0-1 1,-1 1 0,1-1 0,0 1-1,-1-1 1,1 1 0,-1 0-1,1-1 1,0 1 0,-1 0-1,1-1 1,-1 1 0,1 0 0,-1 0-1,1-1 1,-1 1 0,1 0-1,-1 0 1,1 0 0,-1 0-1,0 0 1,1 0 0,-1 0 0,1 0-1,-1 0 1,1 0 0,-1 0-1,1 0 1,-1 0 0,1 0-1,-1 0 1,1 0 0,-1 1-1,1-1 1,-1 0 0,1 0 0,-1 1-1,1-1 1,-1 0 0,1 1-1,-1-1 1,1 0 0,0 1-1,-1-1 1,1 1 0,-1 0 0,-1 0-5,1 0 1,-1 1 0,0-1 0,0 1 0,1-1 0,-1 1 0,1 0-1,0-1 1,0 1 0,-1 0 0,1 0 0,0 0 0,0 0 0,1 0 0,-1 0-1,0 1 1,1-1 0,-1 4 0,1-4-16,-1 1 0,1 0 0,0-1 0,-1 1 0,0-1 0,1 1 0,-1-1 0,0 0 0,0 1 0,0-1 0,-1 0 0,1 1 0,-3 1 0,3-1 0,-1-1 0,0 1 0,1-1 0,0 1 0,-1-1 0,1 1 0,0 0 0,0 0 0,0 0 0,1 0 0,-1 0 0,1 0 0,0 4 0,0 167 0,1-166 0,0 0 0,0 0 0,1 0 0,1 0 0,0 0 0,0 0 0,0-1 0,6 10 0,8 22 0,-13-27 0,1-1 0,0 0 0,1 0 0,0-1 0,0 0 0,1 0 0,0 0 0,15 14 0,-16-19 0,0 0 0,0 0 0,0-1 0,1 1 0,-1-2 0,1 1 0,0-1 0,0 0 0,0 0 0,1-1 0,-1 0 0,1 0 0,-1-1 0,1 1 0,14-1 0,-5-1 0,-13 1 0,0-1 0,0 1 0,0-1 0,0 0 0,0 0 0,0 0 0,1-1 0,-1 1 0,0-1 0,0 0 0,0 0 0,0-1 0,0 1 0,-1-1 0,1 0 0,0 0 0,-1 0 0,1 0 0,-1-1 0,6-5 0,30-21 0,-35 23 0,-1 0 0,0-1 0,0 1 0,-1-1 0,0 0 0,0 0 0,0 0 0,-1 0 0,1-8 0,-1-69 0,-2 47 0,1 32 0,-1-1 0,1 1 0,-1 0 0,0-1 0,0 1 0,-1 0 0,0 0 0,0 0 0,0 0 0,0 0 0,-1 0 0,-4-6 0,-11-25 0,13 14 0,4 19 0,1 0 0,-1 0 0,1 0 0,-1 0 0,0 1 0,0-1 0,0 0 0,0 0 0,-1 1 0,1-1 0,-1 0 0,0 1 0,0-1 0,0 1 0,0 0 0,-3-3 0,-21-19 0,0 0 0,2-2 0,1 0 0,-37-59 0,41 72 0,19 13 0,0 0 0,-1 0 0,1 0 0,-1 0 0,1 0 0,0 0 0,-1 0 0,1 0 0,-1 0 0,1 0 0,0 0 0,-1 0 0,1 0 0,0-1 0,-1 1 0,1 0 0,0 0 0,-1 0 0,1-1 0,0 1 0,-1 0 0,1 0 0,0-1 0,0 1 0,-1 0 0,1 0 0,0-1 0,0 1 0,-1 0 0,1-1 0,0 1 0,0 0 0,0-1 0,0 1 0,0-1 0,0 1 0,-1 0 0,1-1 0,0 1 0,0-1 0,0 1 0,0 0 0,0-1 0,1 1 0,-1 0 0,0-1 0,0 1 0,0-1 0,0 1 0,0 0 0,0-1 0,1 1 0,-1 0 0,0-1 0,0 1 0,0 0 0,1-1 0,0 0 0,0 0 0,1 0 0,-1 0 0,1 0 0,-1 0 0,1 1 0,-1-1 0,1 0 0,-1 1 0,1-1 0,-1 1 0,1-1 0,0 1 0,-1 0 0,1 0 0,0 0 0,-1 0 0,1 0 0,0 0 0,-1 0 0,1 1 0,0-1 0,-1 0 0,1 1 0,2 1 0,43 27 0,-17-9 0,-16-11 0,-1 1 0,0 0 0,22 24 0,9 8 0,-25-24 0,29 35 0,-3-2 0,-24-27 0,-1 1 0,19 31 0,30 38 0,-25-27 0,-24-41 0,-17-23 0,-3-13 0,0-9 0,0 0 0,-1 13 0,1 0 0,0 0 0,0 0 0,0 1 0,1-1 0,0 0 0,3-10 0,-1 8 0,0 2 0,0 0 0,0-1 0,0 1 0,-1-1 0,0 0 0,-1 0 0,0 0 0,0 0 0,0-8 0,1-9 0,0 1 0,2-1 0,0 1 0,15-45 0,0 1 0,-14 44 0,2 0 0,0 0 0,1 1 0,12-23 0,-19 43 0,0-1 0,1 0 0,-1 1 0,0-1 0,1 0 0,0 1 0,0 0 0,-1-1 0,1 1 0,1 0 0,-1 0 0,0 0 0,0 0 0,1 1 0,-1-1 0,1 1 0,4-3 0,4-2 0,-5 5 0,5 11 0,12 14 0,-2 1 0,32 49 0,-30-37 0,21 46 0,5 10 0,23 39 0,-54-87-25,-16-38-193,1 0 0,0 0 0,0 0 0,0-1 1,1 1-1,8 11 0,16 25-6327,-12-15-2400,-13-14 3324,-3-2 749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06.9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79 298 11093,'0'-19'2812,"0"-1"1,-2 1-1,0 0 0,-1 0 1,-1 0-1,-8-25 0,3 19-2149,-1 1-1,-18-34 1,27 57-663,-1-1 0,1 0 0,1 0 0,-1 0 0,0-1 0,0 1 0,1 0 0,-1 0 0,1 0 0,0 0 0,0-1 0,0-2 0,2 3 0,-1 20 0,-1-10 0,-1 0 0,2 0 0,-1-1 0,1 1 0,0 0 0,1-1 0,0 1 0,0-1 0,0 0 0,1 0 0,0 0 0,1 0 0,4 7 0,10 27 0,-1 0 0,19 74 0,-12-31 0,-3-13 0,-12-34 0,3 0 0,23 52 0,45 92 0,-49-106 0,19 70-4149,-48-141 3371,-1 0-1,0 1 0,0-1 0,0 1 1,0-1-1,0 1 0,-1-1 0,0 1 0,0-1 1,0 1-1,-2 5 0,1 19-6665,1-5 1986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07.2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17 547 10005,'-12'-10'9184,"8"1"-3284,4 8-5669,0 0-1,0 0 1,0 0 0,0 1 0,1-1 0,-1 0 0,0 0 0,1 0-1,-1 0 1,1 1 0,-1-1 0,1 0 0,-1 0 0,1 1-1,-1-1 1,1 0 0,0 1 0,-1-1 0,1 0 0,1 0 0,2-1-46,0-1-1,0 1 1,0 0 0,0 1 0,0-1 0,0 1 0,1 0 0,-1 0 0,1 0 0,-1 0 0,7 1 0,111-16 426,-117 16-611,13 0 0,-1 0 0,1-1 0,-1-1 0,25-6 0,166-33 0,-198 39 0,32-9 0,70-27 0,-100 34 0,-1-2 0,0 1 0,-1-1 0,0-1 0,0 0 0,0-1 0,-1 0 0,0 0 0,0-1 0,14-18 0,10-12 0,-29 36 0,0 0 0,-1-1 0,1 1 0,-1-1 0,0 0 0,0 0 0,0 0 0,-1 0 0,0-1 0,1 1 0,-2-1 0,1 1 0,0-1 0,-1 0 0,0 1 0,0-1 0,0-5 0,0-13 0,0 19 0,-1 0 0,1 0 0,-1 0 0,0 0 0,0 0 0,0 0 0,0 1 0,-1-1 0,0 0 0,1 0 0,-1 0 0,-1 0 0,1 1 0,-1-1 0,1 1 0,-1-1 0,0 1 0,0 0 0,-1-1 0,1 1 0,0 0 0,-7-5 0,2 3 0,0-1 0,0 1 0,-1 1 0,0-1 0,0 1 0,0 1 0,0-1 0,0 1 0,-1 1 0,1 0 0,-1 0 0,0 1 0,0 0 0,0 0 0,-9 1 0,2 3 0,1 1 0,-1 1 0,1 0 0,0 1 0,1 1 0,0 0 0,0 1 0,0 0 0,-14 13 0,1 1 0,2 1 0,0 1 0,-23 31 0,45-51 0,0 0 0,1 1 0,-1-1 0,1 0 0,0 1 0,1-1 0,-1 1 0,1 0 0,0-1 0,0 1 0,-1 9 0,-3 16 0,1-17 0,-1 1 0,1 1 0,0-1 0,2 1 0,0 0 0,0 0 0,1 20 0,2-25 0,0 0 0,0 1 0,1-1 0,1 0 0,0-1 0,0 1 0,1 0 0,0-1 0,6 10 0,55 83 0,-42-69 0,-17-27 0,-1 0 0,1 0 0,0 0 0,0-1 0,1 0 0,0 0 0,0 0 0,0-1 0,0 0 0,14 5 0,14 5 0,41 8 0,-54-16 0,4 1-722,1-2 0,0 0 1,35 0-1,-24-4-2068,1-2 0,-1-2-1,70-14 1,-57 4-1104,0-2 0,63-27 0,17-22 80,-56 21 671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07.6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741 93 2017,'30'-31'5058,"-1"0"2185,-22 1 3141,-44 51-6124,28-18-3336,8-2-813,0 0 1,0 0 0,-1 0-1,1-1 1,0 1 0,0 0-1,0 0 1,0 1 0,0-1-1,0 0 1,1 0 0,-1 0-1,0 1 1,0-1 0,1 0-1,-1 1 1,0 1 0,-10 17 604,-11-1-533,16-14-187,0-1 0,1 1 0,0 0 0,-1 1 0,1-1 0,-5 10 0,-109 156 4,-3 6 0,94-139 0,-13 21 0,32-42-52,-1 0-1,-1-1 1,-1 0-1,0 0 1,-1-2-1,0 1 1,-2-2-1,-29 23 1,7-2-2687,32-29 1875,1-1 1,-1 1-1,0-1 0,-1 0 0,1 0 1,-1 0-1,1-1 0,-1 1 1,-8 2-1,-41 6-6745,54-12 7430,0 1 0,0-1 0,-1 0 0,1 0 1,0 1-1,0-1 0,-1 0 0,1 0 0,0-1 1,0 1-1,0 0 0,-1 0 0,1 0 0,0-1 1,0 1-1,0-1 0,-1 1 0,1-1 0,0 1 1,0-1-1,0 0 0,0 1 0,0-1 0,0 0 1,1 0-1,-1 0 0,0 0 0,0 0 0,0 0 1,1 0-1,-1 0 0,1 0 0,-1 0 0,1 0 1,-1 0-1,1-1 0,-1 1 0,1 0 0,0-2 0,0 1 4,-1 0-1,1 0 0,0 0 0,0 1 0,-1-1 1,1 0-1,-1 1 0,0-1 0,1 0 0,-1 1 1,0-1-1,0 1 0,0-1 0,0 1 0,0-1 1,-2-1-1,1 2 91,1-1 0,-1 0 0,1 0 0,0 1 0,-1-1 0,1 0 0,0 0 0,0 0 0,1 0 0,-1 0 0,0 0 0,1-1 0,-1 1 0,1 0-1,0 0 1,-1-4 0,1-126-1601,1 125 1714,-1 0 0,1 0 0,0 0 0,1 0 0,-1 0 0,1 0-1,4-8 1,4-14 264,10-78 3905,-17 67-527,2 1 808,5 18-1616,-8 17-2022,0 1 0,0 0 0,-1-1 0,0 0 0,1 1 0,-1-1 0,0 0 0,-1 1 0,1-1 0,-1 0 0,0-6-1,2-10 2352,4 27-202,2 6-2240,-7-11-749,0 0 0,0 0 0,-1-1 0,1 1 0,0 0 0,-1 0 0,0 0 0,1 0 0,-1 0 0,0 0 0,0 0 0,0 0 0,0 2 0,2 18 0,9 0 0,0 0 0,22 29 0,3 4 0,-8-4 0,-16-29 0,1 1 0,0-1 0,2-1 0,24 27 0,78 62 0,-98-90 0,29 26 0,-13-14 82,-31-28-135,0 1 0,1-1-1,-1 0 1,1 0 0,0 0-1,0 0 1,6 2 0,13 7-1621,-19-9 885,1-1 0,-1 0 0,1 0 0,0-1 0,0 1 1,0-1-1,8 1 0,6-2-876,-14-2-181,-1 1 1,1-2 0,0 1-1,0-1 1,-1 1 0,11-6-1,4-3-750,0-2-1013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07.8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215 373 8292,'-7'-55'12010,"-8"7"-5910,-7-23-1242,22 70-4826,-1-10 152,-1 1 1,0-1-1,-1 1 1,0 0-1,-1 0 0,0 0 1,-6-11-1,-34-72-184,44 93 0,-1-1 0,1 0 0,0 1 0,-1-1 0,1 0 0,0 1 0,-1-1 0,1 1 0,-1-1 0,1 1 0,-1-1 0,0 1 0,1-1 0,-1 1 0,1-1 0,-1 1 0,0 0 0,0-1 0,1 1 0,-1 0 0,0 0 0,1-1 0,-1 1 0,0 0 0,0 0 0,1 0 0,-1 0 0,0 0 0,0 0 0,-1 0 0,1 1 0,-1 0 0,1 0 0,0 0 0,0 0 0,-1 0 0,1 0 0,0 1 0,0-1 0,0 0 0,0 1 0,1-1 0,-1 0 0,-1 3 0,-17 54 0,-1 107 0,15-140 0,-1-1 0,2 0 0,0 1 0,2-1 0,0 1 0,2-1 0,4 41 0,3-27 0,-1-8 0,-1 1 0,1 44 0,-6-41 0,2 0 0,1 0 0,12 53 0,4 24 0,-14-73 0,18 64 0,-8-45 0,12 86 0,9 7-1167,-25-110 88,-7-9-3225,-4-1-3298,-1-10-611,1-9 3286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08.0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51 200 15079,'-6'-4'2013,"-30"-31"8341,35 34-10202,1 0 0,-1 0 0,0 1 0,0-1 0,1-1 0,-1 1 0,0 0 0,1 0 0,-1 0 0,1 0 0,0 0 0,-1 0 0,1-1 0,0 1 0,0 0 0,-1 0 0,1-1 0,0 1 0,0 0 1,0 0-1,1-1 0,-1 1 0,0 0 0,0 0 0,1 0 0,-1 0 0,1-1 0,-1 1 0,1 0 0,-1 0 0,1 0 0,0 0 0,-1 0 0,3-1 0,1-1-152,0 1 0,0 0 0,1 0 0,-1 0 0,1 0 0,-1 1 0,1 0 0,0 0 0,0 0 0,0 0 0,-1 1 0,1 0 0,0 0 0,9 2 0,25-3 0,255-11 0,-13 2 0,-243 6-351,160-21-7424,-34-4-4474,-89 5 6628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09.3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7332 194 9188,'-7'-32'13425,"-17"-9"-6836,5 10-4809,16 27-1717,0-1-1,0 1 1,0 0-1,0 1 1,0-1-1,-1 0 1,0 1-1,0 0 1,0 0-1,0 0 1,0 0-1,0 1 1,-1-1-1,1 1 1,-1 0-1,-8-2 1,1 1 57,-1-1 0,0 2 1,0 0-1,0 0 1,-15 1-1,-12-5-120,4-1 0,-20 2 0,1 3 0,-1 3 0,-108 15 0,113-11 0,0-3 0,-54-4 0,2 0 0,-273 15 0,43-9 0,-45 20 0,101-9 0,30-4 0,-220 15 0,-20 1 0,260-10 0,-170 20 0,131-13 0,60-7 0,-150 9 0,-2 1 0,32-3 0,-154 7 0,432-28 0,-215 16 0,73-14 0,54 6 0,-166-7 0,171-5 0,127 1 0,-1 0 0,1 1 0,0 0 0,-1 0 0,1 0 0,0 0 0,0 1 0,0-1 0,0 1 0,0 0 0,1 0 0,-1 1 0,0-1 0,1 1 0,-4 3 0,-26 17 0,32-22 0,-1 0 0,1-1 0,0 1 0,0 0 0,-1 0 0,1 0 0,0 0 0,0 0 0,0 0 0,0 0 0,0 0 0,0 1 0,1-1 0,-1 0 0,0 0 0,1 1 0,-1-1 0,1 0 0,-1 1 0,1-1 0,0 1 0,-1-1 0,1 1 0,0-1 0,0 1 0,0-1 0,0 1 0,0-1 0,0 0 0,1 1 0,0 2 0,-1-2 0,0 0 0,1 1 0,-1-1 0,0 0 0,0 1 0,0-1 0,0 0 0,-1 1 0,1-1 0,-1 0 0,1 0 0,-1 1 0,0-1 0,0 0 0,-2 4 0,0-3 0,1 1 0,-1-1 0,1 1 0,0 0 0,0-1 0,0 1 0,1 0 0,-1 0 0,1 0 0,0 0 0,0 1 0,1-1 0,-1 0 0,1 0 0,0 1 0,0-1 0,0 0 0,0 0 0,1 0 0,0 1 0,1 3 0,7 14 0,-7-17 0,1 1 0,-1-1 0,0 1 0,-1-1 0,1 1 0,-1-1 0,0 1 0,0 8 0,-2 1 0,1 0 0,1 0 0,1 0 0,0 0 0,1-1 0,0 1 0,7 16 0,13 60 0,-18-66 0,14 43 0,103 244 0,-4-22 0,-102-251 0,-7-19 0,-1 1 0,-1 0 0,5 28 0,-10-41 0,1 1 0,-1-1 0,2 0 0,6 13 0,8 22 0,30 140 0,-16-88 0,-17-53 0,1-11 0,-14-28 0,0 1 0,0-1 0,-1 1 0,1-1 0,-1 1 0,1 0 0,-1 0 0,0-1 0,-1 1 0,2 5 0,-2-6 0,0 0 0,1 0 0,0 0 0,0 0 0,0 0 0,0 0 0,1 0 0,-1 0 0,1 0 0,-1-1 0,1 1 0,0-1 0,0 1 0,0-1 0,0 0 0,1 0 0,-1 0 0,1 0 0,-1 0 0,1 0 0,5 2 0,1 6 0,-9-9 0,0-1 0,1 1 0,-1 0 0,1 0 0,0-1 0,-1 1 0,1 0 0,0 0 0,-1-1 0,1 1 0,0-1 0,0 1 0,-1-1 0,1 1 0,0-1 0,0 1 0,0-1 0,0 0 0,0 1 0,1-1 0,23 6 0,-15-3 0,-1 0 0,1-1 0,0-1 0,19 2 0,-12-3 0,1 0 0,-1 0 0,0-1 0,1 0 0,-1-1 0,26-8 0,-39 9 0,1 0 0,-1 0 0,0 0 0,0 1 0,1-1 0,-1 1 0,0 0 0,6 1 0,14-1 0,191-22 0,-195 19 0,-1 1 0,1 1 0,31 3 0,13-1 0,742-1 0,-590 11 0,-104-4 0,10-1 0,331 24 0,138 8 0,-468-33 0,60 4 0,268 7 0,-110-3 0,-247-10 0,130-11 0,-19 0 0,-29-7 0,-92 5 0,91-9 0,-121 10 0,81-23 0,-49 10 0,-60 17 0,1-2 0,-2-1 0,1-2 0,39-19 0,-64 28 0,9-5 0,0-1 0,1 1 0,0 1 0,13-6 0,-18 9 0,0-1 0,0 0 0,0-1 0,-1 1 0,1-1 0,-1 0 0,5-5 0,18-13 0,-22 17 0,0 0 0,0-1 0,0 0 0,-1 1 0,0-2 0,0 1 0,-1-1 0,1 0 0,-1 0 0,4-10 0,-3 7 0,0 0 0,1 0 0,13-17 0,-11 17 0,-1-1 0,0-1 0,-1 0 0,0 0 0,-1 0 0,7-25 0,6-13 0,-14 41 0,0-1 0,-1 0 0,1 0 0,-2 0 0,0 0 0,0 0 0,-1-1 0,0-17 0,0 18 0,0 1 0,0 0 0,1 0 0,0 0 0,6-14 0,-5 15 0,-1-1 0,1 1 0,-1-1 0,-1 0 0,1-13 0,-2-224 0,-1 223 0,-2-1 0,0 1 0,-8-25 0,-2-15 0,-46-235 0,12 71 0,0 29 0,37 155 0,-2 1 0,-19-44 0,9 28 0,19 34 0,-2-5 0,-3 18 0,6 10 0,1-1 0,0 1 0,0 0 0,-1-1 0,1 1 0,0-1 0,0 1 0,1-1 0,-1 1 0,0-1 0,0 0 0,1 0 0,-1 1 0,1-1 0,-1 0 0,1 0 0,0 0 0,0-2 0,-9-20 0,8 22 0,-1 0 0,1 0 0,0 0 0,0 0 0,1 1 0,-1-1 0,0-1 0,1 1 0,-1 0 0,1 0 0,-1-3 0,1 4-1,0 1-1,0-1 1,0 0-1,0 1 1,0-1-1,0 0 1,-1 1-1,1-1 1,0 1-1,0-1 1,0 1-1,-1-1 1,1 1-1,0-1 1,-1 1-1,1-1 1,0 1-1,-1-1 1,1 1-1,-1-1 1,1 1-1,-1 0 1,1-1-1,-1 1 1,1 0-1,-1-1 1,1 1-1,-1 0 1,0 0-1,1-1 1,-1 1-1,1 0 1,-1 0-1,0 0 1,1 0-1,-1 0 1,1 0 0,-1 0-1,0 0 1,1 0-1,-1 0 1,1 0-1,-1 0 1,0 1-1,1-1 1,-1 0-1,1 0 1,-1 1-1,1-1 1,-1 0-1,1 1 1,-1-1-1,1 0 1,-1 1-1,1-1 1,-1 1-1,1-1 1,0 1-1,-1-1 1,1 1-1,0-1 1,-1 1-1,1-1 1,0 1-1,0-1 1,-1 1-1,1 0 1,0-1-1,0 2 1,-1-1-360,1 0 0,-1 0 0,1 0 0,-1 0 0,0 0 0,1 0 0,-1 0-1,0 0 1,0-1 0,1 1 0,-1 0 0,0 0 0,0-1 0,0 1 0,0 0 0,0-1 0,0 1 0,0-1 0,-1 0 0,0 1 0,-31 10-9093,22-7 3906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26.8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51 70 4274,'-5'-34'8889,"-4"16"-5909,8 17-2932,1 0 101,-1 0 0,1 0 0,0 0 0,-1 0 0,1 1 0,-1-1 0,1 0 0,-1 0 0,1 1 0,-1-1 0,0 0 0,1 1 0,-1-1 0,0 0 0,1 1 0,-1-1 0,0 1 0,0-1 0,0 1 0,1-1 0,-1 1 0,0 0 0,0 0 0,0-1 0,0 1 0,0 0 0,0 0 0,0 0 0,0 0 0,1 0 0,-1 0 0,-1 0 0,-1 0-402,2 2 450,0 0 0,0 1 0,1-1 1,-1 0-1,0 0 0,1 1 0,-1-1 0,1 0 1,0 1-1,0-1 0,0 1 0,0-1 0,0 0 0,1 4 1,0 1 982,-3 44 1079,0-28-1612,2 0-1,0 0 0,1 0 0,6 32 0,-1-34-509,-1-6-64,-1-1 1,-1 2-1,-1-1 1,2 22 0,-3-1-15,1 0 0,2-1 1,12 48-1,3-29-23,-14-43-45,-1 0-1,0 1 0,3 20 0,14 86-1397,-1 2-3199,-15-81 252,-1 47 0,-4 19-3727,0-52 4447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27.1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95 459 3442,'-5'-10'1064,"1"0"0,0 0 0,1 0 0,0 0 0,-2-12 0,3 10-232,0 1 1,-1-1-1,-1 1 0,0 0 1,-6-11-1,2 6-422,1-1 0,0-1 0,2 0 0,0 0-1,0 0 1,2 0 0,-2-28 0,5 41-236,1 0 1,-1 0-1,1 0 1,1 1-1,-1-1 1,1 0-1,-1 1 0,1-1 1,1 1-1,-1-1 1,1 1-1,-1 0 1,1 0-1,0 0 0,1 1 1,-1-1-1,1 1 1,-1-1-1,1 1 1,0 0-1,0 1 0,0-1 1,1 1-1,-1 0 1,8-3-1,8-3 452,1 1 0,-1 1 0,2 1 0,26-3 0,-36 7-391,0 0 0,0 1 0,0 0 0,0 1 1,0 1-1,0 0 0,13 4 0,83 31 1407,-85-28-1369,17 7-32,-1 2 1,-1 2-1,0 1 0,34 27 0,124 111 113,-187-152-329,18 17 62,0 1 0,-2 1 0,36 48 0,-52-62-4,-1 0 0,-1 1 1,0 0-1,-1 0 1,0 0-1,-1 1 1,0 0-1,-1 0 1,-1 0-1,0 0 1,-1 1-1,0 15 1,-1-7-34,0-13-37,-1 0 0,0-1-1,0 1 1,-1 0-1,0-1 1,-1 1 0,0-1-1,0 1 1,-1-1-1,-8 17 1,2-9-13,-1-1 0,-1 0 0,0 0 0,-2-2 0,1 1 0,-2-1 0,0-1 0,0-1 0,-1 0 0,-1-1 0,-32 19 0,4-7 0,16-7 0,0-2 0,-1-1 0,-53 17 0,47-22-321,11-1-1192,-46 5 0,62-11 1120,-1-1 0,0 0-1,0-1 1,0 1 0,0-2 0,1 1 0,-1-1-1,-16-6 1,9 3-1052,12 4 784,-1 0 1,0 0-1,0-1 0,1 1 0,-1-1 0,0 0 0,1 0 1,0-1-1,-1 1 0,1-1 0,0 0 0,1 0 1,-1-1-1,-5-4 0,-3-15-2855,10 19 2946,-1 0 1,1 0-1,0 0 1,0-1-1,0 1 1,1-1-1,-1 1 1,1-1-1,0 1 1,0-8 0,1-14-1822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27.6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1044 560,'361'-10'11811,"-193"-5"-7782,-82 5-2061,-30 4-300,1-2-1,-1-3 1,65-22-1,-46-6 606,-51 29-1283,-1 0 0,25-17 0,-41 23-741,1-2-1,-1 1 1,0-1 0,0 0-1,0 0 1,-1-1-1,0 1 1,-1-1-1,9-14 1,-4 4-249,17-36 0,-26 49 0,0 0 0,0 0 0,0 1 0,0-1 0,0 0 0,-1 0 0,0 0 0,0 0 0,0 0 0,0 0 0,-1 0 0,1 0 0,-3-7 0,1 4 0,0-1 0,0 1 0,-1 0 0,0 0 0,-1 0 0,1 0 0,-1 0 0,-1 1 0,1-1 0,-1 1 0,0 0 0,0 1 0,-1-1 0,0 1 0,0 0 0,0 1 0,0-1 0,-12-5 0,5 5 0,1 1 0,-1 0 0,0 1 0,0 1 0,0-1 0,0 2 0,0 0 0,-1 1 0,1 0 0,0 1 0,0 0 0,-1 1 0,1 1 0,0 0 0,1 1 0,-1 0 0,1 1 0,0 0 0,0 1 0,0 0 0,-21 16 0,20-10 0,1 1 0,1 0 0,0 1 0,0 0 0,1 1 0,-10 21 0,10-18 0,5-8 0,1-1 0,0 1 0,0 0 0,1 0 0,1 0 0,0 1 0,0-1 0,1 0 0,0 1 0,1-1 0,1 19 0,-1-9 0,2-9 0,0 0 0,0 0 0,1 0 0,1-1 0,-1 1 0,2-1 0,0 0 0,0 0 0,0-1 0,2 1 0,13 16 0,12 22 0,-25-38 0,0 0 0,1-1 0,0 0 0,0-1 0,1 0 0,0 0 0,0-1 0,1 0 0,0 0 0,13 5 0,3 1 0,0-1 0,1-2 0,29 8 0,-28-13-545,1-1 0,0-1 0,0-1-1,0-2 1,38-4 0,-49 1 110,0 0-1,-1-1 1,1-1-1,0 0 1,-1-1-1,0-1 1,19-12-1,20-7-594,-24 9 457,-2-1-1,0-2 0,-1-1 1,38-35-1,-48 38 140,0-2 0,31-41 0,-23 27 167,-10 15 192,-1-1 0,-1-1 0,-1 0 0,-1 0 0,12-27 0,42-112 808,-57 136-236,-2-1 0,-1 0 0,-1 0 0,-1-1 0,2-28 0,-3 18 422,0 9 293,-2 0 1,-2-1 0,-3-45-1,2 60-858,-1-1 0,-1 1 0,0-1 0,-1 1 0,0 0 0,-1 1 0,0-1-1,-13-20 1,15 27-353,-1 0-1,0 0 0,0 0 1,0 1-1,-1 0 1,0 0-1,0 0 0,-7-5 1,11 10-1,0-1 0,0 1 0,0 0 0,0-1 0,0 1 0,0 0 0,0 0 0,0 0 0,0 0 0,0 0-1,0 0 1,0 0 0,0 0 0,0 1 0,0-1 0,1 0 0,-1 1 0,0-1 0,-2 1 0,-24 23 0,25-22 0,0 1 0,0 0 0,0 0 0,0 0 0,1 0 0,-1 1 0,1-1 0,0 0 0,0 1 0,0-1 0,0 0 0,0 5 0,-5 15 0,-11 32 0,2 1 0,3 1 0,1 0 0,4 0 0,-1 89 0,8-69 0,-2-9 0,3 1 0,3-1 0,17 90 0,-14-123-901,3 0 0,23 57 0,10 26-7791,-39-109 7138,0-1-1,0 1 0,-1 1 1,-1-1-1,0 0 0,0 1 0,1 9 1,-3-5-2403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28.4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1081 7203,'-1'-13'9716,"1"-2"-1063,2 1-3780,-1 12-4805,-1 1 0,1-1 0,0 1 0,-1 0 0,1-1-1,0 1 1,0 0 0,0-1 0,0 1 0,0 0 0,0 0-1,0 0 1,1 0 0,-1 0 0,0 0 0,3-1-1,119-64 96,-45 35-47,-18 9-32,98-39 468,-54 23-298,-73 26-254,-11 6 0,1-2 0,-1-1 0,-1 0 0,0-2 0,0 0 0,21-17 0,-13 8 0,-24 19 0,0-1 0,0 0 0,0 0 0,0 0 0,0 0 0,-1 0 0,1-1 0,-1 1 0,1-1 0,-1 0 0,0 0 0,0 0 0,0 0 0,0 0 0,-1 0 0,1 0 0,-1-1 0,0 1 0,0 0 0,0-1 0,0 1 0,-1-1 0,1 1 0,-1-6 0,0 5 0,0 1 0,0-1 0,-1 0 0,1 1 0,-1-1 0,0 1 0,0-1 0,0 1 0,0-1 0,0 1 0,-1 0 0,0-1 0,0 1 0,0 0 0,0 0 0,0 0 0,-4-4 0,2 5 0,0-1 0,0 0 0,1 1 0,-2 0 0,1 0 0,0 0 0,0 1 0,-1-1 0,1 1 0,-1 0 0,1 0 0,-1 0 0,1 1 0,-1 0 0,-5 0 0,-15-1 0,11 0 0,0 1 0,1 0 0,-1 0 0,0 1 0,1 1 0,-1 0 0,-24 8 0,-34 40 0,44-36 0,16-9 0,0 0 0,0 1 0,1 0 0,0 1 0,0 0 0,1 1 0,0 0 0,0 1 0,1 0 0,0 0 0,-14 20 0,-10 20 0,27-41 0,-1 0 0,1 1 0,0 0 0,1 1 0,0-1 0,1 1 0,0 0 0,0 0 0,1 0 0,0 1 0,1-1 0,0 1 0,-1 18 0,3-21 0,0 1 0,0-1 0,1 1 0,0-1 0,0 0 0,1 1 0,0-1 0,0 0 0,1 0 0,0 0 0,1 0 0,0-1 0,0 1 0,0-1 0,1 0 0,0 0 0,1-1 0,-1 1 0,11 7 0,-3-4-162,1 0 0,1-1-1,-1-1 1,2 0 0,-1-1 0,1 0 0,31 7-1,1 2-708,-18-8-2736,52 8 0,-57-12 1750,-15-3 1105,-1 0 0,1-1 1,-1-1-1,1 1 0,-1-1 0,14-4 0,11 0-975,34-3-948,-2-3 0,0-3 0,70-25-1,-90 24 2034,144-60 625,-167 63 888,0 0 0,0-2 0,-2-1 0,0 0 0,-1-2 0,21-21 0,-23 22 11,-12 12-471,-1 0 0,0-1 0,0 1-1,0-1 1,-1 0 0,1-1 0,-1 1 0,5-10 0,-5 4 1330,1 0 0,-2-1-1,4-20 1,-6 28-1223,-1 0 1,1 0 0,-1 1-1,0-1 1,0 0 0,-1 0-1,1 0 1,-1 0-1,0 1 1,0-1 0,0 0-1,0 1 1,-1-1-1,1 1 1,-3-5 0,1 5-399,1 1 0,-1-1 0,0 1 0,1 0-1,-1 0 1,0 0 0,0 0 0,-1 0 0,1 1 0,0-1 0,0 1 0,-1 0 0,1 0 0,-1 0 0,1 0 0,-1 1 0,0-1 0,1 1 0,-1 0 0,1 0 0,-1 0 0,0 1 0,1-1 0,-1 1 0,1 0 0,-1 0 0,1 0 0,-4 2 0,-15 9-72,8-5-30,1 1-1,0 0 1,0 1 0,1 0 0,0 1 0,-14 15 0,6-6-18,13-13 0,1 0 0,-1 0 0,1 0 0,0 0 0,1 1 0,0 0 0,0 0 0,0 1 0,1-1 0,-6 15 0,-4 26 0,10-40 0,1 0 0,0 1 0,1-1 0,0 1 0,0-1 0,0 1 0,2 0 0,-1-1 0,1 1 0,0 0 0,0 0 0,1-1 0,1 1 0,2 10 0,35 48 0,-38-63 0,1 1 0,0-1 0,1 0 0,-1 0 0,1-1 0,-1 1 0,1 0 0,0-1 0,0 0 0,1 0 0,-1 0 0,1 0 0,0 0 0,5 3 0,19 16 0,-21-18-73,-1 1 0,1-1 0,0 0 0,0-1 1,0 0-1,0 0 0,1 0 0,-1-1 0,12 2 0,0-1-302,0 0 0,27-1 0,-13-3-16,0-2-1,0-2 1,-1-1 0,1-1-1,37-14 1,-51 13 381,-1 0-1,0 0 1,-1-2 0,0 0-1,0-1 1,-1-1-1,-1 0 1,0-1 0,19-22-1,-7 3 37,-1-1 0,-2-1 0,24-45 0,-34 50 81,-2 0-1,-1-1 1,-1 0-1,7-39 1,-4 16 294,18-108 1841,-18 81-1373,-12 68-851,0 0 0,-1 0 1,0 0-1,0 0 0,-2 0 1,1 0-1,-1 0 0,-1 1 1,-4-13-1,-7-33-44,10 41 26,-2 0 0,1 1 0,-2-1 0,0 1 0,-1 1 0,0-1 0,-1 2 0,-1-1 0,-15-16 0,17 21 0,-32-34 0,39 42 0,0 0 0,0 0 0,0 0 0,0 0 0,0 1 0,0-1 0,0 0 0,0 1 0,0-1 0,0 1 0,0-1 0,0 1 0,0-1 0,0 1 0,-1 0 0,1 0 0,0-1 0,0 1 0,0 0 0,-1 0 0,1 0 0,0 0 0,0 1 0,0-1 0,-1 0 0,1 0 0,0 1 0,0-1 0,0 1 0,0-1 0,0 1 0,0-1 0,0 1 0,0 0 0,0-1 0,0 1 0,0 0 0,0 0 0,-1 1 0,0 3 0,1-1 0,0 1 0,0 0 0,0-1 0,1 1 0,-1 0 0,1 0 0,0 0 0,0-1 0,2 9 0,0 6 0,-4 35 0,1-25 0,1 0 0,6 48 0,42 175 0,-34-198 0,3-1 0,35 81 0,-19-54 0,-18-43 15,-5-13-167,-1 0 0,8 39 1,-14-54-232,-1-1-1,1 1 1,0-1 0,1 0 0,7 12-1,10 25-3799,-7 9-3214,-12-13-6082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28.6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21 232 3217,'0'-4'1011,"1"0"-69,-1 0-1,0 0 1,0 0-1,0 0 1,0 1-1,-1-1 0,0 0 1,1 0-1,-1 0 1,-1 0-1,1 1 1,-1-1-1,1 0 1,-1 1-1,-3-5 0,4 6-587,0 1 0,1 0 0,-1-1-1,0 1 1,1 0 0,-1-1 0,1 1-1,0-1 1,0 1 0,-1-1 0,1 1-1,0-1 1,0 1 0,0-1-1,1 1 1,-1-1 0,0 1 0,0-1-1,1 1 1,-1 0 0,1-1 0,-1 1-1,2-2 1,-2 2-219,1 0 0,0 0 1,-1 0-1,1 0 0,0 0 0,0 0 0,0 0 0,0 0 0,0 1 1,0-1-1,0 0 0,0 1 0,0-1 0,0 0 0,0 1 1,0-1-1,2 1 0,28-12 1373,14-3-463,163-16-1045,-39 5 0,172 13 0,-302 13 0,-25 0-1010,-31 0-1560,-76 0-7016,64-3 2660,-15-10 590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29.7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94 96 8948,'0'-4'821,"-1"1"0,0-1 0,0 1 0,0-1 0,0 1 0,-1 0 0,1-1 0,-1 1 0,0 0 0,0 0 0,0 0 0,0 0 1,-5-4-1,-11-20 1725,17 26-2487,1 0 0,0 0-1,0 0 1,-1 0 0,1 1-1,0-1 1,-1 0 0,1 0 0,0 0-1,-1 1 1,1-1 0,-1 0-1,0 1 1,1-1 0,-1 0-1,1 1 1,-1-1 0,0 1 0,0-1-1,1 1 1,-1-1 0,0 1-1,0-1 1,0 1 0,1 0 0,-1 0-1,0-1 1,0 1 0,0 0-1,0 0 1,0 0 0,1 0-1,-1 0 1,-2 0 0,0 0 85,-2 0 909,-2 9-841,7-8-204,-1-1 0,0 1 0,0-1-1,0 1 1,1-1 0,-1 1 0,0 0 0,1-1-1,-1 1 1,1 0 0,-1 0 0,0-1-1,1 1 1,0 0 0,-1 0 0,1 0-1,-1 0 1,1-1 0,0 1 0,0 0 0,0 0-1,-1 0 1,1 0 0,0 0 0,0 0-1,0 0 1,1 1 0,-1 180 3132,0-159-2878,2-1-1,5 25 1,-1-4-63,29 214 178,-31-227-338,13 44 0,1 7-19,-16-65-14,9 57-51,29 107-1,-3-2-1371,-6-24-3131,-27-131 2737,-1 1 0,-1-1 1,-1 1-1,-4 42 1,1 0-3896,2 2-241,0-40 3754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30.2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70 966 4274,'-24'-45'8584,"5"8"-3941,15 31-4476,1-1 0,0 0 0,0 0 0,0 0-1,0 0 1,1-1 0,1 1 0,-1 0-1,1-1 1,0 1 0,1-1 0,0 0 0,0 1-1,2-12 1,-1-10-148,0 25-25,0 1 0,0 0 0,1-1 0,-1 1 0,1 0 0,0 0 0,0 0 0,0 0 0,0 0 0,1 1 0,-1-1 0,1 1 0,-1-1 0,1 1 0,0 0 0,0 0 0,0 0 0,0 0 0,6-2 0,10-3-13,0 1-1,0 0 1,1 1-1,29-3 1,-42 7 20,71-3 34,678-104 3287,-709 103-3259,361-52 234,-168 27-239,65-12 231,334-49 2800,-512 77-2470,371-26 795,-99 13-1000,-159 14-417,-44 6 10,38-2 20,-166 3-35,217-12 51,-82 3-9,-117 5-44,103-16 88,-112 8-575,-75 19 276,0-1 0,0 0 1,0 0-1,0 0 0,0-1 0,0 1 0,0 0 0,0-1 0,0 0 0,0 1 0,0-1 0,0 0 0,0 0 0,0 0 1,0 0-1,0 0 0,1-2 0,-1 1-501,-1-1 1,1 1 0,-1 0 0,0-1-1,0 1 1,0-1 0,-1 1-1,1-1 1,-1 1 0,1-1-1,-1 1 1,0-1 0,0 1 0,0-5-1,0 6 506,0 0 0,0 0 0,0 0 0,0 0 1,0 0-1,-1 0 0,1 0 0,0 0 0,-1 0 0,1 1 0,0-1 0,-1 0 0,1 0 0,-1 0 0,1 1 0,-1-1 0,0 0 0,1 0 1,-1 1-1,0-1 0,0 1 0,1-1 0,-1 1 0,0-1 0,-1 0 0,-8-7-1603,5-16-1331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30.4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53 11701,'-3'-10'7534,"-4"1"-2883,6 9-4429,0-1 0,1 1-1,-1-1 1,0 1-1,1-1 1,-1 1 0,1-1-1,-1 0 1,1 1 0,-1-1-1,1 0 1,0 1 0,-1-1-1,1 0 1,0 0 0,0 1-1,-1-1 1,1 0 0,0 0-1,0 0 1,0-1-1,-5-2 1132,-14-7-857,15 9-408,4 46-245,0-32 247,2 0-1,-1 0 1,2 0 0,5 18 0,-5-19 175,0 1 0,0 0 0,-1 0 0,1 19 0,6 64 146,-5-69-391,2 45 0,-5-44-20,2 1 0,6 32 0,-3-32 0,-2 1 0,1 35 0,13 204 0,-16-228 0,11 60 0,-7-61 0,2 61 0,-8 598 0,-1-684 0,-1 1 0,0 0 0,-7 25 0,5-25 0,0 0 0,2 0 0,-3 30 0,5 88-2679,0-130 2336,0 0 0,0 0-1,0 0 1,-1 0 0,0 0-1,1-1 1,-1 1-1,0 0 1,-1 0 0,-1 3-1,-3 8-3281,3 6-6407,6-10 5414,12-7 728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31.7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41 430 3458,'-4'2'4135,"-15"4"-921,2-1-267,34-2-3012,61-12 62,-19 0 193,110-17 872,105-8 685,-64 5-629,10 6-477,265-34 118,-69 17 420,-209 25-157,886-76 4706,-521 48-2129,19 6-1783,-329 24-1609,-131 12-191,24-2-19,135-10 3,-252 12 0,-14 0 0,0 0 0,1 2 0,-1 1 0,1 1 0,28 7 0,-45-8 0,0 0 0,1-1 0,-1 0 0,18 0 0,-21-1 0,1 0 0,-1 0 0,1 0 0,-1 1 0,0 0 0,1 0 0,-1 0 0,8 4 0,-11-1 0,-1 0 0,0 0 0,0 0 0,0 1 0,0-1 0,-1 0 0,0 1 0,0-1 0,0 0 0,-2 9 0,2-4 0,0 437 0,19-247 0,-20-164 0,1-11 0,0 0 0,5 38 0,34 141 0,-25-128 0,-8-50 0,-1 1 0,2 48 0,-5-27 0,2 0 0,3 0 0,21 80 0,-27-124 0,1 10 0,0 0 0,-1 0 0,-1-1 0,-1 24 0,0-23 0,0 0 0,1 0 0,1 0 0,0 0 0,4 18 0,5 1 0,-7-25 0,0 0 0,-1 0 0,0 0 0,0 0 0,-1 1 0,1-1 0,-2 0 0,1 1 0,-1-1 0,0 1 0,-1-1 0,0 0 0,0 1 0,-3 8 0,-3 5 0,3-13 0,2 0 0,-1 0 0,1 0 0,0 0 0,1 1 0,-1 13 0,1-12 0,0 0 0,-1-1 0,0 1 0,0-1 0,-1 1 0,-4 10 0,-7 23 0,10-33 0,0 1 0,-1-1 0,-1 0 0,0 0 0,0-1 0,-10 12 0,-1 2 0,5-8 0,-1 1 0,0-2 0,-1 0 0,-1-1 0,0 0 0,-1-1 0,0 0 0,-1-2 0,0 0 0,-22 9 0,-113 34 0,138-49 0,0 0 0,0-1 0,-1-1 0,-15 1 0,-20 3 0,-185 41 0,56-23 0,-193 31 0,170-28 0,-1 0 0,-223 42 0,-34-1 0,-77 9 0,151-24 0,123-23 0,123-17 0,-170 12 0,35-21 0,172-5 0,98 1-41,0 0 1,0 0-1,0-1 1,0 1-1,0-1 0,0 0 1,0-1-1,1 1 0,-7-3 1,2 0-440,9 4 385,-1 0 0,1 0 0,-1 0 0,1 0 0,0 0 0,-1 0 0,1 0-1,0 0 1,-1-1 0,1 1 0,-1 0 0,1 0 0,0 0 0,-1-1 0,1 1 0,0 0 0,0-1-1,-1 1 1,1 0 0,0 0 0,0-1 0,-1 1 0,1-1 0,0 1 0,0 0 0,0-1 0,-1 1-1,1 0 1,0-1 0,0 1 0,0-1 0,0 1 0,0 0 0,0-1 0,0 1 0,0-1 0,0 1-1,0 0 1,0-1 0,0 1 0,0-1 0,0 1 0,1-1 0,-1-1-747,0-3-58,0 1 0,1-1 0,-1 1 0,1 0-1,0-1 1,0 1 0,1 0 0,-1 0 0,1 0 0,0 0 0,0 0 0,4-6 0,0 2-360,1 0 1,0 1 0,0 1 0,14-12-1,34-20-3131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31.9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0 2961,'-19'11'-1104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33.1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188 907 3041,'-25'2'5689,"4"1"-3734,-28 3-832,41-7-1015,5 1-76,0 0 1,0 0-1,0-1 1,1 2-1,-1-1 0,0 0 1,0 1-1,0-1 1,-5 2-1,6 0 86,0 0-1,0-1 0,-1 0 1,1 1-1,-1-1 1,1 0-1,0 0 0,-1 0 1,0-1-1,1 1 1,-1-1-1,1 1 0,-1-1 1,0 0-1,1 0 0,-6 0 1,5 0 143,70 0 2557,-31 0-1995,64 0 749,105-14 0,-26 10-73,161-18 1831,-177 13-1901,-12 2 90,747-57 2189,-542 49-3708,-20 4 0,-67 10 0,54-3 0,533-10 0,-590 15 0,-244-1 0,544-9 0,65 5 0,-350 7 0,-65-17 0,37 3 0,94 7 0,-183 6 0,208-2 0,-207-16 0,-128 17 0,-13-1 0,0 0 0,0-1 0,38-7 0,-23 6 0,-3-1 0,-18-4 0,1 0 0,31-19 0,-47 24 0,-2 2 0,0-1 0,-1 1 0,1 0 0,-1-1 0,1 1 0,-1-1 0,1 1 0,0-1 0,-1 0 0,0 1 0,1-1 0,-1 1 0,1-1 0,-1 0 0,0 1 0,1-1 0,-1 0 0,0 1 0,0-1 0,0 0 0,0 0 0,1 1 0,-1-1 0,0 0 0,0 0 0,0 1 0,-1-1 0,1 0 0,0 1 0,0-1 0,0 0 0,0 0 0,-1 1 0,1-1 0,0 0 0,-1 1 0,1-1 0,0 0 0,-1 1 0,1-1 0,-2 0 0,-19-21 0,20 20 0,-7-22 0,-8 15 0,1-1 0,1-1 0,-1-1 0,2 0 0,0 0 0,0-2 0,1 1 0,-12-19 0,22 27 0,0 1 0,0 1 0,0-1 0,0 0 0,0 1 0,-1-1 0,0 1 0,1 0 0,-7-6 0,-38-52 0,41 53 0,1 1 0,0-1 0,1 0 0,0-1 0,-4-10 0,-4-7 0,9 21 0,1-1 0,0 1 0,0-1 0,0 0 0,-1-10 0,2 10 0,0 0 0,-1 0 0,1 0 0,-1 0 0,-5-9 0,0 2 0,2 5 0,0-1 0,1 1 0,-1-1 0,2 0 0,0 0 0,0-1 0,0 1 0,-1-15 0,4 23 0,0 0 0,0 0 0,0 0 0,0 0 0,0 1 0,0-1 0,-1 0 0,1 0 0,0 0 0,0 1 0,-1-1 0,1 0 0,0 0 0,-1 0 0,1 1 0,-1-1 0,1 0 0,-1 1 0,1-1 0,-1 0 0,1 1 0,-1-1 0,0 1 0,1-1 0,-1 1 0,0-1 0,0 1 0,1 0 0,-1-1 0,0 1 0,-1-1 0,1 1 0,1 0 0,-1 0 0,0-1 0,1 1 0,-1 0 0,0-1 0,1 1 0,-1-1 0,0 1 0,1 0 0,-1-1 0,1 0 0,-1 1 0,1-1 0,-1 1 0,1-1 0,-1 0 0,1 1 0,-1-1 0,1 0 0,0 1 0,0-1 0,-1 0 0,1 1 0,0-1 0,0 0 0,0 0 0,0 1 0,0-1 0,0 0 0,0-1 0,-19-34 0,19 39 0,1 0 0,-1-1 0,0 1 0,0 0 0,0 0 0,0-1 0,-1 1 0,1 0 0,-1-1 0,1 1 0,-1 0 0,-2 3 0,0-1 0,0 0 0,0 0 0,1 0 0,-1 1 0,1-1 0,0 1 0,1 0 0,-1-1 0,1 1 0,0 0 0,1 0 0,-1 0 0,2 11 0,-2-11 0,1 1 0,-1-1 0,0 0 0,-1 1 0,1-1 0,-1 0 0,-4 8 0,3-8 0,1 1 0,0 0 0,0 0 0,0 0 0,1 0 0,0 0 0,0 10 0,1 623 0,0-630 0,1 0 0,0 0 0,1 0 0,0-1 0,5 15 0,-3-14 0,-1 0 0,-1 0 0,0 0 0,0 0 0,0 17 0,-2 39-2416,0 91-10122,0-129 5850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34.4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92 464,'0'0'961,"0"-38"7061,0-15 6544,0 80-12530,-3 29 828,1-39-2230,1 0 0,1 1 1,1-1-1,0 1 1,6 27-1,-3-32-592,-1-4-41,-1 0 0,0 0 0,0 0 0,-1 0 0,1 10 0,-2-11-1,1 0 0,0 0 0,0 1 0,1-1 0,0-1 0,4 11 0,-3-9 0,0-1 0,-1 0 0,0 1 0,0 0 0,-1-1 0,1 13 0,-2 14 0,2 0 0,2 0 0,13 59 0,-6-49 0,-5-18 0,0-1 0,15 34 0,-13-39 0,-1 0 0,-1 0 0,-1 1 0,2 23 0,10 41 0,-4-36 0,41 177 0,-50-207 0,1 0 0,11 29 0,6 27 0,25 125 0,0 10 0,-21-103 0,-24-101 0,0 1 0,-1-1 0,0 1 0,-1 0 0,0 10 0,2 17 0,3-9 0,0 1 0,-2 0 0,0 34 0,-3 497 0,0-553-2435,0-26-3263,0-28-5853,0 23 5047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38.0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66 43 7475,'0'-1'511,"0"0"-1,-1-1 0,1 1 0,0 0 1,-1 0-1,1-1 0,-1 1 1,1 0-1,-1 0 0,0 0 0,1 0 1,-1 0-1,0 0 0,0 0 0,0 0 1,0 0-1,0 0 0,-1-1 1,-22-12 4475,19 11-4407,0 0 1275,4 3-1793,0 0-1,0 0 1,0-1-1,0 1 1,0 0-1,0 0 1,0 0 0,0 0-1,0 1 1,0-1-1,0 0 1,0 0-1,0 1 1,0-1 0,0 0-1,-2 2 1,5 18 1444,0 1 0,0-1 1,8 26-1,-2 49-390,1-65-1103,-6-20-12,0 0 0,0 0-1,-1 0 1,-1 0 0,1 19 0,0-7 0,0 1 0,1-1 0,1 0 0,9 27 0,6 28 0,-10-20 0,-2 0 0,0 81 0,-6-110 0,2 0 0,7 34 0,-5-34 0,-1 0 0,1 36 0,-5 101-2508,0 220-9807,3-354 6745,13 4 79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38.5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85 8516,'-4'-2'949,"1"0"0,-1 0 1,1-1-1,0 1 0,0-1 1,1 0-1,-1 0 0,0 0 0,1 0 1,0 0-1,-1 0 0,1-1 0,1 1 1,-1-1-1,-1-3 0,3 6-671,-1 0 1,1-1-1,0 1 0,0 0 0,0 0 0,0 0 1,0 0-1,0 0 0,0 0 0,0 0 0,0 0 1,1 0-1,-1 0 0,0 0 0,1 0 1,-1 0-1,0 0 0,1 0 0,-1 1 0,1-1 1,0 0-1,0-1 0,1 1-112,0-1 1,0 1-1,0 0 1,0 0-1,0 0 1,0 0-1,0 1 1,0-1-1,0 1 1,0-1-1,1 1 1,-1 0-1,0 0 1,0 0 0,3 0-1,1 0-166,0 1 0,0 0 0,0 0 0,0 1 0,0-1 0,0 1 0,-1 1 0,1-1 0,-1 1 0,1 0 0,-1 0 0,7 6 0,-2-1 0,-1 0 0,0 1 0,0 0 0,-1 0 0,10 14 0,-12-13 0,0 0 0,-1 0 0,0 0 0,-1 1 0,0 0 0,-1 0 0,0 0 0,3 21 0,-3 5 0,-2 55 0,-2-41 0,0-22 0,-2 0 0,-1 0 0,-1 0 0,-1 0 0,-2-1 0,-19 49 0,10-40 0,0-1 0,-3 0 0,-1-1 0,-39 49 0,43-65 0,14-17 0,1 1 0,-1-1 0,1 0 0,0 1 0,0 0 0,0 0 0,0-1 0,1 1 0,-1 0 0,1 0 0,-1 0 0,1 1 0,0-1 0,1 0 0,-1 0 0,0 1 0,1-1 0,0 0 0,0 5 0,0-7 0,0 0 0,0-1 0,0 1 0,1 0 0,-1-1 0,0 1 0,0-1 0,1 1 0,-1-1 0,1 1 0,-1-1 0,0 1 0,1-1 0,-1 1 0,1-1 0,-1 1 0,1-1 0,-1 0 0,1 1 0,0-1 0,-1 0 0,1 1 0,-1-1 0,1 0 0,0 0 0,-1 0 0,1 0 0,0 0 0,-1 1 0,1-1 0,0 0 0,0-1 0,34 1 0,-16 0 0,31-3 0,0-3 0,71-16 0,64-9 0,-96 20-558,99-26 1,-140 26-273,98-27-15721,-100 23 10412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38.9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197 38 9909,'-28'0'5122,"-19"-11"-2513,29 11-2561,-11-16-1873,1 16-768,10-10-368,-11 10-129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39.5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511 175 11877,'-35'0'5758,"-75"-2"6133,99 2-11672,1-1 0,-1-1 0,1 0 0,-1-1 0,1 1 0,0-2 0,-14-6 0,23 10-243,0 0 0,0-1 0,0 1 1,0-1-1,0 1 0,0-1 0,0 1 0,0-1 0,1 0 0,-1 1 0,0-1 0,0 0 0,1 0 0,-1 1 0,0-1 0,1 0 0,-1 0 0,1 0 0,-1 0 0,1 0 0,-1 0 0,1 0 1,0 0-1,0 0 0,-1 0 0,1 0 0,0 0 0,0 0 0,0 0 0,0 0 0,0 0 0,0 0 0,0 0 0,1-1 0,0-1-3,1 0-1,0 1 1,0-1-1,0 1 1,0 0 0,0-1-1,0 1 1,1 0-1,-1 1 1,1-1 0,4-2-1,11-6 13,0 2-1,27-10 1,-44 17 9,36-11 454,1 1 0,1 1-1,-1 3 1,1 1 0,53-1 0,-67 8-440,0 1 0,30 6 0,-18-2-11,-30-5 3,0 1 0,0-1 0,0 1 0,-1 1 0,1-1 0,-1 1 0,0 0 0,1 1 0,-2-1 0,1 1 0,0 1 0,-1-1 0,1 1 0,5 6 0,-8-8 0,0 0 0,1 0 0,-1 1 0,0-1 0,-1 1 0,1 0 0,-1 0 0,0 0 0,1 0 0,-2 0 0,1 0 0,0 1 0,-1-1 0,0 1 0,0-1 0,0 1 0,-1-1 0,0 1 0,0 7 0,-1-4 0,0 1 0,-1-1 0,0 0 0,-1 1 0,0-1 0,0 0 0,-1 0 0,0-1 0,-10 15 0,1-4 0,-1-1 0,-1 0 0,-1-1 0,0 0 0,-1-2 0,0 0 0,-33 20 0,-24 11 0,52-26 0,22-19 0,-1 0 0,1 1 0,-1-1 0,1 1 0,-1-1 0,1 1 0,-1-1 0,1 1 0,-1-1 0,1 1 0,0-1 0,-1 1 0,1-1 0,0 1 0,0 0 0,-1-1 0,1 1 0,0-1 0,0 1 0,0 0 0,0-1 0,0 1 0,0 0 0,0-1 0,0 1 0,0 0 0,0-1 0,0 1 0,0-1 0,0 1 0,1 0 0,-1 0 0,5 1 0,0 0 0,0 0 0,-1-1 0,1 1 0,0-1 0,0-1 0,1 1 0,-1-1 0,6 0 0,38 5 0,-7 0 0,-14-1 0,0 0 0,32 9 0,8 7 0,-25-9 0,0 1 0,-1 3 0,-1 1 0,0 2 0,57 35 0,-92-49 0,0 0 0,0 0 0,-1 1 0,0 0 0,0-1 0,0 2 0,0-1 0,-1 1 0,0-1 0,0 1 0,-1 0 0,1 0 0,-1 1 0,-1-1 0,1 1 0,-1 0 0,0-1 0,-1 1 0,1 0 0,-1 0 0,-1 0 0,0 14 0,0-17 0,-1-1 0,0 1 0,0-1 0,0 0 0,0 1 0,0-1 0,-1 0 0,0 1 0,1-1 0,-1 0 0,0 0 0,-1-1 0,1 1 0,0 0 0,-1-1 0,0 1 0,1-1 0,-1 0 0,0 0 0,0 0 0,0 0 0,-1-1 0,-3 3 0,-11 7 0,-13 9 0,-1-2 0,0 0 0,-1-3 0,-1-1 0,-68 19 0,-188 24 0,154-30 0,-74 11 0,104-27 12,-129 7-99,211-24-1848,24 5 1525,-1 0 1,0 1-1,0-1 0,1 0 0,-1 0 1,1 0-1,-1 0 0,0 0 1,1 0-1,0 0 0,-1 0 1,1 0-1,0 0 0,-1 0 0,1 0 1,0 0-1,0 0 0,0 0 1,0 0-1,0 0 0,0 0 1,0 0-1,0 0 0,0 0 0,1-1 1,-1 1-1,0 0 0,1 0 1,-1 0-1,1 0 0,-1 1 0,1-1 1,-1 0-1,1 0 0,0 0 1,-1 0-1,3-1 0,20-22-6118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40.7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126 27 2785,'2'-1'291,"10"-8"3673,-7-7 7642,-29 18-8370,23-1-3066,-1 1-1,0-1 1,0 0-1,1 1 1,-1-1 0,1 1-1,0 0 1,-1-1-1,1 1 1,0 0-1,-2 4 1,1-3 195,0 0 0,0 1 0,0-1 0,0 0 0,-1 0 0,0 0 0,1 0 0,-4 2 0,-2 2 290,1 1 0,0 0-1,1 1 1,0-1 0,0 1 0,1 0 0,-8 18 0,2-4-390,9-15-258,0 1 1,0-1 0,1 1-1,0-1 1,0 1 0,1-1-1,0 1 1,3 12 0,-2 4-16,0-22 8,0 0 0,0 0 0,0 0 0,0 0 0,1 0 0,-1 0 0,1-1 0,-1 1 0,1 0 0,0-1 0,0 0 0,0 1 0,1-1 0,-1 0 0,3 2 0,10 11 0,-12-10 0,1 0 0,0 0 0,0 0 0,0 0 0,0-1 0,1 0 0,0 0 0,0 0 0,0-1 0,0 1 0,1-1 0,-1-1 0,1 1 0,7 2 0,-41-25-11,28 17-111,0 2-338,0 1 432,0-1 0,0 1-1,0-1 1,0 1 0,0-1-1,0 1 1,-1 0 0,1-1-1,0 1 1,0-1 0,0 1 0,-1-1-1,1 1 1,0 0 0,0-1-1,-1 1 1,1 0 0,0-1-1,-1 1 1,1 0 0,0 0 0,-1-1-1,1 1 1,0 0 0,-1 0-1,1-1 1,-1 1 0,1 0 0,-1 0-1,0 0 1,1 0 24,-1-1 0,1 1-1,-1 0 1,1 0 0,-1 0 0,1-1 0,-1 1 0,1 0-1,-1 0 1,1-1 0,-1 1 0,1 0 0,0-1 0,-1 1 0,1-1-1,-1 1 1,1-1 0,0 1 0,0 0 0,-1-1 0,1 1-1,0-1 1,0 1 0,0-1 0,-1 0 0,1 1 0,0-1 0,0 1-1,0-1 1,0 1 0,0-1 0,0 1 0,0-2 0,0-92 1567,0 92-1559,0 0-1,0 0 1,-1 0-1,1 1 1,0-1-1,-1 0 1,0 1-1,1-1 1,-1 0-1,0 1 1,0-1-1,0 1 1,0-1-1,0 1 1,0-1-1,-2-1 1,1 2-5,1-1 1,0 0-1,-1 1 0,1-1 0,0 0 1,0 0-1,0 0 0,0 1 1,0-1-1,1 0 0,-1 0 0,0 0 1,1-1-1,0 1 0,-1 0 1,1-3-1,0 0 1,-1-23 0,1 27 0,0 1 0,0 0 0,0-1 0,0 1 0,0 0 0,0-1 0,0 1 0,0 0 0,0-1 0,-1 1 0,1 0 0,0-1 0,0 1 0,0 0 0,0-1 0,0 1 0,-1 0 0,1 0 0,0-1 0,0 1 0,0 0 0,-1 0 0,1-1 0,0 1 0,-1 0 0,1 0 0,0 0 0,0-1 0,-1 1 0,1 0 0,0 0 0,-1 0 0,1 0 0,0 0 0,-1 0 0,1-1 0,0 1 0,-1 0 0,1 0 0,0 0 0,-1 0 0,1 0 0,0 1 0,-1-1 0,1 0 0,0 0 0,-1 0 0,1 0 0,0 0 0,-1 0 0,1 0 0,0 1 0,-1-1 0,1 0 0,0 0 0,0 0 0,-1 1 0,1-1 0,0 0 0,-1 1 0,0 3 0,0 1 0,0 0 0,0 0 0,1-1 0,-1 1 0,1 0 0,0 0 0,0-1 0,2 7 0,-2 2 0,1-6 0,-1 0 0,1-1 0,1 1 0,-1 0 0,4 8 0,4 28 0,-9-32 0,1 1 0,1-1 0,-1 0 0,2 1 0,0-1 0,0 0 0,8 17 0,9 29 0,-18-49 0,0 0 0,1 0 0,0-1 0,1 1 0,0 0 0,0-1 0,0 0 0,1 0 0,0 0 0,10 10 0,3 3 0,38 33 0,-48-47 0,-1 0 0,1-1 0,0 0 0,0 0 0,1-1 0,-1-1 0,1 1 0,16 3 0,-10-3 0,0-1 0,0-1 0,0 0 0,1-1 0,-1-1 0,0-1 0,0 0 0,0-1 0,0 0 0,0-1 0,0-1 0,18-7 0,-25 7 0,-1 0 0,0 0 0,0-1 0,-1 1 0,1-2 0,-1 1 0,0-1 0,0 0 0,-1 0 0,8-12 0,9-10 0,-10 16 0,-1-1 0,-1 0 0,0-1 0,-1-1 0,0 1 0,-1-1 0,-1-1 0,7-18 0,0-12 0,-10 39 0,-2-1 0,1 0 0,-1 0 0,0 0 0,-1 0 0,1 0 0,-1-9 0,-1-145 0,-1 183 0,5 28 0,-1-40 0,0 0 0,-1 0 0,1 1 0,-2-1 0,1 1 0,0 11 0,-2-8 0,2 0 0,-1 1 0,2-1 0,7 25 0,5 19 0,5-1 0,-1-4 0,-11-1 0,-6-36 0,0 0 0,1 0 0,7 20 0,10 27 0,-3 0 0,10 66 0,-21-99 0,-3 7 0,-4-30 0,1 0 0,1 1 0,-1-1 0,1 0 0,3 10 0,5 5 0,-7-16 0,0-1 0,0 1 0,0 0 0,0 0 0,-1 0 0,0 0 0,0 0 0,0 0 0,-1 9 0,0 5-2559,1 0 0,5 30 0,-5-44 1750,0 1 0,0-1 0,1 0 0,0 1 0,0-1 0,1 0 0,-1 0-1,1 0 1,0-1 0,0 1 0,1-1 0,5 6 0,-2-4-4623,9 3 854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43.0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478 106 496,'22'-12'1009,"27"-17"2862,-47 28-3574,-1 0 0,1-1 0,0 0-1,-1 1 1,1-1 0,-1 0 0,1 0 0,-1 1-1,0-1 1,0 0 0,0-1 0,0 1-1,0 0 1,0 0 0,0 0 0,-1 0 0,1-1-1,-1 1 1,0-3 0,0 4 21,0 0 0,0 1 0,0-1-1,0 0 1,0 0 0,0 0 0,0 0 0,-1 0 0,1 1 0,0-1 0,-1 0 0,1 0 0,-1 0 0,1 1 0,-1-1-1,1 0 1,-1 1 0,1-1 0,-1 0 0,0 1 0,1-1 0,-1 1 0,0-1 0,-1 0 0,-25-4 2833,18 6-2844,0 0-1,0 1 1,-1 0 0,-12 4-1,13-3-184,2-1 143,-1 1 0,0 0 0,1 0 0,0 1 0,0 0 0,0 0 0,0 0 0,1 1-1,-1 0 1,-8 9 0,-30 33 1650,2 2 0,-49 72-1,64-76-1903,2 1 0,1 1-1,-22 65 1,33-75-11,7-18 0,0 1 0,-7 35 0,-13 66 0,26-115 0,0 1 0,0 0 0,1 0 0,0 1 0,0-1 0,1 0 0,0 0 0,0-1 0,0 1 0,1 0 0,0 0 0,4 9 0,10 37 0,-15-48 0,0 7 0,1-1 0,1 1 0,0 0 0,1-1 0,0 0 0,0 0 0,1 0 0,1 0 0,0-1 0,0 0 0,1 0 0,9 11 0,2-6 0,1-1 0,0 0 0,1-2 0,1 0 0,-1-1 0,2-1 0,-1-1 0,1-1 0,1-1 0,0-1 0,-1-1 0,2-1 0,-1-1 0,0-1 0,1-1 0,-1-1 0,1-1 0,-1-1 0,0-1 0,0-1 0,36-11 0,-6 1 0,-44 13 0,0-1 0,0 0 0,0-1 0,0 0 0,-1 0 0,1-1 0,-1 0 0,0 0 0,0-1 0,0 0 0,0 0 0,8-9 0,4-7 0,-12 13 0,0 0 0,-1 0 0,0-1 0,0 1 0,-1-2 0,0 1 0,0-1 0,8-19 0,1-14 0,-12 37 0,-1 0 0,0 0 0,0 0 0,0 0 0,0-1 0,-1 1 0,0 0 0,0-10 0,-1 10 0,-1 1 0,0-1 0,0 0 0,0 1 0,-1-1 0,1 1 0,-1 0 0,-1 0 0,-2-6 0,-9-22 0,11 28 0,0 1 0,1 0 0,-1 0 0,-1 1 0,1-1 0,0 1 0,-1-1 0,0 1 0,0 0 0,0 1 0,0-1 0,0 0 0,0 1 0,-1 0 0,1 0 0,-1 1 0,-5-2 0,-11-4 0,-1 2 0,-26-5 0,31 8 0,1 0 0,-1 1 0,0 0 0,1 1 0,-1 2 0,0-1 0,1 2 0,0 0 0,-28 9 0,-4 5 0,22-9 0,0 1 0,0 2 0,1 0 0,1 1 0,0 2 0,-31 23 0,46-29 0,-2-1 0,1 1 0,1 1 0,-1 0 0,2 0 0,-1 1 0,1 0 0,0 0 0,1 1 0,1 0 0,0 0 0,-7 18 0,-1 8-566,11-33 341,1-1-1,0 1 1,1 0-1,-1 0 1,1 0 0,0 0-1,0 1 1,0-1-1,0 0 1,1 0 0,0 1-1,0-1 1,0 0-1,0 1 1,2 7-1,37 92-12302,-37-96 11334,7 13-2452,30 5-1113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44.2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525 507 9732,'-7'-3'1292,"-1"0"-1,1-1 0,-1 0 0,1 0 0,-8-7 1,4 1-313,0 0 0,1-1 0,-13-19 0,-12-12 1206,29 35-1817,1 1 0,0-1-1,0-1 1,1 1 0,-1-1-1,2 0 1,-1 0-1,-4-16 1,7 20-203,0 0-1,0 0 1,1-1-1,-1 1 1,1 0-1,0 0 1,0-1-1,1 1 1,-1 0-1,1 0 1,0 0-1,0 0 1,1 0-1,-1 0 1,1 0-1,-1 0 1,1 0-1,1 0 1,-1 1-1,5-7 1,-2 4 62,-1 0 0,1-1 0,-1 0 0,-1 0 1,6-13-1,-7 14-131,0 0 1,1 0-1,0 0 0,0 1 0,0-1 1,0 1-1,1 0 0,0 0 0,0 0 1,7-6-1,0 2-96,1 0 0,0 1 0,1 0 0,0 1 0,0 0 0,0 1 0,1 1 0,0 0 0,0 0 0,0 2 0,0 0 0,1 0 0,-1 1 0,20 1 0,-30 1 0,5-1 0,0 2 0,1-1 0,-1 1 0,14 3 0,-19-3 0,0 1 0,-1-1 0,1 1 0,-1 0 0,0 0 0,1 0 0,-1 0 0,0 0 0,0 1 0,0-1 0,-1 1 0,1 0 0,-1 0 0,4 6 0,-2-4 0,-1 0 0,0 0 0,-1 0 0,0 1 0,1-1 0,-2 1 0,1-1 0,-1 1 0,1 0 0,-2 0 0,1 0 0,-1-1 0,0 12 0,-1-6 0,0 0 0,-1 0 0,0 0 0,0 0 0,-1-1 0,-1 1 0,-6 14 0,-43 73 0,14-29 0,27-42 0,-2 0 0,0-2 0,-24 33 0,-35 40 0,-106 190 0,172-273 0,0 2 0,1-1 0,-7 32 0,-12 30 0,21-69 0,1 1 0,0 0 0,1 0 0,-1 0 0,2 1 0,0-1 0,0 0 0,1 1 0,0-1 0,0 0 0,2 1 0,-1-1 0,1 0 0,7 20 0,-3 2 0,-6-30 0,0 1 0,0-1 0,1 1 0,-1-1 0,1 1 0,-1-1 0,1 0 0,0 0 0,0 1 0,0-1 0,0 0 0,0 0 0,1 0 0,-1 0 0,1 0 0,-1 0 0,1 0 0,0-1 0,0 1 0,3 2 0,12 9 0,-11-8 0,-1 0 0,1-1 0,0 0 0,1 0 0,-1-1 0,1 0 0,6 2 0,-10-3 0,0-1 0,0 0 0,0 0 0,0 0 0,0 0 0,0-1 0,0 1 0,0-1 0,0 0 0,0 1 0,0-2 0,0 1 0,1 0 0,-1-1 0,0 1 0,0-1 0,4-1 0,6-2 0,5 2 0,-15 2 0,1 0 0,0-1 0,-1 1 0,1-1 0,0 0 0,-1 0 0,1 0 0,-1-1 0,0 1 0,1-1 0,-1 0 0,6-4 0,5-6 0,-11 10 0,0-1 0,1 1 0,-2-1 0,1 0 0,0 1 0,-1-1 0,1-1 0,-1 1 0,0 0 0,0-1 0,0 1 0,0-1 0,-1 1 0,2-7 0,19-35 0,-19 42 0,-1-1 0,1 0 0,-1 0 0,0 0 0,0 0 0,0-1 0,0 1 0,-1 0 0,0-1 0,0 0 0,0 1 0,0-1 0,-1 1 0,0-1 0,0 0 0,0 1 0,0-1 0,-1 0 0,0 1 0,0-1 0,-2-4 0,-5-9 0,-1 1 0,-17-27 0,1 3 0,19 32 0,0-1 0,0 2 0,0-1 0,-1 1 0,-1 0 0,1 0 0,-18-12 0,0 4 0,-42-22 0,20 13 0,8 7-791,-1 2-1,-1 2 1,0 2 0,-55-9 0,57 18-7969,26 3 4289,-14 0-2977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57.1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29 352 2689,'-2'-1'418,"0"0"-1,0 0 0,0 0 1,0-1-1,1 1 0,-1 0 1,1-1-1,-1 0 1,1 1-1,-1-1 0,1 0 1,0 0-1,0 0 1,0 1-1,0-1 0,0 0 1,0-3-1,-2-40 7404,3 25-6971,2 12-581,-1 1 1,1 0 0,0-1-1,0 1 1,1 0-1,0 1 1,0-1 0,1 0-1,0 1 1,0 0 0,0 0-1,1 0 1,6-6 0,-4 3 280,1 1 1,0 1 0,0-1 0,1 1-1,0 1 1,0 0 0,0 0 0,17-7 0,164-57 4611,-180 66-5162,0 1 0,0 1 0,0-1 0,0 2 0,1-1 0,-1 2 0,0-1 0,1 1 0,-1 1 0,0 0 0,1 0 0,17 5 0,-11 0 0,0 0 0,0 0 0,0 2 0,-1 0 0,0 1 0,16 12 0,-20-11 0,-1 1 0,0 1 0,-1 0 0,0 0 0,-1 1 0,0 0 0,13 28 0,-18-33 0,2 5 0,-1 1 0,0 0 0,-1 0 0,-1 0 0,0 0 0,-1 1 0,-1 0 0,0-1 0,-1 1 0,-2 19 0,1 5 0,1-31 0,-1 0 0,0 0 0,-1 0 0,1 0 0,-1 0 0,-1 0 0,-3 8 0,-9 30 0,10-25 0,-1 0 0,0 0 0,-19 39 0,3 3 0,19-52 0,0 1 0,-1-1 0,0 1 0,-7 12 0,-13 12 0,18-28 0,0 0 0,0 0 0,1 1 0,1 0 0,0-1 0,-5 15 0,5-11 0,0 0 0,-1-1 0,0 0 0,-1 0 0,0-1 0,-11 15 0,16-24 0,0 0 0,0 0 0,0 0 0,1 1 0,-1-1 0,0 0 0,1 1 0,-1-1 0,1 0 0,0 1 0,-1-1 0,1 0 0,0 1 0,0-1 0,0 1 0,0-1 0,0 1 0,0-1 0,0 0 0,0 1 0,1-1 0,-1 1 0,0-1 0,1 0 0,-1 1 0,1-1 0,0 0 0,-1 0 0,1 1 0,0-1 0,0 0 0,0 0 0,0 0 0,0 0 0,0 0 0,0 0 0,0 0 0,0 0 0,0-1 0,1 1 0,-1 0 0,0-1 0,0 1 0,1-1 0,1 1 0,5-1 0,-1-2 0,1 1 0,0-1 0,-1 0 0,1 0 0,-1-1 0,9-5 0,38-11 0,-35 17 0,-15 2 0,0 0 0,0-1 0,0 1 0,0-1 0,0 0 0,0 0 0,-1-1 0,1 1 0,0-1 0,6-3 0,90-39 0,-66 31 0,39-20 0,29-20 0,-38 17-4249,-48 28 2109,1 0 0,-2-2 0,1 1 1,-1-2-1,-1 0 0,20-19 1,-31 26 1600,1 0 0,-1 1 1,1-1-1,0 1 0,1 0 1,-1 0-1,0 0 1,1 1-1,0 0 0,0-1 1,5 0-1,27-14-3087,-16 2 192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57.4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357 117 4642,'0'-5'1231,"-1"0"0,0 0 0,0 0 0,0-1 0,-1 1 0,-2-6 0,-5-23 3062,9 33-4197,0 0-1,-1 0 1,1 0-1,0 0 1,-1 1 0,1-1-1,-1 0 1,1 0-1,-1 0 1,1 0-1,-1 1 1,1-1 0,-1 0-1,0 1 1,0-1-1,1 0 1,-1 1 0,0-1-1,0 1 1,0-1-1,1 1 1,-1 0-1,-2-1 1,-12-10 1382,12 9-958,0 0 1,0 1-1,0 0 0,0-1 0,0 1 0,0 0 0,0 0 0,0 1 0,-1-1 0,1 1 0,0-1 0,0 1 0,-1 0 0,1 0 0,-6 1 0,1-1 81,4 1-504,0 1 0,0-1 0,0 1 0,0-1 0,0 1 0,1 0 0,-1 0 0,1 1 0,-1-1 0,1 1-1,0 0 1,0-1 0,0 1 0,0 1 0,1-1 0,-1 0 0,1 1 0,0-1 0,0 1 0,0 0 0,0 0 0,1-1 0,0 1 0,-1 0 0,0 7 0,2-6-97,0 1 0,1-1 0,0 1 0,-1 0 0,2-1 0,-1 0 0,1 1 0,-1-1 0,2 0 0,-1 1 0,0-1 0,1-1 0,0 1 0,0 0 0,1-1 0,-1 1 0,1-1 0,0 0 0,5 5 0,-8-9 0,13 16 0,0 0 0,2-1 0,-1-1 0,2 0 0,27 16 0,78 55 0,-88-63 0,47 39 0,-57-41 0,-21-18 0,1 1 0,-1 0 0,0 0 0,-1 1 0,1-1 0,0 0 0,-1 1 0,3 4 0,11 15 0,-15-20 0,0 1 0,1-1 0,-2 1 0,1 0 0,0-1 0,-1 1 0,1 0 0,-1 0 0,0-1 0,-1 1 0,1 0 0,-1-1 0,1 1 0,-1 0 0,0-1 0,-2 6 0,-6-3 0,8-5 0,-1 0 0,1 0 0,-1 1 0,1-1 0,0 0 0,0 0 0,-1 1 0,1-1 0,0 1 0,0-1 0,0 1 0,0-1 0,1 1 0,-2 2 0,-1 0 0,0 0 0,0 0 0,0-1 0,-1 1 0,1-1 0,-1 1 0,0-1 0,0-1 0,0 1 0,0 0 0,-1-1 0,1 0 0,-1 0 0,1 0 0,-10 2 0,-26 13 0,20-9 0,-1 0 0,0-1 0,0-1 0,-40 6 0,15-2 0,35-8-101,0-1-1,0 1 1,0-2 0,0 1-1,-18-3 1,-1 0-836,17 2-594,0-1-1,0 0 0,1-1 1,-1 0-1,1-1 0,-1-1 1,1 0-1,-12-6 0,15 5-383,1-1 0,1 0-1,-1 0 1,1-1 0,-8-9-1,-2-4-342,13 3-1365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57.6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1 612 800,'42'-79'8191,"-33"27"-3568,8 31-3336,5-11 345,-18 23-1269,-1 1 0,1-1 1,1 1-1,-1 0 0,2 0 0,-1 0 0,1 1 1,0 0-1,0 0 0,1 1 0,0-1 1,0 1-1,12-7 0,-6 3 352,107-69 4066,63-29-1018,-108 67-3596,-49 28-952,48-17 1,-55 23-505,31-12-7622,-38 16 6107,10-2-4975,-9 4 6168,7 1-1836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57.9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217 16 1969,'0'-3'11493,"-4"-10"-6090,4 13-5352,-1 0 0,1 0 0,-1 0 1,1 0-1,-1 0 0,1 0 0,-1 0 1,0 0-1,1 0 0,-1 0 1,1 1-1,-1-1 0,1 0 0,-1 0 1,1 0-1,-1 1 0,1-1 0,-1 0 1,1 0-1,-1 1 0,1-1 0,0 1 1,-1-1-1,1 0 0,0 1 0,-1-1 1,1 1-1,0-1 0,-1 1 0,1-1 1,0 1-1,0-1 0,-1 1 1,1-1-1,0 1 0,0-1 0,0 1 1,0-1-1,0 1 0,0-1 0,0 2 1,-5 2 326,2-2-178,-1-1-1,1 1 1,0 0-1,0 0 0,0 1 1,0-1-1,0 1 0,0-1 1,0 1-1,1 0 0,0 0 1,-1 0-1,1 0 1,1 1-1,-1-1 0,0 0 1,1 1-1,-1-1 0,1 1 1,0 0-1,0 4 0,0 2 308,-1-1 0,1 1 0,-1-1-1,-1 1 1,0-1 0,0 1 0,-6 10-1,5-11-139,0 0-1,1 0 0,0 0 1,0 0-1,1 1 0,0-1 1,0 13-1,2 22-366,1-4 0,-2 0 0,-1 0 0,-12 61 0,10-74 0,1 0 0,2-1 0,0 1 0,5 30 0,-2 8 0,-2-60-210,0 0 0,0 1 0,-1-1 1,1 0-1,-1 0 0,0 0 0,-1 0 0,1 0 0,-1 0 0,0 0 1,0 0-1,-5 7 0,2-3-402,-2 41-6370,-1-41 4316,8-8 2351,-1 0 0,0 0-1,0 0 1,1-1 0,-1 1-1,0 0 1,1 0 0,-1 0-1,1 0 1,0 0 0,-1 0-1,1 0 1,0 0 0,-1 0-1,1 0 1,0 0 0,0 0 0,0 0-1,0 2 1,0-1 19,0-1 0,0 0 0,0 0 0,0 1 0,0-1 0,0 0 0,0 0 0,-1 1 0,1-1 0,0 0 0,-1 0 0,1 0 0,-1 1 0,-1 1 0,-21 1-3727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58.1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49 148 7235,'0'-1'720,"0"0"0,0 0-1,-1 0 1,1 0-1,-6-10 9356,4 9-9355,1 1-318,0 1 1,0-1 0,0 0 0,1 0-1,-1 0 1,0 0 0,1 1 0,-1-1 0,1 0-1,-1 0 1,1 0 0,-1 0 0,1 0-1,0-1 1,-1 1 0,1 0 0,0 0-1,0 0 1,0 0 0,0-1 0,0 1-351,0 1-1,-1-1 1,1 1 0,0-1 0,0 1 0,-1-1 0,1 1 0,0 0-1,-1-1 1,1 1 0,-1-1 0,1 1 0,0 0 0,-1 0 0,1-1-1,-1 1 1,1 0 0,-1 0 0,1-1 0,-1 1 0,1 0 0,-1 0-1,1 0 1,-1 0 0,1 0 0,-1-1 0,1 1 0,-1 0 0,1 0-1,-1 1 1,0-1 0,0 0-39,1 0-1,-1 0 0,1 0 1,-1 0-1,1 0 1,-1 0-1,1 0 0,-1 0 1,1 0-1,-1 0 1,1 0-1,-1-1 1,1 1-1,-1 0 0,1 0 1,-1 0-1,1-1 1,-1 1-1,1 0 1,0-1-1,-1 1 0,1 0 1,-1-1-1,1 1 1,0-1-1,-1 1 1,1 0-1,0-1 0,0 1 1,-1-1-1,1 0 1,0 0 4,-1 0 0,1 0 1,0 0-1,0 0 0,0 0 1,0 0-1,0 0 1,0 0-1,0 0 0,1 0 1,-1 0-1,0 0 0,0 0 1,1 0-1,-1 0 0,1 0 1,-1 0-1,1 0 0,-1 0 1,1 0-1,0 0 0,-1 1 1,1-1-1,0 0 0,0 1 1,-1-1-1,1 0 0,0 1 1,0-1-1,0 1 0,0-1 1,0 1-1,0-1 1,0 1-1,0 0 0,0 0 1,1-1-1,1 0-55,-2 1 38,-1-1 1,1 1-1,-1-1 0,0 1 0,1 0 0,-1-1 0,1 1 0,-1-1 1,0 1-1,1-1 0,-1 0 0,0 1 0,0-1 0,0 1 0,1-1 1,-1 1-1,0-1 0,0 0 0,0 1 0,0-1 0,0 0 0,0 1 0,0-2 1,2-8-2,-1 8-479,0 1 1,0-1-1,1 0 1,-1 0-1,1 0 0,-1 1 1,1-1-1,-1 1 1,1-1-1,0 1 1,0 0-1,0 0 0,-1 0 1,1 0-1,0 0 1,1 0-1,-1 0 0,0 1 1,0-1-1,3 0 1,10 0-6906,2-5 3161,-2 3 1125,-10 3-839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58.4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3185,'47'16'4274,"-28"-16"-64,9 11 2001,-9 4-1409,9-15 865,0 11-1249,-9-11-4418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0.0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114 199 4658,'-28'-17'6236,"25"16"-5573,0-1-1,0 1 1,0-1-1,0 0 1,0 0-1,0 0 1,0 0-1,1-1 1,-1 1-1,-2-4 1,3 2-209,0 1 0,1 0 1,-2 0-1,1 0 1,0 1-1,0-1 0,-1 0 1,0 1-1,1-1 0,-1 1 1,0 0-1,0 0 1,0 0-1,0 1 0,-7-4 1,6-1 2270,5 13-1622,-1-2-1015,-1 2 174,1 1-1,0-1 1,0 1-1,1 0 1,0-1-1,0 1 0,1-1 1,0 0-1,0 1 1,1-1-1,-1 0 1,5 7-1,-2-6-261,0 1 0,0 1 0,-1-1 0,-1 1 0,5 15 0,9 24 0,83 125 0,-93-160 0,1 0 0,0-1 0,1 0 0,0 0 0,1-1 0,0 0 0,1-1 0,0 0 0,17 11 0,9 12 0,3 0 0,-20-18 0,-20-15 0,1 0 0,0 0 0,0 0 0,0 0 0,0-1 0,0 1 0,0 0 0,0 0 0,0-1 0,0 1 0,1-1 0,-1 1 0,0-1 0,0 0 0,0 1 0,1-1 0,-1 0 0,0 0 0,0 0 0,1 0 0,1 0 0,2 0 0,0 0 0,0 0 0,-1 0 0,1-1 0,0 0 0,0 0 0,-1 0 0,1-1 0,6-3 0,-9 4 0,-1 0 0,1 0 0,-1 0 0,1 0 0,-1-1 0,1 1 0,-1-1 0,0 1 0,1-1 0,-1 1 0,0-1 0,0 0 0,0 0 0,-1 1 0,1-1 0,0 0 0,-1 0 0,1 0 0,-1 0 0,1 0 0,-1 0 0,0 0 0,0-3 0,9-41 0,-7 40 0,0-1 0,0 0 0,-1 0 0,0 1 0,1-10 0,0-55 0,0 35 0,-2 1 0,-7-65 0,-1 44 0,3 0 0,2-59 0,3-15-160,16 140-3058,-2 7-248,-12-14 2899,1 0 0,-1 0 0,0 0 0,0 1 0,0-1 0,0 0 0,0 1 0,1 5 0,0-3-127,0 0 0,0 0-1,1 0 1,0-1 0,0 1 0,5 4-1,-5-6 269,0 1-1,-1-1 0,0 1 1,1 0-1,-1 0 0,-1 0 1,4 9-1,-1 0-355,1 0 1,0 0-1,1-1 1,0 0-1,16 21 1,47 51-178,-63-78 967,0 0-1,0-1 1,1 0 0,0 0-1,0 0 1,0-1 0,1-1-1,-1 1 1,16 4-1,26 14 613,-46-21-425,1 0 0,-1 0-1,1-1 1,0 1-1,0-1 1,0 0-1,-1-1 1,1 1-1,0-1 1,0 0-1,0 0 1,0 0-1,0-1 1,0 0-1,0 0 1,9-3-1,5-3 1782,-2 0 0,35-20 0,-44 22-1126,-3 1-245,0 0 0,0 0 0,-1-1 1,1 0-1,-1 0 0,0 0 0,0 0 0,-1 0 0,0-1 0,0 0 0,3-7 1,-2 3 379,0 0 1,0 1 0,-1-1-1,-1 0 1,0-1 0,1-19-1,-2 20-882,-1 0 0,-1 1 0,0-1 0,0 0 0,-1 1-1,0-1 1,0 1 0,-5-11 0,0-12-103,7 30 0,0 0 0,-1-1 0,1 1 0,0-1 0,-1 1 0,0 0 0,0 0 0,1-1 0,-1 1 0,0 0 0,-1 0 0,1 0 0,0 0 0,-1 0 0,1 0 0,-1 0 0,1 0 0,-1 1 0,0-1 0,-2-1 0,-17-14 0,20 15 0,0 0 0,-1 1 0,1-1 0,-1 0 0,0 1 0,0-1 0,1 1 0,-1 0 0,0-1 0,0 1 0,0 0 0,0 0 0,0 1 0,-1-1 0,1 0 0,0 1 0,0-1 0,-1 1 0,1-1 0,0 1 0,0 0 0,-1 0 0,1 0 0,0 1 0,-1-1 0,1 0 0,0 1 0,0 0 0,0-1 0,-1 1 0,1 0 0,0 0 0,0 0 0,0 0 0,-2 2 0,1-1 0,-1-1 0,1 2 0,-1-1 0,1 0 0,0 0 0,0 1 0,0 0 0,0 0 0,0 0 0,0 0 0,1 0 0,0 0 0,0 1 0,0-1 0,0 1 0,-2 5 0,3-8 0,-14 17 0,13-15 0,-1 0 0,0 0 0,1 0 0,0 0 0,-1 0 0,1 1 0,0-1 0,1 0 0,-3 6 0,-22 66 0,24-69 0,0 0 0,0 1 0,1-1 0,0 1 0,0-1 0,1 1 0,0 0 0,0-1 0,2 14 0,0 8 0,-4 5 0,1-25 0,0-1 0,0 1 0,1 0 0,0 0 0,1 0 0,0-1 0,0 1 0,0 0 0,5 11 0,10 3 0,-14-20 0,1 1 0,0 0 0,-1 0 0,0 0 0,0 1 0,0-1 0,0 0 0,0 1 0,-1 0 0,1-1 0,-1 1 0,1 4 0,-2-8 0,-1 1 0,1 0 0,0 0 0,0 0 0,0-1 0,0 1 0,0 0 0,0 0 0,0-1 0,1 1 0,-1 0 0,0 0 0,0 0 0,1-1 0,-1 1 0,0 0 0,1-1 0,-1 1 0,0 0 0,1-1 0,-1 1 0,1 0 0,-1-1 0,1 1 0,0-1 0,-1 1 0,1-1 0,-1 1 0,1-1 0,0 0 0,-1 1 0,1-1 0,0 0 0,0 1 0,-1-1 0,1 0 0,0 0 0,0 0 0,0 0 0,-1 0 0,1 1 0,0-2 0,0 1 0,-1 0 0,1 0 0,0 0 0,0 0 0,0 0 0,-1-1 0,1 1 0,0 0 0,-1 0 0,1-1 0,0 1 0,-1-1 0,1 1 0,0-1 0,-1 1 0,1-1 0,0 0 0,4-2 0,1-1 0,-2 1 0,1-1 0,0 0 0,-1 0 0,6-8 0,-9 10 0,0 0 0,0 0 0,-1 0 0,1 0 0,-1 0 0,1 0 0,-1 0 0,0 0 0,1 0 0,-1 0 0,-1-3 0,4-19 0,2 5 0,-1 0 0,-1 0 0,0 0 0,-2-1 0,-1-38 0,0 29 0,0 26 0,0-1 0,0 1 0,0-1 0,1 0 0,0 1 0,-1-1 0,1 1 0,1-1 0,-1 1 0,0 0 0,1 0 0,3-6 0,-3 7 0,0-1 0,-1 0 0,1 0 0,-1 0 0,0-1 0,0 1 0,0 0 0,0 0 0,0-1 0,-1 1 0,1-1 0,-1-4 0,0 1 0,1-39 0,4 35 0,4 24 0,11 25 0,37 56 0,-7-16 0,-41-65 0,0-1 0,20 21 0,-7-9 0,28 31 62,-34-39-174,0 1 1,20 31 0,10 7-3902,8-5-6800,-41-31 6949,-1 2-1617,12-5 1607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0.1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123 198 11445,'0'-7'1930,"0"1"1,-1 0-1,0-1 0,0 1 0,0-1 0,-1 1 0,-3-10 1,1 9-1005,0 0 1,0 0 0,-1 0-1,0 0 1,-8-8 0,-9-22-533,21 34-399,0 0 0,0 0-1,-1 0 1,1 1 0,-1-1 0,0 0-1,0 0 1,0 1 0,0 0-1,-1-1 1,1 1 0,0 0-1,-6-3 1,-1-1 5,-3 2 0,10 26 0,2-21 0,0 1 0,0-1 0,0 1 0,1-1 0,-1 1 0,0-1 0,1 1 0,-1-1 0,1 0 0,0 1 0,-1-1 0,1 0 0,0 0 0,0 1 0,0-1 0,0 0 0,0 0 0,2 2 0,7 10 0,4 19 0,25 44 0,11 13 0,-32-54 0,1 0 0,2-2 0,2 0 0,29 33 0,-46-59-556,-1 0-1,1 1 1,-2 0-1,1-1 1,-1 1-1,0 1 1,-1-1-1,3 10 1,-3-9-390,0 0-1,1 0 1,0 0 0,1-1 0,0 0-1,6 10 1,-3-7-2040,0 1 1,-1 1-1,9 23 0,-11-25 128,-2 14-3380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0.8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31 286 7347,'-1'-14'10573,"-1"4"-4466,-12-11 353,8 14-5034,5 6-1407,1 1 0,-1 0 0,1 0 0,-1 0-1,1-1 1,0 1 0,-1 0 0,1 0 0,0-1 0,-1 1-1,1 0 1,0-1 0,-1 1 0,1 0 0,0-1 0,0 1-1,-1-1 1,1 1 0,0 0 0,0-1 0,0 1 0,0-1-1,0 1 1,0-1 0,-1 1 0,1-1 0,0 1 0,0 0-1,0-1 1,0 1 0,1-1 0,-1 1 0,0-1-1,0 1 1,0-1 0,0 1 0,0 0 0,0-1 0,1 1-1,-1-1 1,0 1 0,0 0 0,1-1 0,-1 1 0,0 0-1,1-1 1,-1 1 0,0 0 0,1-1 0,-1 1 0,1 0-1,0-1-24,0 1 0,0 0 0,0 0-1,0 0 1,0 0 0,0 0 0,0 0-1,0 0 1,0 0 0,0 0-1,0 0 1,0 1 0,0-1 0,-1 0-1,1 1 1,0-1 0,0 1 0,0-1-1,1 2 1,0 0 6,0 0 0,0 1 0,0-1 0,0 1 0,-1 0 0,1 0 0,-1-1 0,0 1 0,2 6 0,7 13 0,61 44 0,-18-8 0,-42-44 0,1 0 0,1-1 0,1 0 0,28 21 0,-27-24 0,0-1 0,0-1 0,1 0 0,0-2 0,1 1 0,-1-2 0,1 0 0,1-1 0,-1-1 0,34 2 0,-46-5 0,0 0 0,1 0 0,-1-1 0,0 0 0,1 0 0,-1 0 0,0-1 0,0 0 0,0 0 0,0 0 0,0-1 0,0 1 0,-1-1 0,1 0 0,-1-1 0,0 1 0,0-1 0,0 0 0,0 1 0,-1-2 0,0 1 0,1 0 0,-2-1 0,1 0 0,0 1 0,-1-1 0,0 0 0,0 0 0,0 0 0,1-10 0,3-15 0,-2 1 0,-1 0 0,-1-1 0,-3-44 0,1 35 0,0 32 0,0-10 0,0-1 0,0 1 0,-2 0 0,0-1 0,-1 1 0,-6-18 0,4 5 0,5 28 0,0 0 0,0 1 0,-1-1 0,1 0 0,0 1 0,0-1 0,-1 0 0,1 1 0,-1-1 0,0 1 0,1-1 0,-1 1 0,0-1 0,0 1 0,0-1 0,0 1 0,0 0 0,0-1 0,0 1 0,-1 0 0,1 0 0,0 0 0,-1 0 0,1 0 0,0 0 0,-4-1 0,3 1 0,0 0 0,-1 0 0,1 0 0,0 1 0,-1-1 0,1 1 0,0-1 0,-1 1 0,1 0 0,-1 0 0,1 0 0,-1 0 0,1 1 0,0-1 0,-1 1 0,1-1 0,-1 1 0,1 0 0,0 0 0,0 0 0,0 0 0,-1 0 0,1 0 0,0 1 0,0-1 0,-3 4 0,-6 5 0,0 1 0,0 1 0,-12 16 0,2-2 0,17-20 0,0 1 0,0 0 0,1 0 0,0 0 0,0 0 0,1 1 0,0 0 0,0-1 0,0 1 0,1 0 0,1-1 0,-1 1 0,1 0 0,0 0 0,3 10 0,-3 9 0,1-18 0,1-1 0,0 0 0,0 1 0,0-1 0,1 0 0,1 0 0,0 0 0,0 0 0,0-1 0,1 0 0,0 0 0,0 0 0,6 6 0,12 17 0,-17-20 0,1-1 0,1 0 0,-1-1 0,2 0 0,-1 0 0,1 0 0,0-1 0,1-1 0,0 1 0,20 9 0,-2-6 0,1 0 0,58 11 0,-70-15 0,-15-5 0,0 0 0,0 0 0,0 0 0,0-1 0,0 1 0,0 0 0,0-1 0,1 0 0,-1 0 0,0 1 0,0-1 0,0 0 0,0-1 0,0 1 0,0 0 0,3-1 0,28-5 0,-21 5 0,0-1 0,0 0 0,0-1 0,23-8 0,29-17 0,-51 19 0,-12 8 0,0 1 0,0-1 0,0 1 0,0-1 0,0 0 0,0 1 0,0-1 0,0 0 0,0 0 0,0 0 0,0 0 0,-1 0 0,1 0 0,0 0 0,-1 0 0,1 0 0,-1 0 0,1 0 0,-1 0 0,1 0 0,-1-1 0,0 1 0,1 0 0,-1-2 0,0 4 0,0-1 0,0 1 0,0 0 0,0 0 0,0 0 0,0 0 0,0-1 0,0 1 0,-1 0 0,1 0 0,0 0 0,-1 0 0,1-1 0,0 1 0,-1 0 0,1 0 0,-1-1 0,1 1 0,-1 0 0,1-1 0,-1 1 0,0-1 0,1 1 0,-1-1 0,0 1 0,1-1 0,-1 1 0,0-1 0,0 1 0,0-1 0,1 0 0,-1 0 0,0 1 0,0-1 0,0 0 0,0 0 0,1 0 0,-1 0 0,0 0 0,0 0 0,0 0 0,0 0 0,1 0 0,-1 0 0,-2-1 0,2 1-272,0 0-1,-1 0 1,1 0 0,0 0-1,0 0 1,-1 0-1,1 1 1,0-1 0,0 0-1,-1 1 1,1-1 0,0 1-1,0 0 1,0-1-1,0 1 1,-2 1 0,2-1-195,-1 0 1,1 0-1,-1 0 1,1 0-1,-1-1 1,1 1-1,-1 0 1,1-1-1,-1 1 1,0-1-1,1 0 1,-1 1-1,0-1 1,1 0 0,-1 0-1,-2 0 1,-10 0-2771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3.2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602 3102 1809,'1'19'16682,"-1"-42"-11808,0 13-4130,0 0 0,0 1 0,-1-1-1,-4-13 1,-4 11 169,7 11-800,1 0 0,0-1 0,0 1 1,0 0-1,0-1 0,0 1 1,0-1-1,0 1 0,0-1 0,1 1 1,-1-1-1,1 0 0,-1 1 0,1-1 1,-1 0-1,1 0 0,0 1 0,0-1 1,0-3-1,0-8 304,-1-1 1,-1 1-1,0 0 1,-1-1-1,-5-14 1,7 19-418,-1 1 0,1-1 0,1 0 0,-1 0 0,2-12 0,0 13 0,-1-1 0,0 0 0,0 1 0,-1-1 0,-2-11 0,-6-7 0,6 19 0,0 0 0,1 0 0,0 0 0,0 0 0,1-1 0,-1-12 0,3-36 0,1 28 0,-2 1 0,-8-57 0,0 46 0,3 18 0,1 0 0,1-1 0,0-24 0,-16-304 0,17 297 0,-10-53 0,5 54 0,0-56 0,-12-225 0,17 271 0,-13-73 0,1 19 0,-23-145 0,35 247 0,-6-138 0,-7-56 0,14 195 0,0-1 0,-1 1 0,-1 0 0,-5-17 0,5 17 0,0 1 0,0-1 0,1 0 0,0-18 0,-7-52 0,5 61 0,1-2 0,0-22 0,3 24 0,0 13 0,0 12 0,-5 18 0,1-16 0,2-2 0,0 0 0,0 1 0,0-1 0,0 0 0,0 1 0,1-1 0,-1 0 0,1 1 0,0 0 0,0-1 0,1 1 0,-1 0 0,1-1 0,0 6 0,-3 20 0,0 1 0,-15 56 0,-9-16 0,4-15 0,7-2 0,2 2 0,-7 60 0,16-91 0,-1 0 0,0 0 0,-2-1 0,-14 31 0,9-24 0,-13 47 0,5 15 0,19-66 0,-3 3 0,4-29 0,-17 28 0,12-11 0,6-17 0,0 0 0,0 1 0,0-1 0,0 0 0,0 0 0,0 1 0,0-1 0,0 0 0,0 0 0,0 0 0,0 1 0,0-1 0,0 0 0,0 0 0,0 1 0,0-1 0,0 0 0,0 0 0,0 1 0,1-1 0,-1 0 0,0 0 0,0 0 0,0 1 0,0-1 0,0 0 0,1 0 0,-1 0 0,0 0 0,0 0 0,0 1 0,1-1 0,-1 0 0,0 0 0,0 0 0,1 0 0,-1 0 0,0 0 0,0 0 0,1 0 0,-1 0 0,0 0 0,0 0 0,1 0 0,0 0 0,0 0 0,0-1 0,0 1 0,0-1 0,1 1 0,-1-1 0,0 0 0,0 1 0,0-1 0,-1 0 0,1 0 0,0 0 0,0 1 0,0-1 0,-1 0 0,1 0 0,0 0 0,-1 0 0,1 0 0,-1-1 0,1 1 0,0-2 0,12-37 0,-7 21 0,15-29 0,-16 37 0,0 0 0,-1 0 0,0-1 0,4-15 0,-1-9 0,3 0 0,0 1 0,3 1 0,1 0 0,1 0 0,2 2 0,22-34 0,-8 0 0,-29 64 0,0 0 0,-1 0 0,1 0 0,1 0 0,-1 0 0,0 0 0,0 1 0,1-1 0,-1 1 0,5-2 0,4-4 0,-8 5 0,0 0 0,0 0 0,0 1 0,1-1 0,-1 1 0,0 0 0,1 0 0,-1 0 0,0 0 0,1 0 0,-1 1 0,1-1 0,0 1 0,-1 0 0,1 0 0,-1 1 0,1-1 0,-1 1 0,1 0 0,-1 0 0,1 0 0,-1 0 0,4 2 0,6 2 0,-1 1 0,0 0 0,0 1 0,-1 0 0,13 10 0,-1 0 0,2-2 0,48 23 0,-2-2 0,-15-4-1994,-11-5-4014,1-3-1,73 29 0,-76-42 641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3.7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0 5266,'0'0'8783,"0"18"-8020,-1 54 640,-1-26 31,8 85 0,54 221 767,-47-273-2103,-6-44-256,-2 0 0,1 39 0,-6 54-3114,0 160-10978,0-259 12609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4.0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31 218 1873,'1'-9'580,"-1"1"1,0-1-1,-1 0 1,0 1-1,0-1 1,-1 0-1,0 1 1,-1 0-1,0-1 1,0 1-1,-5-9 1,6 13-393,1-1 0,0 0 1,0 0-1,0 1 0,0-1 1,1 0-1,0 0 1,0 0-1,0 0 0,1 0 1,-1 0-1,1 1 0,0-1 1,3-6-1,0 8 21,0 0-1,0 0 1,0 0-1,0 1 1,1-1 0,-1 1-1,1 0 1,-1 1-1,1-1 1,0 1-1,0 0 1,0 0 0,0 0-1,0 1 1,0-1-1,0 1 1,6 1 0,10 2 1286,-1 0 0,40 13 0,-39-10-1152,3 2 136,1 2 1,-1 1-1,-1 0 1,0 2 0,-1 0-1,27 22 1,114 106 858,-142-118-1053,-1 1 1,-1 1-1,-1 0 0,-1 2 0,-1 0 1,19 47-1,-14-31 565,-12-25-387,-2 0 1,0 1 0,0 0-1,-2 0 1,5 36-1,-5-5 634,-3 52-1,-2-95-1092,-1 2-4,0 1 0,-1 0 0,0 0 0,0-1 0,-1 1 0,0-1 0,-1 0 0,0 0 0,-1 0 0,1-1 0,-2 1 0,1-1 0,-1 0 0,0-1 0,-1 1 0,-12 10 0,-6 4 0,-1-2 0,-1 0 0,-50 26 0,43-29 0,-1-2 0,-1-1 0,-64 15 0,-4 2 0,87-26-427,0-2 1,-1 1-1,1-2 1,-1-1-1,-33 0 1,40-1 29,11 0 184,-1 0 0,0 0 0,0 0 0,0 0 0,0 0 1,0 0-1,0 0 0,0 0 0,0 0 0,0 0 0,1-1 0,-1 1 0,0 0 0,0-1 0,0 1 1,0 0-1,1-1 0,-1 1 0,0-1 0,0 1 0,1-1 0,-1 0 0,0 1 0,0-2 0,1 1-124,0 0 0,0 0-1,0 0 1,0 1 0,0-1-1,0 0 1,0 0-1,0 0 1,1 0 0,-1 0-1,0 0 1,0 0 0,1 0-1,-1 1 1,1-1-1,-1 0 1,1 0 0,-1 1-1,1-2 1,22-23-6321,-9 12 4978,-10 10 2036,8-7-1298,1 1 1,0 1-1,0 0 0,0 0 1,1 1-1,26-8 0,-34 12 560,41-10-2355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4.4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160 350 1201,'90'-26'3245,"-68"22"-2122,0-2 0,0 0 0,-1-2 0,1 0 0,-2-2 0,1 0 0,25-17 0,-14 3 1661,-22 17-1548,-1 1 1,0-1-1,0-1 0,-1 0 1,9-10-1,-16 15-921,0 0 0,0 0 0,0 0 0,0-1 0,0 1 0,-1 0 0,1-1 0,-1 1 0,0 0 0,0-1 0,0 1 0,0-1 0,-1 1 0,0 0 0,1-1 0,-1 1 0,0 0 0,-1 0 0,1 0 0,0 0 0,-1 0 0,0 0 0,0 0 0,0 0 0,0 1 0,0-1 0,0 1 0,-5-5 0,-4-2-315,6 5 0,0 0 0,-1 0 0,1 0 0,0 1 0,-1 0 0,0 0 0,-9-3 0,-16-9 0,28 13 0,0 0 0,-1 0 0,1 0 0,-1 1 0,1-1 0,-1 1 0,0 0 0,1 0 0,-1 0 0,0 1 0,0-1 0,-4 1 0,-13 0 0,9-1 0,0 1 0,0 0 0,-1 1 0,1 0 0,0 1 0,0 1 0,-22 7 0,14-1 0,1 1 0,1 1 0,-1 1 0,-25 22 0,34-27 0,0 2 0,1 0 0,1 0 0,0 0 0,0 1 0,0 0 0,2 1 0,-1 0 0,-7 17 0,8-6 0,0 0 0,2 1 0,0 0 0,2 0 0,0-1 0,3 26 0,-1-39 0,1 0 0,0-1 0,0 1 0,1 0 0,0 0 0,1-1 0,0 1 0,1-1 0,-1 0 0,1 0 0,1 0 0,0-1 0,0 1 0,0-1 0,1 0 0,11 10 0,-9-9 0,1-1 0,0 0 0,0-1 0,0 0 0,1 0 0,0-1 0,0 0 0,1-1 0,-1 0 0,1-1 0,0 0 0,0-1 0,0 0 0,0 0 0,0-1 0,22-2 0,-12 2 0,-17 0 0,-1-1 0,1 0 0,0 0 0,0 0 0,0 0 0,0 0 0,0-1 0,0 1 0,-1-1 0,1 0 0,0-1 0,0 1 0,-1 0 0,1-1 0,-1 0 0,1 0 0,4-4 0,10-11-66,-1-1-1,0 0 1,-2-1 0,0-1 0,19-33-1,-22 33 113,-7 14-7,-1 0-1,0-1 0,-1 1 0,1-1 1,-1 0-1,-1 0 0,3-9 1,22-76 6,-24 78-45,-1 0 0,0 0 0,0-1 0,-2 1 0,1 0 0,-4-26 0,0-9 0,4 49 0,-1 0 0,1-1 0,-1 1 0,0 0 0,1 0 0,-1 0 0,1 0 0,-1 0 0,1 0 0,-1 0 0,1 0 0,-1 0 0,0 0 0,1 0 0,-1 1 0,1-1 0,-1 0 0,1 0 0,-1 0 0,0 0 0,1 1 0,-1-1 0,1 0 0,-1 0 0,0 1 0,1-1 0,-1 0 0,0 1 0,0-1 0,1 0 0,-1 1 0,0-1 0,0 1 0,1-1 0,-1 0 0,0 1 0,0-1 0,0 1 0,0 0 0,2 0 0,-1 1 0,1 0 0,-1 0 0,0 0 0,1 0 0,-1 0 0,-1 1 0,1-1 0,0 0 0,0 0 0,-1 1 0,1-1 0,-1 4 0,2 7 0,1 0 0,0 0 0,0 0 0,1-1 0,1 0 0,0 1 0,1-2 0,0 1 0,1-1 0,0 0 0,10 12 0,-7-10 31,-6-8-93,1 1 0,-1 0 0,0 0 0,0 0 0,-1 1 0,5 11 0,-7-13-439,1 0 0,0 0-1,0-1 1,0 1 0,1-1 0,-1 1-1,1-1 1,6 6 0,12 25-4299,-19-27 3325,1 0 0,0-1 0,1 1-1,0-1 1,0 0 0,7 9 0,-10-14 1170,0-1 0,0 0 0,1 0 0,-1 0 0,0 0 0,0 0 0,1 0 0,-1 0 0,0 0 0,1 0 0,-1-1 0,1 1 0,-1-1 0,1 1 0,-1-1 0,1 1 0,-1-1 0,1 0 0,-1 0 0,1 0 0,0 0 0,-1 0 0,1 0 0,-1 0 0,1 0 0,0-1 0,-1 1 0,1-1 0,-1 1 1,1-1-1,-1 1 0,3-3 0,12 2-997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4.6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1 819 160,'5'-8'105,"0"0"102,1 1 0,-1-2 0,-1 1 0,1-1 0,-2 1 0,1-1 0,2-11 0,6-32 2040,-6 31-1028,-1-1-1,-2 1 0,3-35 0,-6-85 3147,0-150 12116,0 162-13601,-1 138-2880,-1 32 0,2 1 0,6 45 0,33 95 0,-37-167 0,0 1 0,-1 27 0,2 18 0,7 35-2300,-5 129-9906,-5-210 11657,-3 48-5304,-13-7 493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5.1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1 350 4018,'0'-69'11723,"0"3"-7351,0 64-4287,0 0 0,0 0-1,1 0 1,-1 0-1,1-1 1,-1 1 0,1 0-1,0 0 1,0 0 0,0 1-1,0-1 1,0 0 0,0 0-1,1 0 1,-1 1 0,0-1-1,1 1 1,-1-1 0,1 1-1,3-3 1,40-18 696,-23 12-357,-6 2 31,0 0 1,0 1-1,0 1 0,1 0 1,0 1-1,0 1 0,0 1 0,23-2 1,101-29 3668,18 15-2675,-153 18-1449,0 0 0,0 0 0,0 0 0,0-1 0,-1 0 0,9-3 0,14-4 0,72-3 0,-98 12 0,0-1 0,0 1 0,1-1 0,-1 1 0,0 0 0,1 0 0,-1-1 0,0 2 0,0-1 0,1 0 0,-1 0 0,0 1 0,3 0 0,-5-1 0,1 1 0,-1-1 0,1 1 0,-1-1 0,0 0 0,1 1 0,-1-1 0,1 1 0,-1-1 0,0 1 0,0-1 0,1 1 0,-1-1 0,0 1 0,0-1 0,0 1 0,1-1 0,-1 1 0,0-1 0,0 1 0,0-1 0,0 1 0,0-1 0,0 1 0,0 0 0,0-1 0,0 1 0,-1-1 0,1 1 0,0-1 0,0 1 0,-1 0 0,-1 4 0,0-1 0,-1 1 0,0-1 0,0 1 0,0-1 0,-1 0 0,1 0 0,-1 0 0,-7 5 0,4-3 0,0 1 0,0 0 0,1 1 0,0-1 0,-6 12 0,-17 22 0,26-37 0,0 2 0,-1-1 0,2 0 0,-1 1 0,1-1 0,-1 1 0,0 7 0,0-5 0,0 0 0,0 0 0,0-1 0,-1 1 0,-5 8 0,3-6 0,1 0 0,0 0 0,0 1 0,1-1 0,1 1 0,0 0 0,-3 17 0,2-1 0,0 53 0,3-78 0,1 0 0,0 0 0,0 0 0,1-1 0,-1 1 0,0 0 0,0 0 0,1-1 0,-1 1 0,1 0 0,0 0 0,-1-1 0,1 1 0,0-1 0,0 1 0,0-1 0,2 3 0,-2-3 0,0 0 0,-1 0 0,1 1 0,0-1 0,0 0 0,-1 0 0,1 1 0,0-1 0,-1 0 0,0 1 0,1-1 0,-1 1 0,0-1 0,0 0 0,1 1 0,-1-1 0,-1 3 0,1-3 0,0 0 0,1 0 0,-1 0 0,0 0 0,0 0 0,0 0 0,1-1 0,-1 1 0,0 0 0,1 0 0,-1 0 0,0 0 0,1-1 0,-1 1 0,1 0 0,0 0 0,-1-1 0,1 1 0,0 0 0,-1-1 0,1 1 0,0-1 0,0 1 0,-1-1 0,1 1 0,0-1 0,0 1 0,0-1 0,1 1 0,1-1 0,1 1 0,-1-1 0,1 1 0,-1-1 0,0 0 0,1 0 0,-1 0 0,7-2 0,-5 1 0,-1 1 0,0-1 0,0-1 0,0 1 0,0 0 0,0-1 0,-1 0 0,1 0 0,0 0 0,-1 0 0,1-1 0,-1 1 0,0-1 0,0 0 0,0 0 0,3-4 0,14-46 0,16-67 0,-18 56 0,-15 48 0,0-1 0,-1 1 0,-1-1 0,0 1 0,-1-1 0,-3-18 0,0-23 0,3 6 0,0 50 0,0 18 0,3 22 0,3-24 0,-4-11 0,-1 1 0,1 0 0,-1-1 0,0 1 0,0 0 0,0-1 0,-1 1 0,1 0 0,-1 5 0,1 0 0,0 0 0,0 0 0,1-1 0,0 1 0,1 0 0,3 9 0,9 30 0,-8-30 0,0 0 0,1-1 0,1 0 0,0-1 0,15 20 0,1 4 0,29 55-4087,-51-89 2605,2 0-1,-1 0 1,1-1 0,0 0 0,0 1-1,0-2 1,10 7 0,3 5-3964,-13-1 249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5.3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2 12646,'-3'0'534,"2"-1"-242,1 1 0,-1 0-1,1 0 1,-1 0 0,1 0 0,-1 0 0,0 0 0,1 0 0,-1 0 0,1 0 0,-1 0 0,1 0 0,-1 0 0,1 0 0,-1 0-1,1 1 1,-1-1 0,1 0 0,-1 0 0,1 0 0,-1 1 0,1-1 0,0 0 0,-1 1 0,1-1 0,-1 0 0,1 1 0,0-1-1,-1 1 1,1-1 0,0 0 0,-1 1 0,1-1 0,0 1 0,0-1 0,0 1 0,-1-1 0,1 1 0,0-1 0,0 1 0,0-1-1,0 1 1,0-1 0,0 1 0,0 0 0,0-1 0,0 1 0,0-1 0,0 1 0,0-1 0,1 1 0,44-1 844,70 0-2488,-39 0-6764,-8-15-4370,-63 15 9202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5.4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142 0 1841,'-29'27'4082,"-17"-1"624,27-15-768,-9 15-1409,9-10-960,19 0-385,0-6-352,0 6 33,0-5-689,19-11-112,9 0-32,-9 15-704,27-15-1393,11-15-1249,-10 15-816,-1-11 128,1-5 433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5.7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338 367 7972,'-8'-17'5865,"-22"-5"-2671,13 10-1694,-6-7 838,20 17-1983,1 0-1,-1 1 1,1-1 0,0 0 0,0 0 0,0-1-1,0 1 1,0 0 0,0-1 0,1 1-1,-1-1 1,-1-5 0,-36-60 6125,37 65-6452,1 1 1,0 0-1,1 0 0,-1-1 0,0 1 0,1-1 1,-1 1-1,1 0 0,0-1 0,0 1 0,0-1 1,0 1-1,0-1 0,0 1 0,1-1 0,-1 1 0,1 0 1,-1-1-1,1 1 0,0 0 0,0-1 0,0 1 1,1 0-1,-1 0 0,0 0 0,1 0 0,-1 0 0,3-2 1,4-8-41,6-16 12,-12 23 0,1-1 0,-1 1 0,1 0 0,0 0 0,1 1 0,-1-1 0,1 1 0,0 0 0,0-1 0,0 2 0,1-1 0,-1 0 0,9-4 0,-7 5 0,0 0 0,1 0 0,-1 1 0,0 0 0,1 1 0,0-1 0,-1 1 0,1 0 0,0 1 0,-1 0 0,1 0 0,11 1 0,8 0 0,-25-1 0,0 0 0,1 0 0,-1 0 0,0 0 0,0 0 0,0 0 0,0 0 0,1 1 0,-1-1 0,0 0 0,0 1 0,0-1 0,0 1 0,0-1 0,0 1 0,0 0 0,0-1 0,0 1 0,0 0 0,0 0 0,0-1 0,-1 1 0,1 0 0,1 2 0,18 15 0,-17-16 0,0 0 0,0 0 0,0 0 0,0 1 0,0 0 0,-1-1 0,1 1 0,-1 0 0,1 0 0,-1 0 0,0 1 0,-1-1 0,1 0 0,0 1 0,-1-1 0,1 6 0,0-1 0,0 1 0,-1 0 0,0 0 0,0 0 0,-1-1 0,-2 17 0,-1-4 0,-1 0 0,-1 0 0,-1-1 0,-1 1 0,-13 26 0,-2-7 0,-51 68 0,29-46 0,5-9 0,26-38 0,1 1 0,1 0 0,0 1 0,1 0 0,-14 36 0,17-32 0,2 0 0,-4 34 0,8-47 0,1 0 0,0 0 0,0 0 0,0 0 0,1-1 0,1 1 0,-1 0 0,1 0 0,6 12 0,-8-18 0,1 0 0,0 0 0,0 0 0,0 0 0,0 0 0,0 0 0,1 0 0,-1-1 0,1 1 0,-1 0 0,1-1 0,-1 1 0,1-1 0,0 0 0,-1 1 0,1-1 0,0 0 0,0 0 0,0 0 0,0-1 0,0 1 0,0 0 0,0-1 0,1 1 0,-1-1 0,0 0 0,4 1 0,-3-2 0,0 0 0,0 0 0,0 1 0,0-2 0,0 1 0,0 0 0,0-1 0,0 1 0,0-1 0,-1 0 0,1 0 0,-1 0 0,1 0 0,-1 0 0,0 0 0,0-1 0,0 1 0,2-5 0,0 2 0,-1-1 0,0 0 0,-1 0 0,1 0 0,-1 0 0,0 0 0,-1 0 0,1 0 0,-1-1 0,0 1 0,-1-1 0,0 1 0,0-7 0,0 6 0,1-1 0,-1 1 0,0 0 0,-1 0 0,0 0 0,0-1 0,-1 1 0,0 0 0,0 0 0,0 1 0,-1-1 0,0 0 0,0 1 0,-5-7 0,-18-28 0,21 31 0,0 1 0,0 0 0,-1 1 0,0-1 0,-1 1 0,0 1 0,0-1 0,-1 1 0,0 0 0,0 1 0,0 0 0,-1 0 0,0 1 0,-12-6 0,-11 0-2642,-30-3-6962,18 12 688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6.9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95 0 13638,'-29'0'19129,"11"0"-19129,-10 0 0,9 11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7.2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9236,'0'16'20153,"0"-5"-16775,28-11-3378,-28-11-560,-28 11-2354,28-16-5297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7.7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94 0 6675,'0'2'601,"0"0"0,-1-1 1,1 1-1,-1 0 0,0-1 0,0 1 0,1 0 1,-1-1-1,0 1 0,0-1 0,-1 0 0,1 1 1,0-1-1,0 0 0,-1 1 0,1-1 0,-1 0 1,1 0-1,-1 0 0,1 0 0,-1-1 0,1 1 1,-1 0-1,-3 0 0,-34 8 2185,39-9-2771,0 0-1,-1 0 1,1 0-1,0 1 1,0-1-1,-1 0 1,1 0-1,0 0 1,0 0 0,0 0-1,-1 0 1,1 0-1,0 0 1,0 1-1,-1-1 1,1 0-1,0 0 1,0 0-1,0 1 1,0-1-1,0 0 1,-1 0-1,1 0 1,0 1 0,0-1-1,0 0 1,0 0-1,0 1 1,0-1-1,0 0 1,0 0-1,0 1 1,0-1-1,0 0 1,0 0-1,0 1 1,0-1-1,0 0 1,0 0 0,0 1-1,0-1 1,0 0-1,0 0 1,0 0-1,0 1 1,1-1 44,-1 0 0,0 1 1,0-1-1,0 0 0,0 0 0,0 0 1,0 0-1,0 1 0,0-1 1,0 0-1,0 0 0,0 1 0,0-1 1,0 0-1,0 0 0,0 0 0,0 1 1,0-1-1,0 0 0,0 0 1,0 0-1,0 0 0,0 1 0,0-1 1,-1 0-1,1 0 0,0 0 0,0 1 1,0-1-1,0 0 0,0 0 1,-1 0-1,1 0 0,0 0 0,0 0 1,0 1-1,0-1 0,-1 0 1,1 0-1,0 0 0,0 0 0,-1 0 1,1 0 59,-1 0 1,1 0-1,-1 0 0,1 0 1,-1 0-1,0 0 1,1 0-1,-1 0 1,1 0-1,-1 0 1,1 1-1,-1-1 0,1 0 1,-1 0-1,1 0 1,-1 1-1,1-1 1,-1 0-1,1 1 0,-1-1 1,1 0-1,-1 1 1,1-1-1,0 1 1,-1 0-1,-1 19 1834,2-20-1970,0 0 0,0-1-1,0 1 1,0 0 0,0 0 0,1 0-1,-1 0 1,0 0 0,0 0 0,0 0-1,0 0 1,0 0 0,1 0 0,-1 0-1,0 0 1,0 0 0,0 0 0,0 0 0,0 0-1,0 0 1,1 1 0,-1-1 0,0 0-1,0 0 1,0 0 0,0 0 0,0 0-1,0 0 1,1 0 0,-1 0 0,0 0 0,0 0-1,0 1 1,0-1 0,0 0 0,0 0-1,0 0 1,0 0 0,0 0 0,0 0-1,0 1 1,0-1 0,0 0 0,0 0-1,0 0 1,0 0 0,0 0 0,0 1 0,0-1-1,0 0 1,0 0 0,0 0 0,0 0-1,0 0 1,0 0 0,0 1 0,0-1-1,0 0 1,0 0 0,0 0 0,0 0 0,11-3-2535,16-15-16873,-22 9 14793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8.2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0 2065,'0'21'9076,"0"27"4696,-4-46-11921,0-1-2184,-13 3 4430,14-9-5260,12 3-6162,3 2 4477,-5 0-2028,-7-16-3693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41.1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170 67 3666,'-1'-19'7835,"-4"5"-3724,3 12-3878,1-1 0,-1 1-1,0 0 1,-1 0 0,1 0-1,0 0 1,-1 0 0,1 0-1,-1 0 1,1 1 0,-6-3-1,2 1 66,3 1 134,-11 2 21,13 0-341,0-1 0,0 1-1,0 0 1,0-1-1,0 1 1,0 0 0,0 0-1,0 0 1,0 0-1,0 0 1,0 0-1,0 0 1,0 0 0,0 0-1,0 1 1,0-1-1,0 0 1,0 1 0,0-1-1,0 0 1,0 1-1,0-1 1,0 1-1,1 0 1,-1-1 0,0 1-1,0 0 1,1-1-1,-1 1 1,0 0 0,1 0-1,-1 0 1,0 0-1,1 0 1,0-1-1,-1 1 1,1 0 0,-1 0-1,1 0 1,0 0-1,0 0 1,0 0 0,-1 0-1,1 1 1,0-1-1,0 0 1,0 0-1,1 0 1,-1 0 0,0 1-1,-1 19 465,1 0 0,1-1 0,1 0 0,1 1 1,0-1-1,2 0 0,0 0 0,1-1 0,1 1 0,1-1 0,1-1 0,14 23 0,3-4-576,-5-10 0,29 53 0,-45-69 0,2-1 0,-1 0 0,1 0 0,1-1 0,10 10 0,24 34 0,27 67 0,-63-111 0,-1 0 0,0 0 0,0 1 0,-1 0 0,0-1 0,-1 2 0,0-1 0,2 16 0,-2 7 0,-1 51 0,-2-62 0,0-19 0,0-1 0,0 0 0,0 0 0,-1 0 0,1 1 0,-1-1 0,1 0 0,-1 0 0,0 0 0,0 0 0,0 0 0,0 0 0,0 0 0,0 0 0,-1-1 0,1 1 0,-1 0 0,1-1 0,-1 1 0,1-1 0,-1 1 0,0-1 0,-4 2 0,-16 17 0,19-17 0,-1 1 0,0-2 0,0 1 0,-1 0 0,1-1 0,0 0 0,-1 0 0,1 0 0,-1 0 0,0-1 0,0 0 0,0 0 0,-9 1 0,-26 7 0,36-8 0,0-1 0,-1 1 0,1-1 0,-1 0 0,1 0 0,-1 0 0,1-1 0,0 1 0,-1-1 0,1 0 0,-8-4 0,-28-2 0,32 7 0,0-1 0,-1 0 0,1 0 0,-15-4 0,21 4 0,-1 0 0,0 0 0,1 0 0,-1 0 0,0 0 0,1-1 0,0 1 0,-1-1 0,1 1 0,0-1 0,0 0 0,0 0 0,0 0 0,0 0 0,0-1 0,0 1 0,-1-4 0,-23-28-3060,21 30 2297,1-1 0,0 0-1,0 0 1,0 0-1,1 0 1,0 0 0,-3-8-1,5 0-1297,1 11 1726,0 1 1,0-1 0,0 1 0,0-1-1,0 1 1,0 0 0,-1-1 0,1 1-1,0-1 1,-1 1 0,1 0-1,-1-1 1,1 1 0,-1 0 0,0-1-1,0 1 1,0-1 0,-2-2-312,0 0 0,0-1 0,1 1 0,0-1 0,0 1 0,0-1 0,0 0 0,1 1 0,0-1 0,0 0 0,0 0 0,0 0 0,1 0 0,0 0 0,0-8 0,0-23-1899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41.3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30 295 3346,'-3'-2'757,"0"-1"0,1 0 0,-1 0 0,1 0 0,0 0 0,0 0 0,0-1 0,1 1 0,-1-1 0,1 1 0,0-1 1,0 0-1,-1-4 0,0-52 9129,2 32-8930,1 25-821,-1 0-1,1 0 0,-1 1 0,1-1 1,0 0-1,0 1 0,0-1 1,0 1-1,1-1 0,-1 1 0,0 0 1,1 0-1,0-1 0,0 1 0,-1 0 1,1 0-1,0 1 0,1-1 0,-1 0 1,0 1-1,0-1 0,1 1 1,2-2-1,10-4 1263,-1 1-1,31-8 1,-20 6-830,21-8-567,1 2 0,0 3 0,1 1 0,0 3 0,0 1 0,55 2 0,87 4 0,-159 5-2459,-25-1 128,-22-2-74,-1-2-968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8.6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27 8868,'13'0'4118,"11"1"8495,-17 3-9050,-4 7-1420,-3-38-25471,0 12 19465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9.0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404 1 5458,'-56'0'12402,"-30"0"-6625,12 16-5131,1 0 144,71-17-660,-1 1 0,1 0-1,-1 1 1,1-1 0,-1 0 0,1 1 0,-1-1 0,1 1 0,-1 0 0,1 0-1,0 0 1,0 0 0,-1 0 0,1 0 0,0 1 0,0-1 0,0 1-1,0-1 1,-2 3 0,-20 13 2611,16-15-2367,7-1-322,0-1 1,0 0-1,0 1 1,0-1-1,-1 1 1,1-1-1,0 1 1,1-1-1,-1 1 1,0 0-1,0-1 1,0 1 0,0 0-1,0 0 1,1 0-1,-1 0 1,0 0-1,0 1 1,-1 1-20,0 0 0,0 0 0,0 0 1,1 0-1,0 0 0,-1 0 0,1 0 1,0 1-1,1-1 0,-1 0 0,0 1 1,1-1-1,0 0 0,0 4 0,0-4-187,0 1-932,0-4 1016,0 0-1,0 0 1,0 0 0,0 0-1,0 1 1,-1-1 0,1 0 0,0 0-1,0 0 1,0 1 0,0-1-1,0 0 1,0 0 0,0 0-1,0 1 1,0-1 0,0 0-1,0 0 1,0 0 0,0 1-1,1-1 1,-1 0 0,0 0-1,0 0 1,0 0 0,0 1-1,0-1 1,0 0 0,0 0 0,0 0-1,1 0 1,-1 0 0,0 1-1,0-1 1,0 0 0,0 0-1,0 0 1,1 0 0,-1 0-1,0 0 1,0 0 0,0 0-1,1 1 1,-1-1 0,8 0-2185,-6 0 1600,0 1 0,0-1 0,-1 0 0,1 0 0,0 0 0,-1 0 0,1 0 0,0 0 0,0-1 0,-1 1 0,1-1 0,0 1 0,-1-1 0,1 1 0,-1-1 0,1 0 0,-1 0 0,1 0 0,-1 0 0,1 0 0,-1 0 0,2-2 0,13-12-4155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43.5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67 97 6339,'-4'0'6235,"-33"-3"2095,15-3-5813,19 4-1644,6 0-694,-1 0-39,1 0 1,-1 1 0,1 0 0,-1-1-1,1 1 1,0 0 0,-1 0 0,1 1 0,0-1-1,0 0 1,-1 1 0,6-1 0,32-8 1578,-28 5-1384,5-1 100,-2 1 33,0 0 1,0 0-1,0 2 0,0 0 0,18 0 0,10-1 115,67-13 0,-88 11-583,1 2 0,-1 0 0,37 1 0,-47 2 0,-10-1 0,0 1 0,0 0 0,-1 0 0,1 0 0,0 0 0,0 0 0,0 1 0,-1-1 0,1 0 0,0 1 0,0-1 0,2 2 0,-3-1 0,0 1 0,0-1 0,-1 0 0,1 1 0,0-1 0,0 1 0,-1-1 0,1 1 0,-1-1 0,0 1 0,1-1 0,-1 1 0,0 0 0,0-1 0,0 1 0,0-1 0,0 1 0,0 1 0,-2 56 0,-12 82 0,12-119 0,1 0 0,1 27 0,1-30 0,-1 0 0,0 0 0,-6 29 0,-9 27 0,3 1 0,-3 146 0,14-201 0,0 0 0,-2-1 0,-6 28 0,4-29 0,2 0 0,0 1 0,0 25 0,3 213 0,-19-110-7190,15-136 2313,-9-2 2158,7-6 828,-4 6-3207,-13-8 269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1:43.7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46 280 4738,'-32'-22'13233,"19"3"-6778,14 8-5061,4 5-1295,1 0 0,-1 0-1,1 0 1,1 1 0,-1 0 0,1 0 0,-1 1 0,2 0 0,-1 0 0,0 1-1,1-1 1,-1 2 0,1-1 0,0 1 0,8-1 0,123-32-317,0 6 0,222-16 0,-98 18-8007,-91 12 240,-82 6 3866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9.4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17 6515,'0'0'250,"0"1"0,0-1-1,0 1 1,0-1 0,0 1 0,0-1 0,0 1 0,0-1-1,0 0 1,0 1 0,-1-1 0,1 1 0,0-1 0,0 1-1,-1-1 1,1 0 0,0 1 0,-1-1 0,1 0 0,0 1-1,-1-1 1,1 0 0,0 1 0,-1-1 0,1 0-1,-1 0 1,1 1 0,-1-1 0,1 0 0,-1 0 0,0 0-1,1 0-44,-1 1-1,1-1 1,-1 0-1,1 0 0,-1 0 1,1 0-1,-1 1 1,1-1-1,0 0 0,-1 0 1,1 1-1,-1-1 0,1 0 1,0 1-1,-1-1 1,1 1-1,0-1 0,-1 0 1,1 1-1,0-1 0,0 1 1,0-1-1,-1 1 1,1-1-1,0 1 0,0-1 1,0 1-1,0-1 0,0 1 1,0-1-1,0 1 1,0-10-2819,0-8-7912,0 4 7066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9.8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0 1409,'0'0'2977,"0"11"4162,-28 5-4946,28-6 3778,0 6 5986,-19-16-10836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09.9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27 32047,'0'0'-3810,"0"-16"-1248,-28 16-689,28-10-32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12.0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460 47 5026,'-4'0'1182,"-1"0"-1,1-1 1,0 1 0,0-1-1,0 0 1,-1 0-1,1 0 1,-6-3 0,-10 0 999,20 4-2132,-1 0 0,1 0 0,-1 1 1,1-1-1,-1 0 0,1 0 0,-1 0 1,1-1-1,0 1 0,-1 0 0,1 0 1,-1 0-1,1 0 0,-1 0 0,1 0 0,0-1 1,-1 1-1,1 0 0,-1 0 0,1-1 1,0 1-1,-1 0 0,1 0 0,0-1 0,-1 1 1,1 0-1,0-1 0,0 1 0,-1-1 1,1 1-1,0 0 0,0-1 0,0 1 1,0-1-1,-1 1 0,1 0 0,0-1 0,0 1 1,0-1-1,0 1 0,0-1 0,0 1 1,0-1-1,0 1 0,0 0 0,0-1 0,0 1 1,1-1-1,-1 1 0,0-1 0,0 1 1,0 0-1,1-1 0,-1 0-6,0 1 1,0-1-1,-1 1 1,1-1-1,0 1 1,0 0-1,0-1 0,0 1 1,-1-1-1,1 1 1,0 0-1,0-1 0,-1 1 1,1 0-1,0-1 1,-1 1-1,1 0 0,0-1 1,-1 1-1,1 0 1,0 0-1,-1 0 0,1-1 1,-1 1-1,1 0 1,0 0-1,-1 0 1,1 0-1,-1 0 0,1 0 1,-1-1-1,1 1 1,-1 0-1,1 0 0,0 1 1,-2-1-1,-7 0 3188,3 0 1859,6-9-3334,0 17-1172,0 9-584,-1 0 0,0 0 0,-1 0 0,0-1 0,-8 24 0,7 8 0,3-40 0,0-1 0,0 0 0,0 0 0,-1 1 0,-3 11 0,-35 87 0,-8 32 0,45-130 0,-1 0 0,-1 0 0,1 0 0,-1 0 0,-1-1 0,1 0 0,-7 7 0,-4 8 0,1 8 101,12-25-166,-1 1 0,1 0 0,-1-1 0,0 0 1,0 0-1,0 0 0,-1 0 0,-6 7 0,-8 15-2580,16-24 1965,1 0 0,0 0 0,-1 0-1,0-1 1,1 1 0,-1-1 0,0 1-1,-1-1 1,1 1 0,0-1 0,-1 0-1,-3 2 1,-11 5-2191,14-8 2095,0 1 0,0-1 1,-1 1-1,1 0 0,0 0 1,0 0-1,0 0 0,1 1 1,-1-1-1,1 1 0,-1-1 1,-3 7-1,-11 4-2871,-10-10-531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12.2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23 201 1825,'0'-8'1153,"0"-1"-1,0 1 1,0 0 0,-1-1 0,-1 1 0,1 0-1,-1 0 1,-1 0 0,-4-11 0,6 14-470,-1 0 1,1 0 0,0 0 0,1 0-1,-1 0 1,1 0 0,0-1-1,0 1 1,2-7 0,-1-12 1419,-1 24-2054,0-1-1,0 1 1,0-1 0,0 0 0,0 1-1,0-1 1,0 1 0,0-1 0,1 1-1,-1-1 1,0 1 0,0-1 0,1 1-1,-1-1 1,0 1 0,0-1 0,1 1-1,-1-1 1,1 1 0,-1-1 0,0 1 0,1 0-1,-1-1 1,1 1 0,-1 0 0,1-1-1,-1 1 1,1 0 0,-1 0 0,1 0-1,-1-1 1,2 1 0,-2 0 25,0 0-1,1 0 1,-1 0 0,1 0 0,-1-1 0,0 1-1,1 0 1,-1 0 0,0 0 0,1-1-1,-1 1 1,0 0 0,1 0 0,-1-1-1,0 1 1,1 0 0,-1-1 0,0 1 0,0 0-1,1-1 1,-1 1 0,0 0 0,0-1-1,0 1 1,0 0 0,0-1 0,1 1 0,-1-1-1,0 1 1,0 0 0,0-1 0,26-1 3205,-1 3-2742,0 0 1,0 2-1,0 1 1,0 1-1,44 16 1,-16-6-538,-33-10 0,-1 0 0,1 2 0,32 15 0,-31-11 0,0-2 0,28 9 0,27 13 0,-18-4-3933,1-2-1,107 29 1,-28-10-10748,-107-31 11789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12.5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161 775 1745,'3'-4'641,"1"0"1,-1 0-1,-1 0 0,1 0 1,-1 0-1,1-1 1,-1 1-1,0-1 0,-1 0 1,1 1-1,-1-1 1,0 0-1,0 0 0,0-6 1,-2-81 6587,-1 43-4948,2-6-993,-2 14 833,2-1-1,2 1 1,2 0-1,16-72 1,6 34-2121,-22 70 0,-1 0 0,1 1 0,1-1 0,-1 1 0,2 0 0,-1 1 0,1-1 0,0 1 0,0 0 0,9-7 0,-2 5 0,0 0 0,0 1 0,0 1 0,1 0 0,20-7 0,-32 14 0,-1 0 0,0 0 0,1 0 0,-1 0 0,1 0 0,-1 0 0,0 0 0,1 0 0,-1 0 0,0 1 0,1-1 0,-1 1 0,0-1 0,1 1 0,-1-1 0,0 1 0,0 0 0,0-1 0,1 1 0,-1 0 0,0 0 0,0 0 0,0 0 0,0 0 0,-1 0 0,2 2 0,16 33 0,-18-34 0,3 5 0,0 0 0,-1 0 0,1 0 0,-2 0 0,1 1 0,-1-1 0,0 1 0,-1-1 0,0 1 0,0-1 0,-1 1 0,-2 11 0,0 1 0,-7 32 0,-1-1 0,-2 0 0,-39 92 0,33-87 0,17-48 0,-1 0 0,0 1 0,0-1 0,0 0 0,-1-1 0,-7 13 0,5-12 0,1 1 0,0 1 0,0-1 0,1 1 0,0-1 0,1 1 0,0 0 0,-2 16 0,1 3 0,1 55 0,4-83 0,0 1 0,0-1 0,1 0 0,-1 0 0,0 0 0,1 0 0,-1 0 0,1 0 0,-1 0 0,1-1 0,-1 1 0,1 0 0,-1-1 0,1 1 0,0-1 0,-1 0 0,1 0 0,0 1 0,-1-1 0,1 0 0,0 0 0,-1-1 0,1 1 0,0 0 0,1-1 0,1 1 0,-1 0 0,0 0 0,1 0 0,-1 0 0,1-1 0,-1 0 0,0 0 0,1 0 0,-1 0 0,0 0 0,0 0 0,0-1 0,4-2 0,7-12 0,-12 15 0,-1 0 0,0 0 0,1-1 0,-1 1 0,0 0 0,0-1 0,0 1 0,0-1 0,0 1 0,0-1 0,0 0 0,-1 1 0,1-1 0,0 0 0,-1 0 0,0 1 0,1-1 0,-1 0 0,0 0 0,0 0 0,0 0 0,0-1 0,1-10 0,0 9 0,-1 0 0,1 1 0,-1-1 0,0 0 0,0 0 0,0 0 0,-1 1 0,1-1 0,-1 0 0,0 0 0,0 1 0,-3-7 0,-8-11 0,9 15 0,0 0 0,0 0 0,-1 0 0,0 1 0,0 0 0,-1-1 0,1 1 0,-1 1 0,0-1 0,0 1 0,-11-8 0,-18-6 0,21 10 0,1 1 0,-1 1 0,0 0 0,0 0 0,-1 2 0,-16-5 0,-86-22 0,109 30-1022,1 0 1,-1 0-1,0 0 1,1 0-1,-1 1 1,-9 1-1,4 4-4757,32 5 1338,6-7-1332,-6-3 920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12.9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47 120 6003,'-5'-2'6693,"-4"-3"-3160,7 4-2970,0 1 0,0-1 0,1 0 0,-1 1 0,0-1 0,0 0 0,1 0 0,-1 0 0,1 0 0,-1-1 1,1 1-1,-1 0 0,1-1 0,0 1 0,0 0 0,0-1 0,0 0 0,0 1 0,0-1 0,0 0 0,0 1 0,0-1 0,0-2 0,1 1 1091,3 3-1548,0 0 0,0-1 0,0 1 0,0-1 0,0 1 1,0-1-1,0 0 0,0 0 0,2-2 0,-2 2-75,0 0 0,0-1 0,0 1 0,1 1 0,-1-1 0,0 0 0,0 1 0,0-1 0,4 1 0,164-10-31,-37-6 0,-57 5 0,-74 11-49,0 0 1,0 0-1,0-1 1,0 1-1,0-1 0,0 0 1,0 0-1,0 0 0,4-2 1,-4 2-180,0 0 1,0 0-1,0 0 1,0 0-1,0 0 1,0 0-1,0 1 1,0 0-1,4-1 1,6 1-1284,17-8-11894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13.0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94 0 4610,'-25'12'7361,"20"-10"-5921,1 0-1,-1 0 0,1 0 0,-1 0 1,1 1-1,0 0 0,-6 5 0,-18-4 2070,28-3-3456,1 0 0,-1 0 0,0 0 0,1 0 0,-1-1 0,1 1 1,-1 0-1,1 0 0,-1 0 0,1-1 0,0 1 0,-1 0 0,1-1 1,0 1-1,0 0 0,0-1 0,-1 1 0,1-1 0,0 1 0,0-1 0,0 0 1,0 1-1,0-1 0,0 0 0,0 0 0,0 0 0,0 1 0,0-1 0,0 0 1,-1 0-1,1 0 0,0-1 0,0 1 0,0 0 0,0 0 0,0 0 1,2-1-1,55-10 2735,-27 4-1822,68-3-966,13-6 0,-67 16-1031,127 0-12665,-155-3 9014,-9-2 60,-6 4 3212,14-1-5852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14.7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0 280 1297,'0'-32'6758,"0"-41"274,0 73-6943,0-1 1,0 0-1,0 0 0,0 0 1,0 1-1,1-1 0,-1 0 0,0 0 1,0 1-1,0-1 0,1 0 1,-1 0-1,1 1 0,-1-1 1,0 0-1,1 1 0,-1-1 1,1 1-1,0-1 0,-1 0 1,1 1-1,-1-1 0,1 1 1,0-1-1,-1 1 0,1 0 1,0-1-1,0 1 0,-1 0 1,2-1-1,-1 1 5,0 0 0,-1-1 0,1 1 1,0 0-1,0-1 0,-1 1 0,1 0 0,0-1 0,-1 1 1,1-1-1,0 1 0,-1-1 0,1 0 0,-1 1 0,1-1 0,-1 1 1,1-1-1,-1 0 0,0 1 0,1-1 0,-1 0 0,0 0 1,1 1-1,-1-1 0,0 0 0,0 0 0,0 0 0,0 1 1,0-1-1,0-1 0,0-5 1247,-1 2-462,1 0 1,0 0-1,0 1 0,0-1 1,0 0-1,1 0 0,0 1 0,1-6 1,2 7-567,-3 2-226,0 1 0,0-1-1,0 0 1,0-1-1,0 1 1,0 0-1,0 0 1,0 0-1,0 0 1,-1-1 0,1 1-1,-1 0 1,1-1-1,-1 1 1,1 0-1,-1-1 1,0 1-1,0-1 1,1 1 0,-1-1-1,0 1 1,0 0-1,0-1 1,-1 1-1,1-1 1,0 1-1,-1-2 1,1-17-87,0 38 0,-3 38 0,3-56 0,-3 8 0,0 0 0,0 1 0,1-1 0,0 1 0,1-1 0,0 1 0,0 13 0,1 176 0,0-194 0,1 0 0,-1 1 0,1-1 0,0 0 0,0 0 0,0 0 0,1 0 0,0 0 0,-1 0 0,1 0 0,0-1 0,1 1 0,-1-1 0,1 1 0,-1-1 0,1 0 0,0 0 0,1 0 0,-1 0 0,6 3 0,12 15 0,-20-20 0,0 0 0,0 1 0,0-1 0,0 1 0,0-1 0,0 0 0,1 0 0,-1 0 0,1 0 0,-1 0 0,0 0 0,1 0 0,-1 0 0,1-1 0,0 1 0,2 1 0,15 2 0,69 11 0,-82-14 0,1-1 0,-1 0 0,1-1 0,0 0 0,-1 1 0,1-2 0,-1 1 0,0-1 0,1 0 0,-1-1 0,7-3 0,59-21 0,69-65 0,-138 88 0,1 1 0,0-1 0,-1 0 0,0 0 0,0 0 0,0 0 0,0 0 0,-1-1 0,4-8 0,13-22 0,-16 30 0,0 0 0,0-1 0,0 1 0,-1-1 0,0 0 0,0 0 0,0 1 0,-1-1 0,0 0 0,0-1 0,0 1 0,-1 0 0,0 0 0,-1-8 0,1-169 0,-5 170 0,-18 11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14.8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30942,'0'0'-4226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21.2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153 307 448,'-5'0'586,"1"0"0,0 0-1,0-1 1,0 1 0,-1-1 0,1 0-1,0 0 1,-6-4 0,9 5-463,0-1 1,0 1-1,0-1 0,1 1 0,-1 0 1,0-1-1,0 1 0,0 0 1,0 0-1,0-1 0,0 1 0,0 0 1,0 0-1,0 0 0,0 0 1,0 0-1,0 0 0,-1 1 0,-6-2 272,3-2 249,3 2-539,0 1-1,1-1 1,-1 0 0,0 0-1,1 1 1,-1-1-1,1-1 1,-1 1-1,1 0 1,-1 0-1,1 0 1,0-1-1,0 1 1,0-1 0,0 1-1,0-1 1,0 1-1,-2-4 1,4 4-54,-1 1 1,0-1-1,0 1 1,0 0 0,0-1-1,-1 1 1,1-1-1,0 1 1,0-1-1,0 1 1,0-1-1,0 1 1,-1-1 0,1 1-1,0-1 1,0 1-1,-1 0 1,1-1-1,0 1 1,-1-1-1,1 1 1,0 0-1,-1 0 1,1-1 0,0 1-1,-1 0 1,1-1-1,-1 1 1,1 0-1,-1 0 1,1 0-1,0 0 1,-2-1 0,2 1 2,-1 0 1,1 0 0,-1 0 0,1-1 0,-1 1 0,1 0 0,-1 0-1,1 0 1,0-1 0,-1 1 0,1 0 0,-1-1 0,1 1-1,0-1 1,-1 1 0,1 0 0,0-1 0,-1 1 0,1-1 0,0 1-1,0-1 1,-1 1 0,1 0 0,0-1 0,0 1 0,0-1-1,0 1 1,0-1 0,0 0 0,0 1 0,0-1 0,0 1 0,0-1-1,0 0 32,0 0-1,0 0 0,0 0 0,0 1 0,-1-1 1,1 0-1,0 0 0,0 0 0,0 1 1,-1-1-1,1 0 0,0 1 0,-1-1 0,1 0 1,-1 0-1,1 1 0,-1-1 0,1 1 0,-1-1 1,1 0-1,-1 1 0,0-1 0,1 1 1,-1 0-1,0-1 0,1 1 0,-1-1 0,0 1 1,1 0-1,-2-1 0,1 1 12,0 0 0,0 0 0,1-1 0,-1 1 0,0 0-1,0-1 1,1 1 0,-1-1 0,1 1 0,-1-1 0,0 1 0,1-1 0,-1 1 0,1-1-1,-1 0 1,1 1 0,-1-1 0,1 0 0,-1 1 0,1-1 0,0 0 0,0 0 0,-1 1-1,1-1 1,0 0 0,0 0 0,0 0 0,0 1 0,0-1 0,0-1 0,-1-7 1360,0 6-1202,1 0 0,0 1-1,-1-1 1,1 0-1,0 1 1,0-1 0,1 0-1,-1 0 1,0 1 0,1-1-1,0 0 1,0 1-1,-1-1 1,3-3 0,0 3-140,0 0 0,0 0 0,0-1 0,0 1 0,-1-1 0,0 1 0,0-1 0,0 0 0,2-4 0,-1 4-60,1 0 0,-1 0 0,1 0 0,0 1 0,0 0 0,1 0 0,-1 0 0,1 0 0,-1 1 0,1-1 0,0 1 0,7-2 0,18-10 350,-12 5 1,0 1 0,1 1-1,-1 0 1,1 2 0,1 0 0,-1 1-1,1 1 1,0 1 0,-1 0 0,1 2-1,31 2 1,-44 0-406,0 0 0,0 0 0,0 1 0,-1 0 0,1 0 0,-1 0 0,0 1 0,0 0 0,0 0 0,0 1 0,-1 0 0,0 0 0,0 0 0,0 0 0,0 1 0,-1 0 0,0 0 0,0 0 0,-1 0 0,1 1 0,-2-1 0,1 1 0,2 9 0,16 33 0,-18-42 0,0-1 0,0 0 0,0 1 0,-1 0 0,1 0 0,-2 0 0,1 0 0,-1 0 0,0 0 0,0 8 0,7 45 0,-5-51 0,-1 1 0,-1-1 0,1 0 0,-2 0 0,1 0 0,-1 1 0,-2 9 0,-4 7 0,3-17 0,1-1 0,1 1 0,-1-1 0,1 15 0,0-13 0,0-1 0,-1 0 0,0 1 0,0-1 0,-1 0 0,0 0 0,0 0 0,-1 0 0,-7 10 0,-53 76 0,39-60 0,-2 0 0,-2-2 0,-58 53 0,47-64 0,35-20 0,0 0 0,0 1 0,0-1 0,0 1 0,0 1 0,1-1 0,-1 1 0,-5 5 0,6-5 0,0-1 0,1 1 0,-1-1 0,-1 0 0,1 0 0,0-1 0,-6 3 0,2 0 0,24-8 0,-15 3 0,209-55 0,-164 44 0,9-4 0,-42 11 0,0 1 0,1 0 0,-1 2 0,14-2 0,-14 3 0,1-2 0,-1 1 0,0-2 0,14-4 0,39-9 0,-58 16 0,0-2 0,0 1 0,1-1 0,-1 0 0,-1-1 0,1 0 0,0 0 0,9-6 0,8-4-2298,17-1-6674,3 0-573,-14 0 5978,-7 0-384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21.7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100 27 6355,'-17'-12'3547,"16"10"-2848,-1 1-1,0-1 0,1 1 1,-1 0-1,0 0 1,0 0-1,0 0 0,0 0 1,0 0-1,0 0 1,-4 0-1,2 1 737,-19 0-351,23 0-1050,-1 0 1,1 0 0,0 0 0,-1 0 0,1 0 0,0 0 0,0 1 0,-1-1 0,1 0 0,0 0 0,0 0-1,-1 1 1,1-1 0,0 0 0,0 0 0,-1 1 0,1-1 0,0 0 0,0 1 0,0-1 0,0 0 0,0 0 0,-1 1-1,1-1 1,0 0 0,0 1 0,0-1 0,0 0 0,0 1 0,0-1 0,0 0 0,0 1 0,0-1 0,0 0-1,0 1 1,0-1 0,0 0 0,1 1 0,-1-1 0,0 1 0,0 2 284,-1 21 2932,-1-1 0,-10 48 0,8-43-3144,1 0 0,1 1 0,2-1 0,3 31 0,0 8-180,-3-59 73,0 0 0,1 0 0,1 0 0,-1-1 0,5 13 0,-4-14 0,-1 0 0,1 1 0,-1-1 0,0 1 0,0 9 0,-1 81 0,0-96 0,0-1 0,0 1 0,0-1 0,0 1 0,0-1 0,0 1 0,0-1 0,0 1 0,0-1 0,0 1 0,0-1 0,0 1 0,1-1 0,-1 1 0,0-1 0,0 1 0,0-1 0,1 0 0,-1 1 0,0-1 0,0 1 0,1-1 0,-1 0 0,1 1 0,-1-1 0,0 0 0,1 1 0,-1-1 0,1 0 0,-1 0 0,0 1 0,1-1 0,-1 0 0,1 0 0,-1 0 0,1 1 0,-1-1 0,1 0 0,-1 0 0,1 0 0,-1 0 0,1 0 0,-1 0 0,1 0 0,-1 0 0,1-1 0,0 1 0,0-1 0,0 1 0,0-1 0,0 0 0,0 1 0,0-1 0,0 0 0,-1 0 0,1 0 0,0 0 0,-1 0 0,1 0 0,0 0 0,-1 0 0,1 0 0,-1 0 0,0 0 0,1 0 0,-1 0 0,0 0 0,0 0 0,1 0 0,-1 0 0,0-1 0,0 1 0,-1-1 0,2-25 0,0 1 0,1 0 0,10-43 0,-10 16 0,-2 45 0,-1 1 0,1-1 0,0 1 0,1 0 0,0-1 0,0 1 0,3-9 0,-1 7 0,1-1 0,0-1 0,-1 0 0,0 0 0,-1 0 0,0 0 0,-1 0 0,0-15 0,-1 19 0,0-1 0,1 1 0,-1 0 0,2-1 0,-1 1 0,1 0 0,0 0 0,0 0 0,4-8 0,-1 1 0,11-16 0,-15 29 0,0 0 0,0 0 0,1 1 0,-1-1 0,0 0 0,1 1 0,-1-1 0,0 1 0,1-1 0,-1 1 0,1 0 0,-1-1 0,0 1 0,1 0 0,-1 0 0,1 0 0,-1 0 0,1 0 0,-1 1 0,1-1 0,-1 0 0,0 1 0,1-1 0,2 2 0,2 2 0,1 0 0,-1 1 0,0 0 0,-1 0 0,1 0 0,-1 0 0,0 1 0,0 0 0,-1 0 0,5 9 0,-3 0 0,2 1 0,0-1 0,10 14 0,-10-17 0,-1 1 0,0 0 0,0 0 0,5 17 0,-10-24 0,1 1 0,0-1 0,0-1 0,1 1 0,5 8 0,6 10 0,9 44 0,7 12 0,-25-70-785,1 1-1,0-1 1,0-1-1,11 11 1,12 16-3342,-27-33 3005,0 0 1,0-1-1,0 1 1,1-1-1,-1 0 1,1 0-1,0 0 1,-1-1-1,1 1 1,0-1-1,0 0 0,0 0 1,0 0-1,0 0 1,6-1-1,16 0-2012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22.1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247 856 2785,'4'-13'1481,"0"0"0,0 0 0,-1-1-1,-1 1 1,0-1 0,-1 1 0,0-1-1,-1 0 1,-2-14 0,1-6 959,0 28-1866,0-1 0,-1 1 0,1 0 0,-2 0 0,1 0 0,-1 0 0,1 0 0,-2 0 0,1 1 0,-1 0 0,1-1 0,-7-5 0,-1-3 1441,9 12-1894,0 1 1,0-1 0,-1 1-1,1-1 1,-1 1 0,0 0 0,1 0-1,-1 0 1,0 0 0,1 0-1,-1 1 1,0-1 0,0 1 0,1 0-1,-1 0 1,0 0 0,-5 1 0,3-1-26,0 0 1,0 0 0,1 1 0,-1 0 0,0 0 0,0 1 0,1-1 0,-1 1 0,1 0 0,-8 4 0,2 5-97,0 0 0,1 1 0,0 0 0,1 1 0,0 0 0,1 0 0,0 0 0,1 1 0,-6 20 0,2-6 0,8-23 0,0 1 0,1 0 0,0-1 0,0 1 0,1 0 0,0 0 0,0-1 0,0 1 0,0 0 0,1 0 0,2 6 0,18 55 0,-11-11 0,6-36 0,7 12 0,-21-23 0,2-1 0,-1 0 0,1 0 0,0 0 0,1 0 0,5 8 0,-8-14 0,0 0 0,-1-1 0,1 1 0,0 0 0,0-1 0,0 1 0,0-1 0,0 0 0,0 0 0,0 0 0,1 0 0,-1 0 0,0 0 0,1 0 0,-1-1 0,1 1 0,-1-1 0,0 0 0,1 0 0,-1 0 0,1 0 0,-1 0 0,1 0 0,-1-1 0,0 1 0,1-1 0,3-1 0,-4 1 0,0 0 0,1 0 0,-1 0 0,0 0 0,0-1 0,-1 1 0,1 0 0,0-1 0,0 0 0,-1 1 0,1-1 0,1-2 0,18-18 0,-16 17 0,-1 0 0,0-1 0,0 1 0,0-1 0,-1 0 0,0 0 0,0 0 0,-1 0 0,1-1 0,-1 1 0,-1-1 0,3-11 0,4-13 0,3-10 0,-1 0 0,-2-1 0,-2 1 0,1-73 0,-7-220 0,0 318 0,-2 0 0,-5-30 0,-3-25 0,10 64 0,-1 0 0,0 1 0,0 0 0,-1-1 0,0 1 0,0 0 0,0 0 0,-1 0 0,-6-10 0,6 11 0,0-1 0,0-1 0,0 1 0,1 0 0,-1-1 0,1 1 0,1-1 0,0 1 0,-1-13 0,1 18 0,1 1 0,0-1 0,0 0 0,0 1 0,0-1 0,-1 1 0,1-1 0,0 1 0,-1-1 0,1 1 0,0-1 0,-1 1 0,1-1 0,-1 1 0,1-1 0,0 1 0,-1 0 0,1-1 0,-1 1 0,0 0 0,1-1 0,-1 1 0,1 0 0,-1-1 0,1 1 0,-1 0 0,0 0 0,1 0 0,-1 0 0,1 0 0,-1 0 0,0 0 0,1 0 0,-1 0 0,1 0 0,-1 0 0,0 0 0,1 0 0,-1 0 0,1 1 0,-1-1 0,0 0 0,1 0 0,-1 1 0,1-1 0,-1 0 0,1 1 0,-1-1 0,1 1 0,-1-1 0,1 0 0,0 1 0,-1-1 0,1 1 0,-1-1 0,1 1 0,0-1 0,0 1 0,-1 0 0,1-1 0,0 1 0,0-1 0,-1 2 0,2 6 0,-1 0 0,1 0 0,1 0 0,-1 0 0,1 0 0,5 11 0,-4-11 0,0 0 0,-1 0 0,0 0 0,0 1 0,-1-1 0,1 14 0,-1 27 0,13 84 0,-11-76 0,2 9 0,34 123 0,-34-166 0,1 0 0,2-1 0,0 0 0,1 0 0,13 22 0,-1 14 0,-19-49 0,1 0 0,0 0 0,1 0 0,0 0 0,6 9 0,18 19-3350,-22-32 2003,-1 1 1,1-1-1,-1 1 0,1-1 1,1-1-1,-1 1 0,1-1 1,0-1-1,0 1 0,0-1 0,15 5 1,20-6-5156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22.6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104 0 8404,'-3'0'761,"1"1"1,-1-1-1,1 0 0,-1 1 1,1-1-1,-1 1 1,1 0-1,-1 0 0,1 0 1,0 0-1,-4 2 1,-18 23 2717,21-20-3304,0 0 0,1 0-1,0 0 1,0 1 0,0-1 0,1 1-1,0-1 1,0 1 0,0 11 0,1 392 9824,1-390-9999,0 1 0,6 26 0,-3-26 0,-1 0 0,0 27 0,-3-36 0,1 0 0,1-1 0,0 1 0,6 17 0,-4-16 0,-1-1 0,0 1 0,-1 1 0,1 21 0,-3-27 0,1-1 0,0 1 0,1 0 0,-1 0 0,2-1 0,2 9 0,-2-8 0,0 0 0,0 0 0,-1 1 0,-1-1 0,0 0 0,1 12 0,-2 168-5365,0-188 5207,0 1 0,0 0-1,-1-1 1,1 1 0,0-1 0,0 1 0,0 0 0,-1-1 0,1 1-1,0-1 1,-1 1 0,1-1 0,-1 1 0,1-1 0,0 1 0,-1-1-1,1 1 1,-1-1 0,1 0 0,-1 1 0,1-1 0,-1 0 0,0 1-1,1-1 1,-1 0 0,1 0 0,-1 1 0,0-1 0,1 0 0,-1 0-1,0 0 1,1 0 0,-1 0 0,1 0 0,-1 0 0,0 0-1,1 0 1,-1 0 0,0-1 0,1 1 0,-1 0 0,0-1 0,-6 1-3594,2-9-2552,3 8 5991,-1 0 0,1 0-1,0 0 1,0 0 0,0 0-1,0-1 1,0 1 0,0-1 0,0 0-1,0 0 1,1 1 0,-1-1-1,1 0 1,-1 0 0,1-1-1,0 1 1,0 0 0,0 0 0,0-1-1,-1-1 1,-9-17-1063,-8-14 199,15 6-173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22.8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47 766 560,'2'-77'2066,"1"44"-37,-3 0-1,0 0 1,-10-58 0,1 56-317,5 26-1148,2-1 1,-1 0 0,1 0 0,1 0 0,-1-14 0,-17-173 5462,19 182-5216,1 1 0,0 0 1,1 0-1,0 0 0,1 0 1,10-25-1,-12 34-618,1 1 1,0 0-1,0 0 0,0 1 0,1-1 1,-1 0-1,1 1 0,0-1 1,0 1-1,0 0 0,0 0 1,0 0-1,1 1 0,-1-1 0,1 1 1,0 0-1,0-1 0,0 2 1,0-1-1,0 0 0,0 1 1,0 0-1,1 0 0,-1 0 0,0 1 1,7-1-1,0 1-193,-3-1 0,-1 1 0,0 0 0,0 1 0,1 0 0,-1 0 0,0 0 0,0 1 0,0 0 0,0 0 0,12 7 0,-10-4 0,-1 0 0,1 0 0,-1 1 0,0 1 0,-1-1 0,0 1 0,0 1 0,0-1 0,-1 1 0,0 0 0,-1 1 0,0-1 0,0 1 0,4 11 0,6 29 0,-12-39 0,1 1 0,-1-1 0,-1 1 0,0 0 0,1 18 0,-3-17 0,0 0 0,-1-1 0,0 1 0,0-1 0,-1 1 0,-1-1 0,0 0 0,0 0 0,-10 20 0,-11 28 0,22-53 0,0 0 0,0 0 0,0 1 0,-1-1 0,0-1 0,0 1 0,-1 0 0,0-1 0,1 1 0,-2-1 0,-7 7 0,-92 82-6747,95-91 4121,49-30-18079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23.2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98 153 1377,'0'-1'247,"0"0"1,1-1 0,-1 1 0,1 0 0,-1 0 0,1-1-1,0 1 1,-1 0 0,1 0 0,0 0 0,0 0-1,0 0 1,0 0 0,0 0 0,0 0 0,0 1 0,2-2-1,-3 1-123,1 1-1,-1 0 0,1 0 0,0-1 0,-1 1 1,1 0-1,-1 0 0,1-1 0,-1 1 1,1-1-1,-1 1 0,1-1 0,-1 1 1,0 0-1,1-1 0,-1 0 0,0 1 0,1-1 1,-1 1-1,0-1 0,1 1 0,-1-1 1,0 0-1,0 1 0,0-1 0,0 1 1,0-1-1,0 0 0,0 1 0,0-1 1,0 0-1,0 1 0,0-1 0,0 1 0,0-1 1,0 0-1,0 1 0,-1-1 0,1 1 1,0-1-1,-1 0 0,1 0 165,-1 0-24,0 0 1,-1-1 0,1 1-1,0 0 1,0 0 0,-1 0-1,1 0 1,-1 0 0,1 0-1,-1 0 1,1 0 0,-1 1 0,1-1-1,-3 0 1354,-12 4 887,1 6-523,13-8-1793,0 0 0,0 0 0,0 0 0,0 0-1,0 0 1,0 0 0,0 1 0,1-1 0,-1 0-1,0 1 1,1 0 0,0-1 0,-1 1 0,1 0 0,0 0-1,0 0 1,0 0 0,0 0 0,0 0 0,0 0-1,0 0 1,1 0 0,-1 0 0,1 0 0,0 1 0,-1 2-1,1-2 44,0-1 0,-1 1-1,1 0 1,-1-1 0,1 1-1,-1-1 1,0 1 0,0-1-1,0 1 1,-1-1 0,1 0-1,-3 5 1,2-5-24,0 1 0,1-1 0,-1 1 0,1-1 1,0 1-1,-1-1 0,1 1 0,1 0 0,-1 0 0,0 0 0,1-1 0,-1 1 1,1 3-1,-1 30 266,-1-25-451,2 0-1,-1 0 1,2 0-1,-1 0 1,2 0-1,4 20 1,33 76-23,-36-99 0,0-1 0,0 0 0,1 0 0,0 0 0,0 0 0,1 0 0,0-1 0,0 0 0,0 0 0,1 0 0,0-1 0,0 0 0,1 0 0,-1 0 0,1-1 0,7 4 0,38 29 0,-45-32 0,1-1 0,0-1 0,-1 1 0,1-1 0,0 0 0,0-1 0,1 0 0,13 1 0,-12-1 0,-3-1 0,1 0 0,-1-1 0,0 0 0,0 0 0,0-1 0,0 0 0,0 0 0,0 0 0,0-1 0,0 0 0,0-1 0,-1 1 0,1-1 0,-1-1 0,11-6 0,-9 6 0,0-1 0,0 0 0,0 0 0,0-1 0,-1 0 0,0 0 0,0-1 0,-1 0 0,0 0 0,10-15 0,-5-7 0,-7 22 0,-1 1 0,-1-1 0,1 1 0,-1-1 0,0 0 0,-1 0 0,1 0 0,-1 0 0,-1-1 0,0 1 0,0 0 0,0 0 0,0 0 0,-1 0 0,-3-9 0,-2-6 0,-2-7 0,-1 0 0,-2 0 0,-23-46 0,17 46 0,12 18 0,-1 0 0,0 0 0,-1 1 0,0-1 0,-1 2 0,0-1 0,0 1 0,-1 0 0,0 1 0,-12-9 0,2 7 0,1 0 0,-2 1 0,1 2 0,-28-8 0,36 12 0,0 1 0,-1 1 0,1-1 0,-1 2 0,0 0 0,1 0 0,-1 1 0,-19 4 0,27-3 0,-1-1 0,0 1 0,1 0 0,0 0 0,-1 1 0,1-1 0,0 1 0,-4 4 0,7-7 1,1 1 1,0-1-1,0 0 1,-1 1-1,1-1 0,0 1 1,0-1-1,0 0 0,0 1 1,-1-1-1,1 1 1,0-1-1,0 1 0,0-1 1,0 0-1,0 1 1,0-1-1,0 1 0,0-1 1,0 1-1,0-1 0,1 0 1,-1 1-1,0-1 1,0 1-1,0-1 0,0 0 1,1 1-1,-1-1 0,0 1 1,0-1-1,1 0 1,-1 1-1,0-1 0,1 0 1,-1 0-1,0 1 1,1-1-1,0 1 0,13 9-171,-13-10 58,9 9-1997,0-1-1,1 0 1,-1-1 0,1 0-1,1-1 1,-1 0-1,25 8 1,-1-4-3338,58 8-1,-46-15 3063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23.6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145 160 848,'40'-15'1847,"-32"12"-914,0 0 0,-1-1 0,0 0 0,1 0-1,-1 0 1,-1-1 0,1 0 0,-1-1 0,8-7 0,-13 9-159,1-1 0,-1 1 0,0-1 0,0 0 0,0 1 0,0-1-1,-1 0 1,0 1 0,0-1 0,0 0 0,-1 1 0,-1-6 0,1-6 1667,1 16-2381,0-1-1,0 0 1,0 1 0,0-1-1,-1 1 1,1-1-1,0 1 1,0-1 0,-1 1-1,1-1 1,0 1 0,-1 0-1,1-1 1,0 1 0,-1-1-1,1 1 1,-1 0 0,1-1-1,-1 1 1,1 0 0,-1 0-1,1-1 1,-1 1 0,1 0-1,-1 0 1,1 0 0,-1-1-1,1 1 1,-2 0 0,-25-2 2717,20 3-2252,0 0-1,1-1 1,-1 2 0,1-1 0,-1 1 0,-9 4 0,3 1-525,3-2 0,0 1 0,0 0 0,1 0 0,-10 9 0,17-14 0,1 1 0,-1 0 0,0-1 0,1 1 0,-1 0 0,1 0 0,0 0 0,-1 0 0,1 0 0,0 0 0,0 0 0,0 0 0,1 1 0,-1-1 0,0 0 0,1 1 0,0-1 0,-1 0 0,1 1 0,0-1 0,0 0 0,0 1 0,1-1 0,-1 0 0,0 1 0,2 2 0,5 17 0,-3-11 0,0 0 0,0 0 0,1 0 0,0-1 0,8 11 0,0 0 0,1-1 0,1-1 0,0 0 0,2-1 0,0 0 0,34 25 0,-41-37 0,-1 0 0,-1 1 0,1 0 0,-1 0 0,0 0 0,-1 1 0,1 0 0,-2 1 0,12 17 0,0 0 0,-17-25 0,0 0 0,0 0 0,1 1 0,-1-1 0,0 0 0,-1 0 0,1 1 0,0-1 0,0 1 0,-1-1 0,1 1 0,-1-1 0,1 1 0,-1-1 0,1 1 0,-1-1 0,0 1 0,0 0 0,0 1 0,0-1 0,0-1 0,0 0 0,0 0 0,0 1 0,-1-1 0,1 0 0,0 1 0,-1-1 0,1 0 0,-1 0 0,0 0 0,1 0 0,-1 1 0,0-1 0,0 0 0,1 0 0,-1 0 0,0-1 0,0 1 0,0 0 0,0 0 0,0 0 0,-2 0 0,-12 14 0,12-12 0,0 0 0,-1-1 0,1 1 0,-1-1 0,0 1 0,1-1 0,-1 0 0,0 0 0,0-1 0,0 1 0,-1-1 0,-7 1 0,-22 10 0,24-8 0,-1 0 0,0-1 0,0-1 0,0 1 0,-15 0 0,-11 3 0,27-5 0,0 1 0,0-1 0,0 0 0,0-1 0,-15-2 0,6 1 0,16 1 0,-1 0 0,1 0 0,0 0 0,-1-1 0,1 0 0,-1 0 0,1 1 0,0-2 0,-6-1 0,-2-2 0,11 5-15,0 0 0,-1 0 0,1-1 1,0 1-1,-1 0 0,1 0 0,0 0 0,-1-1 0,1 1 0,0 0 0,-1-1 1,1 1-1,0 0 0,0 0 0,-1-1 0,1 1 0,0-1 0,0 1 0,0 0 1,0-1-1,-1 1 0,1 0 0,0-1 0,0 1 0,0-1 0,0 1 0,0 0 1,0-1-1,0 1 0,0-1 0,0 1 0,0 0 0,0-1 0,0 1 0,0-1 1,1 1-1,-1 0 0,0-1 0,0 1 0,0 0 0,0-1 0,1 1 0,-1 0 1,0-1-1,0 1 0,1 0 0,-1 0 0,0-1 0,1 1 0,-1 0 0,0 0 1,1-1-1,32-27-1838,-15 17 896,0 1 1,0 0-1,20-7 1,-33 15 602,1 0 0,-1 0 0,0 0-1,1-1 1,-1 0 0,-1 0 0,1 0 0,0-1 0,-1 0-1,1 0 1,4-5 0,-5 4 99,1 1 0,0 0 0,-1 1 0,2-1 0,-1 1 0,0 0 0,8-3 0,-7 3 142,-1 1 1,0-1-1,-1 1 0,1-1 1,0-1-1,-1 1 0,0-1 1,0 1-1,7-9 0,13-19-125,-12 18 413,-1-1-1,-1-1 1,0 0 0,13-28-1,-15 14 563,-8 25-527,1-1 0,0 0 0,1 1 1,-1-1-1,1 1 0,0-1 0,0 1 0,4-7 0,-2 5 412,0 1 0,-1-1 0,0 0 0,-1 0 0,1 0-1,-1 0 1,0 0 0,-1 0 0,1-1 0,-1 1 0,-1-1 0,1 1 0,-1-1 0,-1-12-1,1 14-51,0 4-540,0 0-1,0 0 1,0 0-1,-1 0 1,2 0-1,-1 0 1,0 0-1,0 0 1,0 0-1,0 1 1,0-1-1,1 0 1,-1 0-1,1 0 1,-1 0-1,0 0 1,1 0-1,-1 1 1,1-1 0,0 0-1,-1 0 1,1 1-1,0-1 1,-1 0-1,2 0 1,-1 1-32,0 1 1,0-1 0,-1 0-1,1 1 1,-1-1 0,1 1-1,0-1 1,-1 1-1,1 0 1,-1-1 0,1 1-1,-1 0 1,1-1 0,-1 1-1,0 0 1,1 0 0,-1-1-1,0 1 1,0 0 0,1 0-1,-1-1 1,0 1 0,0 0-1,0 0 1,0 0-1,0-1 1,0 1 0,0 0-1,0 0 1,-1 0 0,1-1-1,0 2 1,-1 17 1,1-10 0,-1 0 0,1-1 0,1 1 0,0 0 0,0 0 0,2 9 0,-1-14 0,5 11 0,-2-1 0,0 1 0,3 17 0,51 186 0,-53-194-581,1-1 0,1 1 0,1-1 0,16 30 0,-24-49-6,1-1-1,-1 0 1,0 1 0,-1-1 0,1 1 0,-1-1 0,1 1-1,-1 0 1,-1 6 0,3 12-2505,6-3-1380,-7-17 3647,0 1 1,1 0-1,-1 0 0,-1 0 1,1 0-1,0 0 1,-1 0-1,0 0 1,1 1-1,-1 4 0,0 3-2560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23.8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0 280 2545,'0'-168'13425,"0"59"-1214,0 106-10949,0 6-246,1 0-885,-1-1 0,1 1-1,-1 0 1,1 0 0,0-1-1,0 1 1,1-1 0,-1 1-1,0-1 1,1 1 0,1 2-1,15 29 610,-11-7-740,28 76 0,-28-83 0,0 0 0,7 40 0,5 14 0,13 59 0,-21-79 0,-7-33-418,-1 0-1,-1 1 1,-1-1-1,-4 42 1,1 5-1326,2 49-8594,0-112 9590,-1-1 1,0 1 0,0 0-1,0-1 1,-1 1 0,0-1-1,1 1 1,-1-1 0,-1 0-1,1 0 1,-1 0 0,0 0 0,1 0-1,-2-1 1,1 1 0,0-1-1,-7 5 1,7-6-1689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24.0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0 307 1297,'1'-14'965,"0"1"0,1 0 0,0-1 0,1 1 0,0 0 0,1 1 0,1-1 0,0 1 0,0-1 0,10-13 0,1-2 445,-15 24-1270,1 1 0,0-1-1,0 1 1,0-1 0,0 1 0,0 0-1,0 0 1,1 0 0,0 0-1,-1 1 1,1-1 0,0 1 0,1 0-1,-1-1 1,0 1 0,0 1 0,1-1-1,-1 0 1,5 0 0,178-49 7242,-144 44-4293,0 2 1,46 0-1,-80 6-3228,-1 0 1,1 0-1,-1 1 0,1 0 0,-1 0 1,8 4-1,-13-5-77,1-1-1,-1 1 1,1 0 0,-1 0 0,1 1-1,-1-1 1,0 0 0,0 1-1,0-1 1,0 1 0,0 0 0,0 0-1,0 0 1,2 3 0,-27-2-10344,15-3 4942,-8 0 255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36.2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 1 1329,'0'0'11050,"3"2"-9785,13 7 6415,-19-9-5985,2 0-1538,1 0 0,-1 0 0,1 1 0,0-1 0,-1 0 0,1 0 0,-1 0 1,1 0-1,-1 0 0,1 0 0,-1 0 0,1 0 0,-1 0 0,1 0 0,-1 0 0,1-1 1,-1 1-1,1 0 0,0 0 0,-1 0 0,1 0 0,-1-1 0,1 1 0,0 0 0,-1-1 1,1 1-1,-1 0 0,1-1 0,0 1 0,-1 0 0,1-1 0,0 1 0,0 0 0,-1-1 1,1 1-1,0-1 0,0 1 0,0-1 0,0 1 0,-1-4 2960,-3 4-4165,0 0 1092,3 0-288,1 0 0,-1 0 0,1-1 0,-1 1 0,0 0-1,1 0 1,-1 0 0,0 0 0,1 0 0,-1 0 0,0 0-1,1 0 1,-1 0 0,1 0 0,-1 1 0,0-1 0,1 0-1,-1 0 1,1 1 0,-1-1 0,0 0 0,1 1 0,-1-1-1,1 0 1,-1 1 0,1-1 0,-1 1 0,1-1 0,0 1-1,-1-1 1,1 1 0,-1-1 0,1 1 0,0-1 0,-1 2-1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40.49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122 1075 368,'1'1'45,"-1"-1"0,0 0 0,0 1 0,0-1 0,0 0 0,0 1 0,0-1 0,0 1-1,1-1 1,-1 0 0,0 1 0,0-1 0,-1 1 0,1-1 0,0 0 0,0 1 0,0-1 0,0 1 0,0-1 0,0 0 0,0 1-1,-1-1 1,1 1 0,0-1 0,0 0 0,0 1 0,-1-1 0,1 0 0,0 0 0,-1 1 0,1-1 0,0 0 0,-1 0-1,1 1 1,0-1 0,-1 0 0,-38 3 4653,35-3-3831,0 0-39,-15 0 591,-4-3 6934,23 3-8303,0-1 0,0 1 0,0 0 0,0-1 0,0 1 1,0-1-1,-1 1 0,1-1 0,0 1 0,0-1 0,0 1 0,0-1 0,-1 1 0,1 0 0,0-1 0,0 1 1,-1-1-1,1 1 0,0 0 0,0-1 0,-1 1 0,1 0 0,0 0 0,-1-1 0,1 1 0,-1 0 0,1 0 1,0-1-1,-1 1 0,0 0 0,-18-2 2792,17 2-2531,2-23 7962,0 7-6699,0-65-1555,0 80-19,0 0 0,0 0 0,1 1 0,-1-1 0,0 0 0,0 0 0,0 0 0,0 1 0,1-1 0,-1 0 0,0 0 0,1 1 0,-1-1 0,0 0 0,1 1 0,-1-1 0,1 0 0,-1 1 0,1-1 0,-1 1 0,1-1 0,0 1 0,-1-1 0,1 1 0,0-1 0,-1 1 0,1 0 0,0-1 0,0 1 0,1-1 0,-2 1 0,1 0 0,0 0 0,0-1 0,-1 1 0,1 0 0,0-1 0,-1 1 0,1-1 0,0 1 0,-1-1 0,1 1 0,-1-1 0,1 1 0,0-1 0,-1 1 0,0-1 0,1 0 0,-1 1 0,1-1 0,-1 0 0,0 0 0,1 1 0,-1-1 0,0 0 0,0 0 0,0 0 0,1 1 0,-1-1 0,0 0 0,0-1 0,-1-1 0,1 0 0,0 0 0,0 1 0,0-1 0,0 0 0,1 0 0,-1 0 0,1 0 0,0 1 0,0-1 0,0 0 0,0 1 0,0-1 0,0 0 0,1 1 0,-1-1 0,4-3 0,-3-4 0,-2 9 0,0 0 0,0 1 0,0-1 0,0 0 0,0 0 0,1 0 0,-1 0 0,0 1 0,0-1 0,0 0 0,1 0 0,-1 1 0,0-1 0,1 0 0,-1 0 0,1 1 0,-1-1 0,1 1 0,0-2 0,5-2 0,-5 4 0,0-1 0,0 1 0,0-1 0,0 1 0,0-1 0,0 1 0,0-1 0,0 0 0,0 1 0,-1-1 0,1 0 0,0 0 0,-1 0 0,1 0 0,0 0 0,-1 1 0,1-1 0,-1 0 0,1 0 0,-1-1 0,0 1 0,1 0 0,-1 0 0,0 0 0,0-1 0,2-3 0,-1 1 0,1 0 0,-1 0 0,1-1 0,0 1 0,1 0 0,-1 1 0,1-1 0,-1 0 0,1 1 0,0 0 0,1-1 0,-1 1 0,6-4 0,12-15 0,26-31 0,-45 51 0,0-1 0,0 1 0,0 0 0,0 0 0,1 0 0,-1 0 0,1 0 0,-1 1 0,4-2 0,15-14 0,26-26 0,-42 37 0,1 1 0,1-1 0,-1 1 0,1 0 0,0 0 0,0 1 0,0 0 0,1 0 0,7-2 0,-7 2 0,1 1 0,-2-1 0,1 0 0,0-1 0,-1 0 0,0 0 0,0-1 0,-1 1 0,8-9 0,-10 10 0,0 0 0,0 1 0,0-1 0,0 1 0,1 0 0,0 0 0,-1 1 0,1-1 0,0 1 0,0 0 0,1 0 0,-1 1 0,0 0 0,0-1 0,8 1 0,-5 0 0,0-1 0,0 0 0,0-1 0,13-5 0,-13 3 0,1 0 0,0 1 0,0 0 0,0 1 0,0 0 0,13-2 0,47-22 0,16 3 0,-60 15 0,-1 2 0,2 0 0,-1 2 0,52-4 0,-14 2 0,18-2 0,84 9 0,23 0 0,-155 7 0,10 2 0,-25-9 0,-1 1 0,1 0 0,22 6 0,1-7 0,-37-1 0,1 1 0,-1 0 0,1-1 0,0 2 0,-1-1 0,1 0 0,-1 1 0,1 0 0,6 2 0,7 1 0,0 0 0,0-1 0,0-1 0,0-1 0,21-1 0,-16-1 0,0 2 0,43 7 0,-45-5 0,0-2 0,0 0 0,34-3 0,-15 1 0,111-10 0,-35-5 0,-43 6 0,-64 9 0,-1 0 0,1 0 0,-1-1 0,1 0 0,9-4 0,-10 3 0,0 0 0,0 1 0,0 0 0,1 0 0,10 0 0,-17 2 0,0 0 0,1 0 0,-1-1 0,0 1 0,0-1 0,0 1 0,1-1 0,-1 0 0,0 0 0,0 0 0,3-2 0,13-6 0,-12 7 0,-1-1 0,1 0 0,0 0 0,-1-1 0,1 1 0,6-7 0,6-3 0,-18 12 0,1 0 0,0 0 0,-1 0 0,1 1 0,-1-1 0,1 0 0,-1 0 0,1 0 0,-1 0 0,0 0 0,1 0 0,-1 0 0,0 0 0,0 0 0,0 0 0,0 0 0,0 0 0,0 0 0,0 0 0,0 0 0,0 0 0,0 0 0,-1 0 0,1 0 0,0 0 0,-1 0 0,1 0 0,-1 0 0,1 0 0,-1 0 0,0-1 0,-21-29 0,16 26 0,-27-31 0,32 34 0,-1 0 0,0-1 0,1 1 0,-1 0 0,0 1 0,-1-1 0,1 0 0,0 1 0,-4-3 0,-18-16 0,23 17 0,-1 1 0,0 0 0,-1-1 0,1 1 0,0 0 0,-1 1 0,1-1 0,-1 0 0,-2-1 0,-16-14 0,19 15 0,1 1 0,-1-1 0,1 1 0,-1-1 0,1 1 0,-1 0 0,0-1 0,0 1 0,0 0 0,1 0 0,-1 0 0,0 1 0,-4-2 0,-13-8 0,-3-4 0,14 11 0,11 8 0,1-2 0,0 1 0,-1-1 0,2 0 0,-1 0 0,0-1 0,0 1 0,1-1 0,6 3 0,36 21 0,-31-16 0,-14-8 0,-1-1 0,1 0 0,-1 1 0,1-1 0,0 0 0,-1 0 0,1 0 0,0-1 0,0 1 0,0 0 0,-1-1 0,1 1 0,0-1 0,0 0 0,3 1 0,-4-1 0,1 0 0,-1 0 0,0 0 0,1 0 0,-1 1 0,1-1 0,-1 0 0,0 1 0,1-1 0,-1 1 0,0 0 0,1-1 0,-1 1 0,0 0 0,2 1 0,-2-1 0,0-1 0,0 1 0,1 0 0,-1 0 0,0-1 0,1 1 0,-1 0 0,0-1 0,1 0 0,-1 1 0,1-1 0,-1 0 0,1 1 0,-1-1 0,3 0 0,-3-1 0,1 1 0,0 0 0,0 0 0,0 0 0,0 0 0,0 1 0,0-1 0,0 1 0,0-1 0,-1 1 0,1-1 0,0 1 0,0 0 0,-1 0 0,1 0 0,0 0 0,-1 0 0,2 2 0,-1-1 0,-1 1 0,0-1 0,1 1 0,-1 0 0,-1-1 0,1 1 0,0 0 0,-1 0 0,1 0 0,-1-1 0,0 1 0,0 0 0,0 4 0,0-6 0,0 1 0,0-1 0,-1 0 0,1 0 0,0 0 0,-1 0 0,1 1 0,0-1 0,-1 0 0,0 0 0,1 0 0,-1 0 0,1 0 0,-1 0 0,0 0 0,0 0 0,-1 0 0,2 0 0,-1 0 0,0 0 0,0 0 0,0 0 0,1 0 0,-1 0 0,0 0 0,1 0 0,-1 0 0,1 0 0,0 0 0,-1 0 0,1 1 0,0-1 0,-1 0 0,1 0 0,0 2 0,0-2 0,0 0 0,0 0 0,0 0 0,0 1 0,0-1 0,-1 0 0,1 0 0,0 0 0,-1 0 0,1 0 0,-1 0 0,1 1 0,-1-1 0,1 0 0,-1 0 0,0 0 0,1-1 0,-1 1 0,0 0 0,0 0 0,0 0 0,0 0 0,-1 0 0,1 0 0,-1 0 0,1 0 0,0-1 0,0 1 0,0 0 0,0 0 0,1 0 0,-1 1 0,0-1 0,0 0 0,1 0 0,-1 0 0,0 0 0,1 1 0,-1-1 0,1 0 0,0 1 0,-1-1 0,1 0 0,0 1 0,0-1 0,0 0 0,0 3 0,-9 33 0,7-33 0,0 0 0,1 1 0,0-1 0,0 1 0,0-1 0,0 1 0,0 4 0,1-6 0,0 0 0,0 0 0,-1-1 0,1 1 0,-1 0 0,0 0 0,0-1 0,0 1 0,0-1 0,0 1 0,-1-1 0,1 1 0,-3 2 0,2-3 0,1 0 0,-1 1 0,1-1 0,0 1 0,-1-1 0,1 1 0,0-1 0,1 1 0,-1 0 0,0 0 0,1-1 0,-1 1 0,1 3 0,0 0 0,-1 0 0,1 0 0,-1-1 0,-1 1 0,1 0 0,-3 5 0,2-5 0,0 0 0,0 1 0,1-1 0,0 0 0,0 1 0,0 7 0,1-12 0,0 1 0,0-1 0,-1 0 0,1 1 0,-1-1 0,1 0 0,-1 0 0,0 1 0,0-1 0,0 0 0,0 0 0,0 0 0,-3 3 0,2-2 0,0-1 0,0 1 0,1-1 0,-1 1 0,1 0 0,0-1 0,0 1 0,0 0 0,0 0 0,1 0 0,-1 0 0,1 0 0,-1 0 0,1 3 0,0 47-112,0-51-1163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41.57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49 213 3426,'-5'-2'3281,"4"2"-3090,0 0 0,-1-1 0,1 1-1,0-1 1,0 1 0,0-1 0,0 1 0,-1-1 0,1 0-1,0 1 1,0-1 0,0 0 0,0 0 0,1 0-1,-1 0 1,0 0 0,0 0 0,1 0 0,-1 0 0,0 0-1,1-1 1,-1 1 0,1 0 0,-1 0 0,1 0 0,0-1-1,-1 1 1,1 0 0,0-1 0,0 1 0,0 0 0,0 0-1,0-1 1,0 1 0,1-2 0,-1 2-79,0-1 0,0 1 0,-1 0 0,1-1 0,0 1 0,-1-1-1,1 1 1,-1 0 0,1-1 0,-1 1 0,0 0 0,1-1 0,-1 1 0,-1-2 0,0 2 275,1-1 0,0 0 0,0 0 0,0 1 1,0-1-1,0 0 0,1 0 0,-1 0 0,0 0 0,1 0 0,0 0 1,-1 0-1,1 0 0,0-4 0,0 3-89,0 2-141,-1-1 0,1 1 1,0-1-1,0 1 0,0 0 1,0-1-1,0 1 1,0-1-1,0 1 0,0-1 1,1 1-1,-1-1 0,0 1 1,1 0-1,-1-1 0,1 1 1,0 0-1,-1-1 0,1 1 1,0 0-1,0 0 0,0 0 1,0 0-1,0 0 0,0 0 1,0 0-1,0 0 1,3-1-1,4-23 2028,-1 19-1926,1 0-1,1 0 1,-1 1 0,1 0 0,0 1 0,0 0-1,0 0 1,0 1 0,1 0 0,0 1 0,-1 0-1,1 0 1,0 1 0,0 0 0,0 1-1,0 0 1,18 3 0,-25-2-259,0 0 0,0 1 0,-1-1 0,1 1 0,0 0 0,-1 0 0,1 0 0,-1 0 0,1 0 0,-1 0 0,0 1 0,0-1 0,0 1 0,1 3 0,25 42 0,-24-39 0,-3-6 0,0-1 0,0 0 0,0 0 0,-1 1 0,1-1 0,-1 0 0,0 1 0,1-1 0,-1 0 0,0 1 0,0-1 0,-1 1 0,0 2 0,1-3 0,0 0 0,0 0 0,-1 0 0,1 0 0,0 0 0,0 0 0,1 0 0,-1 0 0,0 0 0,1 0 0,-1 0 0,1 0 0,1 2 0,7 10 0,-8-12 0,1 0 0,-1 0 0,1 0 0,-1 1 0,0-1 0,0 0 0,0 1 0,0-1 0,0 1 0,0-1 0,-1 1 0,1 0 0,-1-1 0,0 5 0,1 4 0,-1-8 0,1 1 0,-1-1 0,0 0 0,0 1 0,0-1 0,-1 0 0,1 1 0,-1-1 0,0 0 0,0 0 0,-1 4 0,-9 4 0,10-10 0,0 0 0,0-1 0,0 1 0,0 0 0,0 0 0,1 0 0,-1 1 0,0-1 0,0 0 0,1 0 0,-1 0 0,0 0 0,1 1 0,0-1 0,-1 0 0,1 1 0,0-1 0,-1 0 0,1 1 0,0-1 0,0 0 0,0 3 0,0-1 0,0 0 0,0 0 0,-1 0 0,1 0 0,-1 0 0,0 0 0,0 0 0,0 0 0,-3 4 0,3-4 0,-1 0 0,1 0 0,0 0 0,0 0 0,0 0 0,0 0 0,1 0 0,-1 1 0,1 4 0,-1-3 0,0-1 0,0 1 0,0-1 0,-1 1 0,1-1 0,-1 0 0,0 1 0,0-1 0,-1 0 0,1 0 0,-1-1 0,0 1 0,0 0 0,-4 3 0,-19 29 0,25-33 0,0-1 0,-1 0 0,0 0 0,1 0 0,-1 0 0,0 0 0,0-1 0,0 1 0,0 0 0,0-1 0,-4 3 0,-16 14 0,-17 9 0,31-20 0,-6 4 0,13-27 0,1 0 0,0 4 0,-1 10 0,1 1 0,0-1 0,-1 0 0,1 1 0,0-1 0,0 1 0,0-1 0,0 0 0,0 1 0,0-1 0,1 0 0,-1 1 0,1-1 0,-1 0 0,1 1 0,-1-1 0,1 1 0,0-1 0,0 1 0,0 0 0,0-1 0,0 1 0,0 0 0,0 0 0,0-1 0,0 1 0,1 0 0,0-1 0,6-21 0,-3 18 0,44-37 0,-44 39 0,-1 1 0,0-1 0,1 1 0,-1-1 0,1 1 0,0 1 0,-1-1 0,1 1 0,0-1 0,0 2 0,7-2 0,-10 2 0,2 0 0,0-1 0,0 1 0,1 0 0,-1 0 0,0 1 0,0-1 0,0 1 0,0 0 0,0 0 0,0 0 0,0 0 0,0 1 0,-1 0 0,1 0 0,5 3 0,-2 4 0,-7-9 0,1 1 0,-1 0 0,1-1 0,-1 1 0,1 0 0,0-1 0,0 1 0,-1-1 0,1 1 0,0-1 0,0 1 0,-1-1 0,1 0 0,0 1 0,0-1 0,0 0 0,0 0 0,0 0 0,0 0 0,-1 1 0,3-1 0,-2 0 0,1 0 0,0 1 0,0 0 0,-1-1 0,1 1 0,-1 0 0,1 0 0,-1 0 0,1 0 0,-1 0 0,1 0 0,-1 1 0,0-1 0,0 0 0,2 2 0,19 17 0,-13-16 0,-5-2 0,0 0 0,0 0 0,-1 0 0,1 0 0,-1 1 0,0-1 0,5 5 0,-4-3 0,0 0 0,1-1 0,-1 1 0,1-1 0,0 0 0,0-1 0,0 1 0,1-1 0,-1 0 0,1 0 0,6 1 0,-2 1 0,-8-4 0,0 0 0,0 0 0,0 0 0,0 0 0,0-1 0,0 1 0,0 0 0,0-1 0,0 1 0,0-1 0,0 0 0,0 0 0,0 0 0,-1 0 0,1 0 0,2-1 0,5-3 0,15-15 0,-20 16 0,-3 3 0,0 0 0,0-1 0,-1 1 0,1 0 0,-1 0 0,1-1 0,-1 1 0,1 0 0,-1-1 0,0 1 0,0 0 0,1-1 0,-1 1 0,0 0 0,0-1 0,0 1 0,-1-1 0,1 1 0,0 0 0,-1-2 0,1 2 0,0 0 0,-1 0 0,1 0 0,0 0 0,0 0 0,0 0 0,0 0 0,0 0 0,0 0 0,0-1 0,0 1 0,0 0 0,1 0 0,-1 0 0,0 0 0,1 0 0,-1 0 0,0 1 0,2-3 0,-1 2-98,1 0 0,-1 0 0,0-1 0,1 1 0,-1 0 0,0-1 0,0 1 0,0-1 0,0 1 0,0-1 0,-1 1 0,1-1 0,0 0 0,-1 1 0,1-1 0,-1 0 0,1 0 0,-1 1 0,0-1 0,0 0 0,0 0 0,0 0 0,0 1 0,0-1 0,-1-3 0,1-7-7012,0-3-1640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43.34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1 7812,'0'0'19606,"0"27"-16674,0-17-2457,0-8-410,-1 0 0,1-1-1,0 1 1,0-1 0,0 1 0,0 0-1,0-1 1,0 1 0,1-1-1,-1 1 1,0-1 0,1 1 0,-1-1-1,1 1 1,0-1 0,-1 1 0,1-1-1,0 1 1,0-1 0,0 0-1,0 0 1,0 1 0,0-1 0,0 0-1,1 0 1,-1 0 0,0 0 0,1 0-1,2 1 1,-1 0-65,0 0 0,-1 1 0,1-1 0,0 1 0,-1-1 0,1 1 0,-1 0 0,0 0 0,0 0 0,2 5 0,20 23 0,5-7 0,32 20 0,-50-37 0,0 0 0,-1 1 0,0-1 0,-1 2 0,11 11 0,6 6 0,-23-23 0,1 1 0,-2-1 0,1 1 0,0 0 0,-1-1 0,0 1 0,3 5 0,-3-5 0,0 0 0,0 0 0,0 0 0,1 0 0,0 0 0,-1-1 0,5 4 0,-4-4 0,-1 1 0,0-1 0,1 0 0,-1 0 0,-1 1 0,1-1 0,0 1 0,-1 0 0,0-1 0,0 1 0,0 0 0,0 0 0,-1 0 0,1 6 0,-2 66 0,-1-40 0,2-33 0,0 0 0,0 0 0,-1 0 0,1 0 0,-1 0 0,0 0 0,0 0 0,0 0 0,0 0 0,0 0 0,-1 0 0,1-1 0,-1 1 0,0 0 0,0-1 0,0 0 0,0 1 0,-3 1 0,2-1 0,0 0 0,0 0 0,0 1 0,1-1 0,0 0 0,-1 1 0,1 0 0,-2 4 0,3-4 0,-2 0 0,1-1 0,0 1 0,-1-1 0,1 0 0,-1 0 0,0 0 0,0 0 0,0 0 0,0 0 0,-5 2 0,-48 28 0,37-23 0,10-7-969,0 0 1,0-1-1,0 0 1,-1-1-1,1 0 1,-1 0-1,1-1 1,-15-1-1,5 0-1114,14 1 802,-1 0 0,0-1 0,1 0 0,-1 0 0,1 0 0,0-1 0,-1 0 0,1 0 0,0 0 0,0-1 0,0 0 0,-7-5 0,-9-8-1312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43.7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0 565 2353,'5'-8'794,"-1"0"0,0 1 0,-1-2 0,5-13 1,-6 13 45,1 1 1,0-1 0,1 1-1,0 0 1,5-8 0,63-75 5765,-63 79-5914,1 1 0,0 1 0,1-1 0,0 2 0,1 0 0,-1 0 0,22-11 0,-13 7 66,0 0 1,19-18-1,-19 13-611,1 0 0,0 2-1,42-24 1,-49 32-241,13-8-669,1 1-1,0 2 1,43-15-1,-23 12-532,-36 11 916,1 0 0,0 1 0,0 1 0,0 0 0,1 1 0,-1 0 1,14 1-1,-20 0 314,-3 1 29,1 0-1,0 0 0,0 1 1,-1-1-1,1 1 0,0 0 1,-1 0-1,1 1 0,-1-1 1,0 1-1,1 0 0,3 2 1,15 9-176,-16-10 242,-1 0 0,1 1 0,-1 0-1,0 0 1,0 0 0,6 7 0,-9-8 100,-1 1 0,0-1 0,0 0 0,0 1 0,-1-1 0,1 1 0,-1-1 0,0 1 1,0 0-1,0-1 0,0 1 0,-1 0 0,1 0 0,-1 0 0,0 5 0,0 32 1822,1 0 621,-2 1 1,-1 0-1,-12 58 0,13-89-2561,0-1 0,0 1 0,1 0 0,1-1 0,0 1 0,0 0 0,1-1 0,0 1 0,1-1 0,1 1 0,-1-1 0,1 0 1,7 11-1,7 22-27,-14-37 16,0 1 0,0-1 0,1-1 0,0 1 0,0-1 0,1 0 0,11 8 0,-3-1 0,-6-7 0,0-1 0,0 0 0,0-1 0,1 0 0,-1 0 0,1-1 0,0 0 0,0 0 0,0-1 0,0 0 0,0-1 0,10 0 0,-5-1 0,1-1 0,-1-1 0,0 0 0,0 0 0,19-9 0,-19 7 0,-10 4 0,-1-1 0,1 0 0,-1 0 0,0 0 0,0 0 0,0 0 0,0 0 0,0-1 0,0 0 0,3-4 0,25-19 0,-29 24 0,1 1 0,-1-1 0,0 1 0,-1-1 0,1 0 0,0 0 0,0 0 0,-1 0 0,1 0 0,-1 0 0,0 0 0,1-1 0,-1 1 0,0 0 0,0-1 0,-1 1 0,1-1 0,0 1 0,-1-1 0,1 1 0,-1-1 0,0 0 0,0 1 0,0-1 0,0 1 0,-1-1 0,0-3 0,1-8 0,-1 8 0,0 0 0,0 1 0,-1-1 0,1 1 0,-1-1 0,0 1 0,-1 0 0,1 0 0,-1 0 0,0 0 0,-5-5 0,-47-56 0,43 53 0,-34-24 0,24 21 0,6 6 0,1 0 0,-2 1 0,1 1 0,-1 0 0,0 2 0,-31-9 0,5 1 0,12 5-1732,-32 3-8059,79 7 4176,32-3-4470,-21-7 4557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43.9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12 4898,'22'-6'4412,"14"1"13705,-24 5-13084,-13 0-5020,0 0 0,1 0 1,-1 0-1,0 0 0,0 0 0,0 0 0,0 0 0,1 0 0,-1 0 0,0 1 0,0-1 1,0 0-1,1 0 0,-1 1 0,0-1 0,0 1 0,1-1 0,-1 1 0,0-1 0,1 1 0,-1-1 1,1 1-1,-1-1 0,0 1 0,1 0 0,-1-1 0,1 1 0,-1 1 0,-1 30-76,2-20 53,-9 48 10,6-47 0,0-1 0,1 1 0,0 21 0,2 58-2637,0 122-10747,0-185 7147,0-2 962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44.0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123 190 8916,'-19'-26'15767,"19"0"-7683,-28 10-8084,28-11 0,-19 12 0,-9 4 0,0-5 0,28 6-2257,0-6-3890,0-10-11525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44.1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27 2977,'19'16'5795,"9"-16"6899,-9 0-5251,-19-16-20297,28-10 2322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44.47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94 149 4658,'2'-1'494,"-1"1"0,1 0 0,0 0 1,-1 0-1,1 1 0,0-1 0,-1 0 0,1 1 0,-1-1 0,1 1 0,0-1 0,-1 1 1,1 0-1,-1-1 0,0 1 0,1 0 0,-1 0 0,1 0 0,-1 0 0,0 1 0,0-1 0,0 0 1,0 0-1,0 1 0,0-1 0,0 1 0,0-1 0,0 0 0,0 3 0,5 31 9018,-6-6-6049,0-18-3152,0-5-311,1 0 0,0 1 0,0-1 0,0 0 0,1 0 0,0 0 0,0 0 0,0 0 0,1 0 0,0-1 0,5 8 0,50 57 0,-41-50 0,-10-14 0,0 0 0,1 0 0,-1 0 0,1-1 0,0 0 0,1-1 0,-1 1 0,1-2 0,9 4 0,4 0 0,1 0 0,28 3 0,-37-8 0,1 0 0,-1-1 0,1-1 0,0 0 0,-1-1 0,1-1 0,-1 0 0,1-1 0,-1-1 0,0 0 0,0-1 0,0 0 0,17-10 0,-25 12 0,-1-1 0,-1 0 0,1 0 0,-1 0 0,1 0 0,-1-1 0,0 1 0,-1-1 0,1 0 0,-1 0 0,0-1 0,0 1 0,-1-1 0,1 1 0,-1-1 0,0 0 0,-1 0 0,0 0 0,0 0 0,0 0 0,0 0 0,-1 0 0,0 0 0,0 0 0,-1 0 0,0 0 0,0 0 0,0 0 0,-1 0 0,0 0 0,0 0 0,0 1 0,-6-10 0,-15-17 0,14 17 0,-1 1 0,0 1 0,-2 0 0,1 0 0,-1 1 0,-1 0 0,-27-19 0,13 16 0,-1 0 0,0 2 0,0 1 0,-1 1 0,-61-14 0,40 17 0,-1 1 0,-92 1 0,138 6-741,-1 1 0,0 0 0,1 0 0,-1 0-1,1 1 1,-11 4 0,15-6 328,-1 1 0,0 0 0,1-1 0,-1 1 0,0 0 0,1 0-1,-1 0 1,1 0 0,0 0 0,-1 0 0,1 1 0,0-1 0,0 0 0,-1 1 0,1-1-1,0 1 1,0-1 0,1 1 0,-1 0 0,0-1 0,1 1 0,-2 3 0,2 10-8045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44.83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46 1 6611,'-5'0'9850,"4"0"-9448,0 0 1,0 0-1,0 0 0,0 1 0,0-1 1,-1 0-1,1 1 0,0-1 1,0 1-1,0-1 0,0 1 1,1-1-1,-1 1 0,0 0 1,0-1-1,0 1 0,0 0 1,1 0-1,-1 0 0,0 0 1,1-1-1,-2 3 0,-11 29 6131,9-20-6013,3-9-520,1-1 0,-1 1 0,1 0 0,0-1 0,0 1 0,0 0 0,0-1 0,1 1 0,-1 0 0,1-1 0,-1 1 0,1 0 0,0-1 0,0 1 0,2 3 0,3 12 0,29 129 0,-31-130 0,1-1 0,0 0 0,11 22 0,-9-24 0,-1 1 0,-1 0 0,6 26 0,36 189 0,-34-168 100,-7-36-271,-2 0 1,0 0 0,0 34-1,-2-25-2335,-1-24 686,0 1 0,0 0 1,-1 0-1,-1-1 1,0 1-1,-1 0 0,-3 14 1,-22 18-6415,11-26 4932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44.96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24 470 3217,'-2'-1'362,"0"0"0,1-1 0,-1 1 0,0-1 0,1 1 0,-1-1 0,1 0 0,0 1-1,-1-1 1,1 0 0,0 0 0,0 0 0,0 0 0,0 0 0,1 0 0,-1 0-1,1 0 1,-1 0 0,1 0 0,-1-1 0,1 1 0,0 0 0,0 0 0,0 0-1,1 0 1,-1-1 0,0 1 0,1 0 0,-1 0 0,1 0 0,0 0 0,0 0 0,0 0-1,0 0 1,0 0 0,0 0 0,0 1 0,1-1 0,-1 0 0,0 1 0,4-4-1,-4 4-56,0 0 0,0 0 0,-1 0 0,1 0 0,0-1 0,-1 1 0,1 0 0,-1-1 0,0 1 0,1 0 0,-1-1 0,0 1 0,0 0 0,0-1 0,0 1 0,0-1 0,0-1 0,1-9 1187,2 6-996,0 1 0,1-1 0,-1 1 0,1 0-1,0 1 1,0-1 0,1 1 0,0 0 0,-1 0-1,1 0 1,7-4 0,21-17 923,21-12-1419,-10 9 0,-9 8-682,0 1 1,1 2-1,0 1 0,42-11 1,-18 5-1209,87-31-9753,-80 27 5213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45.67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247 552 2033,'24'6'3876,"-6"-1"3765,-25-6-5797,0 1-1,0-1 1,-1 0-1,2 0 1,-1-1-1,-12-4 1,-20-12 3499,22 10-4443,7 2-881,0 0 1,1 0 0,-17-15 0,7 5-30,15 13 10,0-1 0,0 0 0,0 0 0,1 0 0,-1-1 0,1 1 0,0-1 0,1 0 0,-1 0 0,1 0 0,0 0 0,-3-9 0,2 5 0,0 0 0,-1 1 0,0-1 0,-7-10 0,7 14 0,0-1 0,1 0 0,0 0 0,0 0 0,1 0 0,-1 0 0,1 0 0,1-1 0,-1 1 0,1-1 0,0 0 0,1 1 0,-1-1 0,1 1 0,1-1 0,-1 0 0,1 1 0,0-1 0,4-9 0,43-57 0,-28 45 0,-14 21 0,-1 0 0,1 0 0,0 0 0,1 1 0,0 0 0,0 1 0,0 0 0,0 0 0,1 0 0,0 1 0,0 0 0,0 0 0,0 1 0,1 0 0,9-2 0,23-9 0,-33 11 0,-1 0 0,1 1 0,0 0 0,0 0 0,0 1 0,0 0 0,1 1 0,-1-1 0,0 2 0,0-1 0,0 1 0,0 0 0,0 1 0,0 0 0,0 0 0,0 0 0,12 7 0,-9-3 0,-1 0 0,-1 0 0,1 1 0,-1 0 0,0 1 0,-1 0 0,0 0 0,0 1 0,-1 0 0,0 0 0,7 12 0,-1 0 0,-9-15 0,0 0 0,0 1 0,0-1 0,-1 1 0,0-1 0,0 1 0,-1 0 0,0 0 0,0 0 0,-1 1 0,1-1 0,-1 9 0,0 15 0,0-21 0,0 0 0,-1 1 0,0-1 0,-1 0 0,0 0 0,-5 19 0,-5 1 0,5-17 0,1 0 0,0 1 0,1-1 0,1 1 0,0 0 0,-2 25 0,5-37 0,0 0 0,0 1 0,0-1 0,0 0 0,-1 1 0,1-1 0,-1 1 0,1-1 0,-1 0 0,0 0 0,0 0 0,0 1 0,0-1 0,0 0 0,-1 0 0,1 0 0,-1 0 0,-1 1 0,-4 6 0,5-5 0,1-1 0,-1 1 0,1 0 0,0 0 0,1-1 0,-1 1 0,0 0 0,1 0 0,0 0 0,0 0 0,0 0 0,1-1 0,1 8 0,-2-10 0,0 1 0,0-1 0,1 0 0,-1 0 0,0 0 0,1 0 0,-1 0 0,1 0 0,-1 1 0,1-1 0,0 0 0,-1-1 0,1 1 0,0 0 0,0 0 0,-1 0 0,1 0 0,1 0 0,-1-1 0,0 0 0,0 0 0,0 0 0,0 0 0,-1 0 0,1 0 0,0 0 0,0 0 0,0-1 0,0 1 0,0 0 0,-1-1 0,1 1 0,0-1 0,0 1 0,-1-1 0,1 1 0,0-1 0,-1 1 0,1-1 0,0 1 0,-1-1 0,1 0 0,-1 0 0,1 1 0,-1-1 0,0 0 0,1-1 0,4-4 0,-4 6 0,0-1 0,0 0 0,0 0 0,0 0 0,-1 0 0,1 1 0,0-1 0,-1 0 0,1 0 0,0 0 0,-1 0 0,1-1 0,-1 1 0,0 0 0,1 0 0,-1 0 0,0 0 0,1 0 0,-1-1 0,0 1 0,0 0 0,0 0 0,0 0 0,0 0 0,-1-1 0,1 1 0,0 0 0,0 0 0,-1 0 0,1 0 0,-1 0 0,0-2 0,-3-3 0,2 5 0,1-1 0,0 1 0,0-1 0,0 1 0,0-1 0,0 1 0,1-1 0,-1 0 0,0 0 0,1 1 0,-1-1 0,1 0 0,0 0 0,-1 0 0,1 1 0,0-3 0,-1 1 0,-1 0 0,1 0 0,-1 0 0,0 0 0,0 1 0,0-1 0,-1 1 0,1 0 0,0-1 0,-1 1 0,0 0 0,1 0 0,-1 0 0,0 1 0,0-1 0,-4-1 0,-51-24 0,30 22 0,4-1 0,20 5-2030,-8 0-6753,31 1-4687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45.9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122 130 20377,'50'-20'9257,"-8"-2"-6124,-34 17-4064,-1 0 0,0-1 0,-1 0 0,0 0 0,0-1 0,0 0 0,9-14 0,-12 16 7,4-9-9763,-10 8 6781,2 6 3797,0 0 0,1 0 0,-1 0 0,0 0 0,0 0-1,1 0 1,-1 1 0,0-1 0,1 0 0,-1 0 0,1 0 0,-1 1 0,0-1 0,1 0 0,-1 1 0,0-1 0,1 0 0,-1 1 0,1-1 0,-1 1-1,1-1 1,-1 1 0,1-1 0,-1 2 0,-5 4-669,0 1 0,0-1-1,-1 1 1,-11 6 0,-16 17 830,-17 31 1677,37-49-1345,5-5 24,-1 1 0,1 1-1,1-1 1,-13 16-1,1 4 987,15-22-826,1 0 0,0 0 1,0 0-1,0 0 0,1 0 0,-4 12 0,4-10 805,0 1 1,0-1-1,1 1 1,0 0-1,-1 12 1,4-20-1192,-1 0 0,0-1 0,0 1 0,1 0 0,-1 0 0,1-1 0,-1 1 0,1 0 0,-1-1 0,1 1 0,-1-1 0,1 1 0,-1 0 0,1-1 0,0 1 0,-1-1 0,1 0 0,0 1 0,0-1 0,-1 0 0,1 1 0,0-1 0,0 0 0,-1 0 0,1 1 0,0-1 0,0 0 0,0 0 0,1 0 0,23 1 535,-24-1-427,15 0-651,0-2 1,0 1-1,0-2 1,18-5-1,3-4-5483,63-30-1,-71 29 2919,18-11-1783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46.73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73 3762,'0'-34'13929,"0"21"-6759,0 22-2895,-1 1-3645,1-5-276,0 1 1,-1 0-1,2 0 0,-1-1 0,1 1 0,0 0 0,3 10 0,3-1-184,-5-12-171,1 1 1,-2 0 0,1 0 0,0 0 0,-1 0 0,1 1 0,-1-1-1,-1 0 1,1 1 0,0 6 0,1 9 0,0-1 0,1 0 0,1 0 0,1 0 0,11 26 0,2 11 0,-14-47 0,0 0 0,0 0 0,1-1 0,0 0 0,0 0 0,1 0 0,0-1 0,0 0 0,13 11 0,-7-8 0,1 0 0,0-1 0,1-1 0,-1 0 0,2-1 0,-1 0 0,1-1 0,0-1 0,0 0 0,0-1 0,1-1 0,0 0 0,-1-1 0,1-1 0,0 0 0,17-2 0,-19-1 0,-1 0 0,1-1 0,-1-1 0,1 0 0,-1-1 0,0 0 0,-1-1 0,1 0 0,-1-1 0,0-1 0,-1 0 0,0 0 0,0-1 0,-1-1 0,16-18 0,-15 16 0,-7 7 0,0 0 0,0 0 0,-1 0 0,1 0 0,-1-1 0,0 1 0,3-11 0,2-9 0,-2 5 0,-1 1 0,-1-1 0,0 0 0,1-36 0,-5-116 0,-1 170 0,1 1 0,0-1 0,-1 1 0,1-1 0,-1 0 0,1 1 0,-1-1 0,0 1 0,1-1 0,-1 1 0,0 0 0,0-1 0,0 1 0,0 0 0,-1-1 0,0 0 0,1 2 0,1-1 0,0 1 0,0 0 0,0-1 0,0 1 0,0 0 0,0-1 0,-1 1 0,1 0 0,0 0 0,0-1 0,0 1 0,-1 0 0,1 0 0,0 0 0,0-1 0,-1 1 0,1 0 0,0 0 0,-1 0 0,1 0 0,0-1 0,-1 1 0,1 0 0,0 0 0,0 0 0,-1 0 0,1 0 0,0 0 0,-1 0 0,1 0 0,0 0 0,-1 0 0,1 0 0,0 0 0,-1 0 0,1 0 0,0 0 0,-1 1 0,1-1 0,0 0 0,-1 0 0,1 0 0,0 0 0,0 1 0,-1-1 0,1 0 0,0 0 0,0 0 0,-1 1 0,1-1 0,0 0 0,0 1 0,0 170 0,0-157 0,1-1 0,1 0 0,0 0 0,1 0 0,5 14 0,7 30 0,-13-49 0,0 1 0,1-1 0,0 0 0,8 13 0,7 21 0,-9 0 0,-8-32 0,1 1 0,1 0 0,7 19 0,11 26 0,28 116 0,-47-118 0,-2-47 0,-1 0 0,1 0 0,1 0 0,-1 0 0,1 0 0,0 0 0,3 8 0,6 3 0,-8-16 0,0 0 0,-1 1 0,0-1 0,0 0 0,0 0 0,0 1 0,0-1 0,0 1 0,0-1 0,-1 1 0,1-1 0,-1 1 0,0 3 0,1-3 0,-1 0 0,1 0 0,-1 0 0,0 1 0,-1-1 0,1 0 0,0 0 0,-1 0 0,0 0 0,1 0 0,-1 0 0,-1 0 0,1 0 0,0 0 0,-1 0 0,1-1 0,-1 1 0,0 0 0,0-1 0,0 0 0,-4 5 0,5-7 0,0 1 0,1 0 0,-1 0 0,0 0 0,1 0 0,-1 0 0,1 0 0,-1 0 0,1 0 0,0 0 0,-1 0 0,1 0 0,0 0 0,0 0 0,0 0 0,0 1 0,0-1 0,0 0 0,0 0 0,0 0 0,0 0 0,0 0 0,0 0 0,1 0 0,-1 0 0,1 0 0,-1 1 0,0-1 0,1-1 0,0 1 0,0 1 0,-4-3 0,0-2 0,-10-6-87,11 9-41,0-2 0,0 1 0,0 0-1,1 0 1,-1 0 0,0-1 0,0 1 0,1-1-1,-1 0 1,1 1 0,-1-1 0,1 0-1,0 0 1,0 0 0,0 0 0,0 0 0,0 0-1,0 0 1,0 0 0,1 0 0,-1-1-1,1 1 1,0 0 0,-1-4 0,1 6-67,0-1 0,0 1 1,0-1-1,0 0 0,0 1 1,0-1-1,0 1 0,0-1 0,0 1 1,0-1-1,-1 1 0,1-1 1,0 1-1,0-1 0,-1 1 0,1-1 1,0 1-1,-1-1 0,1 1 1,0 0-1,-1-1 0,1 1 0,-1-1 1,1 1-1,-1 0 0,1 0 1,0-1-1,-1 1 0,1 0 0,-1 0 1,0-1-1,1 1 0,-1 0 1,1 0-1,-1 0 0,1 0 0,-1 0 1,1 0-1,-1 0 0,0 0 1,0 0-47,1 0 0,-1 0 0,1 0 0,-1 0 0,1 0 0,-1 0 0,1 0 0,-1 0 0,1 0 0,-1 0 0,1 0 0,-1-1 0,1 1 0,-1 0 0,1 0 0,0-1 0,-1 1 0,1 0 0,-1 0 0,1-1 1,0 1-1,-1 0 0,1-1 0,0 1 0,-1-1 0,1 1 0,0 0 0,0-1 0,-1 1 0,1-1 0,0 1 0,0-1 0,0 1 0,0-1 0,-1 1 0,1-1 0,0 1 0,0-1 0,0 0 0,0-14-5049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50.4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19 174 1313,'-19'-22'29885,"19"35"-30370,0-5 742,1 0-1,-1-1 1,1 1 0,1 0 0,0 0-1,0-1 1,6 14 0,-1 21-257,11-27 0,-16-14 0,0 1 0,0 0 0,0-1 0,0 1 0,0 0 0,0 0 0,0 0 0,0 0 0,2 5 0,-1-1 0,0 1 0,1-1 0,0 0 0,0 0 0,1 0 0,-1 0 0,1-1 0,1 1 0,-1-1 0,1-1 0,0 1 0,0-1 0,0 0 0,0 0 0,1-1 0,0 0 0,0 0 0,0-1 0,0 1 0,0-2 0,0 1 0,0-1 0,1 0 0,-1 0 0,0-1 0,1 0 0,-1 0 0,0-1 0,1 0 0,9-3 0,-8 1 0,0 0 0,-1-1 0,1 0 0,-1 0 0,0-1 0,8-6 0,11-6 0,-23 14 0,0 0 0,0 1 0,0-1 0,-1-1 0,1 1 0,-1 0 0,1-1 0,-1 0 0,0 0 0,-1 0 0,1 0 0,-1 0 0,0-1 0,0 1 0,0-1 0,0 1 0,1-9 0,15-32 0,-14 36 0,-1 5 0,0-1 0,-1 0 0,0 1 0,0-1 0,0 0 0,-1 0 0,0 0 0,0-1 0,0 1 0,0 0 0,-1 0 0,0-9 0,1-10 0,1 13 0,-1 0 0,-1 0 0,0 1 0,0-1 0,-1 0 0,0 0 0,-6-19 0,-4 20 0,11 10 0,-1-1 0,0 1 0,0-1 0,1 1 0,-1-1 0,0 1 0,0-1 0,1 0 0,-1 1 0,1-1 0,-1 0 0,0 0 0,1 1 0,0-1 0,-1 0 0,1 0 0,-1 0 0,1 1 0,0-1 0,0 0 0,-1 0 0,1 0 0,0 0 0,0-1 0,-1 27 0,-2-2 0,2 0 0,1 0 0,1-1 0,0 1 0,7 26 0,0-26 0,-5-18 0,-1 0 0,0 0 0,0 1 0,0-1 0,-1 1 0,0 0 0,0-1 0,0 9 0,18 107 0,-19-114 0,1 1 0,0-1 0,1 0 0,-1 0 0,1 1 0,5 10 0,-4-12 0,-1 1 0,0-1 0,0 1 0,0 0 0,-1-1 0,1 12 0,-2-10-137,0 21-2964,0 31-10095,0-34 5203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03.6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78 175 5250,'-4'2'936,"0"0"-1,1 0 0,-1 0 0,0-1 1,0 1-1,0-1 0,0 0 0,0 0 0,0 0 1,-1 0-1,1-1 0,0 0 0,0 0 1,-5 0-1,3 0-821,6-1-71,-1 1 0,1-1-1,-1 1 1,1-1 0,-1 0 0,1 1 0,-1-1-1,1 1 1,0-1 0,-1 0 0,1 1 0,0-1 0,0 0-1,-1 1 1,1-1 0,0 0 0,0 1 0,0-1 0,0 0-1,0 0 1,0 1 0,0-1 0,0 0 0,0 0 0,0 1-1,0-1 1,1-1 0,4-20 740,14 7 335,-17 12-923,0 0-1,0 0 1,0 0 0,0 0 0,1 0-1,0 0 1,-1 1 0,1-1 0,0 1 0,0 0-1,0 0 1,0 0 0,1 0 0,-1 0-1,5-1 1,-4 1 26,-1 0 1,1 0-1,-1-1 1,0 1-1,0-1 1,0 0-1,3-5 0,20-15 1612,-12 16-1559,-1 0-1,2 1 0,-1 1 1,0 0-1,1 1 1,0 1-1,0 0 0,0 1 1,0 0-1,1 2 0,-1 0 1,23 2-1,-30 0-273,-1 0 0,1 1 0,-1 0 0,0 0 0,0 0 0,0 1 0,0 0 0,0 0 0,-1 1 0,0 0 0,0 0 0,10 11 0,-4 0 0,0 0 0,-1 0 0,-1 1 0,10 22 0,-16-29 0,0 0 0,-1 1 0,-1-1 0,0 1 0,0-1 0,-1 1 0,0 0 0,-1 0 0,-1 11 0,0-8 0,1 1 0,1 0 0,1 0 0,3 18 0,4-5 0,-6-21 0,0 1 0,-1 0 0,0 0 0,0 0 0,-1 0 0,1 14 0,-3 34 0,-1-23 0,2 0 0,1 0 0,2 0 0,11 55 0,-13-84 11,0 1 1,0-1-1,0 1 1,-1 0-1,0-1 0,0 1 1,-1 0-1,0 4 0,1-6-92,-1 1-1,1-1 0,-1 0 0,1 1 0,0-1 0,1 0 1,-1 1-1,0-1 0,1 0 0,0 0 0,0 1 0,0-1 1,2 4-1,0-2-253,0 0-780,-1 0 0,1 0 1,-1 0-1,0 0 1,0 1-1,0-1 0,-1 1 1,0-1-1,0 1 1,0-1-1,0 10 1,-1-13 388,0 1 1,1-1 0,0 1-1,-1-1 1,1 1-1,0-1 1,0 1 0,0-1-1,1 0 1,-1 0 0,1 0-1,-1 0 1,1 0 0,0 0-1,-1 0 1,5 3 0,17-2-2045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03.84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1 174 4146,'0'-104'10416,"0"34"6957,0 72-17304,-1 0 0,1 1 1,0-1-1,0 0 0,0 0 1,1 0-1,-1 0 1,0 1-1,1-1 0,-1 0 1,2 2-1,37 50-69,-36-46 0,1 0 0,-1 0 0,2 0 0,-1 0 0,1-1 0,0 0 0,0 0 0,10 9 0,39 61 0,-32-58 0,-13-11 0,0-1 0,-1 2 0,13 15 0,23 32 0,-34-46 0,-2 0 0,1 1 0,-2 0 0,13 24 0,-15-25-34,6 22-693,-11-30 640,0-1 0,0 1 0,0-1 0,-1 0 0,1 1 0,-1-1 0,1 0-1,-1 1 1,1-1 0,-1 0 0,0 0 0,1 1 0,-1-1 0,0 0 0,0 0 0,0 0 0,0 0 0,0 0 0,0 0 0,0 0 0,-1-1 0,1 1 0,0 0 0,-2 0 0,-5 4-2503,1-1 0,-1-1 1,0 1-1,0-1 0,-12 3 0,16-6 2008,0 1 1,1-1-1,-1 0 0,0 0 0,0 0 0,1 0 0,-1-1 0,0 1 0,1-1 0,-1 0 0,1 0 0,-1-1 0,1 1 0,-6-4 1,-11-10-1957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03.97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30 643 768,'0'-9'735,"-1"-1"0,0 0 0,-1 0 0,0 1 0,-6-15 0,5 14 332,0 0 0,1 0-1,0 0 1,0 0 0,0-17 0,2 7 437,-1 9-814,0-1 1,1 1-1,1-1 1,0 1 0,0-1-1,1 1 1,0 0-1,1-1 1,1 1 0,0 0-1,7-14 1,82-96 477,-86 112-1188,-1 1 0,1 0 0,1 0-1,-1 0 1,1 1 0,17-12 0,7-6-591,-15 14-528,0 1 0,0 1 0,26-9 0,-4 0-1962,39-11-4417,-31 13 4269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04.0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4658,'34'25'11060,"9"11"2167,-23-2-9576,-20-34-3647,4 8 17,-2 0 0,1 1 0,-1-1-1,0 1 1,-1-1 0,0 1 0,0 13 0,-1-15-21,1-1 0,0 1 0,0 0 0,1-1 0,0 0 0,4 11 0,-3-10 0,0 0 0,-1 0 0,0 0 0,0 1 0,-1-1 0,1 15 0,-2-15 0,1 1 0,0-1 0,0 1 0,1-1 0,0 0 0,4 10 0,-3-9 0,0 0 0,0 1 0,-1-1 0,-1 1 0,1-1 0,-1 14 0,18 121 0,-18-95-302,1-28-670,-2-1 1,0 0-1,-6 39 0,-1-34-6102,-19 45-1,20-53 4230,1 24-2560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04.2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1 190 14359,'0'-26'7555,"0"-1"-3441,0 1-2561,0-1-2914,0-4-2369,0 20-1440,0-15-561,0 10 417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04.3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10565,'75'27'10213,"-28"-12"-833,-28-4-6771,9 5-2609,0-6 0,-9-10 0,-19 16 0,28-16 0,-10 0 0,11-16-12342,-29 6 6003,18-6 529,-18 5-2450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04.82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167 338 20025,'-49'30'9664,"7"-5"-6586,36-21-3078,0 1 0,0 1 0,0-1 0,1 1 0,0 0 0,0 1 0,0-1 0,1 1 0,0 0 0,0 0 0,-4 11 0,-1 1 0,8-18 0,1 0 0,0 0 0,-1 0 0,1 1 0,0-1 0,-1 0 0,1 0 0,0 0 0,0 0 0,0 0 0,0 0 0,0 0 0,0 1 0,0-1 0,1 0 0,-1 0 0,0 0 0,1 0 0,-1 0 0,1 0 0,-1 0 0,1 0 0,-1 0 0,2 1 0,22 24 0,-7-11 0,-12-10 0,0-1 0,0 0 0,1 0 0,-1 0 0,1-1 0,0 0 0,0 0 0,0 0 0,1-1 0,-1 0 0,1 0 0,-1 0 0,1-1 0,0 0 0,-1-1 0,1 1 0,0-1 0,0-1 0,-1 1 0,13-3 0,-3 0 0,-1 0 0,0-1 0,0-1 0,0 0 0,-1-1 0,1-1 0,-1 0 0,17-12 0,-20 11 0,-1-1 0,0 0 0,0 0 0,-1 0 0,0-1 0,-1-1 0,0 0 0,9-15 0,-9 12 0,0-1 0,-1 0 0,-1 0 0,7-23 0,-12 32 0,0 0 0,0 0 0,0 0 0,-1 0 0,0 0 0,0 0 0,-1 0 0,0 1 0,0-1 0,0 0 0,-1 0 0,0 0 0,0 1 0,0-1 0,-1 1 0,-3-7 0,-2-3 0,0 1 0,-1-1 0,-1 2 0,-1-1 0,1 1 0,-2 1 0,0 0 0,0 0 0,-1 1 0,-1 1 0,0 0 0,-20-10 0,4 6 0,17 7 0,-1 0 0,-1 1 0,1 1 0,-1 0 0,-25-4 0,-7 1 0,31 5 0,0 0 0,-28 0 0,35 3-77,2 0-346,10 2-282,14 9-889,5-9-436,29-2-92,135 2-2565,-65 10 5595,-111-11-532,0 1 1,0 1 0,0-1-1,0 2 1,-1-1 0,0 2-1,1-1 1,-1 1 0,-1 0-1,1 1 1,-1 0 0,0 0-1,0 1 1,11 13 0,-1 3 893,-1 1 0,-1 1 0,22 48 0,-38-72-1270,7 14 0,-2 0 0,0 1 0,0 0 0,2 19 0,12 42 0,-10-50 0,-2 1 0,3 29 0,11 44 0,-10-63 0,9 70 0,-1 4 0,-16-101 0,3 15 0,-1-1 0,0 1 0,0 48 0,-5-61 0,0 0 0,-1 0 0,-1 0 0,0 0 0,0 0 0,-2 0 0,1-1 0,-7 14 0,3 28-3153,0-41 1151,6-11 1380,0 0-1,0 1 0,0-1 0,0 0 0,0 0 1,0 0-1,0 1 0,1-1 0,0 0 0,-1 4 1,1-5 412,0 0 0,0-1 0,-1 1 1,1 0-1,0-1 0,0 1 0,-1 0 1,1-1-1,0 1 0,-1-1 0,1 1 1,0-1-1,-1 1 0,1-1 1,-1 1-1,1-1 0,-1 1 0,1-1 1,-1 1-1,1-1 0,-1 0 0,0 1 1,1-1-1,-1 0 0,1 0 1,-1 1-1,0-1 0,1 0 0,-1 0 1,0 0-1,1 0 0,-1 0 0,0 0 1,1 0-1,-1 0 0,0 0 1,1 0-1,-1 0 0,0 0 0,1-1 1,-2 1-1,0-1-422,-1 1 0,0-1 0,1 1 0,-1-1 1,1 0-1,-1 0 0,1-1 0,-1 1 0,1 0 0,-3-3 0,-18-10 128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04.94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78 591 3137,'-5'-11'1233,"0"-2"0,1 1-1,0 0 1,1-1-1,1 0 1,0 0-1,-1-21 1,-16-124 13656,20 153-14634,-1 0-1,-1 0 0,1 0 0,-1 0 0,0 0 0,0 0 1,0 0-1,0 1 0,-1-1 0,0 0 0,0 1 0,0-1 1,-1 1-1,-4-6 0,6 7-218,0 1 1,0 0-1,0-1 0,0 1 1,0-1-1,1 1 0,-1-1 1,1 1-1,-1-1 0,1 1 1,0-1-1,0 0 0,1 1 1,-1-1-1,1-3 0,0-12-94,-1 17 16,0-1 0,0 1 1,1-1-1,-1 1 0,0-1 0,0 1 1,1 0-1,-1-1 0,1 1 1,-1-1-1,1 1 0,0 0 0,-1 0 1,1-1-1,0 1 0,0 0 0,0 0 1,0 0-1,2-2 0,8-10-1824,-7-10-3288,-2 16 3742,-1 0-1,1 1 1,1-1-1,-1 1 1,1 0-1,0 0 1,0 0-1,1 0 1,0 0-1,0 1 0,5-6 1,1-3-1476,6-1-1562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05.22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20 2193,'24'1'3699,"-21"0"-3126,1-1 1,0 0-1,0 1 1,0-1 0,0-1-1,0 1 1,0-1-1,-1 1 1,1-1-1,0 0 1,0 0-1,-1-1 1,1 1-1,0-1 1,-1 0-1,4-2 1,-5 3-151,0 0 0,-1 0 0,1 1 0,0-1 0,0 0 0,0 1 0,0-1 0,0 1 0,0 0 0,0 0 0,0-1 0,0 1 0,0 1 0,0-1 0,0 0 0,0 0 0,0 1 0,0-1 0,3 2 0,30 13 3346,-31-11-3382,0 0-1,-1-1 1,1 2-1,-1-1 1,1 0-1,-1 1 1,-1-1-1,1 1 1,-1 0 0,1 0-1,0 5 1,2 1-130,2 7-257,-2-1 0,0 2 0,-1-1 0,-1 0 0,-1 1 0,-1 0 0,0 0 0,-4 35 0,2-1 0,-9 21 0,8-62 0,-1-1 0,2 1 0,0 0 0,0 0 0,1 0 0,2 23 0,6-8 0,0 16 0,-8-38 0,1-1 0,0 0 0,0 0 0,0 0 0,1 0 0,-1 0 0,1-1 0,0 1 0,0 0 0,0-1 0,0 1 0,1-1 0,0 0 0,-1 0 0,1 0 0,0 0 0,1 0 0,-1-1 0,0 1 0,1-1 0,-1 0 0,1 0 0,0 0 0,0 0 0,0-1 0,7 2 0,-1 1 0,0-1 0,1-1 0,0 0 0,-1 0 0,1-1 0,0 0 0,0-1 0,0-1 0,18-2 0,-16 0 0,1-2 0,-1 0 0,-1 0 0,21-12 0,-27 14 0,-1 0 0,1 0 0,-1-1 0,0 0 0,0 0 0,-1 0 0,1 0 0,-1-1 0,0 0 0,0 0 0,0 0 0,-1 0 0,5-9 0,2-16 0,-6 22 0,-1 0 0,0 0 0,0-1 0,-1 1 0,0-1 0,0 0 0,-1 1 0,-1-1 0,1 0 0,-1 0 0,-1 0 0,1 0 0,-4-10 0,-4-5 0,-2 0 0,-1 1 0,-23-36 0,7 13 0,22 39 0,0 0 0,0 1 0,-1-1 0,0 1 0,0 0 0,0 1 0,-1 0 0,1 0 0,-1 0 0,-10-5 0,-23-16 0,32 20-82,0 0 0,0 1 1,-1 0-1,1 1 0,-1 0 0,0 0 1,-1 1-1,1 0 0,-17-3 0,-2 3-1084,0 0 0,-31 2-1,57 2-61,-1-1 0,1 0-1,-1 1 1,1-1-1,-1 1 1,1 0 0,-1 0-1,1 0 1,0 0-1,-1 1 1,-1 0-1,-8 5-2932,7 2-601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05.34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0 106 12262,'47'0'9652,"-28"0"-1872,9 0-4707,-9-10-3073,9 10 0,-10-16 0,11 0 0,-1 6 0,-10 10 0,11-16-2465,-29 5-4322,18-5-513,-18 6 481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07.26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216 97 4850,'0'-51'17555,"0"51"-17437,0-1 0,0 0 1,0 1-1,0-1 0,0 1 1,-1-1-1,1 1 0,0-1 0,0 1 1,0-1-1,-1 1 0,1-1 1,0 1-1,-1-1 0,1 1 0,0-1 1,-1 1-1,1 0 0,-1-1 1,1 1-1,-1 0 0,1-1 0,0 1 1,-2-1-1,1 1 20,1-1-1,-1 1 1,0-1-1,1 1 1,-1-1-1,0 1 1,1-1-1,-1 1 1,1-1 0,-1 0-1,1 1 1,-1-1-1,1 0 1,-1 1-1,1-1 1,0 0 0,-1 0-1,1 1 1,0-1-1,0 0 1,0 0-1,-1 0 1,1 0-1,0 1 1,0-3 0,0 3-95,0-1 1,0 0 0,0 1 0,0-1-1,0 1 1,0-1 0,0 0 0,-1 1-1,1-1 1,0 1 0,0-1 0,-1 0 0,1 1-1,0-1 1,-1 1 0,1-1 0,-1 1-1,1-1 1,0 1 0,-1 0 0,1-1-1,-1 1 1,0-1 0,1 1 0,-1 0 0,1-1-1,-1 1 1,1 0 0,-1 0 0,0 0-1,1-1 1,-1 1 0,0 0 0,1 0-1,-1 0 1,1 0 0,-1 0 0,0 0-1,1 0 1,-1 0 0,0 1 0,1-1 0,-1 0-1,1 0 1,-1 0 0,0 1 0,1-1-1,-1 0 1,0 1 0,-2 0 93,-1 1-1,1-1 1,0 1 0,0 0-1,1 0 1,-1 0 0,0 0-1,1 0 1,-1 0 0,1 1-1,-3 2 1,-59 101-137,57-92 0,1 0 0,1 0 0,0 1 0,1-1 0,0 1 0,-2 21 0,-7 31 0,6-42 0,3-15 0,1-1 0,0 0 0,1 1 0,0 0 0,1-1 0,0 1 0,0 0 0,1 0 0,1 0 0,-1 0 0,4 14 0,35 98 0,-36-114 0,-1 0 0,1 0 0,1 0 0,-1 0 0,2 0 0,-1-1 0,1 1 0,0-1 0,0 0 0,1-1 0,0 1 0,0-1 0,0-1 0,1 1 0,0-1 0,0 0 0,1 0 0,-1-1 0,1 0 0,10 4 0,-13-6 0,10 6 0,0-1 0,1 0 0,-1-1 0,1 0 0,1-2 0,-1 0 0,0 0 0,1-2 0,24 1 0,-25-2 0,-12-1 0,0 1 0,0-1 0,0 1 0,0-1 0,0 0 0,0 0 0,0-1 0,-1 0 0,1 1 0,0-1 0,0 0 0,0-1 0,-1 1 0,1-1 0,-1 1 0,1-1 0,4-4 0,-6 5 0,-1-1 0,0 1 0,1-1 0,-1 1 0,1 0 0,0 0 0,-1 0 0,1 0 0,0 0 0,0 0 0,0 0 0,0 0 0,0 1 0,2-1 0,-1 0 0,-1 1 0,0-1 0,1 0 0,-1 0 0,0 0 0,1 0 0,-1-1 0,0 1 0,0 0 0,0-1 0,0 0 0,0 1 0,-1-1 0,4-3 0,0-1 0,-4 6 0,0-1 0,-1 0 0,1 0 0,0 1 0,0-1 0,-1 0 0,1 0 0,0 0 0,-1 0 0,1 0 0,-1 0 0,1 0 0,-1 0 0,0 0 0,1 0 0,-1-1 0,0 1 0,0 0 0,0-2 0,0 2 0,0 1 0,0-1 0,1 0 0,-1 0 0,0 0 0,0 0 0,0 1 0,0-1 0,1 0 0,-1 0 0,0 0 0,1 1 0,-1-1 0,1 0 0,-1 0 0,1 1 0,-1-1 0,1 1 0,-1-1 0,1 0 0,0 1 0,-1-1 0,1 1 0,0-1 0,-1 1 0,1-1 0,0 1 0,0 0 0,0-1 0,0 1 0,0 0 0,0-1 0,0 1 0,-1-1 0,1 1 0,0 0 0,0-1 0,-1 0 0,1 1 0,0-1 0,-1 1 0,1-1 0,-1 0 0,1 1 0,-1-1 0,1 0 0,-1 0 0,1 0 0,-1 1 0,0-1 0,1 0 0,-1 0 0,0 0 0,0 0 0,0 1 0,1-1 0,-1 0 0,0 0 0,0-1 0,0 0 0,0 1 0,0-1 0,0 0 0,-1 0 0,1 1 0,0-1 0,-1 0 0,1 1 0,-1-1 0,1 1 0,-1-1 0,0 0 0,1 1 0,-1-1 0,0 1 0,0 0 0,0-1 0,-1 1 0,1 0 0,0 0 0,0 0 0,-3-2 0,-2-2 0,6 4 0,-1 1 0,1-1 0,-1 0 0,1 1 0,-1-1 0,1 1 0,0-1 0,-1 0 0,1 1 0,0-1 0,-1 0 0,1 0 0,0 1 0,0-1 0,0 0 0,0 0 0,0 1 0,0-1 0,0 0 0,0-1 0,-3-7 0,-36-7 0,30 10 0,-13-3 0,-7-3 0,27 10 0,-1 1 0,1-1 0,-1 1 0,0 0 0,1 0 0,-1 0 0,0 0 0,0 0 0,1 1 0,-1-1 0,0 1 0,-5 0 0,-3 0 7,-28 0 10,38 0-22,0 0 0,0 1 0,0-1 0,0 0 0,0 0 0,0 0 0,0-1 0,0 1 0,0 0 0,0 0 0,0 0 0,1-1 0,-1 1 0,0 0 0,0-1 0,0 1 0,0-1-1,1 1 1,-1-1 0,0 1 0,0-1 0,1 0 0,-1 1 0,0-1 0,0-1 0,1 0-1009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08.25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160 111 1665,'0'-56'9465,"0"55"-9288,0 0 0,0 0 0,-1 0-1,1-1 1,0 1 0,-1 0 0,1 0 0,-1 0-1,1 0 1,-1 0 0,0 0 0,0 0-1,1 0 1,-1 0 0,-1-1 0,1 1-16,0 0 1,0 0-1,0 0 1,1 0-1,-1 0 1,0 0 0,1 0-1,-1 0 1,1 0-1,-1 0 1,1 0-1,-1 0 1,1 0-1,0-1 1,-1 0 0,-3-4 1486,-15-4-135,14 7-166,-10 6 1094,10 2-1885,0 0-1,1 1 1,0 0-1,0 0 0,0 0 1,1 1-1,0-1 0,0 1 1,0 0-1,1-1 1,-2 12-1,-7 16 1190,2-10-1601,1 0 0,1 0 0,1 1 0,1 0 0,-2 42 0,7-41-144,1-1 0,1 1 0,1 0 0,1-1 0,2 0 0,0 0 0,2-1 0,0 0 0,2 0 0,1 0 0,22 35 0,-27-48 0,0 0 0,1 0 0,0-1 0,1 0 0,0 0 0,1-1 0,-1 0 0,2-1 0,-1 1 0,1-2 0,1 0 0,-1 0 0,1-1 0,0 0 0,1 0 0,18 5 0,-9-6 0,-1-1 0,0-1 0,1-1 0,-1-1 0,29-1 0,-42 0 0,-1 0 0,-1 0 0,0-1 0,0 1 0,0-1 0,0 0 0,0-1 0,0 1 0,0-1 0,0 0 0,6-4 0,-8 5 0,-1-1 0,0 1 0,0-1 0,0 0 0,0 0 0,0 0 0,0 0 0,-1 0 0,1 0 0,-1 0 0,1 0 0,-1-1 0,0 1 0,0-1 0,0 1 0,0-1 0,0 1 0,-1-1 0,1 1 0,-1-1 0,0 0 0,0-3 0,1 1 0,-1 1 0,0 0 0,-1-1 0,1 1 0,-1 0 0,0-1 0,0 1 0,0 0 0,-1 0 0,0 0 0,1 0 0,-1 0 0,-1 1 0,1-1 0,0 0 0,-4-3 0,-2 0 0,-1-1 0,-1 1 0,1 1 0,-21-11 0,28 16 0,-10-4-866,-1 0 0,0 0 1,0 2-1,0 0 0,-1 0 0,1 1 0,-1 1 1,1 0-1,-24 2 0,34-1 661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08.4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62 10357,'0'-49'13961,"0"36"-7984,0 35-3505,9 16-2472,-7-34 0,-1 1 0,1 1 0,-1-1 0,0 0 0,0 0 0,1 11 0,-2-11 0,1 1 0,-1-1 0,1 0 0,1 0 0,-1 0 0,1 1 0,0-1 0,0 0 0,0-1 0,7 10 0,-5-7 0,-1 0 0,1 0 0,-1 0 0,4 15 0,-6-19 2,1 7-61,0-1 0,1-1 0,-1 1 0,2 0 0,-1-1 0,10 17 0,-6-14-1420,-1 0 0,-1 0 0,0 1 0,6 19 0,-1-2-1749,4 6-2430,-9-20 3092,1-1 0,0 0 0,10 15 0,-12-13-172,-4-4-319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08.81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95 392 1185,'-29'-19'5004,"-4"-4"6295,32 22-10920,0 0 0,1 0 0,-1 0 0,0 0 0,0 0 0,0 0 0,0 1 0,0-1-1,0 0 1,-1 0 0,1 1 0,0-1 0,0 1 0,0-1 0,-3 0 0,4 1-252,-1 0 0,0-1 0,0 1 0,1 0 0,-1-1 0,0 1 0,0 0 0,1-1 0,-1 1 0,1-1 0,-1 0 0,0 1 1,1-1-1,-1 1 0,1-1 0,-1 0 0,1 1 0,-1-1 0,1 0 0,0 0 0,-1 1 0,1-1 0,0 0 0,0 0 0,0 0 0,-1 1 0,1-1 0,0 0 0,0 0 0,0 0 0,0 1 0,0-1 0,0 0 0,1 0 0,-1 0 0,0 0 0,1 0 0,-1 0-97,0 0-1,0 1 1,0-1-1,0 1 1,0-1-1,0 1 1,0-1-1,0 1 1,0-1-1,0 0 0,0 1 1,1-1-1,-1 1 1,0-1-1,0 1 1,1-1-1,-1 1 1,0-1-1,1 1 1,-1 0-1,1-1 1,-1 1-1,0-1 1,1 1-1,-1 0 0,1 0 1,-1-1-1,1 1 1,-1 0-1,1 0 1,-1-1-1,1 1 1,-1 0-1,1 0 1,0 0-1,-1 0 1,1 0-1,1-1-4,-1 1-1,0 0 1,0-1-1,0 1 1,1-1-1,-1 1 1,0-1 0,0 1-1,0-1 1,0 0-1,0 1 1,0-1-1,0 0 1,0 0-1,1-2 1,2-1-7,0 1 0,1-1-1,0 1 1,-1 0 0,1 0 0,0 1 0,0-1 0,0 1-1,1 0 1,9-2 0,8-4 23,118-50 8,-91 39 310,71-37-1,-117 54-283,-1 0 0,0 0 0,0 0 0,0 0 0,0-1 0,0 1 0,0-1-1,0 0 1,-1 0 0,0 0 0,0 0 0,0 0 0,0-1 0,0 1 0,0-1 0,-1 1 0,0-1 0,1 0-1,-1 1 1,-1-1 0,1 0 0,-1 0 0,1 1 0,-1-6 0,0 9-75,0 0 0,0 0 0,0 0 0,0 0 0,0 0 0,0 0 0,0 1 0,0-1 0,0 0 0,0 0 0,0 0 0,0 0 0,1 0 0,-1 0 0,0 0 0,0 0 0,0 1 0,0-1 0,0 0 0,0 0 0,0 0 0,0 0 0,1 0 0,-1 0 0,0 0 0,0 0 0,0 0 0,0 0 0,0 0 0,0 0 0,1 0 0,-1 0 0,0 0 0,0 0 0,0 0 0,0 0 0,0 0 0,0 0 0,1 0 0,-1 0 0,0 0 0,0 0 0,0 0 0,0 0 0,0 0 0,0 0 0,0 0 0,1 0 0,-1 0 0,0 0 0,0-1 0,0 1 0,0 0 0,0 0 0,0 0 0,0 0 0,0 0 0,0 0 0,0 0 0,1-1 0,-1 1 0,0 0 0,0 0 0,0 0 0,0 0 0,0 0 0,0 0 0,0-1 0,0 1 0,13 16 0,12 22 0,-21-30 0,0 0 0,1-1 0,0 0 0,0 0 0,1 0 0,6 6 0,-6-7 0,0 0 0,-1 1 0,0-1 0,0 1 0,0 0 0,3 8 0,-5-11 0,0 1 0,1-1 0,0 0 0,-1-1 0,1 1 0,1-1 0,-1 1 0,0-1 0,8 4 0,-10-6 0,0 1 0,0-1 0,1 0 0,-1 0 0,0 0 0,0 0 0,1 0 0,-1 0 0,0 0 0,1-1 0,-1 1 0,1-1 0,-1 0 0,1 0 0,-1 0 0,1 0 0,-1 0 0,1 0 0,-1-1 0,1 1 0,-1-1 0,0 1 0,4-3 0,8-7 0,-11 9 0,-1-1 0,0 1 0,1-1 0,-1 1 0,0-1 0,0 0 0,0 1 0,0-1 0,0 0 0,-1-1 0,1 1 0,-1 0 0,1 0 0,-1-1 0,0 1 0,0-1 0,0 1 0,0-1 0,0 1 0,0-1 0,-1 0 0,1-4 0,-1 5 0,0 0 0,0 0 0,1 0 0,-1 0 0,1 0 0,-1 0 0,1 0 0,0 0 0,-1 1 0,1-1 0,0 0 0,0 0 0,0 1 0,1-1 0,-1 1 0,2-3 0,-1 3 0,-1-1 0,0 1 0,0-1 0,1 0 0,-1 1 0,0-1 0,0 0 0,-1 0 0,1 1 0,0-1 0,-1 0 0,1 0 0,-1 0 0,1 0 0,-1 0 0,0-3 0,0-91 0,0 96 0,0-1 0,0 1 0,0-1 0,-1 1 0,1-1 0,0 1 0,0 0 0,0-1 0,0 1 0,0-1 0,0 1 0,0-1 0,0 1 0,1-1 0,-1 1 0,0-1 0,0 1 0,0-1 0,0 1 0,1-1 0,-1 1 0,0 0 0,0-1 0,1 1 0,-1-1 0,0 1 0,1 0 0,-1-1 0,0 1 0,1 0 0,-1-1 0,1 1 0,-1 0 0,0 0 0,1 0 0,-1-1 0,1 1 0,-1 0 0,1 0 0,-1 0 0,1 0 0,-1 0 0,1 0 0,-1 0 0,1 0 0,-1 0 0,1 0 0,-1 0 0,0 0 0,1 0 0,-1 0 0,1 0 0,-1 0 0,1 0 0,-1 1 0,1-1 0,-1 0 0,0 0 0,1 1 0,-1-1 0,1 0 0,-1 1 0,0-1 0,1 1 0,24 23 0,-20-19 0,-1 2 0,0-1 0,0 0 0,-1 1 0,0 0 0,0-1 0,0 1 0,2 12 0,18 27 0,1 0 0,-1-8 0,-19-33 0,-1 0 0,1 0 0,-1 1 0,0-1 0,4 10 0,-5-11 2,0 0 0,0 0 1,0 0-1,0 0 0,1-1 0,0 1 0,3 3 0,19 30-88,-24-36-116,0 1 0,0 0 1,0-1-1,0 1 0,0-1 1,0 1-1,1-1 0,-1 1 1,0-1-1,1 0 1,-1 0-1,1 0 0,0 0 1,-1 0-1,1 0 0,0 0 1,0 0-1,-1-1 0,1 1 1,3 0-1,21 11-11024,-23 2 3609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11.82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525 144 2481,'-30'-15'4305,"23"13"-3919,1 0 0,0-1 0,0 0-1,1 0 1,-1-1 0,1 0 0,-1 0-1,-7-8 1,11 10-234,0-1 0,0 1 0,0 0 0,-1 0 0,1 0 0,0 0 0,-1 0 0,1 1 0,-4-2 0,-15-15 1415,18 15-1126,3 1-297,-1 1 0,0 0 0,0-1 0,0 1 0,0 0 0,0 0 0,0 0 0,0 0 0,0 0 0,-1 0 0,1 0 0,0 0 0,0 0 0,-1 0 0,1 1 0,-1-1 0,1 0 0,-1 1 0,1-1 0,-3 1 0,-43-20 6046,33 17-5121,0 1 0,0 0 0,-1 0 0,-20 2 1,30 0-838,1 0 1,-1 1 0,1-1-1,0 1 1,-1 0 0,1 1 0,0-1-1,-1 1 1,1-1 0,0 1-1,0 0 1,1 1 0,-1-1-1,0 1 1,1 0 0,-1 0 0,1 0-1,-5 5 1,-34 38-233,37-42 0,-1 1 0,1 0 0,0 0 0,0 0 0,0 0 0,1 1 0,-1 0 0,1 0 0,1 0 0,-1 1 0,1-1 0,1 1 0,-1 0 0,1-1 0,0 1 0,0 0 0,0 12 0,2 155 0,0-169 0,1 0 0,-1 0 0,2 1 0,-1-1 0,0 0 0,1 0 0,0-1 0,0 1 0,1 0 0,-1-1 0,1 1 0,3 3 0,19 40 0,-23-43 0,0-1 0,1 0 0,0 1 0,0-1 0,0 0 0,0 0 0,1-1 0,0 1 0,-1-1 0,1 1 0,1-1 0,-1-1 0,0 1 0,1 0 0,-1-1 0,8 3 0,-2-1 0,1 0 0,-1-1 0,1 0 0,0-1 0,0 0 0,21 1 0,-30-3 0,1 0 0,-1-1 0,1 1 0,-1-1 0,1 1 0,-1-1 0,1 0 0,-1 0 0,1-1 0,-1 1 0,2-2 0,8-3 0,-10 5 0,0 0 0,0-1 0,0 1 0,-1 0 0,1-1 0,-1 1 0,1-1 0,-1 0 0,1 1 0,-1-1 0,0 0 0,0 0 0,0 0 0,0 0 0,0 0 0,0 0 0,-1 0 0,1 0 0,-1 0 0,1 0 0,-1 0 0,0 0 0,0-1 0,0 1 0,0 0 0,0 0 0,0 0 0,-1-4 0,0-3 0,-1 1 0,0 0 0,0 0 0,0 0 0,-6-11 0,0-1 0,7 19 0,1 0 0,-1-1 0,1 1 0,-1 0 0,0 0 0,0 0 0,1 0 0,-1 0 0,0 0 0,0 0 0,0 0 0,0 0 0,0 0 0,0 0 0,0 0 0,0 1 0,-1-1 0,1 0 0,0 1 0,-2-1 0,-2-2 0,1 0 0,-1 0 0,1 1 0,-1 0 0,0 0 0,0 0 0,0 0 0,0 1 0,0 0 0,0 0 0,0 0 0,-1 1 0,1 0 0,0 0 0,0 0 0,0 1 0,-1-1 0,1 1 0,0 0 0,0 1 0,0-1 0,0 1 0,1 0 0,-1 0 0,0 1 0,1 0 0,-7 4 0,-9 11-635,1 1 1,-20 25-1,34-38 258,0 0 0,1 0 0,0 1 0,0 0 0,1 0 0,-1 0-1,2 0 1,-1 0 0,1 0 0,0 1 0,0-1 0,-1 14 0,3 58-11970,0-38 6192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10.0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1653 279 3330,'-5'-2'993,"0"-1"0,0 0 1,0 1-1,0-2 1,1 1-1,-8-8 0,-25-16 2330,-97-53-991,40 17-977,75 55-643,0 0 0,-29-7 0,-22-9 1525,50 18-1488,0 1 0,-1 1 0,1 1 0,-23-1 0,10 1 36,4 2-299,0 1 1,0 2-1,-1 1 0,1 1 1,1 1-1,-1 2 1,-40 15-1,-16 2 1367,58-16-1748,1 1 0,0 1-1,0 2 1,2 0 0,-44 30 0,-107 94 92,164-126-196,-26 27-1,1 2 0,2 2 0,-44 69 0,67-92 0,0 2 0,1-1 0,1 1 0,-12 40 0,-13 86 0,29-119 0,1 3 0,1 0 0,2 0 0,3 35 0,-1-11 0,0-33 0,1 0 0,1 0 0,1-1 0,1 1 0,10 25 0,7 35 0,-14-32 0,-6-31 0,1 0 0,1 0 0,1 0 0,0-1 0,1 0 0,15 31 0,-20-47 0,15 27 0,-1 0 0,17 47 0,-23-54 0,0-1 0,1 0 0,20 29 0,9 18 0,-3-7 0,3-2 0,2-2 0,3-1 0,2-2 0,2-3 0,105 85 0,-127-113 0,1-1 0,2-1 0,0-2 0,49 24 0,-61-34 0,1 0 0,0-1 0,0 0 0,0-2 0,1 0 0,0-1 0,0-1 0,27 1 0,17-4 0,1-1 0,-1-4 0,83-17 0,-119 17 0,-1-2 0,1 0 0,-1-2 0,-1-1 0,1-1 0,-2-1 0,0-2 0,0 0 0,-1-1 0,-1-1 0,29-28 0,19-31 0,103-139 0,-149 177 0,34-75 0,-30 54 0,-13 21 0,-2 0 0,-2-2 0,-1 1 0,6-51 0,-8 43 0,-5 30 0,-2 0 0,0 0 0,0 0 0,-2 0 0,0 0 0,0 0 0,-2 0 0,0 0 0,-1 0 0,-11-27 0,1-26 0,0 0 0,-51-64 0,55 111 0,0-1 0,-1 2 0,-2 0 0,0 0 0,-1 1 0,-31-34 0,-40-23 0,55 52 0,-46-51 0,54 53-129,0 2 1,-2 0-1,-1 2 1,0 1-1,-2 0 1,-39-18-1,59 32-62,-16-5-4988,4 1-1530,-7-17-12983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11.06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5898 1557 3634,'-1'-5'747,"-1"0"0,1 1 0,-1 0 0,0-1 0,0 1 1,-1 0-1,1 0 0,-1 0 0,0 0 0,-4-4 0,-32-35 802,-30-26 2567,67 67-3922,0 1 0,1-1 0,-1 0 0,1 0 0,-1 0 0,1 0 0,0 0 0,0 0 0,0 0 0,-1-4 0,-7-11 554,-66-47 3416,65 54-3416,1 2-1,-1-1 0,-20-11 1,19 13-211,0-1 0,0 0 0,-16-17 1,16 13-311,-1 1 0,0 1 0,-1 0 0,-24-15 0,-4-2-55,-10-5-30,0 3 1,-57-23 0,-36-20 205,98 50-82,-85-29-1,32 13-91,-3 2 20,27 11-111,-251-88-83,110 50 0,-187-84 0,187 78 0,97 35 0,-2-1 0,-108-33 0,101 33 0,-87-11 0,-56-12 0,164 40 0,-84-9 0,81 12 0,25 6 0,41 5 0,-50 4 0,52 1 0,-134-1 0,41 13 0,37-1 0,-48 10 0,0 1 0,97-16 0,-82 24 0,87-14 0,-15 5 0,-446 125 0,322-80 0,174-64 18,8-3-22,1-1 1,0 1-1,-1 0 1,1 0-1,-1 1 1,1-1-1,-1 0 1,1 0-1,0 0 1,-1 0 0,1 0-1,0 0 1,-1 0-1,1 1 1,-1-1-1,1 0 1,0 0-1,-1 0 1,1 1-1,0-1 1,0 0-1,-1 1 1,1-1-1,0 0 1,0 1-1,-1-1 1,1 0-1,0 1 1,0-1-1,0 0 1,-1 1-1,1-1 1,0 0-1,0 1 1,0-1-1,0 1 1,0 0-1,36 0-11661,-27-1 9628,38 0-9080,-27 0 3316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13.10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23 43 1201,'0'-6'2096,"-7"-31"24958,-2 41-24638,8 0-2416,-1 1 0,1 0 0,0-1 0,1 1 0,-1 0 0,1 0 0,0-1 0,0 1 0,0 0 0,2 7 0,-1 8 0,-2 6 0,0-19 0,0-1 0,1 1 0,0 0 0,0-1 0,1 1 0,0 0 0,3 12 0,-4-18 0,4 7 0,-2 0 0,1 0 0,-1 1 0,0-1 0,-1 1 0,0 0 0,0 13 0,0-14 0,0-1 0,1 1 0,0 0 0,0-1 0,0 1 0,1-1 0,0 0 0,1 0 0,0 0 0,6 8 0,15 32 0,-20-38 0,0 0 0,1-1 0,0 0 0,0 0 0,0-1 0,1 0 0,1 0 0,7 7 0,5-2 0,-13-7 0,0-1 0,1 0 0,-1 0 0,1 0 0,10 3 0,-14-7 0,-1 1 0,0 0 0,1-1 0,-1 0 0,1 0 0,-1 0 0,0 0 0,1-1 0,-1 1 0,0-1 0,1 0 0,-1 0 0,0 0 0,0 0 0,0 0 0,0-1 0,0 0 0,4-2 0,7-7 0,0-1 0,-1-1 0,15-17 0,-28 29 0,1 0 0,0 0 0,0 0 0,-1-1 0,1 1 0,-1 0 0,1 0 0,-1 0 0,1-1 0,-1 1 0,0 0 0,1-1 0,-1 1 0,0 0 0,0-1 0,0 1 0,-1-2 0,4-13 0,6 3 0,-8 11 0,1 0 0,-1 0 0,1 0 0,-1-1 0,0 1 0,1-1 0,-1 1 0,-1 0 0,1-1 0,0 0 0,-1 1 0,1-1 0,-1 1 0,0-5 0,0-129 0,1 134 6,-1 1-1,-1 0 1,1-1-1,0 1 1,0-1-1,0 1 1,-1 0-1,1 0 1,-1-1-1,1 1 1,-1 0-1,1 0 1,-1-1-1,0 1 1,0 0-1,1 0 1,-1 0-1,0 0 1,0 0-1,0 0 1,0 0-1,-2-1 1,2 2-34,0-1 1,0 0-1,0 0 0,0 0 1,0 1-1,0-1 1,1 0-1,-1 0 1,0 0-1,0-1 1,1 1-1,-1 0 1,1 0-1,-1 0 0,1 0 1,-1-1-1,1 1 1,0 0-1,0 0 1,-1-1-1,1 1 1,0-2-1,0-3-485,0-20-3840,0 9-2848,-8 11 1069,-7-3 4131,10-7-5993,5 3 3976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13.4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80 1649,'3'0'3813,"10"3"-1882,-12-2-1521,0 0 0,-1 1 0,1-1 1,0 1-1,-1-1 0,1 1 0,-1-1 1,1 1-1,-1 0 0,0-1 0,0 1 1,1-1-1,-1 1 0,-1 0 0,1-1 1,0 1-1,0 0 0,0-1 0,-1 1 1,0 1-1,0 0-68,1 0-1,-1-1 1,1 1 0,0 0 0,-1 0 0,1-1-1,1 1 1,-1 0 0,0 0 0,1-1 0,-1 1 0,1 0-1,0-1 1,2 6 0,1-2 292,-1 1 0,0 0 0,0 1 0,0-1 0,-1 0 0,0 1 0,-1-1-1,0 1 1,0 0 0,0-1 0,-1 1 0,-1 11 0,1-13-285,1 0 0,0 0 0,0 0 0,0 0 0,1 0 0,2 6 0,-2-6-201,0-1 0,-1 1-1,0 0 1,0-1 0,1 13 0,-2-13-144,0 1 1,0-1 0,1 0 0,0 1 0,0-1 0,0 0 0,0 0-1,1 0 1,0 0 0,0 0 0,0 0 0,4 5 0,-2-2-7,-3-6 2,0 0 0,0 0 0,-1 0 0,1 0 0,-1 0 0,0 1 0,0-1 0,0 0 0,0 0 0,0 0 0,0 1 0,-1 1 0,1-2 0,0 0 0,-1 0 0,1 0 0,0 0 0,0 0 0,0 0 0,0 0 0,1 0 0,-1 0 0,0 0 0,1 0 0,-1 0 0,1-1 0,0 1 0,1 3 0,0-2-7,0-1-1,0 1 1,-1 0 0,1 0-1,-1 0 1,1 1 0,-1-1-1,0 0 1,-1 0 0,1 1-1,0-1 1,-1 0 0,0 1-1,0-1 1,0 4 0,5-2-716,14 12-2003,-14-9-1926,-20-9-2053,4-4 5998,8-17 122,3 20 605,0 1 0,0-1 0,0 0 0,-1 0 1,1 1-1,-1-1 0,1 0 0,-1 0 1,1 1-1,-1-1 0,0 1 0,0-1 1,0 0-1,-1-1 0,1 1 38,0 1-1,-1-1 1,1 0 0,1 0-1,-1 0 1,0 0 0,0 0-1,1 1 1,-1-1 0,1-1-1,-1 1 1,1 0 0,0 0-1,0-3 1,0 2 77,0-1 0,-1 1 1,0 0-1,1-1 0,-1 1 0,0 0 0,-1 0 0,1-1 0,0 1 1,-4-5-1,3 5 15,0-1 0,0 1 0,0-1 0,1 1 0,0-1 0,-1 0 0,1 1 0,1-1 0,-1 0 0,0-7 1,0-11 950,0 1 0,-1-1 0,-10-35 0,12 51-837,-1-1-1,1 1 1,0 0-1,0-1 1,1 1-1,0-1 0,0 1 1,1 0-1,1-7 1,6-34 1423,-10 40-1559,1 0-1,0 0 0,0 1 0,1-1 1,0 0-1,0 1 0,0-1 1,1 1-1,0-1 0,0 1 1,0 0-1,1 0 0,0 0 1,1 0-1,-1 0 0,1 1 1,0-1-1,0 1 0,1 0 0,-1 1 1,1-1-1,0 1 0,1 0 1,6-5-1,8-7-127,-19 15 0,0 0 0,0 0 0,0 0 0,0 0 0,0 1 0,0-1 0,0 0 0,0 0 0,0 1 0,1-1 0,-1 1 0,0-1 0,0 1 0,1-1 0,-1 1 0,0 0 0,1 0 0,-1 0 0,0 0 0,0-1 0,1 2 0,1-1 0,2 0 0,1-1 0,-1 2 0,1-1 0,-1 1 0,0 0 0,1 0 0,-1 0 0,0 1 0,0-1 0,0 1 0,0 1 0,0-1 0,0 1 0,0-1 0,-1 2 0,6 3 0,-7-3 0,0 0 0,0 1 0,0-1 0,0 1 0,-1 0 0,1 0 0,-1 0 0,0 0 0,-1 0 0,1 0 0,-1 0 0,0 1 0,-1-1 0,1 0 0,-1 1 0,0 6 0,-1-3 0,1 0 0,-1 0 0,-1 0 0,1 0 0,-2-1 0,1 1 0,-1 0 0,0-1 0,-1 0 0,0 0 0,0 0 0,-1 0 0,-11 13 0,14-18 0,-7 7 0,1-1 0,-1 0 0,0 0 0,-1-1 0,-16 12 0,11-11-1897,-3 6-5689,8-6-498,10-9 8002,0 0 0,-1 0 0,1 0 0,0 1 0,0-1 0,0 0-1,0 0 1,0 0 0,0 0 0,0 0 0,-1 0 0,1 0 0,0 0 0,0 0 0,0 0 0,0 0 0,0 0 0,0 0 0,0 0-1,-1 0 1,1 0 0,0 0 0,0 0 0,0-1 0,0 1 0,0 0 0,0 0 0,0 0 0,-1-1-1067,1 1 1067,0 0 0,0 0-1,0-1 1,0 1 0,-1 0 0,1 0 0,0 0 0,0 0 0,1 0 0,-1 0 0,0-1 0,0 1 0,0 0 0,0 0 0,0 0 0,0 0-1,0 0 1,0 0 0,0-6-3853,0-7 864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13.8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91 3490,'18'-17'12101,"-18"9"-6578,0 407 6130,0-396-11653,1 1 0,-1-1 0,1 1 0,-1-1 0,1 1 0,0-1 0,0 1 0,1-1 0,-1 0 0,1 0 0,2 5 0,-2-5 0,0 0 0,0 1 0,-1-1 0,1 1 0,-1-1 0,0 1 0,0-1 0,0 1 0,0 0 0,-1-1 0,0 7 0,0 86-6053,0-55 1657,0-36 2780,0-14 742,0-62-2534,0-37 3182,0 59 223,0 38 63,-1 1 0,-1-1 0,0 1 0,-6-18 0,4 17 49,1 1 1,1-1-1,0-1 0,-2-19 0,4-112 2031,0 139-2026,0 0-1,0 0 1,1 0 0,-1 1 0,1-1 0,0 0-1,0 1 1,0-1 0,0 1 0,1-1 0,-1 1-1,5-7 1,-4 7-3,0 1 1,-1-1-1,1 0 0,-1 0 1,0 0-1,0 0 0,0 0 1,0-1-1,-1 1 0,1 0 1,-1 0-1,0-7 0,1 7 46,-1-1-1,1 0 1,-1 1-1,1-1 0,0 1 1,0 0-1,1-1 1,-1 1-1,1 0 0,0 0 1,-1 0-1,1 0 0,1 0 1,-1 0-1,0 0 1,6-4-1,-6 5 33,0 1-1,0-1 1,0 1-1,0-1 1,0 1-1,1 0 1,-1 0-1,0 0 1,1 0-1,-1 1 1,1-1-1,-1 1 1,1-1-1,-1 1 1,1 0-1,-1 0 1,1 0-1,-1 0 1,1 0-1,-1 1 1,1-1-1,-1 1 1,1 0-1,-1 0 1,0-1-1,1 1 1,2 2-1,6 3 306,-6-4-362,-1 0-1,0 1 0,1-1 1,-1 1-1,0-1 0,0 1 1,-1 0-1,1 1 0,-1-1 1,1 1-1,-1 0 0,0-1 1,0 1-1,-1 0 0,1 1 1,1 4-1,35 86-131,-37-92 0,-1 0 0,0-1 0,0 1 0,0 0 0,-1 0 0,1 0 0,0 0 0,-1 0 0,0 0 0,0 0 0,0 0 0,0 0 0,-1 0 0,1 0 0,-1 0 0,1 0 0,-1 0 0,0 0 0,0 0 0,-1-1 0,1 1 0,0 0 0,-1-1 0,-2 4 0,2-3 0,0 1 0,0 0 0,0 0 0,0 0 0,1-1 0,0 1 0,-1 1 0,2-1 0,-2 7 0,1-1-35,-1 0-1,0 0 1,-1 0 0,0-1-1,0 1 1,-1-1 0,0 0-1,-1 0 1,0 0 0,0-1-1,-8 10 1,8-13-1031,1 0 0,-1 0-1,0 0 1,-1 0 0,1-1 0,-1 0 0,-8 4 0,-10 6-6863,10-7 165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14.2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1 268 2081,'10'-1'1805,"0"0"0,1-1-1,-1 0 1,0-1 0,0 0 0,-1 0-1,13-7 1,74-41 6202,-70 36-5083,-23 13-2671,1 0 0,-1 0 0,0 0 1,0 0-1,0-1 0,0 1 0,0-1 0,-1 0 1,1 0-1,-1 0 0,0 0 0,0 0 0,0 0 1,0-1-1,0 1 0,-1-1 0,0 1 0,1-1 1,-1 0-1,0-6 0,9-10-253,-9 20 0,0-1 0,0 0 0,-1 1 0,1-1 0,0 0 0,0 0 0,-1 0 0,1 0 0,-1 0 0,1 0 0,-1 0 0,1 0 0,-1 0 0,0 0 0,1 0 0,-1 0 0,0 0 0,0 0 0,0 0 0,0 0 0,0 0 0,0 0 0,0 0 0,0 0 0,0 0 0,0 0 0,-1 0 0,1 0 0,0 0 0,-1 0 0,1 0 0,-2-2 0,-3-2 0,4 4 0,0 0 0,0 0 0,1 1 0,-1-1 0,0 0 0,0 0 0,1 0 0,-1 0 0,1 0 0,-1 0 0,1 0 0,-1 0 0,1 0 0,-1 0 0,1 0 0,0 0 0,0 0 0,0-1 0,-1 0 0,1 0 0,-1 0 0,0 1 0,0-1 0,0 0 0,-1 1 0,1 0 0,0-1 0,-1 1 0,1 0 0,-1 0 0,1-1 0,-1 1 0,1 0 0,-1 1 0,0-1 0,1 0 0,-1 0 0,0 1 0,0-1 0,0 1 0,-3-1 0,1 0 0,1 0 0,0 0 0,-1 1 0,1-1 0,-1 1 0,0 0 0,1 0 0,-1 0 0,1 0 0,-1 0 0,1 1 0,-1 0 0,-5 2 0,1 21 0,2-19 0,4-3 0,0-1 0,1 0 0,0 1 0,-1-1 0,1 1 0,0 0 0,0-1 0,-1 1 0,1 0 0,1 0 0,-1 0 0,0 0 0,0 0 0,1 0 0,-1 0 0,1 0 0,-1 0 0,1 0 0,0 0 0,0 0 0,0 0 0,0 0 0,0 0 0,2 4 0,-3 1 0,1 0 0,0 1 0,0-1 0,1 0 0,0 0 0,0 0 0,1 0 0,0 0 0,0 0 0,1 0 0,0-1 0,6 12 0,16 26 0,-9-18 0,-14-23 0,-1 0 0,1 1 0,0-1 0,0 0 0,0 0 0,0 0 0,0-1 0,1 1 0,-1-1 0,1 1 0,5 3 0,-5-4 0,3 0 0,-2 1 0,1 0 0,0 0 0,0 1 0,-1-1 0,6 7 0,-7-8 0,-1 0 0,1-1 0,-1 1 0,1-1 0,0 1 0,0-1 0,0 0 0,0 0 0,0 0 0,0 0 0,0-1 0,0 1 0,0-1 0,1 0 0,-1 0 0,0 0 0,0 0 0,0 0 0,0-1 0,4 0 0,-3 0 0,0 1 0,0-1 0,0 0 0,0 0 0,0 0 0,0 0 0,0-1 0,-1 0 0,1 0 0,0 0 0,-1 0 0,0 0 0,1-1 0,-1 1 0,3-4 0,12-18 0,-15 22 0,-1-1 0,1 1 0,-1-1 0,0 0 0,0 0 0,-1 0 0,1 0 0,0 0 0,-1 0 0,0 0 0,0 0 0,0 0 0,0-1 0,0 1 0,0-6 0,-1-6 0,2-28 0,-2 42 0,0 1 0,0-1 0,0 1 0,0-1 0,0 1 0,0-1 0,0 0 0,0 1 0,1-1 0,-1 1 0,0-1 0,0 1 0,1-1 0,-1 1 0,0-1 0,1 1 0,-1 0 0,1-1 0,-1 1 0,0-1 0,1 1 0,-1 0 0,1-1 0,-1 1 0,1 0 0,-1 0 0,1-1 0,-1 1 0,1 0 0,-1 0 0,1 0 0,0 0 0,-1 0 0,1 0 0,-1-1 0,1 1 0,-1 1 0,1-1 0,0 0 0,-1 0 0,1 0 0,-1 0 0,1 0 0,-1 0 0,1 1 0,-1-1 0,1 0 0,-1 0 0,1 1 0,-1-1 0,1 1 0,0 0 0,0-1 0,-1 1 0,1 0 0,-1 0 0,1-1 0,-1 1 0,0 0 0,1 0 0,-1 0 0,0 0 0,1 0 0,-1 0 0,0 0 0,0-1 0,0 1 0,0 0 0,0 0 0,0 0 0,0 0 0,0 0 0,0 1 0,2 17 0,1-15 0,1 0 0,-1 0 0,1 0 0,-1 0 0,1 0 0,1-1 0,-1 0 0,8 5 0,-9-6 0,-1-1 0,0 0 0,0 1 0,0 0 0,-1-1 0,1 1 0,0 0 0,-1 0 0,1 0 0,-1 0 0,1 0 0,0 4 0,-1-4 0,1 1 0,-1-1 0,0 0 0,0 0 0,1 0 0,-1-1 0,1 1 0,0 0 0,0 0 0,-1-1 0,1 1 0,3 1 0,17 14-2099,-21-15 1737,0-1-1,0 0 1,0 1 0,1-1-1,-1 0 1,0 0 0,1 0-1,-1 0 1,1-1-1,-1 1 1,1 0 0,0 0-1,-1-1 1,1 1-1,2-1 1,7 4-2776,0-1-1,-1 1 1,1 1-1,10 6 1,-18-2-1174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14.76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200 292 2369,'1'-28'5195,"0"20"-3866,0 0 0,0 0 0,-1 0 0,0 0 0,-1-1 1,1 1-1,-2 0 0,1 0 0,-4-10 0,-34-19 7390,34 28-5805,2 3-2774,2 5-133,0 1-1,0-1 0,0 1 1,0 0-1,0 0 1,0-1-1,0 1 0,0 0 1,0 0-1,-1 0 0,1 0 1,0 0-1,0 0 1,0 1-1,0-1 0,0 0 1,0 1-1,0-1 0,0 0 1,0 1-1,0-1 1,0 1-1,0-1 0,0 1 1,-1 1-1,-25 24-16,10-8-7,12-13 17,1 1 0,0-1 0,0 1 0,0 0 0,0 0 0,1 0 0,0 1 0,0-1 0,1 1 0,0 0 0,-2 9 0,-10 29 0,10-35 0,1-1 0,0 1 0,1 0 0,0 0 0,1-1 0,-1 1 0,2 15 0,-1 1 0,0-15 0,0 0 0,1-1 0,1 1 0,-1 0 0,2 0 0,3 14 0,34 69 0,-39-90 0,1-1 0,-1 1 0,1-1 0,0 0 0,1 0 0,-1 1 0,1-1 0,-1 0 0,1 0 0,0 0 0,0-1 0,0 1 0,0 0 0,1-1 0,-1 1 0,3 1 0,-2-2 0,-1 1 0,1-1 0,-1 0 0,0 1 0,0-1 0,0 1 0,0 0 0,3 5 0,-5-6 0,1 0 0,0 0 0,1 0 0,-1 0 0,0-1 0,1 1 0,-1 0 0,0-1 0,1 1 0,0-1 0,-1 1 0,1-1 0,0 0 0,0 0 0,3 2 0,12 6 0,-15-7 0,1 0 0,0-1 0,0 1 0,0-1 0,0 1 0,0-1 0,0 0 0,0 0 0,0 0 0,1 0 0,-1-1 0,0 1 0,0-1 0,1 0 0,-1 0 0,4-1 0,0-1 0,-1-1 0,1 0 0,-1 0 0,0-1 0,7-4 0,11-7 0,-22 13 0,0 1 0,0-1 0,1 1 0,-1-1 0,0 0 0,-1 0 0,1 0 0,0 0 0,-1 0 0,1 0 0,-1 0 0,1-1 0,-1 1 0,1-4 0,18-26 0,-15 26 0,-1-1 0,0 0 0,0 0 0,0 0 0,-1-1 0,0 1 0,0-1 0,-1 0 0,3-15 0,8-25 0,-4 27 0,-7 15 0,0 1 0,0 0 0,0-1 0,0 1 0,-1-1 0,0 0 0,0 1 0,0-10 0,1-23 0,-1 28 0,0 0 0,-1 1 0,0-1 0,0 0 0,-1 0 0,-1 0 0,-4-15 0,-33-99 0,37 116 0,0 0 0,-1 0 0,0 1 0,-1-1 0,1 0 0,-2 1 0,1 0 0,-1 0 0,0 0 0,-10-10 0,-2-6 0,14 18 0,0 1 0,0-1 0,0 1 0,-1 0 0,1 0 0,-1 1 0,-5-5 0,7 7 0,1 0 0,0 1 0,-1-1 0,1 1 0,-1-1 0,1 1 0,-1 0 0,1 0 0,-1 0 0,1-1 0,-1 1 0,1 1 0,-1-1 0,1 0 0,-1 0 0,1 0 0,-1 1 0,1-1 0,-1 1 0,1-1 0,-1 1 0,1 0 0,0 0 0,0-1 0,-1 1 0,1 0 0,0 0 0,0 0 0,0 0 0,-2 2 0,-3 2 0,5-4 0,-1 0 0,1 0 0,-1 1 0,1-1 0,0 0 0,-1 1 0,1-1 0,0 1 0,0-1 0,0 1 0,0-1 0,0 1 0,0 0 0,0 0 0,1-1 0,-1 1 0,1 0 0,-1 0 0,1 0 0,0 0 0,0 2 0,-9 38 0,6-36 0,2 0 0,-1 0 0,1 0 0,0 0 0,-1 11 0,2 0 0,1 0 0,1 0 0,0 0 0,1 0 0,1 0 0,0-1 0,2 1 0,0-1 0,11 21 0,-12-27 0,0 1 0,0-1 0,-2 1 0,4 11 0,-4-12 0,0 0 0,0 0 0,10 18 0,2-3 0,2 0 0,1-1 0,0 0 0,2-2 0,33 30 0,-47-47-775,2 0 1,-1-1-1,0 0 0,1 0 0,9 3 1,-10-4-647,1-1 1,0 0 0,0 0-1,0 0 1,0-1-1,0-1 1,0 0-1,0 0 1,0 0 0,11-2-1,20-13-2576,-12-7-274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14.95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75 11 3986,'-15'7'3410,"-21"1"11498,17-7-13324,14-1 2346,10-3-3877,12-6-272,4 2-3430,27-1-10867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15.0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0 800,'0'16'1985,"-28"11"3074,28-17-3331,0 6-831,-19-16-321,19 16 112,19-16-367,9 0-305,-9 0-945,9-16-416,-9 16-623,9-16-530,-9 6 65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15.55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197 27 3474,'0'-1'7853,"-5"-11"2454,-13 1-8074,13 9-1209,-19 29 857,-46 56 3810,65-76-5672,0-1 0,0 1 0,1 0 0,0 0 0,0 1 0,0-1 0,1 1 0,0-1 0,1 1 0,0 0 0,0 0 0,0 0 0,1 1 0,1-1 0,-1 11 0,1-12-19,-1 0 0,0 0 0,0 0 0,-1 0 0,0 0 0,-5 11 0,5-11 0,-1 0 0,1-1 0,0 1 0,0 0 0,1 0 0,-1 14 0,2 97 0,0-114 0,0-1 0,1 1 0,-1 0 0,1-1 0,0 1 0,0-1 0,0 1 0,0-1 0,1 1 0,-1-1 0,4 5 0,5 12 0,0 15 0,-9-27 0,1-1 0,0 0 0,0-1 0,1 1 0,0 0 0,0-1 0,0 1 0,1-1 0,0 0 0,0 0 0,6 6 0,11 21 0,-19-30 0,-1 0 0,1 0 0,0 1 0,0-1 0,0 0 0,0-1 0,0 1 0,0 0 0,1-1 0,5 5 0,-2-2 0,2 0 0,-1-1 0,0 0 0,1 0 0,0 0 0,0-1 0,0 0 0,0-1 0,0 0 0,1 0 0,-1-1 0,0 0 0,1 0 0,-1-1 0,1 0 0,0-1 0,-1 0 0,0 0 0,1 0 0,-1-1 0,10-4 0,-4 3 0,-12 3 0,1 0 0,-1-1 0,0 1 0,0-1 0,1 1 0,-1-1 0,0 0 0,0 0 0,0 0 0,0 0 0,0 0 0,0-1 0,3-2 0,45-31 0,-39 29 0,-1-1 0,1 0 0,-1-1 0,-1 0 0,12-12 0,4-22 0,-3 2 0,-19 35 0,0 0 0,0 0 0,0 0 0,0 0 0,-1-1 0,0 1 0,0-1 0,-1 0 0,1 1 0,-1-1 0,-1 0 0,1-10 0,9-45 0,-8 54 0,0 0 0,0-1 0,-1 1 0,0-1 0,0 1 0,-1-1 0,0 0 0,-1 1 0,-1-12 0,-2 2 0,0 1 0,-1 0 0,-1 0 0,0 1 0,-1-1 0,-1 1 0,-16-24 0,-28-27 0,48 61 0,0 0 0,0 1 0,-1 0 0,0 0 0,0 0 0,0 0 0,0 1 0,0 0 0,-1 0 0,0 0 0,-8-2 0,5 3 0,1 0 0,-1 1 0,1 1 0,0-1 0,-15 2 0,18 0 0,1 0 0,0 0 0,0 0 0,0 1 0,1 0 0,-1 0 0,0 0 0,1 0 0,-1 0 0,1 1 0,-1 0 0,-3 4 0,6-5 0,0 1 0,0 0 0,0 0 0,0 0 0,0 1 0,0-1 0,1 0 0,0 0 0,-1 0 0,1 0 0,0 1 0,1-1 0,-1 0 0,2 5 0,-1 5 0,-2 17 0,0-20 0,0-1 0,1 1 0,0 0 0,1-1 0,0 1 0,0 0 0,1-1 0,0 1 0,0-1 0,1 0 0,1 0 0,0 0 0,5 10 0,-5-13 0,0 1 0,0 0 0,-1-1 0,0 1 0,0 0 0,3 14 0,-4-14 0,0-1 0,0 1 0,1-1 0,-1 1 0,7 9 0,66 77 0,-54-54 0,-20-35 0,0-1 0,1 1 0,0 0 0,0 0 0,0-1 0,0 1 0,0-1 0,1 0 0,0 0 0,3 4 0,9 5 0,14 14 0,-28-24-341,0 0 1,0 0-1,1 0 1,-1-1-1,1 1 1,-1 0-1,1 0 0,0-1 1,-1 1-1,1-1 1,0 0-1,0 1 1,0-1-1,0 0 0,0 0 1,1 0-1,-1-1 1,0 1-1,0 0 0,1-1 1,-1 1-1,0-1 1,1 0-1,-1 0 1,0 0-1,1 0 0,-1 0 1,4-1-1,1 1-526,24-11-15345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15.92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157 67 2465,'0'-2'537,"-1"1"0,1 0 1,-1-1-1,1 1 0,-1 0 0,0 0 0,1-1 1,-1 1-1,0 0 0,0 0 0,0 0 0,0 0 0,0 0 1,0 0-1,0 0 0,0 0 0,0 1 0,0-1 1,-2 0-1,-30-16 5374,22 12-3805,10 4-1611,1 0 0,-1 0 0,1 0 0,0 0 1,-1 0-1,1 1 0,0-1 0,0 0 0,0 0 1,0 0-1,0 0 0,0 0 0,0 0 0,0 0 0,0 0 1,0 0-1,0 1 0,0-1 0,1 0 0,-1 0 1,0 0-1,2-1 0,18 24-343,-19-22-152,1 0 0,-1 1 0,0-1 0,0 1 0,1-1 0,-1 1 0,0-1 0,0 1 0,0 0 0,0 0 0,0 0 0,0-1 0,0 1 0,0 0 0,0 0 0,0 0 0,1 2 0,0 32 0,-2-29 0,0 1 0,-1 1 0,-1-1 0,0 0 0,0 0 0,0 0 0,-1 0 0,0 0 0,0 0 0,0-1 0,-7 9 0,-2 7 0,11-20 0,0 0 0,1-1 0,-1 1 0,1 0 0,-1 0 0,1-1 0,0 1 0,0 0 0,0 0 0,0 0 0,0 0 0,0-1 0,0 1 0,1 2 0,0-3 0,-1 0 0,0 0 0,0 0 0,1 0 0,-1 0 0,0 0 0,0 0 0,0 0 0,0 1 0,0-1 0,-1 0 0,1 0 0,0 0 0,0 0 0,-1 0 0,1 0 0,0 0 0,-1 0 0,1-1 0,-1 1 0,1 0 0,-1 0 0,0 0 0,0 1 0,-10 10 0,14-7 0,-2-5 0,0 1 0,0-1 0,-1 1 0,1-1 0,0 1 0,0 0 0,-1-1 0,1 1 0,0 0 0,-1 0 0,1 0 0,0 0 0,-1-1 0,1 1 0,-1 0 0,0 0 0,1 0 0,-1 0 0,0 0 0,0 0 0,1 0 0,-1 0 0,0 0 0,0 0 0,0 0 0,0 0 0,0 2 0,0-2 0,0 1 0,0-1 0,1 1 0,-1-1 0,1 1 0,0-1 0,-1 0 0,1 1 0,0-1 0,0 0 0,-1 1 0,1-1 0,0 0 0,1 0 0,-1 0 0,0 0 0,0 0 0,0 0 0,2 1 0,32 17 0,-20-11 0,55 32 0,-53-29 0,-10-4 0,-26 1 0,4-3-104,0 0 1,0-2-1,-1 0 1,1 0-1,0-1 1,-1-1-1,0-1 0,1 0 1,-1-1-1,-21-5 1,20 5-3599,-2 0-3329,13 2 2773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27.78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1622 41 1873,'9'0'13040,"-18"0"-8016,5 2-4007,-62 20 6309,61-19-6819,-18-3 135,-27 10-193,42-9-452,-1 0 1,1 1 0,0-1 0,0 2 0,-13 4 0,-11 3 97,0-2-15,24-5-83,-1-1 0,1 0 0,-1-1 0,0 0 0,-14 0 0,-16 1-7,1 2 1,-67 15 0,-40 7 5,48-12-18,83-11 35,-1 0-1,0-1 0,-16-1 1,-8 2 28,-83 12-33,49-8 39,18-3-78,26-3-24,21-2 48,-1 1-1,1 0 0,-1 1 0,1-1 1,-10 4-1,-9 3 8,-1-2 0,0 0 0,0-2 0,-51 0 0,77-3-2,1 0 1,-1 0-1,1 1 1,-1-1 0,1 0-1,0 0 1,-1 1-1,1-1 1,-1 1-1,1-1 1,0 1-1,-1 0 1,1 0 0,0-1-1,-1 2 1,0-1-3,1 0 1,0 0-1,0 0 0,-1-1 1,1 1-1,0 0 1,-1-1-1,1 1 1,-1-1-1,1 0 1,-1 1-1,1-1 0,-1 0 1,1 0-1,-2 0 1,-9 0 1,1 1 0,0 0 1,-1 1-1,-11 3 1,19-4 3,0 0 1,1 0 0,-1-1 0,0 1-1,0-1 1,0 0 0,0 0-1,1-1 1,-6 0 0,5 1 2,-1 0 35,5 1-45,0-1 1,0 1-1,-1 0 1,1 0-1,-1-1 1,1 1-1,-1 0 0,1-1 1,-1 1-1,1 0 1,-1-1-1,1 1 1,-1-1-1,0 1 1,1-1-1,-1 1 1,0-1-1,0 1 1,1-1-1,-1 0 1,0 1-1,0-1 1,0 0-1,1 0 0,-1 1 1,0-1-1,0 0 1,-1 0-1,-24 2-137,25-2 128,1 43 1049,0 182 1019,0-222-2054,0 0 0,0-1 0,0 1 0,1 0 0,0-1 0,-1 1 0,1-1 0,0 1 0,0-1 0,0 1 0,1-1 0,-1 0 0,3 4 0,-2-4 0,0 1 0,-1-1 0,1 1 0,-1-1 0,0 1 0,0 0 0,0 0 0,0-1 0,0 1 0,-1 0 0,1 0 0,-1 0 0,1 5 0,-3 30 0,0-23 0,1 0 0,1 0 0,0 0 0,1 0 0,6 28 0,-4-34 0,0 0 0,0 1 0,-1-1 0,0 1 0,-1-1 0,0 1 0,0 0 0,-2 11 0,2-15 0,0 0 0,0 0 0,0 0 0,0 0 0,1 0 0,0-1 0,3 7 0,-2-6 0,-1-1 0,0 1 0,0-1 0,0 1 0,-1 0 0,0 0 0,1 7 0,-2 8 0,0-1 0,2 1 0,1 0 0,7 28 0,-8-43 0,-1 1 0,-1-1 0,1 1 0,-1-1 0,0 1 0,0 0 0,-2 6 0,1-8 0,1 0 0,-1 1 0,1-1 0,0 0 0,0 0 0,1 0 0,-1 0 0,1 1 0,0-1 0,4 9 0,-4-11 0,3 5 0,-1 0 0,1-1 0,-2 1 0,1 1 0,-1-1 0,-1 0 0,1 1 0,-1-1 0,-1 10 0,0-4 0,0 5 0,0-1 0,1 1 0,0-1 0,2 0 0,8 34 0,-8-41 0,-1 1 0,-1 0 0,0-1 0,0 1 0,-1 0 0,-3 22 0,1 12 0,2 125 0,0-167 0,1 0 0,-1-1 0,1 1 0,-1 0 0,1-1 0,0 1 0,0-1 0,1 0 0,-1 1 0,4 5 0,-2-5 0,-1-1 0,-1 1 0,1 0 0,0 0 0,-1 0 0,0 0 0,0 0 0,0 0 0,0 0 0,-1 1 0,0 3 0,0 1 0,1 1 0,-1-1 0,2 0 0,-1 1 0,1-1 0,0 0 0,6 12 0,-7-18 0,-1 0 0,1 0 0,-1 0 0,1 0 0,-1 0 0,0 0 0,0 0 0,-1-1 0,1 5 0,-1-5 0,1 0 0,-1 0 0,1 0 0,0 0 0,0 0 0,0 0 0,0 0 0,0 0 0,0-1 0,1 1 0,-1 0 0,1 0 0,-1 0 0,1 0 0,0 0 0,-1 0 0,1 0 0,2 1 0,-1 0 0,1 0 0,-1 0 0,0 0 0,1 0 0,-1 1 0,-1-1 0,1 1 0,0-1 0,-1 1 0,0-1 0,0 1 0,0 0 0,0 0 0,-1-1 0,1 1 0,-1 0 0,0 0 0,0 0 0,-1 0 0,0 4 0,1-3 0,1-1 0,-1 0 0,1 1 0,0-1 0,0 0 0,0 0 0,3 6 0,-2-6 0,0 0 0,-1 1 0,0 0 0,1-1 0,-2 1 0,1 0 0,0 6 0,-1-9 0,1-1 0,0 1 0,-1 0 0,1-1 0,0 1 0,0-1 0,0 1 0,0-1 0,0 0 0,0 1 0,0-1 0,1 0 0,-1 0 0,0 0 0,1 0 0,-1 0 0,1 0 0,-1 0 0,1 0 0,-1-1 0,1 1 0,0 0 0,-1-1 0,3 1 0,39 8 0,-16-9 0,0-1 0,39-7 0,-33 7 0,-30 1 0,0 1 0,1-1 0,-1 0 0,1 0 0,-1-1 0,1 1 0,-1-1 0,6-1 0,12-4 0,0 0 0,0 2 0,1 1 0,40-2 0,-46 4 0,1-1 0,-1-1 0,21-5 0,-23 4 0,0 1 0,0 1 0,16-1 0,-24 3 0,-1-1 0,1 1 0,0-1 0,0 0 0,0 0 0,7-3 0,-6 2 0,-1 0 0,0 1 0,1 0 0,-1 0 0,1 0 0,9 1 0,15-2 0,50-9 0,21-1 0,-72 12 0,-19 0 0,-1 0 0,0 0 0,0-1 0,14-2 0,6-3 0,53-1 0,-2-4 0,30-5 0,11 6 0,-104 10 0,0-1 0,1 0 0,-1-1 0,27-8 0,-37 9 0,0-1 0,1 1 0,-1 1 0,0-1 0,16 2 0,-16 0 0,-1-1 0,1 0 0,0 0 0,-1-1 0,9-1 0,-15 2 0,1-1 0,-1 1 0,0-1 0,0 1 0,1-1 0,-1 0 0,0 1 0,0-1 0,0 0 0,0 0 0,0 0 0,0 0 0,0 0 0,0 0 0,0 0 0,0 0 0,-1 0 0,1 0 0,0-1 0,-1 1 0,1 0 0,-1 0 0,1-1 0,-1 1 0,0 0 0,0-1 0,1 1 0,-1 0 0,0-1 0,0 1 0,0-2 0,0-106 0,0 107 0,-1-1 0,1 1 0,0-1 0,-1 1 0,1-1 0,-1 1 0,0-1 0,0 1 0,0 0 0,-2-4 0,1 3 0,1 1 0,0-1 0,0 0 0,0 0 0,0 0 0,0 1 0,0-1 0,1 0 0,-1 0 0,1-6 0,0 5 0,-1-1 0,1 1 0,-1 0 0,0-1 0,0 1 0,0 0 0,-1 0 0,1 0 0,-1 0 0,0 0 0,0 0 0,0 0 0,-5-5 0,6 8 0,0-2 0,0-1 0,-1 1 0,1-1 0,1 0 0,-1 0 0,0 1 0,1-1 0,0 0 0,0 0 0,0 1 0,0-1 0,2-7 0,-1-2 0,-1 12 0,0 0 0,0 0 0,0 0 0,-1 0 0,1 0 0,0 0 0,0 0 0,-1 0 0,1 0 0,0 0 0,-1 0 0,1 0 0,-1 0 0,1 0 0,-1 1 0,0-1 0,1 0 0,-1 0 0,0 0 0,0 1 0,0-1 0,1 0 0,-1 1 0,0-1 0,-2 0 0,-6-6 0,8 3 0,0 1 0,0-1 0,0 1 0,0-1 0,0 0 0,1 1 0,-1-1 0,1 0 0,0 0 0,0 1 0,2-7 0,-2 5 0,1 0 0,-1 0 0,0 0 0,-1 0 0,1 0 0,-2-8 0,-2 2 0,1 1 0,0-1 0,1 0 0,0 0 0,1 1 0,0-16 0,1 23 0,0 0 0,-1 0 0,1 0 0,-1 0 0,0 0 0,1 0 0,-1 0 0,-1 0 0,1 0 0,0 0 0,-1 1 0,-2-5 0,2 4 0,0 1 0,1-1 0,-1 0 0,1 0 0,0 1 0,0-1 0,0 0 0,0 0 0,0 0 0,1 0 0,-1 0 0,1-5 0,1-29 0,1 25 0,-1 1 0,-1 0 0,0 0 0,-1 0 0,0 0 0,-4-17 0,1 15 0,0 1 0,2 0 0,-1-1 0,2 0 0,0 1 0,0-19 0,1 28 0,0-1 0,-1 0 0,1 1 0,-1-1 0,0 1 0,0-1 0,0 1 0,-1-1 0,1 1 0,-4-6 0,3 5 0,0 0 0,0 0 0,0 1 0,1-1 0,-1 0 0,1-1 0,0 1 0,0 0 0,1 0 0,-1 0 0,1-5 0,0-4 0,-1-1 0,0 1 0,0 0 0,-2 0 0,-7-24 0,9 32 0,0 0 0,0 0 0,1 0 0,-1-1 0,1 1 0,0 0 0,1 0 0,0-6 0,0 7 0,-1-1 0,1 1 0,-1 0 0,0-1 0,0 1 0,0 0 0,-1-1 0,0 1 0,0 0 0,0-1 0,-3-6 0,1 4 0,0 3 0,0-1 0,1 0 0,0 0 0,0 0 0,0 0 0,0 0 0,1-1 0,0 1 0,0 0 0,0-1 0,1-10 0,0 6 0,-1 0 0,-1 0 0,-4-20 0,3 20 0,1 0 0,0 0 0,-1-21 0,4 19 0,-1 9 0,0-1 0,0 1 0,0-1 0,0 1 0,0-1 0,-1 1 0,1 0 0,-1-1 0,0 1 0,-1-4 0,-2 1 0,1 0 0,0 0 0,0 0 0,1 0 0,0 0 0,0-1 0,0 1 0,1-1 0,0 0 0,0 1 0,1-1 0,0-12 0,0 12 0,-1 0 0,0 0 0,0 1 0,-1-1 0,-3-8 0,-4-28 0,10 17 0,0 19 0,-1 1 0,0-1 0,0 0 0,0 1 0,-1-1 0,0 0 0,-3-11 0,-6 1 0,8 15 0,1 0 0,-1 0 0,1 0 0,0-1 0,0 1 0,0 0 0,0-1 0,0 1 0,0-1 0,1 1 0,-1-1 0,1 0 0,-1-4 0,1-3 0,-1 0 0,0 0 0,0 0 0,-1 0 0,-1 0 0,-4-14 0,4-12 0,4 32 0,-1 1 0,0 0 0,0-1 0,0 1 0,0 0 0,-1-1 0,1 1 0,-1 0 0,0 0 0,-2-7 0,-6-1 0,8 10 0,-1-1 0,1 1 0,0 0 0,0-1 0,0 1 0,0-1 0,0 1 0,0-1 0,0 0 0,0 1 0,1-1 0,-1 0 0,1 1 0,-1-1 0,1 0 0,0 0 0,-1 0 0,1-2 0,1-1 0,-1 4 0,1-1 0,-1 1 0,0-1 0,0 1 0,0-1 0,0 1 0,0-1 0,0 1 0,0-1 0,0 1 0,0-1 0,-1 1 0,1-1 0,-1 1 0,1-1 0,-1 1 0,0-1 0,1 1 0,-2-2 0,0 1 0,0 0 0,0 0 0,0 0 0,0 0 0,1-1 0,-1 1 0,1 0 0,-1-1 0,1 0 0,0 1 0,0-1 0,-1-4 0,-1-43 0,3 42 0,0 9-9,0-1 1,0 0-1,0 1 1,0-1-1,-1 0 1,1 1-1,0-1 0,0 1 1,-1-1-1,1 0 1,0 1-1,0-1 0,-1 0 1,1 0-1,0 1 1,-1-1-1,1 0 1,0 0-1,-1 1 0,1-1 1,0 0-1,-1 0 1,1 0-1,-1 0 0,1 0 1,-1 0-1,1 1 1,0-1-1,-1 0 1,1 0-1,-1 0 0,1 0 1,0 0-1,-1-1 1,1 1-1,-1 0 0,1 0 1,0 0-1,-1 0 1,1 0-1,-1-1 1,1 1-1,0 0 0,-1 0 1,1 0-1,0-1 1,-1 1-1,1 0 0,0-1 1,-1 1-1,1 0 1,0-1-1,0 1 1,0 0-1,-1-1 0,1 1 1,0 0-1,0-1 1,0 0-1,0 7-249,0 14-16873,0-5 10048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28.55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76 27 2929,'-5'-3'5133,"-21"-8"7746,5-2-1949,20 13-10907,0 0 0,0 0 0,1 0 0,-1 0 0,0 1 0,0-1 0,0 0 0,0 0 0,0 0 0,1 1 0,-1-1 0,0 0 1,0 1-1,0-1 0,1 1 0,-1-1 0,0 1 0,1-1 0,-1 1 0,0-1 0,1 1 0,-1 0 0,1 0 0,-1-1 0,1 1 0,-1 0 0,1 0 1,-1-1-1,1 1 0,0 0 0,-1 1 0,-1 34 134,3-19-156,-1-14-1,0-1 0,0 1 0,1 0 0,-1-1 0,1 1 0,0 0 0,-1-1 0,1 1 0,0-1 0,1 1 0,-1-1 0,0 0 0,3 4 0,-2-4 0,0 0 0,-1 1 0,1-1 0,-1 1 0,0 0 0,0-1 0,0 1 0,0 0 0,0 0 0,0-1 0,-1 1 0,0 0 0,1 5 0,0 14 0,0-1 0,2 1 0,7 31 0,-7-2 0,-3-44 0,0 0 0,0 0 0,0 1 0,1-1 0,3 13 0,5 2 0,-6-17 0,-1 0 0,0 1 0,0-1 0,-1 1 0,1-1 0,-1 1 0,0 0 0,0 8 0,17 106 0,-17-115 0,-1 1 0,1-1 0,0 0 0,0 0 0,0 0 0,1 0 0,0 0 0,3 7 0,-2-7 0,-1 0 0,0-1 0,0 1 0,-1 1 0,1-1 0,-1 0 0,-1 0 0,2 9 0,6 30 0,-5-37 0,-1-1 0,-1 1 0,1 0 0,-1 0 0,0 11 0,-1-6 0,-1-8 0,1 0 0,-1 0 0,1 0 0,0 0 0,0 0 0,1 0 0,-1 0 0,1 0 0,0-1 0,0 1 0,2 5 0,7 2 0,-8-9 0,-1 0 0,0-1 0,1 1 0,-1 0 0,0 0 0,0 0 0,0-1 0,0 1 0,0 0 0,-1 0 0,1 1 0,-1-1 0,1 0 0,-1 0 0,0 0 0,1 0 0,-1 0 0,-1 0 0,1 1 0,-1 3 0,1-5 0,0 0 0,0 0 0,1 0 0,-1 0 0,0 0 0,0 0 0,0 1 0,1-1 0,-1 0 0,1 0 0,-1 0 0,1 0 0,-1 0 0,1 0 0,-1 0 0,1-1 0,0 1 0,0 0 0,-1 0 0,2 1 0,-1-2 0,0 1 0,0-1 0,-1 1 0,1 0 0,-1-1 0,1 1 0,0 0 0,-1 0 0,1-1 0,-1 1 0,0 0 0,1 0 0,-1 0 0,0 0 0,1 0 0,-1-1 0,0 1 0,0 0 0,0 0 0,0 1 0,1-1 0,-1 0 0,0 0 0,1 0 0,-1 0 0,1-1 0,0 1 0,-1 0 0,1 0 0,0-1 0,-1 1 0,1 0 0,0-1 0,0 1 0,0-1 0,-1 1 0,1-1 0,0 1 0,0-1 0,0 0 0,0 1 0,0-1 0,0 0 0,0 0 0,0 0 0,0 0 0,0 1 0,0-1 0,0-1 0,0 1 0,0 0 0,0 0 0,0 0 0,0 0 0,0-1 0,0 1 0,1-1 0,41-11 0,-35 9-106,-1-1 0,1 1-1,-1-2 1,0 1 0,0-1 0,0 0 0,-1 0 0,0-1-1,9-10 1,-13 14-375,0 0-1,0 0 0,0 0 1,1 0-1,-1 1 0,0-1 1,1 1-1,-1-1 0,1 1 1,4-1-1,-4 1-89,-1 0-1,1 0 1,-1-1-1,1 1 1,-1 0-1,1-1 1,-1 0 0,0 1-1,0-1 1,4-4-1,4-9-3445,9-8 460,28-18-4892,-26 26 6480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28.9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76 277 784,'0'-2'465,"0"1"-1,0-1 0,1 1 0,-1 0 0,0-1 1,0 1-1,0-1 0,0 1 0,0 0 0,-1-1 1,1 1-1,0-1 0,-1 1 0,1 0 1,-1-1-1,1 1 0,-1 0 0,-1-3 0,-2 3-31,-11-8 2234,10-8 4438,5 17-6997,0-1-1,0 1 1,0-1-1,0 0 1,0 1-1,0-1 1,0 1-1,0-1 1,0 1-1,-1-1 1,1 1 0,0-1-1,0 1 1,-1-1-1,1 1 1,0-1-1,-1 1 1,1 0-1,0-1 1,-1 1-1,1-1 1,-1 1 0,1 0-1,-1 0 1,1-1-1,0 1 1,-1 0-1,1 0 1,-1-1-1,0 1 1,1 0-1,-1 0 1,-7 0 7329,8 43-5801,0-37-1598,0-1-1,1 0 1,0 1 0,0-1 0,0 1 0,4 7-1,-3-8-26,0 0-1,-1 1 0,0-1 0,1 1 1,-2-1-1,1 10 0,0-13-10,-1-1 0,0 1 0,0 0 0,1-1 0,-1 1 0,1-1 0,-1 1 0,1-1 0,-1 0 0,1 1 0,0-1 0,0 1 0,0-1 0,0 0 0,0 0 0,0 0 0,0 0 0,0 1 0,3 0 0,3 5 0,-5-4 0,0 0 0,0 0 0,1-1 0,-1 1 0,1-1 0,-1 1 0,1-1 0,5 3 0,13 14 0,-19-16 0,0 0 0,1 0 0,-1 0 0,0 0 0,1-1 0,0 1 0,-1-1 0,1 1 0,0-1 0,0 0 0,1 0 0,-1-1 0,0 1 0,1-1 0,-1 1 0,1-1 0,-1 0 0,1-1 0,-1 1 0,5 0 0,2 1 0,1 0 0,0 0 0,0-1 0,1 0 0,17-1 0,-24 0 0,-1-1 0,1 1 0,-1-1 0,1 0 0,-1 0 0,1 0 0,-1-1 0,0 0 0,0 0 0,0 0 0,0 0 0,7-6 0,8-7 0,-17 14 0,1 0 0,-1-1 0,0 1 0,0-1 0,0 1 0,0-1 0,0 0 0,-1 0 0,1 0 0,0 0 0,-1 0 0,1-1 0,-1 1 0,0 0 0,0-1 0,0 1 0,0 0 0,0-1 0,-1 0 0,1 1 0,-1-1 0,1 1 0,-1-4 0,0 5 0,0 0 0,0 1 0,0-1 0,0 0 0,0 0 0,0 1 0,0-1 0,1 0 0,-1 0 0,0 1 0,0-1 0,1 0 0,-1 1 0,0-1 0,1 0 0,-1 1 0,1-1 0,-1 0 0,1 1 0,-1-1 0,1 1 0,-1-1 0,1 1 0,0-1 0,-1 1 0,1 0 0,0-1 0,-1 1 0,1 0 0,0-1 0,0 1 0,0 0 0,0-1 0,0 1 0,0 0 0,-1-1 0,1 1 0,0 0 0,0-1 0,-1 1 0,1-1 0,0 1 0,-1-1 0,1 0 0,-1 1 0,1-1 0,-1 0 0,1 1 0,-1-1 0,1 0 0,-1 1 0,1-1 0,-1 0 0,0 0 0,0 0 0,1 1 0,-1-1 0,0 0 0,0 0 0,0 0 0,0 0 0,0 1 0,0-3 0,0 0 0,0-1 0,0 0 0,0 0 0,-1 0 0,0 0 0,1 0 0,-1 0 0,-1 0 0,1 1 0,-1-1 0,1 0 0,-1 1 0,0 0 0,0-1 0,-4-4 0,4 5 0,-3-22 0,0-1 0,4 23 0,-8-15 0,-1 1 0,0 0 0,-1 1 0,-1 0 0,-25-27 0,34 40 0,0 0 0,0 1 0,0-1 0,0 0 0,1-1 0,0 1 0,-1 0 0,1-1 0,0 1 0,-2-8 0,2 7 0,-1 1 0,0 0 0,1 0 0,-1 0 0,0 1 0,0-1 0,-1 1 0,1-1 0,0 1 0,-1 0 0,1 0 0,-1 1 0,-5-3 0,1 1 0,0 1 0,1-1 0,-1 1 0,0 0 0,-15 0 0,17 2 0,0 1 0,1-1 0,-1 2 0,0-1 0,1 1 0,-1-1 0,1 2 0,-1-1 0,1 0 0,0 1 0,0 0 0,0 0 0,-5 5 0,7-5 0,-1 0 0,1-1 0,0 1 0,1 1 0,-1-1 0,0 0 0,1 1 0,0-1 0,-1 1 0,1-1 0,1 1 0,-1 0 0,1 0 0,-1 0 0,1 0 0,0 0 0,0 8 0,1-10 0,-1 0 0,1 0 0,0 0 0,0 0 0,-1 0 0,0 0 0,1 0 0,-1 0 0,0 0 0,0 0 0,0 0 0,0 0 0,0-1 0,0 1 0,-1 0 0,0 1 0,0-2 0,1 1 0,-1 0 0,1-1 0,0 1 0,0 0 0,0 0 0,0 0 0,0 0 0,0 0 0,1 0 0,-1 0 0,1 0 0,-1 0 0,1 0 0,0 0 0,0 2 0,6 41-3396,18 13-7239,-11-31 7125,8 7-3533,-15-27 5770,-1 7-1939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29.91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1 424 784,'0'-4'403,"1"0"-1,-1 0 1,1 0-1,0 0 1,1 0-1,-1 0 1,1 0 0,-1 0-1,1 1 1,0-1-1,0 1 1,1-1-1,-1 1 1,4-3-1,-4 3 57,0 1 0,0-1 0,0 1 0,0-1-1,-1 0 1,1 0 0,-1 0 0,1 0 0,-1 0 0,0 0 0,0 0-1,0 0 1,0-5 0,-1-52 9691,0 35-3327,-2 23-6611,0 0 1,1 0-1,-1 0 0,0 0 1,0 0-1,0 0 0,0 1 1,-1-1-1,1 1 0,0 0 1,-4-2-1,6 28-212,0 53 0,0-77 0,0 1 0,0-1 0,0 1 0,0-1 0,1 1 0,-1-1 0,0 1 0,1-1 0,0 1 0,-1-1 0,1 1 0,0-1 0,-1 0 0,1 1 0,0-1 0,0 0 0,0 0 0,0 0 0,1 0 0,0 2 0,7 6 0,2 22 0,-10-26 0,1-1 0,-1 1 0,1 0 0,0-1 0,0 1 0,5 7 0,9 12 0,-10-13 0,0 0 0,1-1 0,1 0 0,0 0 0,10 9 0,29 40 0,-28-38 0,-17-18 0,0-1 0,0 0 0,0 1 0,0-1 0,1 0 0,-1 0 0,1-1 0,-1 1 0,1 0 0,3 1 0,25 17 0,-31-18 0,1-1 0,0 0 0,0 0 0,0 0 0,0 0 0,0 0 0,0 0 0,0 0 0,0-1 0,1 1 0,-1 0 0,0-1 0,0 1 0,1 0 0,-1-1 0,0 0 0,1 1 0,-1-1 0,1 0 0,-1 0 0,0 0 0,1 1 0,-1-1 0,1-1 0,-1 1 0,0 0 0,1 0 0,-1-1 0,1 1 0,-1 0 0,0-1 0,0 1 0,1-1 0,-1 0 0,0 1 0,2-3 0,1 0 0,-3 2 0,0 0 0,0 0 0,0 0 0,0 0 0,0 0 0,0 0 0,0 0 0,0 0 0,0 0 0,-1-1 0,1 1 0,-1 0 0,1-1 0,-1 1 0,1-1 0,-1 1 0,0 0 0,1-1 0,-1 1 0,0-1 0,0 1 0,0-1 0,0 1 0,-1 0 0,1-1 0,0 1 0,-1-2 0,3-36 0,-1 28 0,0 0 0,-1 0 0,0-1 0,0 1 0,-1 0 0,-5-19 0,3 21 0,0 1 0,0-1 0,1 0 0,0 0 0,1 0 0,-1-18 0,2 26 0,0-1 0,0 0 0,0 0 0,0 1 0,0-1 0,-1 0 0,1 0 0,-1 1 0,1-1 0,-1 0 0,0 1 0,0-1 0,0 1 0,0-1 0,0 1 0,0-1 0,0 1 0,0 0 0,0-1 0,-1 1 0,-2-2 0,-1-2 0,4 5 0,1-1 0,-1 1 0,1 0 0,0-1 0,-1 1 0,1-1 0,0 1 0,-1-1 0,1 1 0,0-1 0,-1 1 0,1-1 0,0 1 0,0-1 0,0 1 0,-1-1 0,1 0 0,0 1 0,0-1 0,0 1 0,0-1 0,0 0 0,0 1 0,0-1 0,0 1 0,1-1 0,-1 1 0,0-1 0,0 0 0,0 1 0,1-1 0,-1 1 0,0-1 0,0 1 0,1-1 0,-1 1 0,0-1 0,1 1 0,-1 0 0,1-1 0,0 0 0,2 3 0,0-1 0,1 1 0,-1 0 0,0 0 0,0 0 0,0 1 0,-1-1 0,1 1 0,-1-1 0,1 1 0,3 5 0,25 23 0,-29-30 0,-1 0 0,1 0 0,0 0 0,0 1 0,0-1 0,-1 1 0,1 0 0,-1-1 0,1 1 0,-1 0 0,0 0 0,0 0 0,0 0 0,0 0 0,1 2 0,-1-2 0,0 0 0,0 0 0,0-1 0,0 1 0,0 0 0,0 0 0,0-1 0,1 1 0,-1-1 0,0 1 0,1-1 0,0 1 0,-1-1 0,4 2 0,14 7 0,0-2 0,31 11 0,-44-17 0,-3-2 0,0-1 0,-1 1 0,1 0 0,-1-1 0,1 1 0,-1-1 0,1 0 0,-1 0 0,1 0 0,-1 0 0,1-1 0,-1 1 0,0 0 0,0-1 0,0 0 0,0 0 0,0 1 0,0-1 0,2-3 0,-4 4 0,0 0 0,0 0 0,0 0 0,0 1 0,0-1 0,1 0 0,-1 0 0,0 0 0,1 0 0,-1 0 0,0 1 0,1-1 0,-1 0 0,1 0 0,-1 1 0,1-1 0,0 0 0,-1 1 0,1-1 0,0 0 0,-1 1 0,1-1 0,0 1 0,1-1 0,9-9 0,-8-1 0,-1 0 0,0 0 0,-1 0 0,0 0 0,-1 0 0,0-1 0,-3-15 0,2 1 0,2-14 0,1 30 0,-2-1 0,1 1 0,-2-1 0,1 1 0,-1-1 0,-1 1 0,-3-12 0,-34-65 0,11 29 0,27 56 0,1 1 0,-1-1 0,1 1 0,-1-1 0,0 1 0,0-1 0,0 1 0,0 0 0,0-1 0,0 1 0,0 0 0,0 0 0,0 0 0,-1 0 0,1 0 0,0 0 0,-4-1 0,5 2 0,-1 0 0,0 1 0,1-1 0,-1 0 0,0 1 0,1-1 0,-1 1 0,0-1 0,1 1 0,-1-1 0,1 1 0,-1 0 0,1-1 0,-1 1 0,1-1 0,-1 1 0,1 0 0,0 0 0,-1-1 0,1 1 0,0 0 0,0 0 0,0-1 0,-1 1 0,1 0 0,0 0 0,0-1 0,0 1 0,0 0 0,0 0 0,0 0 0,1-1 0,-1 1 0,0 0 0,1 1 0,-3 26 0,1-19 0,0 0 0,1 1 0,0-1 0,0 0 0,1 0 0,0 0 0,0 0 0,4 11 0,42 99 0,-39-108 0,0 0 0,1-1 0,0 1 0,0-2 0,1 1 0,0-1 0,13 8 0,10 10 0,-28-23 0,1-1 0,-1 1 0,1-1 0,0 0 0,0-1 0,0 1 0,0-1 0,11 2 0,-15-3 0,1 0 0,-1-1 0,1 1 0,-1-1 0,1 1 0,-1-1 0,1 0 0,-1 0 0,1 0 0,0 0 0,-1-1 0,1 1 0,-1-1 0,1 0 0,-1 1 0,0-1 0,1 0 0,-1 0 0,0-1 0,1 1 0,-1 0 0,0-1 0,2-1 0,17-14 0,-19 16 0,0 0 0,0 0 0,0 0 0,-1 0 0,1-1 0,0 1 0,-1 0 0,1-1 0,0 0 0,-1 1 0,0-1 0,1 0 0,-1 0 0,0 0 0,1-2 0,29-50 0,-26 48 0,0 0 0,-1-1 0,0 0 0,0 0 0,-1 0 0,1 0 0,-2-1 0,1 1 0,-1-1 0,0 1 0,-1-1 0,1-8 0,0-20 0,-1 27 0,0 0 0,0-1 0,-1 1 0,0 0 0,-1 0 0,0-1 0,0 1 0,-6-17 0,-16 2 0,23 87 0,-1-40 0,1-15 0,-1 1 0,1-1 0,1 0 0,-1 0 0,2 0 0,2 12 0,35 78 0,-37-92 0,1 0 0,0-1 0,0 1 0,0-1 0,7 8 0,13 25 0,-22-34 0,1 0 0,0 0 0,1 0 0,-1 0 0,1-1 0,-1 1 0,1-1 0,5 4 0,13 21 0,-21-26 0,1-1 0,0 1 0,0-1 0,0 0 0,0 1 0,0-1 0,0 0 0,1 1 0,-1-1 0,0 0 0,1 0 0,-1 0 0,1 0 0,-1-1 0,1 1 0,1 1 0,9 4 0,-11-5 0,0 0 0,0-1 0,0 1 0,0 0 0,0-1 0,0 1 0,0-1 0,0 0 0,0 1 0,1-1 0,-1 0 0,0 0 0,0 0 0,0 1 0,1-1 0,-1 0 0,0-1 0,0 1 0,0 0 0,0 0 0,1 0 0,-1-1 0,0 1 0,0-1 0,0 1 0,0-1 0,0 1 0,0-1 0,2-1 0,21-22 0,-12 8 0,-10 14 0,0 0 0,0 0 0,0-1 0,-1 1 0,1-1 0,-1 1 0,1-1 0,-1 0 0,0 0 0,0 1 0,0-1 0,-1 0 0,1 0 0,-1 0 0,1 0 0,-1 0 0,0 0 0,0-4 0,8-68 0,-4 55 0,-1-1 0,0-25 0,-3-4 0,0 42 0,0 12 0,5 14 0,10-5 0,-12-11 0,1 1 0,0 0 0,-1 0 0,0 0 0,0 1 0,0-1 0,0 1 0,-1 0 0,1-1 0,-1 1 0,0 0 0,3 8 0,-4-9 0,1 1 0,-1-1 0,1 0 0,0 0 0,0 0 0,0 0 0,0 0 0,1 0 0,3 2 0,-4-2 0,1 0 0,0 0 0,0 0 0,-1 0 0,0 0 0,0 1 0,0-1 0,3 7 0,-4-4-206,2 0 0,-1 1 0,1-1-1,0 0 1,0 0 0,1-1 0,0 1 0,0-1 0,0 0-1,7 7 1,-9-10-540,1 1-1,-1 0 0,0 0 1,0 0-1,0 0 0,0 0 1,0 1-1,2 4 0,-4-5 135,1-1-1,0 1 1,1-1-1,-1 0 0,0 1 1,1-1-1,-1 0 1,1 0-1,0 0 1,-1 0-1,1 0 0,0-1 1,0 1-1,4 2 1,-5-4 235,0 1 0,1 0 1,-1 0-1,0 0 1,0 0-1,0 0 0,0 0 1,0 0-1,0 0 1,0 1-1,0-1 0,0 0 1,0 0-1,-1 1 1,1-1-1,1 3 0,5 8-2737,16-7-1928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30.82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360 323 4434,'0'-23'3318,"0"-9"3041,-5-48 1,4 71-5484,-1 1 1,0-1 0,0 1-1,-1 0 1,0-1 0,0 1-1,-1 0 1,0 1 0,-9-13-1,2 2 357,10 17-1159,1 0 0,-1-1 0,0 1 0,1 0 0,-1-1 0,0 1 0,0 0 0,0 0 1,0 0-1,0 0 0,0 0 0,0 0 0,-1 0 0,1 0 0,0 0 0,0 0 0,-1 1 1,1-1-1,-1 1 0,1-1 0,-1 1 0,1-1 0,0 1 0,-1 0 0,1 0 0,-1-1 1,1 1-1,-1 0 0,1 1 0,-3-1 0,-4 0-74,0 1 0,0 0 0,0 0 0,0 1 0,0 0 0,0 0 0,1 1 0,-1 0 0,1 0 0,0 1 0,0-1 0,0 2 0,0-1 0,1 1 0,0 0 0,-6 6 0,-3 5 0,1 0 0,1 1 0,0 0 0,-18 36 0,21-31 0,2 0 0,0 0 0,-7 34 0,12-45 0,0 14 0,0 0 0,1 0 0,4 50 0,0-20 0,-1-38 0,0-1 0,2 0 0,0 1 0,6 16 0,5 26 0,-10-45 0,0 0 0,1 0 0,1 0 0,0-1 0,1 0 0,0 0 0,18 22 0,-21-30 0,0 1 0,-1-1 0,0 1 0,0 0 0,0 0 0,-1 0 0,0 1 0,2 8 0,-2-9 0,-1-2 0,2 0 0,-1 0 0,0 0 0,1 0 0,-1 0 0,1 0 0,0-1 0,1 1 0,-1-1 0,0 0 0,1 0 0,0 0 0,0-1 0,0 1 0,0-1 0,0 0 0,0 0 0,8 3 0,0-1 0,-1-1 0,1 0 0,0 0 0,-1-1 0,1 0 0,13-1 0,-16-2 0,0-1 0,0 0 0,-1 0 0,1-1 0,-1 0 0,1-1 0,-1 1 0,0-2 0,0 1 0,0-1 0,-1-1 0,0 1 0,0-1 0,0 0 0,-1-1 0,0 1 0,0-1 0,-1-1 0,9-12 0,-4-10 0,0 1 0,-2-1 0,-1-1 0,-1 0 0,-2 0 0,1-40 0,-5 50 0,1-19 0,-2-1 0,-1 0 0,-2 0 0,-14-57 0,-8 7 0,19 72 0,0 1 0,-1-1 0,-1 2 0,-1-1 0,0 1 0,-17-21 0,15 21 0,-1 0 0,0 1 0,-2 0 0,-22-20 0,25 25 0,11 10 0,1 0 0,-1 0 0,0 0 0,1 1 0,-1-1 0,0 0 0,0 0 0,1 1 0,-1-1 0,0 1 0,0-1 0,0 1 0,0-1 0,0 1 0,0-1 0,0 1 0,0 0 0,0-1 0,0 1 0,0 0 0,0 0 0,0 0 0,0 0 0,0 0 0,0 0 0,0 0 0,0 0 0,0 1 0,0-1 0,0 0 0,0 0 0,0 1 0,0-1 0,0 1 0,0-1 0,0 1 0,0-1 0,1 1 0,-1 0 0,0-1 0,-1 2 0,0 1 0,1 0 0,-1 0 0,1 0 0,-1 1 0,1-1 0,0 0 0,0 1 0,1-1 0,-1 0 0,1 1 0,-1-1 0,1 6 0,0 174 0,0-173 0,1 0 0,0 0 0,1 0 0,0-1 0,0 1 0,6 15 0,8 29 0,-11-34 0,1 0 0,1-1 0,20 38 0,-17-37 0,-1 0 0,0 1 0,-2 0 0,6 23 0,-9-31 0,1 0 0,0 0 0,1 0 0,0-1 0,1 0 0,9 12 0,-5-8 0,-2 0 0,0 1 0,7 17 0,-13-29 12,0 1 1,1-1-1,-1 0 1,1-1-1,0 1 0,0-1 1,9 7-1,8 12-818,-18-21-112,0-1 0,1 1 0,-1 0 0,0-1 0,0 0 0,1 0 0,-1 0 0,1 0 0,-1 0 0,1 0 0,-1-1 0,1 0 0,-1 0 0,1 0 0,0 0 0,-1-1 0,1 1 0,-1-1 0,1 0 0,-1 0 0,0 0 0,4-2 1,-5 2 599,0 1 1,0-1-1,0 0 1,0 0-1,0 0 1,-1-1-1,1 1 1,0 0-1,-1-1 1,1 1-1,-1-1 1,1 1-1,-1-1 1,0 0-1,2-2 1,21-30-2564,-19 28 2503,0 0 0,-1 0 0,1 0-1,-1-1 1,-1 1 0,6-14 0,4-16 99,-10 29 323,1-1 0,-2 0 0,1-1 0,-1 1 0,0 0 0,0-15 0,-1 8 665,0 1 0,7-30 0,-5 29 872,-1 0-1,0-1 1,0-15-1,-2 10 762,1 6-570,-1 0 1,0 0-1,-1 1 0,-1-1 0,0 0 0,-1 0 1,-5-15-1,5 25-1003,2 2-189,0-1-1,-1 1 0,1-1 1,-1 1-1,0 0 0,0 0 1,0 0-1,-1 0 0,1 0 1,-4-3-1,-2-1-431,-6-4 64,12 29-269,3-1 42,-2-3 15,1 1 0,0-1 0,1 0 0,1 1 0,1-1 0,0 0 0,0 0 0,9 19 0,1-5 0,1-1 0,25 35 0,-33-54 0,1 2 0,0-1 0,1 0 0,14 12 0,-5 1 0,-15-19 0,0-1 0,0 0 0,0 0 0,1 0 0,-1-1 0,1 1 0,-1 0 0,1-1 0,0 0 0,-1 0 0,1 1 0,0-2 0,0 1 0,0 0 0,0 0 0,4-1 0,49 5 0,-53-5-2,0-1 0,-1 1 0,1-1 0,-1 0 1,1 0-1,-1 0 0,0 0 0,1-1 0,-1 1 0,0-1 0,0 1 0,0-1 0,0 0 1,0 0-1,0 0 0,-1 0 0,1 0 0,0 0 0,-1 0 0,0 0 0,1-1 0,-1 1 1,1-4-1,-2 2 3,0 1 1,1-1-1,0 1 1,0-1 0,0 0-1,0 1 1,0-1-1,3-3 1,-3 4 0,0 1-1,1-1 1,-1 0 0,0 0 0,-1 1-1,1-1 1,0 0 0,-1 0 0,1 0-1,-1 0 1,0 0 0,0 0-1,0 0 1,-1 0 0,1 0 0,-1 0-1,-1-3 1,-1-6-2,0 6 0,1-1 0,0 0 0,0 0 0,1 0 0,-1-13 0,1 13 0,0 0 0,0 0 0,0 0 0,-1 0 0,0 0 0,-1 1 0,1-1 0,-1 0 0,-5-6 0,5 7 0,0 0 0,0-1 0,0 1 0,0-1 0,1 0 0,0 0 0,1 1 0,0-1 0,-1-9 0,2 15 0,0-1 0,0 0 0,0 0 0,0 1 0,-1-1 0,1 0 0,-1 0 0,1 1 0,-1-1 0,1 0 0,-1 1 0,0-1 0,0 1 0,0-1 0,0 1 0,0-1 0,0 1 0,0-1 0,-1 1 0,1 0 0,-3-2 0,-1-2 0,4 5 0,0-1 0,1 0 0,0 1 0,-1-1 0,1 1 0,-1-1 0,1 0 0,0 1 0,-1-1 0,1 0 0,0 1 0,0-1 0,-1 0 0,1 0 0,0 1 0,0-1 0,0 0 0,0 0 0,0 1 0,0-2 0,-2-8 0,-12 3 0,12 24 0,2-14 0,1 2 0,0 0 0,0 0 0,1-1 0,0 1 0,0 0 0,0-1 0,0 1 0,1-1 0,-1 1 0,1-1 0,5 5 0,5 11 0,-2 0 0,-8-13 0,0-1 0,0 1 0,1-1 0,0 0 0,0-1 0,1 1 0,8 8 0,-9-10 0,0 0 0,-1 0 0,0 0 0,0 0 0,0 1 0,0 0 0,2 5 0,14 20 0,13 5-1898,-19-21-185,0-2 0,0 0 0,1 0 0,1-1 0,0-1 1,0 0-1,1-1 0,29 11 0,2-17-5307,-21-3 2769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31.1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343 172 6339,'1'-14'3010,"0"10"-1995,-1 0 0,0 0 0,0 0 0,0 0 0,0 0 0,-1 0 0,1 0 0,-1 0 0,0 0-1,-2-5 1,-24-48 7635,25 53-8506,0 1 0,0-1 0,0 1 0,-1 0 1,0 0-1,0 0 0,0 0 0,0 0 0,0 0 0,0 1 1,0 0-1,-1 0 0,0 0 0,1 0 0,-1 0 0,0 1 1,0-1-1,0 1 0,0 0 0,0 0 0,0 1 1,0-1-1,0 1 0,-6 0 0,-4 6-144,0 0 0,0 2 0,0-1 0,1 2 0,0 0 0,1 0 0,0 1 0,1 1 0,0 0 0,0 0 0,1 1 0,-10 15 0,12-11 0,0 0 0,0 0 0,-9 33 0,15-42 0,-2 11 0,1 1 0,1 0 0,1-1 0,0 1 0,5 34 0,-2-1 0,-2-48 0,0 0 0,1 0 0,0 0 0,-1 0 0,1-1 0,0 1 0,1 0 0,-1 0 0,1 0 0,0-1 0,4 7 0,8 19 0,-7-16 0,-6-11 0,0 1 0,0-1 0,0 0 0,0 0 0,0 0 0,0 1 0,-1-1 0,1 0 0,-1 1 0,1 3 0,1-4 0,0 0 0,0 0 0,0 0 0,0 0 0,0 0 0,1-1 0,-1 1 0,1-1 0,-1 1 0,1-1 0,0 0 0,0 0 0,-1 0 0,1 0 0,5 0 0,1-10 0,0 0 0,0-1 0,-1-1 0,-1 1 0,1-1 0,-2 0 0,11-23 0,-8-3 0,1 16 0,-8 17 0,0 1 0,0-1 0,0 0 0,-1 0 0,0 0 0,0 0 0,0 0 0,0 0 0,-1 0 0,1-7 0,-1-1 0,2-1 0,-1 1 0,5-17 0,-3 17 0,0 0 0,-2-1 0,2-16 0,-3-51 0,0 79 0,-1 1 0,1 0 0,0 0 0,0-1 0,0 1 0,0 0 0,0-1 0,0 1 0,0 0 0,0-1 0,0 1 0,0 0 0,0-1 0,0 1 0,1 0 0,-1 0 0,0-1 0,0 1 0,0 0 0,0-1 0,0 1 0,1 0 0,-1 0 0,0-1 0,0 1 0,0 0 0,1 0 0,-1 0 0,0-1 0,0 1 0,1 0 0,-1 0 0,0 0 0,1 0 0,-1-1 0,0 1 0,0 0 0,1 0 0,-1 0 0,14 8 0,10 23 0,-22-28 0,-1 0 0,0 0 0,1 0 0,0 0 0,0 0 0,-1-1 0,2 1 0,-1 0 0,0-1 0,0 0 0,6 4 0,-6-4 0,1 2 0,0-1 0,-1 0 0,1 1 0,-1 0 0,0 0 0,0-1 0,0 1 0,2 6 0,-3-6 0,0-1 0,1 1 0,-1 0 0,1-1 0,0 1 0,0-1 0,1 0 0,-1 0 0,6 6 0,9 4 3,-13-11-6,0 1 0,0 0 0,0 0 0,0 0 0,-1 0 1,1 1-1,-1 0 0,0-1 0,0 1 0,-1 1 0,1-1 0,3 8 0,13 19-1452,21 9-9129,-26-28 6990,-2-3-1204,0-6 2058,-7-3 1746,-1 0-2771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18.10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160 595 1121,'0'-216'25224,"-1"205"-24306,-1 1-1,0-1 1,0 0-1,-1 1 0,-1 0 1,-6-15-1,8 22-917,-1 0 0,0 0 0,0 1 0,0-1 0,0 1 0,0-1 0,-1 1 0,1 0 0,-1 0 0,-7-2 0,10 3 0,0 1 0,0-1 0,-1 1 0,1-1 0,0 1 0,-1-1 0,1 1 0,0 0 0,-1 0 0,1 0 0,-1 0 0,1 0 0,0 0 0,-1 0 0,1 0 0,0 1 0,-1-1 0,1 0 0,0 1 0,-1-1 0,1 1 0,0 0 0,0-1 0,-1 1 0,1 0 0,0 0 0,0-1 0,0 1 0,0 0 0,0 0 0,0 0 0,0 1 0,0-1 0,1 0 0,-2 1 0,-11 21 0,11-21 0,0 1 0,0 0 0,0-1 0,1 1 0,-1 0 0,1 0 0,0 0 0,0 1 0,0-1 0,0 0 0,0 0 0,1 1 0,-1 3 0,-8 50 0,6-50 0,1 0 0,1 0 0,-1 0 0,1 0 0,1 0 0,-1 1 0,1-1 0,1 0 0,-1 1 0,2 6 0,45 134 0,-43-139 0,1-1 0,0 0 0,0 0 0,0 0 0,1 0 0,0-1 0,1 0 0,14 13 0,4 5 0,-16-16 0,-1-1 0,1 1 0,1-2 0,0 1 0,20 11 0,-24-16 0,-1 0 0,1-1 0,-1 0 0,1 0 0,0 0 0,-1 0 0,1-1 0,0 0 0,0 0 0,0-1 0,0 0 0,0 0 0,12-2 0,-8 0 0,-7 2 0,0 0 0,1-1 0,-1 0 0,0 1 0,0-1 0,0 0 0,0-1 0,0 1 0,0 0 0,0-1 0,-1 0 0,1 0 0,0 0 0,-1 0 0,1 0 0,-1 0 0,0 0 0,0-1 0,0 1 0,0-1 0,3-5 0,8-7 0,-9 11 0,-1 1 0,0-1 0,1 0 0,-1 0 0,-1 0 0,5-9 0,10-29 0,-11 29 0,-1-1 0,0 0 0,0 0 0,-2 0 0,0-1 0,0 1 0,0-19 0,-3 4 0,0 1 0,-3-1 0,0 0 0,-14-55 0,-10-12 0,23 82 0,-1 0 0,0 0 0,-1 1 0,0 0 0,-1 0 0,0 1 0,-1 0 0,-1 0 0,0 0 0,-1 1 0,-19-17 0,-2-6 0,25 29 0,-1-1 0,0 1 0,0 0 0,0 1 0,0-1 0,-1 2 0,0-1 0,0 1 0,0 0 0,0 0 0,0 1 0,-16-2 0,15 2 0,2 1 0,1 0 0,-1 1 0,0-1 0,0 2 0,0-1 0,-12 3 0,16-3 0,0 0 0,0 1 0,0 0 0,0 0 0,0 0 0,0 0 0,1 0 0,-1 1 0,0-1 0,1 1 0,-1-1 0,1 1 0,-1 0 0,1 0 0,0 0 0,0 1 0,-4 4 0,-20 56 0,24-58 0,1-1 0,0 1 0,0 0 0,0 0 0,0 0 0,1 0 0,0 0 0,0 0 0,1 6 0,0 4 0,-1-9 0,1 0 0,-1-1 0,1 1 0,1-1 0,-1 1 0,1-1 0,0 1 0,3 5 0,4 15 0,-2 7 0,-6-26 0,0 0 0,1-1 0,-1 1 0,1 0 0,1-1 0,-1 1 0,4 5 0,1 1 0,0-2 0,1 1 0,0-1 0,1 0 0,0-1 0,0 0 0,1 0 0,13 9 0,20 17 0,-36-29 0,1-1 0,-1 0 0,1 0 0,1 0 0,-1-1 0,11 4 0,67 40-459,-75-44-1258,0 0 1,0-1-1,1-1 0,-1 0 1,1 0-1,0-1 0,0 0 1,0-1-1,0-1 0,12 0 1,1-2-3340,2-7 881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18.28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 17 4114,'-9'-16'25748,"3"22"-21928,-3 3-6048,8-8 2290,0 1 0,1-1 0,-1 0 0,0 1 0,1-1 0,-1 0 0,1 1 0,-1-1 0,1 1-1,0-1 1,-1 1 0,1-1 0,0 1 0,0-1 0,0 1 0,0-1 0,1 1 0,-1-1 0,1 3 0,-1 3-4,0 0-56,0 0-1,1 0 1,-1 0 0,1 0-1,1 0 1,-1 0 0,1 0-1,0 0 1,6 12 0,-1-4-3,-4-4 1,-1-1 0,0 1 0,-1 0 0,0-1 0,-1 1 0,0 0 0,-3 21 0,2-18 0,0 0 0,1 1 0,0-1 0,4 20 0,-3-26 1,4 10-33,-2 0 0,0 1 0,-1-1-1,-1 25 1,0-36-537,0 0 0,0 0-1,0 0 1,1 0 0,0 0 0,4 9 0,-3-9-843,0-1 0,-1 1 0,0 0 0,-1 0 0,1 0 0,-1 10 0,-1 14-5455,0 4 918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48.70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788 88 992,'0'-2'314,"0"1"0,0-1 0,0 1 0,-1 0 0,1-1 0,0 1 0,-1-1 0,1 1-1,-1 0 1,1-1 0,-1 1 0,0 0 0,1 0 0,-1 0 0,0-1 0,0 1 0,0 0-1,0 0 1,0 0 0,0 0 0,0 0 0,0 1 0,0-1 0,-1 0 0,1 0 0,0 1-1,0-1 1,-1 1 0,-1-2 0,-14-7 1026,9 0-933,8 9-388,-1-1-1,0 0 0,1 0 0,-1 1 0,0-1 1,0 1-1,1-1 0,-1 1 0,0-1 0,0 1 1,0-1-1,0 1 0,0 0 0,1 0 0,-1-1 1,0 1-1,0 0 0,0 0 0,-1 0 0,-9-2 79,4 0 34,0 1 1,-1-1-1,1 0 1,0 0-1,0-1 0,-10-5 1,15 7-8,0 0 1,0 0-1,0 0 0,-1 1 1,1-1-1,0 1 0,-1-1 1,1 1-1,0 0 1,-1 0-1,1 0 0,0 0 1,-1 1-1,-3 0 0,-7 0 761,-7-1 522,1 1-1,-1 0 1,1 1-1,-1 2 0,1 0 1,-27 9-1,-5 16 1054,37-21-1961,1 1 0,1 0 0,0 1 0,0 0 1,1 1-1,0 0 0,-11 15 0,8-10-317,8-8-182,0 1 0,0 1 0,1-1 0,-6 14 0,2-3 0,-16 47 0,21-62 0,1 0 0,0 1 0,0-1 0,1 0 0,-1 1 0,1-1 0,1 1 0,-1 0 0,1 0 0,0 0 0,0-1 0,0 9 0,-1 9 0,0-1 0,-2-1 0,0 1 0,-2-1 0,-11 30 0,-10 45 0,14-50 0,8-34 0,2 0 0,0 0 0,0 1 0,1 0 0,-1 15 0,3-17 0,-2-1 0,1 0 0,-1 0 0,-7 19 0,6-19 0,0-1 0,1 1 0,0 0 0,-2 20 0,4-17 0,-1 0 0,-1 0 0,-4 18 0,3-18 0,0 0 0,2 0 0,-2 19 0,3-20 0,-2 0 0,1 1 0,-2-1 0,-5 16 0,5-16 0,0 0 0,0 0 0,1 0 0,-1 18 0,3 294 0,1-319 0,-1 1 0,1 0 0,0-1 0,0 0 0,0 1 0,1-1 0,4 10 0,5 14 0,17 104 0,-21-110 0,1 0 0,1-1 0,17 29 0,-21-43 0,-1 0 0,0 0 0,0 1 0,5 17 0,12 20 0,-1-15 0,-1-1 0,1-1 0,1-1 0,1-1 0,1-1 0,2-1 0,29 25 0,-27-28 0,9 6 0,68 30 0,-69-35 0,2-3 0,68 28 0,37-7 0,-29-11 0,-52-24 0,97-3 0,-112-3 0,-26-1 0,0-1 0,-1 0 0,1-2 0,-1 0 0,0-1 0,27-11 0,1-4 0,53-32 0,-92 46 0,1 0 0,-1-1 0,0 0 0,-1 0 0,1 0 0,7-12 0,17-16 0,-28 31 0,6-4 0,-1-1 0,0 0 0,-1 0 0,0-1 0,-1 0 0,8-13 0,-8 0 0,-7 20 0,1-1 0,-1 1 0,1-1 0,1 1 0,-1 0 0,0-1 0,1 1 0,-1 0 0,1 0 0,0 0 0,3-4 0,0 1 0,-1 0 0,0-1 0,0 1 0,-1-1 0,0 0 0,0 0 0,-1 0 0,0 0 0,2-11 0,12-34 0,-6 35 0,-8 15 0,-1 0 0,1 0 0,-1-1 0,0 1 0,1 0 0,-1-1 0,0 1 0,-1-1 0,1 1 0,0-1 0,-1 1 0,0-1 0,1-4 0,8-52 0,-6 49 0,-1 0 0,0-1 0,1-20 0,-3 28 0,0-1 0,0 1 0,0 0 0,1-1 0,0 1 0,-1 0 0,1 0 0,0 0 0,1-1 0,-1 1 0,1 0 0,2-4 0,-2 4 0,0-1 0,0 1 0,-1 0 0,1 0 0,-1-1 0,0 1 0,0-1 0,0 1 0,0-1 0,-1 0 0,1 1 0,-1-7 0,0-13 0,1 0 0,1 0 0,10-44 0,-8 48 0,-2 0 0,-1 0 0,0 0 0,-3-35 0,-1 1 0,3-187 0,0 228 0,-2 1 0,1-1 0,-2 1 0,1 0 0,-2 0 0,-8-20 0,8 21 0,0 1 0,1-1 0,0 0 0,0 0 0,1 0 0,-1-18 0,2 21 0,0-1 0,0 1 0,0-1 0,-1 1 0,0-1 0,0 1 0,-1 0 0,0 0 0,0 0 0,-5-6 0,-15-41 0,-16-11 0,30 33 0,8 27 0,0 0 0,0-1 0,-1 1 0,0 0 0,1 0 0,-2 0 0,-2-6 0,-117-147 0,106 137 0,0 0 0,-2 2 0,0-1 0,-30-23 0,-7-10 0,-79-41 0,92 62 0,29 21 0,0 1 0,-1 1 0,0 0 0,0 0 0,-17-5 0,-67-27 0,77 32 0,16 7 0,1-1 0,-1 2 0,1-1 0,-1 0 0,0 1 0,0 0 0,0 0 0,1 0 0,-8 0 0,-29-6 0,-12-1 0,41 7 0,0 2 0,0 0 0,0 0 0,0 1 0,-22 7 0,-66 2 0,69-10-1307,29-2 928,0 1 0,0 0 0,0-1-1,0 1 1,0 0 0,0 0 0,0 1-1,0-1 1,0 0 0,0 1 0,0-1-1,0 1 1,0 0 0,-3 1 0,0 2-3590,4-3 3456,0 0-1,0 0 1,1 0 0,-1-1-1,0 1 1,0-1-1,0 1 1,0 0 0,0-1-1,0 0 1,-1 1 0,1-1-1,0 0 1,0 1-1,0-1 1,0 0 0,0 0-1,0 0 1,-1 0 0,1 0-1,-1 0 1,-19 0-9980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49.4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478 1053 1841,'0'0'10698,"-23"0"-48,3 0-9319,14 1-697,1 0 1,-1-1-1,0 0 1,1 0-1,-1-1 0,1 1 1,-1-1-1,1 0 0,-1-1 1,1 1-1,-1-1 1,-9-5-1,-8-7-634,20 13 0,0 0 0,0-1 0,0 1 0,0-1 0,0 0 0,0 0 0,1 0 0,-1 0 0,1-1 0,-1 1 0,-2-5 0,-30-29 0,30 32 0,-1-1 0,1 0 0,0 0 0,0 0 0,1-1 0,0 0 0,0 0 0,-4-8 0,-11-11 0,17 23 0,-1 0 0,1-1 0,0 1 0,0-1 0,0 1 0,1-1 0,-1 0 0,0 1 0,1-1 0,0 0 0,0 0 0,0 0 0,0 0 0,0 0 0,0-4 0,0 1 0,1 0 0,-2 1 0,1-1 0,-1 0 0,1 0 0,-1 1 0,-1-1 0,1 1 0,-1 0 0,-4-6 0,4 7 0,0-1 0,0 0 0,1 0 0,0 0 0,-1-1 0,2 1 0,-1-1 0,1 1 0,0-1 0,-1-5 0,2 2 0,-1 0 0,0 0 0,0 0 0,-1 0 0,0 0 0,-6-16 0,5 16 0,2 1 0,-1-1 0,1 0 0,0 0 0,1 0 0,0 0 0,2-13 0,0-18 0,-2-454 0,0 494 0,1 0 0,-1-1 0,0 1 0,0 0 0,0 0 0,0-1 0,0 1 0,0 0 0,0 0 0,0-1 0,-1 1 0,1 0 0,0 0 0,0-1 0,0 1 0,0 0 0,0 0 0,0 0 0,0-1 0,0 1 0,-1 0 0,1 0 0,0 0 0,0-1 0,0 1 0,0 0 0,-1 0 0,1 0 0,0 0 0,0 0 0,-1-1 0,1 1 0,0 0 0,0 0 0,0 0 0,-1 0 0,1 0 0,0 0 0,0 0 0,-1 0 0,1 0 0,0 0 0,0 0 0,-1 0 0,1 0 0,0 0 0,0 0 0,-1 0 0,1 0 0,0 0 0,0 0 0,0 0 0,-1 1 0,1-1 0,0 0 0,0 0 0,-1 0 0,1 0 0,0 0 0,0 1 0,0-1 0,0 0 0,-1 0 0,1 0 0,0 1 0,0-1 0,0 0 0,0 0 0,0 1 0,-13 5 0,12-4 0,0 0 0,0 1 0,0-1 0,0 1 0,1-1 0,-1 1 0,1 0 0,-1-1 0,1 1 0,0-1 0,0 1 0,0 0 0,1-1 0,0 5 0,-1 3 0,1 18 0,0-17 0,0 0 0,-1 0 0,-1 0 0,1 0 0,-2-1 0,-2 14 0,-4-7 0,5-10 0,1-1 0,-1 1 0,1-1 0,0 1 0,1 0 0,0 0 0,0 0 0,0 0 0,1 0 0,0 8 0,0-4 0,-1 0 0,0-1 0,-1 1 0,0 0 0,0 0 0,-5 12 0,4 8 0,3-29 0,1 1 0,-1 0 0,0 0 0,-1-1 0,1 1 0,0 0 0,-1 0 0,1-1 0,-1 1 0,0 0 0,-1 2 0,-17 12 0,14-164 0,5 25 0,0 121 0,0 1 0,0-1 0,0 1 0,0-1 0,0 0 0,1 1 0,-1-1 0,0 1 0,0-1 0,0 0 0,1 1 0,-1-1 0,0 1 0,0-1 0,1 1 0,-1-1 0,1 1 0,-1-1 0,0 1 0,1-1 0,-1 1 0,1-1 0,-1 1 0,1 0 0,-1-1 0,1 1 0,0 0 0,-1 0 0,1-1 0,-1 1 0,1 0 0,0 0 0,-1 0 0,2 0 0,28 3 0,28 21 0,21 10 0,-58-27 0,-1 1 0,22 12 0,-34-17-86,0 1-1,-1-2 1,1 1-1,0-1 1,0 0-1,1-1 1,7 1-1,33 7-2382,-35-4-548,20 3-8352,-7-8 4073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51.51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23 24 1345,'-3'0'4333,"-10"-3"-1959,11-2-1636,1-11 11402,1 27-8371,-2 27-1644,1-23-1134,0 0-1,1 0 1,1 0-1,0 0 1,4 19-1,-1-19-990,0-1 0,-1 1 0,-1-1 0,-1 1 0,1 18 0,-2-27 0,1 0 0,0 1 0,0-1 0,1 0 0,-1 0 0,6 11 0,-4-10 0,-1 0 0,1 0 0,-1 0 0,-1 0 0,1 0 0,-1 1 0,0 6 0,-1-8 0,1 0 0,0 0 0,0 0 0,0 0 0,4 10 0,-3-10 0,0 0 0,0 0 0,-1 1 0,0-1 0,1 11 0,-2-18 0,1-20 0,0 0 0,-1-1 0,-6-36 0,1 32 0,1 0 0,1 0 0,0-38 0,3-85 0,0 147 0,0 1 0,1 0 0,-1-1 0,0 1 0,1 0 0,0 0 0,-1-1 0,1 1 0,0 0 0,-1 0 0,1 0 0,0 0 0,0 0 0,0 0 0,0 0 0,0 0 0,0 0 0,0 0 0,0 1 0,0-1 0,0 0 0,1 1 0,-1-1 0,0 1 0,1-1 0,-1 1 0,0 0 0,0-1 0,1 1 0,-1 0 0,1 0 0,-1 0 0,0 0 0,1 0 0,-1 0 0,0 0 0,1 1 0,-1-1 0,2 1 0,69 62 0,-69-60 0,0 0 0,0-1 0,-1 1 0,1 0 0,-1 0 0,0 1 0,0-1 0,0 0 0,3 8 0,15 22 0,-3-18 0,8 10 0,30 76 0,-48-68 0,0-26 0,-6-7 0,-1 1 0,1 0 0,0-1 0,-1 1 0,1 0 0,0 0 0,-1 0 0,1 0 0,-1 0 0,1 0 0,-1-1 0,1 1 0,-1 0 0,0 0 0,0 0 0,1 0 0,-1 0 0,0 0 0,0 2 0,0-2 0,0-1 0,0 1 0,1-1 0,-1 1 0,0 0 0,0-1 0,1 1 0,-1-1 0,0 1 0,1-1 0,-1 1 0,0-1 0,1 1 0,-1-1 0,1 1 0,-1-1 0,1 0 0,-1 1 0,1-1 0,-1 0 0,1 1 0,-1-1 0,1 0 0,-1 0 0,1 1 0,0-1 0,-1 0 0,1 0 0,-1 0 0,1 0 0,0 0 0,-1 0 0,1 0 0,-1 0 0,1 0 0,0 0 0,-1 0 0,1 0 0,0-1 0,-1 1 0,1 0 0,-1 0 0,1 0 0,-1-1 0,1 1 0,-1 0 0,1-1 0,-1 1 0,1-1 0,-1 1 0,1-1 0,-1 1 0,0 0 0,1-1 0,-1 0 0,0 1 0,1-1 0,-1 1 0,0-1 0,0 1 0,1-1 0,-1 1 0,0-2 0,0-6 0,0 1 0,0-1 0,1 0 0,0 0 0,0 1 0,1-1 0,0 1 0,0-1 0,5-8 0,-6 13 0,0 0 0,-1-1 0,1 1 0,-1 0 0,1 0 0,-1 0 0,0-1 0,0 1 0,-1-4 0,0 4 0,1-1 0,0 0 0,0 0 0,0 0 0,1 0 0,-1 0 0,1 1 0,0-1 0,2-5 0,-1 3 0,2-1 0,-1 0 0,0-1 0,-1 1 0,1-1 0,-1 0 0,-1 1 0,0-1 0,0 0 0,0-12 0,-1 17 0,-1-1 0,1 0 0,0 0 0,0 0 0,1 0 0,-1 1 0,1-1 0,0 0 0,0 0 0,0 1 0,0-1 0,1 0 0,0 1 0,-1-1 0,5-4 0,-4-2 0,-2 9 0,0 0 0,0 0 0,0 1 0,0-1 0,0 0 0,0 0 0,0 0 0,0 1 0,1-1 0,-1 0 0,0 0 0,0 1 0,1-1 0,-1 0 0,1 0 0,-1 1 0,1-1 0,-1 0 0,1 0 0,3-2 0,-1 1 0,0-1 0,0 1 0,1 0 0,-1 0 0,1 0 0,0 1 0,-1-1 0,8-1 0,-10 3 0,1 0 0,-1-1 0,1 1 0,0 0 0,-1 0 0,1 0 0,-1 0 0,1 0 0,0 1 0,-1-1 0,1 0 0,-1 1 0,1-1 0,0 1 0,-1 0 0,0-1 0,1 1 0,-1 0 0,1 0 0,-1 0 0,0 0 0,0 0 0,1 0 0,-1 0 0,0 1 0,0-1 0,0 0 0,0 1 0,-1-1 0,1 0 0,0 1 0,0 2 0,3 2 0,0-1 0,-1 1 0,2-1 0,-1 1 0,1-1 0,7 6 0,-6-5 0,0-1 0,-1 1 0,1 0 0,-1 1 0,4 6 0,22 45 0,-24-48 0,0 1 0,-1 0 0,8 16 0,-4-6 0,0 6 244,8 12-1526,-14-32 251,12 22-5220,-13 3-4886,-3-8 5254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51.85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172 456 4578,'-1'-25'7342,"0"-13"-1697,6 8-4007,-3 26-1339,1 0 0,-1-1-1,-1 1 1,1-1-1,0 1 1,-1-1 0,0 0-1,0 1 1,-1-1-1,1 0 1,-1 0 0,0-6-1,0-16 909,1 15-265,-1 1-1,0-1 1,0 0 0,-1 1-1,-1-1 1,0 1 0,-1-1-1,-6-18 1,7 16-942,2 12 0,0 0 0,0 0 0,0 0 0,0 1 0,0-1 0,0 0 0,-1 0 0,1 1 0,-1-1 0,1 0 0,-1 1 0,0-1 0,-1-2 0,-5-5 0,5 8 0,1 0 0,-1-1 0,1 1 0,0 0 0,0-1 0,0 1 0,0-1 0,0 0 0,0 1 0,0-1 0,0 0 0,1 1 0,-1-1 0,1 0 0,-1 0 0,1 0 0,0-2 0,-24-47 0,20 49 0,-1 0 0,1 0 0,-1 0 0,0 0 0,0 1 0,-8-2 0,12 3 0,0 0 0,0 0 0,0 0 0,0 0 0,0 0 0,0 0 0,0 0 0,0 0 0,0 0 0,0 0 0,0 1 0,0-1 0,0 0 0,0 1 0,0-1 0,0 0 0,0 1 0,0 0 0,0-1 0,1 1 0,-1-1 0,0 1 0,0 0 0,1 0 0,-1-1 0,0 1 0,1 0 0,-1 0 0,1 0 0,-1 0 0,1 0 0,-1-1 0,1 1 0,0 0 0,-1 0 0,1 0 0,0 0 0,0 0 0,0 0 0,0 0 0,0 0 0,0 0 0,0 2 0,0-3 0,0 1 0,0 0 0,0 0 0,0 0 0,0-1 0,-1 1 0,1 0 0,0 0 0,0 0 0,0-1 0,-1 1 0,1 0 0,-1-1 0,1 1 0,0 0 0,-1-1 0,1 1 0,-1 0 0,0-1 0,1 1 0,-1-1 0,1 1 0,-1-1 0,0 1 0,1-1 0,-1 0 0,0 1 0,1-1 0,-1 0 0,-1 1 0,1-1 0,0 0 0,1 1 0,-1-1 0,0 0 0,0 1 0,1-1 0,-1 1 0,0-1 0,1 0 0,-1 1 0,0 0 0,1-1 0,-1 1 0,1-1 0,-1 1 0,1 0 0,-1-1 0,1 1 0,0 0 0,-1-1 0,1 1 0,0 0 0,-1 0 0,1-1 0,0 1 0,0 0 0,0 0 0,0 0 0,0-1 0,0 2 0,-1 7 0,1-1 0,-2 1 0,1-1 0,-5 13 0,-3 32 0,8-25 0,0-22 0,1 0 0,-1 1 0,1-1 0,1 0 0,-1 0 0,1 1 0,0-1 0,2 6 0,4 1 0,-6-11 0,0 0 0,0 0 0,0 0 0,0 1 0,0-1 0,0 0 0,-1 0 0,1 1 0,-1-1 0,0 0 0,1 3 0,-1-2 0,1 0 0,-1-1 0,1 1 0,0 0 0,0-1 0,0 1 0,0-1 0,1 0 0,-1 1 0,1-1 0,-1 0 0,1 0 0,0 0 0,0 0 0,0 0 0,0 0 0,0 0 0,0-1 0,0 1 0,5 2 0,17 17 0,-15-14-9,0 0 0,1 0 0,0-1-1,0 0 1,0-1 0,21 8 0,9-6-3712,-11-3-2357,-18-3 4347,0 0 1,0 0 0,0-1-1,0-1 1,0 0-1,-1 0 1,1-1 0,0-1-1,11-3 1,6-7-1005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52.40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199 435 2577,'0'-81'15042,"0"80"-14936,0 1 0,0-1 0,0 0 1,0 1-1,0-1 0,-1 1 0,1-1 0,0 0 1,0 1-1,0-1 0,-1 1 0,1-1 0,0 1 1,0-1-1,-1 1 0,1-1 0,-1 1 1,1-1-1,0 1 0,-1-1 0,1 1 0,-1 0 1,1-1-1,-1 1 0,1 0 0,-1-1 0,1 1 1,-1 0-1,1 0 0,-1-1 0,0 1 0,1 0 1,-1 0-1,1 0 0,-1 0 0,0 0 0,1 0 1,-1 0-1,1 0 0,-2 0 0,-5-1 942,1-3-582,-37-15 5066,41 19-5354,0 0 1,0-1-1,-1 1 1,1 0-1,0 0 1,0 0-1,-1 0 1,1 1-1,0-1 1,0 1-1,0-1 1,-1 1-1,1 0 1,0 0-1,0 0 1,0 0-1,0 0 1,1 0-1,-1 0 1,-2 2-1,-10 7-178,11-9 0,0 1 0,1-1 0,-1 1 0,1 0 0,-1 0 0,1 0 0,0 0 0,0 0 0,0 1 0,0-1 0,0 1 0,-3 5 0,-9 16 0,12-21 0,0 0 0,0 0 0,0 0 0,1 0 0,-1 0 0,1 0 0,0 1 0,0-1 0,0 0 0,0 1 0,0-1 0,1 1 0,0-1 0,0 1 0,0 3 0,-1 3 0,1-5 0,-1 0 0,1-1 0,0 1 0,0-1 0,1 1 0,-1 0 0,1-1 0,0 1 0,3 6 0,35 42 0,-39-52 0,1 0 0,0 0 0,-1 0 0,1 0 0,0 0 0,0 0 0,0 0 0,0 0 0,0 0 0,0-1 0,0 1 0,0 0 0,0-1 0,1 1 0,-1-1 0,0 1 0,0-1 0,1 1 0,-1-1 0,0 0 0,2 1 0,-2-1 0,1 0 0,-1 0 0,0 0 0,0 1 0,1-1 0,-1 1 0,0-1 0,0 1 0,0-1 0,0 1 0,0 0 0,0-1 0,1 1 0,-2 0 0,1 0 0,0 0 0,0 0 0,0 0 0,1 1 0,-1-1 0,0 1 0,1-1 0,-1 0 0,1 1 0,-1-1 0,1 0 0,0 0 0,-1 0 0,1 0 0,0 0 0,0-1 0,0 1 0,0 0 0,0-1 0,0 0 0,0 1 0,0-1 0,0 0 0,0 0 0,0 0 0,0 0 0,0 0 0,0-1 0,-1 1 0,1 0 0,0-1 0,0 0 0,2 0 0,0 0 0,0-1 0,0 1 0,-1-1 0,1 0 0,0 0 0,-1 0 0,0 0 0,1 0 0,-1-1 0,0 1 0,0-1 0,-1 0 0,1 0 0,-1 0 0,4-5 0,-2 0 0,-2 6 0,-1 0 0,0 0 0,1 0 0,-1 0 0,0 0 0,-1-1 0,1 1 0,0 0 0,-1-1 0,1 1 0,-1 0 0,0-1 0,1-2 0,-1 2 0,0-1 0,1 1 0,-1-1 0,1 1 0,0-1 0,0 1 0,1 0 0,-1-1 0,1 1 0,2-5 0,-2 5 0,0 0 0,0 0 0,-1-1 0,1 1 0,-1-1 0,0 0 0,0 1 0,0-1 0,0 0 0,0-6 0,1-33 0,-1 31 0,0 1 0,-1-1 0,0 1 0,-1-1 0,0 1 0,-1-1 0,-3-13 0,0 12 0,1 0 0,0 0 0,1 0 0,0 0 0,1-1 0,1 1 0,0-16 0,0 17 0,1 0 0,-1 1 0,-1-1 0,0 1 0,-1 0 0,-4-14 0,4 1 0,3 22 0,0 0 0,0 0 0,0-1 0,0 1 0,0 0 0,0 0 0,-1 0 0,1 0 0,-1 0 0,0 0 0,-1-2 0,-15-16 0,12 23 0,4 14 0,1-15 0,0 0 0,0-1 0,0 1 0,0 0 0,1 0 0,-1 0 0,1 0 0,-1 0 0,1 0 0,0-1 0,-1 1 0,1 0 0,0 0 0,0-1 0,1 1 0,1 2 0,16 29 0,28 97 0,-46-127 0,0 0 0,1 1 0,0-1 0,-1 0 0,1 0 0,0 0 0,1 0 0,-1 0 0,3 2 0,13 20 0,-12-3 0,-6-18 0,1-1 0,0 1 0,0-1 0,0 1 0,0-1 0,1 0 0,-1 0 0,1 1 0,0-1 0,0 0 0,3 4 0,84 99 0,-86-103-196,-1 1 0,1-1-1,0 0 1,1 0 0,-1-1 0,0 1-1,6 2 1,8 8-993,-17-13 1118,1 1-1,0-1 1,0 1-1,-1-1 1,1 0-1,0 1 0,0-1 1,-1 0-1,1 1 1,0-1-1,0 0 1,0 0-1,0 0 0,0 1 1,-1-1-1,1 0 1,0 0-1,0-1 0,0 1 1,0 0-1,0 0 1,-1 0-1,1 0 1,0-1-1,0 1 0,0 0 1,-1-1-1,1 1 1,0-1-1,0 1 1,-1-1-1,1 1 0,0-1 1,-1 1-1,1-1 1,-1 0-1,1 1 1,-1-1-1,2-1 0,3-3-624,2 4 396,-7 1 282,1 0 0,0 0 0,-1 0 0,1 0 1,-1 0-1,1 0 0,0 0 0,-1 0 1,1-1-1,-1 1 0,1 0 0,-1 0 0,1 0 1,0-1-1,-1 1 0,1 0 0,-1 0 1,1-1-1,-1 1 0,0 0 0,1-1 0,-1 1 1,1-1-1,-1 1 0,0-1 0,1 1 1,-1-1-1,0 1 0,1-1 0,-1 1 0,0-1 1,0 1-1,1-1 0,-1 1 0,0-1 1,0 0-1,0 0 0,0-1 0,1-1 0,-1 1 1,1 0-1,-1-1 0,1 1 0,0 0 1,0 0-1,0-1 0,0 1 0,2-2 1,6-23 151,-9 6 772,-1 0 0,-1 0 0,-1 0 0,-7-27 0,8 9 722,2 35-1528,1 1-1,-1 0 1,0-1 0,0 1 0,0 0-1,-1-1 1,1 1 0,-1 0 0,0 0-1,0-1 1,-2-2 0,-5-7-100,6 11 0,0 0 0,1 0 0,0 0 0,-1-1 0,1 1 0,0 0 0,0-1 0,0 1 0,0 0 0,1-1 0,-1 1 0,1-1 0,-1 1 0,1-1 0,0-3 0,-1-4 0,1 18 0,6 23 0,41 73 0,-37-84 0,-1 0 0,11 32 0,3 12-891,-18-55 352,-1 1 1,0-1-1,-1 1 1,0 0-1,0 1 0,-1-1 1,1 16-1,-3-23 148,0-1 0,0 0 0,0 0 0,0 0 0,1 1 0,0-1 0,-1 0 0,1 0 0,0 0 0,0 0 0,0 0 0,0 0 0,0 0 0,0 0 0,1 0 0,1 2 0,-2-3-159,1 1 0,-1-1 0,0 1 0,0 0 0,1 0-1,-1-1 1,-1 1 0,1 0 0,0 0 0,0 0 0,-1 0 0,1 0-1,-1 0 1,0 1 0,1-1 0,-1 2 0,0 21-4663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52.56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141 96 12198,'-19'-27'9428,"-9"11"-4034,9 6-2864,-9-6-1714,9 6-896,19-6-560,-28 16-2898,56 26-13318,-9-10 13895,9-6 176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52.93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295 55 3362,'2'0'5744,"12"-2"-2746,-2-4 560,1-4 721,-31 0-1796,-7-12 4325,19 21-6613,0-1-1,0 2 0,-1-1 1,1 1-1,0 0 1,-1 0-1,1 0 1,0 1-1,-1 0 1,-8 3-1,-64 23 1067,54-17-1126,19-9-135,1 1 0,0 0 0,0 0 0,1 0 0,-1 1 0,0-1 0,1 1 0,-1 0 0,1 1 0,0-1 0,0 1 0,0 0 0,1 0 0,-1 0 0,-4 8 0,-1 8 0,5-14 0,1 1 0,0 0 0,0 0 0,1 0 0,0 0 0,0 0 0,1 0 0,0 1 0,-1 13 0,1 5 0,0-18 0,0-1 0,1 1 0,0-1 0,0 1 0,1-1 0,0 1 0,0-1 0,4 14 0,5-8 0,7 14 0,-14-22 0,0 0 0,1 0 0,-1 0 0,1-1 0,0 1 0,1-1 0,-1 0 0,1 0 0,0-1 0,0 0 0,0 1 0,0-2 0,0 1 0,1-1 0,-1 1 0,1-1 0,9 1 0,-14-2 0,0-1 0,0 0 0,0 1 0,0-1 0,0 0 0,0 0 0,0 0 0,0 0 0,0 0 0,0 0 0,0 0 0,0 0 0,0 0 0,0 0 0,0 0 0,0-1 0,0 1 0,0 0 0,-1-1 0,1 1 0,0-1 0,0 1 0,0-1 0,0 1 0,1-2 0,19-9 0,-19 11 0,0-1 0,0 1 0,0-1 0,0 0 0,1 0 0,-1 0 0,0 0 0,-1 0 0,1 0 0,0 0 0,0-1 0,0 1 0,-1-1 0,1 1 0,-1-1 0,1 0 0,-1 0 0,0 1 0,1-1 0,-1 0 0,1-3 0,9-12 0,-2 6 0,-7 9 0,0 0 0,0 0 0,-1 0 0,1 0 0,-1-1 0,1 1 0,-1 0 0,0-1 0,0 1 0,1-5 0,3-12 0,-1-1 0,-1 1 0,-1 0 0,0-1 0,-2-20 0,0-54 0,-1 90 0,1 16 0,6 23 0,11-6-2094,18 42-1,-24-46-605,1 0-1,25 37 0,-28-34-7658,15-16 6005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2:53.2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20 5266,'0'-20'14529,"0"45"-7026,0 39-2375,18 38-4787,-18-96-341,1-1 0,-1 0 0,1 0 0,0 1 0,0-1 0,0 0 0,1 0 0,-1 0 0,2 0 0,3 8 0,9 20 0,-11-20 0,2 0 0,0-1 0,0 0 0,11 14 0,-17-25 0,1 0 0,0 1 0,-1-1 0,1 0 0,-1 0 0,0 0 0,1 1 0,-1-1 0,0 0 0,0 0 0,1 1 0,-1-1 0,0 0 0,0 0 0,-1 1 0,1 1 0,0-2 0,-1-1 0,1 1 0,0 0 0,0-1 0,0 1 0,0-1 0,0 1 0,0-1 0,0 1 0,0-1 0,0 1 0,0 0 0,0-1 0,0 1 0,0-1 0,1 1 0,-1-1 0,0 1 0,0-1 0,1 1 0,-1-1 0,0 1 0,1-1 0,-1 0 0,0 1 0,1-1 0,-1 1 0,1-1 0,14 7 0,-14-22 0,-2-15 0,1-185 0,0 211 0,1 0 0,0-1 0,-1 1 0,1 0 0,1 0 0,-1 0 0,0 0 0,1 1 0,3-7 0,-3 7 0,0-1 0,0 0 0,0 0 0,-1 0 0,0 0 0,1 0 0,-2 0 0,1-1 0,0-5 0,-1-43 0,0 53 0,0 0 0,0 0 0,0-1 0,0 1 0,1 0 0,-1 0 0,0 0 0,0 0 0,0 0 0,0 0 0,0 0 0,0-1 0,0 1 0,0 0 0,0 0 0,1 0 0,-1 0 0,0 0 0,0 0 0,0 0 0,0 0 0,0 0 0,0 0 0,0 0 0,1 0 0,-1 0 0,0 0 0,0 0 0,0 0 0,0 0 0,0 0 0,1 0 0,-1 0 0,0 0 0,0 0 0,0 0 0,0 0 0,0 0 0,1 0 0,-1 0 0,0 0 0,0 0 0,0 0 0,0 0 0,0 0 0,0 0 0,0 0 0,1 0 0,-1 1 0,0-1 0,0 0 0,0 0 0,0 0 0,0 0 0,0 0 0,0 0 0,0 0 0,0 1 0,0-1 0,0 0 0,0 0 0,0 0 0,0 0 0,0 0 0,0 1 0,15 16 0,16 35 0,8 14 0,8 37 0,-24-42 55,-19-51-95,1-1 1,-2 1 0,1 0 0,-1 1 0,-1-1 0,0 1-1,2 19 1,-4-27-346,0 0 0,1 0 0,-1 0 0,1 1-1,0-1 1,0 0 0,0 0 0,0 0 0,0-1 0,1 1 0,3 5 0,-3-5-636,-1-1 0,1 1 1,-1 0-1,1 0 0,-1 0 1,0 0-1,0 0 1,0 0-1,0 1 0,-1-1 1,1 6-1,-1 18-6390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19.2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198 88 5699,'0'-1'378,"-1"0"1,0-1-1,1 1 1,-1 0-1,0-1 1,0 1 0,0 0-1,0 0 1,0 0-1,0-1 1,0 1-1,0 0 1,0 1-1,-1-1 1,1 0 0,0 0-1,-1 0 1,1 1-1,0-1 1,-1 1-1,1-1 1,-1 1-1,1 0 1,-1-1 0,1 1-1,-1 0 1,1 0-1,-4 0 1,1 0 80,-1-1 1,1 1-1,-1 0 1,0 0 0,1 1-1,-1 0 1,1-1-1,-1 1 1,1 1-1,0-1 1,-5 2-1,4 0-84,0 0-1,0 1 0,0-1 0,0 1 0,1 0 0,-1 0 0,1 0 0,0 1 0,0-1 0,1 1 0,-1 0 0,1 0 0,0 0 0,1 0 0,-1 1 0,1-1 0,0 1 0,0 0 0,1 0 0,-1 6 0,1-5-153,1 0 1,-1 0 0,-1 0 0,1 0-1,-1 0 1,0 0 0,-4 7-1,3-8-102,1 0-1,0 0 1,0 1-1,1-1 1,-1 1-1,1-1 1,0 8-1,1-4-118,-1 0 0,1 0 0,1 0 0,0 0 0,0 0 0,1 0 0,0 0 0,1 0 0,0 0 0,1-1 0,9 18 0,19 28 0,-24-37 0,2-1 0,0 0 0,1-1 0,1 0 0,0-1 0,18 16 0,-20-21 0,1-1 0,1 0 0,-1-1 0,1 0 0,1-1 0,0 0 0,14 5 0,0-4 0,-14-4 0,1 0 0,0 0 0,0-2 0,26 3 0,-16-5 0,-17 1 0,1 0 0,0-1 0,-1-1 0,1 1 0,0-1 0,-1 0 0,1-1 0,-1 0 0,0 0 0,14-6 0,40-19 0,-47 21 0,0 1 0,-1-2 0,14-8 0,-23 13 0,0-1 0,-1 0 0,1-1 0,0 1 0,-1-1 0,0 1 0,0-1 0,0 0 0,0 0 0,-1-1 0,1 1 0,-1 0 0,2-6 0,-1 0 0,0-1 0,0 0 0,-1 0 0,0 0 0,-1 0 0,0-20 0,-1-1 0,1-2 0,-7-53 0,5 76 0,-1 0 0,-1 1 0,0 0 0,0-1 0,-1 1 0,0 0 0,-1 1 0,0-1 0,-7-8 0,-21-33 0,26 37 0,-1 1 0,-1 0 0,0 1 0,0 0 0,-1 1 0,-1 0 0,-18-15 0,20 19 0,0 0 0,-1 1 0,0 0 0,0 0 0,-1 1 0,1 1 0,-1 0 0,0 0 0,-1 1 0,-18-3 0,5 5 0,23 1 0,0-1 0,-1 1 0,1-1 0,0 1 0,-1 0 0,1 0 0,0 0 0,-1 0 0,1 0 0,0 0 0,-1 1 0,1-1 0,0 1 0,0 0 0,-1 0 0,1 0 0,0 0 0,0 0 0,0 0 0,0 0 0,0 1 0,0-1 0,1 1 0,-1-1 0,-1 3 0,-36 25 0,36-24 0,0 0 0,0 0 0,1 0 0,-1 1 0,1-1 0,1 1 0,-1-1 0,1 1 0,-1 11 0,0 57 0,2-53 0,1-4 0,1 0 0,1 0 0,1 0 0,0-1 0,1 1 0,0-1 0,2 0 0,0 0 0,1-1 0,13 21 0,-17-30 0,1 0 0,0 0 0,-1 0 0,2-1 0,-1 0 0,1 0 0,-1-1 0,11 7 0,28 26 0,-38-32 0,-1 1 0,1-1 0,1 0 0,-1-1 0,0 1 0,11 4 0,24 19 0,-11-7-1719,15-4-5251,-28-14 2854,-1-1-1,32-1 0,-35-2 3237,7 1-3869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19.54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80 27 6675,'-2'-8'7392,"-1"2"-3734,-12-3-2910,11 8 540,-1-2 1161,10 6-1110,-3-2-1090,-1 0 0,1 0 0,-1 0-1,0 0 1,1 0 0,-1 0-1,0 1 1,0-1 0,0 0-1,0 1 1,0-1 0,0 1-1,0 0 1,0-1 0,0 1 0,-1-1-1,1 1 1,0 2 0,2 41 4183,-3-39-4372,1 21-60,0-20 0,0 0 0,0 0 0,-1 1 0,0-1 0,-1 0 0,0 1 0,0-1 0,0 0 0,-4 11 0,-1-6 0,3-7 0,1 1 0,-1-1 0,1 1 0,0 0 0,1 0 0,-1 0 0,1 1 0,-1 9 0,2-10 0,0 0 0,-1 0 0,0 0 0,0 0 0,-1 0 0,-3 10 0,0 0 0,4-11 0,-1 0 0,0 0 0,1 0 0,-1-1 0,-1 1 0,1 0 0,-1-1 0,-6 8 0,7-9 0,1-2 0,0 1 0,0-1 0,0 1 0,1-1 0,-1 1 0,0 0 0,1-1 0,-1 1 0,1 0 0,-1-1 0,1 1 0,0 0 0,0 0 0,0 0 0,0-1 0,0 1 0,0 0 0,0 0 0,1-1 0,-1 1 0,1 0 0,-1-1 0,1 1 0,-1 0 0,1-1 0,0 1 0,0-1 0,0 1 0,0-1 0,0 1 0,0-1 0,1 0 0,-1 1 0,0-1 0,1 0 0,-1 0 0,0 0 0,1 0 0,0 0 0,-1-1 0,1 1 0,-1 0 0,3 0 0,24 8 0,-25-7 0,0-1 0,0 0 0,1 0 0,-1 0 0,0 0 0,1 0 0,-1-1 0,7 1 0,8-1 0,-6 0 0,0 0 0,0 0 0,0-1 0,0-1 0,-1 0 0,1 0 0,15-6 0,87-19-1297,-96 20-1594,21-9-6786,45-12 1,-61 26 5140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24.94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32 19 1377,'-3'-19'14090,"-7"27"-6300,0 3-8541,8-7 989,1-1-1,0 0 1,0 1-1,0-1 1,0 0-1,1 1 1,-1-1 0,1 1-1,0-1 1,0 1-1,0-1 1,0 1-1,2 5 1,-1 5 577,-1 240 2656,1-244-3450,0 0 0,0 0 0,1-1 1,0 1-1,5 12 0,-4-12-6,0 0 0,0 0-1,-1 0 1,-1 1 0,1 14 0,-2 27-2904,0 68-10152,0-102 4496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25.82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47 526 1377,'-14'-6'1166,"11"5"-530,0 0 0,0 0 0,0-1 0,0 1 0,0-1 0,1 1 0,-1-1 0,0 0 0,-4-4 0,7 4 239,0-3 267,3-5 4217,57 10-1195,8 1-1713,106-11 0,-163 8-2320,0 1 0,0 1 0,0 0-1,15 2 1,-16-1 114,-1 0-1,0-1 0,1 0 0,-1-1 0,0 1 0,15-5 1,11-1 399,1 2 1,48-1 0,19-2-90,-23 6-27,-61 2-317,0-1 0,35-4-1,127-9 1124,-160 12-1303,-1 0 1,26-5-1,-25 3-38,0 0 1,26 1 0,263-9 6,-131-4 0,-7 4 0,44-5 0,-44 6 0,7-6 0,-10 5 0,-19-4 0,144-10 0,-208 14 0,73-4 0,257-33 0,-357 43 0,165-15 0,54-13 0,156-20 0,-372 53 0,-37 1 0,-1-2 0,29-3 0,18-4 0,0 3 0,73 4 0,-74 2 0,71-17 0,200 16 0,-204-11 0,-130 11 0,2 1 0,0-1 0,0 0 0,0-1 0,0 0 0,0-1 0,-1 0 0,1 0 0,9-4 0,53-5 0,-38 10 0,-30 1 0,1 0 0,-1 0 0,0 0 0,1 0 0,-1 0 0,1-1 0,-1 1 0,6-3 0,0 0 0,1 1 0,-1-1 0,1 1 0,-1 1 0,18-1 0,2-4 0,-25 5 0,-1-1 0,0 1 0,1 0 0,-1 0 0,1 1 0,-1-1 0,1 1 0,-1 0 0,1 0 0,-1 0 0,1 0 0,-1 1 0,1-1 0,-1 1 0,6 1 0,-7 3 0,-1 0 0,0-1 0,-1 1 0,1 0 0,-1 0 0,0-1 0,0 1 0,0 0 0,-1 5 0,0-3 0,2 2 0,-1 1 0,-1-1 0,1 0 0,-2 0 0,1 0 0,-1 0 0,0 0 0,-6 13 0,6-12 0,0-1 0,0 1 0,1-1 0,1 1 0,0 0 0,0-1 0,2 12 0,0 0 0,-2 44-603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26.5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219 286 4306,'0'-1'204,"0"-1"1,0 1-1,0 0 0,-1-1 1,1 1-1,0 0 0,-1 0 1,1 0-1,-1-1 0,1 1 0,-1 0 1,0 0-1,1 0 0,-1 0 1,0 0-1,0 0 0,0 0 1,0 0-1,1 0 0,-1 1 1,-1-1-1,1 0 0,0 1 1,0-1-1,0 0 0,0 1 1,0-1-1,-3 1 0,-17-15 1963,11-1-529,-8-6-416,-8 5 2953,21 15-3985,-25-13 4837,29 15-4913,-1-1-1,1 1 0,0 0 0,-1-1 0,1 1 0,0 0 0,0 0 1,-1 0-1,1 0 0,0 0 0,-1 0 0,1 0 0,0 1 0,-1-1 0,1 0 1,0 1-1,0-1 0,-1 1 0,1-1 0,0 1 0,0 0 0,-2 1 0,-3 5 135,1 0 0,-1 1 0,1 0 0,1 0 0,-1 0 0,1 1 0,1-1 0,0 1 0,0 0 0,1 0 0,0 0 0,0 0 0,1 1 0,0-1 0,1 0 0,1 17 0,-2 17 323,0-26-499,0-1 0,1 1 0,1-1 0,0 0 0,1 1 0,1-1 0,1 0 0,0 0 0,10 23 0,-12-34-71,64 117 8,-57-110-9,-1 1-1,2-1 1,-1 0 0,2-1 0,-1-1-1,23 18 1,4 2 0,-32-25 0,1 0 0,-1 0 0,1-1 0,1 0 0,-1 0 0,0 0 0,10 3 0,-1-1 0,1-1 0,0-1 0,0 0 0,0-1 0,1-1 0,-1 0 0,28-1 0,-36-1 0,1 0 0,-1 0 0,1-1 0,-1 0 0,1-1 0,-1 0 0,0 0 0,0-1 0,0 0 0,0 0 0,12-7 0,-5 0 0,0 0 0,-1-1 0,0 0 0,-1-1 0,0 0 0,-1-1 0,0-1 0,-1 0 0,17-29 0,-25 38 0,-1 0 0,1 0 0,-1-1 0,0 1 0,0-1 0,-1 0 0,0 1 0,2-11 0,3-17 0,3 5 0,-6 21 0,-1-1 0,1 0 0,-1 0 0,-1 0 0,1 0 0,-1-14 0,-1 19 0,1-22 0,-1-1 0,-1 1 0,-1 0 0,-1 0 0,-1 0 0,-13-41 0,-4 1 0,19 54 0,-1 1 0,0 1 0,0-1 0,-1 0 0,-7-12 0,4 8 0,-1 1 0,-1 1 0,0-1 0,0 1 0,-1 1 0,-1 0 0,1 0 0,-17-11 0,11 14 0,-15-13 0,29 19 0,-1 0 0,1 1 0,-1-1 0,0 1 0,1 0 0,-1 0 0,0 0 0,0 0 0,0 0 0,0 0 0,0 1 0,0-1 0,0 1 0,0 0 0,0 0 0,0 0 0,0 0 0,0 1 0,0-1 0,0 1 0,0 0 0,1 0 0,-1 0 0,0 0 0,0 0 0,1 1 0,-1-1 0,-4 4 0,-11 18 0,15-20 0,0 0 0,0 1 0,0-1 0,1 1 0,-1 0 0,1-1 0,0 1 0,0 0 0,0 0 0,1 1 0,-1-1 0,1 0 0,0 0 0,0 1 0,1-1 0,-1 8 0,1-7 0,-1 0 0,0 0 0,0 0 0,0 0 0,-1 0 0,0 0 0,-4 9 0,4-11 0,1 0 0,-1 0 0,0 1 0,1-1 0,0 1 0,0-1 0,0 1 0,1 0 0,-1-1 0,1 1 0,0 0 0,-1-1 0,2 1 0,-1 0 0,0-1 0,3 8 0,4 8 0,-4-13 0,0 1 0,-1-1 0,0 0 0,0 1 0,-1 0 0,0-1 0,1 12 0,-1-7 0,0-1 0,1 1 0,0-1 0,0 0 0,1 0 0,1 0 0,0 0 0,0 0 0,8 12 0,60 84 0,-65-96 0,8 12 0,-11-15 0,0 0 0,0-1 0,1 1 0,0-1 0,0 0 0,1 0 0,0-1 0,0 0 0,11 8 0,3-4 0,-13-6 0,0 0 0,-1 0 0,1 1 0,0 0 0,9 8 0,23 13-3379,-28-21 1461,0-1 1,0 1-1,0-2 0,0 0 0,0 0 1,0-1-1,14 0 0,-8-4-3100,-14-10 632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26.85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431 43 2865,'0'0'173,"0"-1"-1,0 0 0,0 1 1,0-1-1,0 1 0,0-1 1,0 0-1,0 1 0,0-1 0,-1 1 1,1-1-1,0 0 0,0 1 1,-1-1-1,1 1 0,0-1 1,-1 1-1,1-1 0,0 1 1,-1 0-1,1-1 0,-1 1 1,1-1-1,-1 1 0,1 0 0,-1-1 1,1 1-1,-1 0 0,0 0 1,1-1-1,-1 1 0,1 0 1,-1 0-1,0 0 0,1 0 1,-1 0-1,1 0 0,-1 0 1,-1 0-1,2 0-27,-1 0 1,1 0-1,0 0 0,-1 0 1,1 0-1,-1 0 0,1 0 1,-1 0-1,1 0 0,0 0 1,-1 0-1,1-1 1,-1 1-1,1 0 0,0 0 1,-1 0-1,1-1 0,-1 1 1,1 0-1,0 0 0,-1-1 1,1 1-1,0 0 1,0 0-1,-1-1 0,1 1 1,0-1-1,0 1 0,-1 0 1,1-1-1,0 1 0,0 0 1,0-1-1,0 1 1,-1-1-1,1 1 0,0-1 1,-8-1 3103,-7-1-2203,15 3-978,0 0 0,0 0 0,1 0 0,-1 0 0,0 0 0,0 0 0,1 0 0,-1 0 0,0 0 0,0 0 0,0-1 0,1 1 0,-1 0 0,0 0 0,0 0 0,0 0 0,0 0 0,1-1 0,-1 1 0,0 0 0,0 0 0,0 0 0,0-1 0,0 1 0,0 0 0,0 0 0,1 0 0,-1-1 0,0 1 0,0 0 0,0 0 0,0-1 0,0 1 0,0 0 0,0 0 0,0 0 0,0-1 0,0 1 0,0 0 0,0 0 0,0-1 0,-1 1 0,1 0 0,0 0 0,0 0 0,0-1 0,0 1 0,0 0 0,0 0 0,0 0 0,-1-1 0,1 1 0,0 0 0,0 0 0,0 0 0,0 0 0,-1 0 0,1-1 0,0 1 0,0 0 0,-1 0 0,1 0 0,27-3 4313,-26 3-4343,-1 0 2,1 0 1,0-1-1,0 1 1,-1 0-1,1 0 1,0 0-1,0 0 1,-1 0-1,1 0 1,0 0-1,0 0 1,-1 1-1,1-1 1,0 0-1,0 0 1,-1 1-1,1-1 1,0 0-1,-1 1 1,1-1-1,0 1 1,-1-1-1,1 1 1,-1-1-1,1 1 1,-1-1-1,1 1 1,-1-1-1,1 1 1,-1 0-1,1-1 1,-1 1-1,0 0 1,0-1-1,1 1 1,-1 0-1,0 0 1,14 12 1252,-12-12-1023,-1 3-165,0 0 0,0-1 0,0 1 0,0 0 0,0 0-1,-1-1 1,0 1 0,0 0 0,0 0 0,0 0 0,-2 5-1,1 8 23,1-10-127,1-3 0,-1 0 0,0 0 0,0 0 0,0 0 0,-1 0 0,1 0 0,-1 0 0,0 0 0,0 0 0,0 0 0,-1-1 0,1 1 0,-1 0 0,0-1 0,0 1 0,0-1 0,-3 4 0,0-2 0,3-3 0,0 0 0,0 0 0,0 0 0,1 0 0,-1 0 0,1 1 0,-1-1 0,1 0 0,0 1 0,0-1 0,0 1 0,0-1 0,0 1 0,1 0 0,-1-1 0,1 1 0,-1 0 0,1 3 0,0-4 0,0 0 0,0 0 0,0 0 0,-1 0 0,1 0 0,-1 0 0,1 0 0,-1 0 0,0 0 0,0-1 0,0 1 0,0 0 0,0 0 0,0-1 0,0 1 0,-3 2 0,3-3 0,-1 1 0,1-1 0,0 1 0,0 0 0,0-1 0,0 1 0,0 0 0,0 0 0,0 0 0,0 0 0,1-1 0,-1 1 0,1 0 0,0 0 0,-1 0 0,1 3 0,0-1 0,-1 0 0,1 0 0,0-1 0,0 1 0,1 0 0,-1 0 0,1 0 0,0-1 0,0 1 0,0-1 0,0 1 0,1 0 0,-1-1 0,1 0 0,0 1 0,0-1 0,0 0 0,0 0 0,1 0 0,-1 0 0,1-1 0,0 1 0,0-1 0,0 1 0,0-1 0,0 0 0,0 0 0,1-1 0,3 2 0,16 19 0,-21-20 0,-1-1 0,0 1 0,1 0 0,-1-1 0,1 1 0,-1-1 0,1 0 0,0 1 0,-1-1 0,1 0 0,0 0 0,3 1 0,16 3 0,1 4 0,-21-9 0,-1 0 0,0 0 0,0 1 0,0-1 0,0 0 0,1 0 0,-1 0 0,0 1 0,0-1 0,0 0 0,0 0 0,0 1 0,0-1 0,0 0 0,0 0 0,0 1 0,0-1 0,0 0 0,1 0 0,-1 1 0,-1-1 0,1 0 0,0 0 0,0 1 0,0-1 0,0 0 0,0 0 0,0 0 0,0 1 0,0-1 0,0 0 0,0 0 0,0 1 0,-1-1 0,1 0 0,0 0 0,0 0 0,0 1 0,0-1 0,-1 0 0,1 0 0,0 0 0,0 0 0,0 0 0,-1 1 0,1-1 0,-1 0 0,-19 8 0,-31-1 0,26-5 0,-47 10 0,3-1 0,-12 2-1804,48-7-2275,-67 3 0,75-6-3724,-17 10 533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27.8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310 361 5282,'0'-1'238,"-1"0"-1,1 0 1,0 0-1,0 0 1,0 0-1,-1 0 0,1 0 1,-1 0-1,1 1 1,-1-1-1,1 0 1,-1 0-1,1 0 0,-1 0 1,0 0-1,1 1 1,-1-1-1,0 0 1,0 1-1,0-1 1,0 1-1,1-1 0,-3 0 1,-6-7 1093,0-12 655,9 18-1645,-1-1 0,0 0 0,-1 0 1,1 1-1,0-1 0,-1 1 0,1-1 0,-1 1 1,0 0-1,-4-5 0,3 4 75,-48-40 7722,48 41-7796,0 0 1,0 0-1,0 0 0,0 0 1,0 1-1,0-1 0,0 1 1,-1 0-1,1 0 0,0 0 1,-1 0-1,1 0 0,-1 1 1,1 0-1,-1 0 0,1 0 1,-7 0-1,4 3-342,0 0 0,0 1 0,0-1 0,0 1 0,0 0 0,1 1 0,-6 6 0,-8 5 0,17-14 0,0 0 0,0 0 0,0 0 0,1 0 0,-1 0 0,1 0 0,0 1 0,0-1 0,0 0 0,0 1 0,0-1 0,0 1 0,0 0 0,1-1 0,-1 6 0,-4 13 0,-2-4 0,-3 6 0,-13 46 0,22-56 0,0-1 0,1 1 0,0 0 0,1-1 0,0 1 0,1-1 0,1 1 0,0-1 0,0 0 0,1 0 0,7 14 0,10 42 0,-18-61 0,1 1 0,0-1 0,0 0 0,0 0 0,1-1 0,0 1 0,0-1 0,0 0 0,1 0 0,0 0 0,8 5 0,7 8 0,-14-10 0,1-2 0,-1 1 0,1-1 0,0 0 0,1-1 0,0 0 0,0 0 0,0-1 0,1 0 0,0 0 0,0-1 0,16 4 0,6 4 0,-19-6 0,0-1 0,1 0 0,-1-1 0,1-1 0,20 3 0,-10-7 0,-1 0 0,34-8 0,-19 3 0,-30 4 0,0-1 0,0 1 0,-1-1 0,1-1 0,-1 0 0,0 0 0,0 0 0,0-1 0,-1 1 0,1-2 0,10-11 0,9-5 0,-20 15 0,-1 0 0,0-1 0,-1 1 0,0-1 0,0 0 0,-1 0 0,5-14 0,-3 7 0,-3 9 0,0 0 0,0-1 0,-1 1 0,0-1 0,0 1 0,-1-1 0,0 1 0,0-1 0,-2-12 0,0-15 0,3 1 0,0 16 0,-1 0 0,0 1 0,-1-1 0,-5-26 0,-20-51 0,22 83 0,1 0 0,-1 0 0,-1 0 0,-11-19 0,5 10 0,5 8 0,0 1 0,-2 0 0,1 0 0,-1 0 0,-1 1 0,-17-16 0,-2-2 0,1 3 0,-1 1 0,-1 2 0,-1 0 0,-42-21 0,65 40 0,0 1 0,0 0 0,-1 0 0,1 0 0,0 1 0,-1 0 0,1 0 0,-1 1 0,0 0 0,-11 2 0,-8-1 0,24-2 0,-1 1 0,1 0 0,0 0 0,0 1 0,0-1 0,0 1 0,0-1 0,0 1 0,0 0 0,0 0 0,0 0 0,0 0 0,0 1 0,0-1 0,1 1 0,-1 0 0,1 0 0,-1 0 0,1 0 0,0 0 0,-1 0 0,1 1 0,0-1 0,1 1 0,-1-1 0,0 1 0,1 0 0,-1 0 0,1 0 0,-1 5 0,-37 47 0,36-42 0,0 1 0,2-1 0,0 1 0,0-1 0,1 1 0,1 0 0,0-1 0,6 23 0,3-12 0,1-1 0,1-1 0,16 23 0,1 1 0,-20-33 0,1 0 0,1-1 0,0 0 0,0 0 0,1-2 0,18 14 0,20 18 0,-42-34 0,-2-2 0,-1-1 0,1 1 0,0-2 0,0 1 0,1 0 0,-1-1 0,14 6 0,54 28-899,-53-25-169,0-2 1,1 0-1,0-2 0,35 11 0,-36-14-3793,-18-4 3888,1-1 0,0 1 0,0-1 1,-1 0-1,1 0 0,0-1 0,0 1 0,0-1 0,0 0 1,0 0-1,5 0 0,12-14-3675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27.9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0 7603,'0'0'8359,"0"2"-8221,-1-1 0,1 0 0,0 1 1,0-1-1,0 1 0,0-1 0,0 0 0,0 1 0,0-1 1,1 1-1,-1-1 0,0 0 0,1 1 0,-1-1 0,1 0 1,-1 0-1,1 1 0,1 1 0,4 2 266,-5-4-254,1 1 0,0 0 0,-1-1 0,1 1 0,-1 0 0,0-1 0,0 1-1,0 0 1,0 0 0,0 0 0,0 0 0,0 0 0,0 0 0,-1 0 0,1 1 0,-1-1-1,0 0 1,1 0 0,-1 0 0,0 1 0,0-1 0,-1 0 0,1 0 0,-1 3-1,1 140 5333,0-44-4926,0-18-3196,0-4-3700,0-76 5902,0 0 1,0-1-1,0 1 0,-1 0 1,1-1-1,-1 1 1,0 0-1,0-1 0,0 1 1,0-1-1,0 0 1,0 1-1,-1-1 0,1 0 1,-3 3-1,-4 8-1831,3 13-2477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28.7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216 458 5010,'-32'-5'8166,"-14"-1"-2483,37 6-5112,6 0-389,1-1 0,0 1 1,0 0-1,-1 0 0,1 0 1,0 0-1,-1 0 0,1 1 0,0-1 1,0 1-1,-1 0 0,1-1 1,0 1-1,0 0 0,0 0 0,0 0 1,0 1-1,0-1 0,0 0 1,0 1-1,1-1 0,-1 1 0,0 0 1,1 0-1,0-1 0,-1 1 1,-1 4-1,-18 19 1518,17-20-1340,0-1 0,0 1 1,0 0-1,0 0 1,1 0-1,0 1 1,0-1-1,-2 7 0,1 1-186,1-1-1,0 1 0,1 0 0,0 0 0,1 0 0,1 0 0,0 0 1,0 0-1,2-1 0,-1 1 0,2 0 0,0 0 0,0-1 0,1 1 0,0-1 1,2 0-1,-1-1 0,10 16 0,6 5-173,-17-25 0,1 1 0,0-1 0,0 1 0,1-2 0,0 1 0,0 0 0,0-1 0,1 0 0,0-1 0,9 6 0,-5-5 0,15 10 0,1-1 0,0-1 0,1-1 0,1-2 0,0-1 0,36 8 0,-26-11 0,-26-4 0,-1 0 0,0-1 0,1-1 0,-1 0 0,1-1 0,15-1 0,3-4 0,3 0 0,44-13 0,-70 16 0,1-1 0,-1 0 0,0 0 0,0-1 0,0 0 0,-1-1 0,1 0 0,-1 0 0,0 0 0,8-10 0,23-13 0,-34 27 0,-1-1 0,1 0 0,0-1 0,-1 1 0,0 0 0,1-1 0,-1 0 0,0 0 0,-1 0 0,1 0 0,0 0 0,-1-1 0,0 1 0,1-1 0,-1 0 0,1-4 0,1-7 0,1 1 0,0-1 0,11-21 0,-11 26 0,-1 0 0,-1 0 0,0-1 0,0 1 0,-1-1 0,0 0 0,0-16 0,-4-86 0,0 49 0,1 24 0,-3 0 0,-14-67 0,12 87 0,-1 0 0,-1 0 0,-1 1 0,-1 0 0,0 1 0,-1 0 0,-1 0 0,-1 1 0,-1 1 0,-27-26 0,30 33 0,0 1 0,-1 0 0,-1 0 0,1 2 0,-16-7 0,-25-14 0,46 23 0,1 1 0,-1 0 0,1 1 0,-1 0 0,0 0 0,0 0 0,0 1 0,0 0 0,0 0 0,0 1 0,0 0 0,0 0 0,-1 0 0,1 1 0,-9 2 0,11-2 0,0 0 0,1 0 0,-1 1 0,0-1 0,1 1 0,-1 0 0,1 0 0,0 1 0,0-1 0,0 1 0,0 0 0,0 0 0,0 0 0,1 1 0,0-1 0,-1 1 0,1 0 0,1-1 0,-1 2 0,0-1 0,1 0 0,-2 5 0,-7 25 0,7-23 0,0 1 0,0 0 0,2 1 0,-1-1 0,0 24 0,2-10 0,1-14 0,-1 1 0,2 0 0,0-1 0,3 19 0,15 25 0,-12-34 0,0 0 0,1-1 0,13 21 0,8 23 0,-22-48 0,1-1 0,1 0 0,0 0 0,22 27 0,2 1 0,-11-17 0,1-1 0,46 40 0,8 9 0,-74-72 0,0 1 0,1-1 0,0 1 0,0-1 0,0 0 0,0-1 0,1 1 0,-1-1 0,9 4 0,3 1 0,19 9-3416,-28-13 1846,0-1 0,1 0 1,-1 0-1,0-1 0,1 0 1,-1 0-1,1-1 1,-1 0-1,15-1 0,-2-8-3984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29.3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76 0 112,'0'0'69,"-5"0"25,-44 0 3162,28 0-5989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30.3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184 29 3121,'-3'-3'3052,"-26"-9"4100,19 11-6857,5 1 1177,5-1-1070,0 1 0,0-1 0,0 1 0,1-1 0,-1 0 0,0 1 0,0-1 0,0 1 0,4-4 3216,-4 3-3216,1 1 0,-1 0 0,1-1-1,-1 1 1,1 0 0,-1-1 0,1 1 0,-1 0 0,1 0 0,0 0 0,-1 0 0,1 0 0,-1-1 0,1 1 0,0 0 0,-1 0 0,1 0 0,-1 1 0,1-1 0,0 0 0,-1 0 0,1 0 0,-1 0 0,1 0 0,0 1 0,7-1-1897,8 14 2871,-8 16-1269,-2-21-107,-4-7 0,0 0 0,-1 0 0,1 0 0,-1 1 0,1-1 0,-1 0 0,0 1 0,0-1 0,0 1 0,0 0 0,-1-1 0,1 1 0,-1-1 0,1 1 0,-1 5 0,1 9 0,0-8 0,-1 1 0,1-1 0,-1 0 0,-1 0 0,0 0 0,0 0 0,-4 12 0,-4-13 0,8-8 0,0 0 0,0 1 0,1 0 0,-1-1 0,0 1 0,0-1 0,0 1 0,1 0 0,-1 0 0,0-1 0,1 1 0,-1 0 0,0 0 0,1 0 0,-1 0 0,1 0 0,-1 0 0,1 0 0,0 0 0,0 0 0,-1 0 0,1 0 0,0 0 0,0 1 0,0-1 0,0 0 0,0 1 0,-1-1 0,1 0 0,0 0 0,-1 0 0,1 0 0,0 1 0,-1-1 0,0 0 0,1 0 0,-1 0 0,1 0 0,-1 0 0,0 0 0,0-1 0,-1 2 0,2-1 0,-1 0 0,0 0 0,0 0 0,0 0 0,1 0 0,-1 0 0,0 0 0,1 0 0,-1 0 0,1 0 0,0 0 0,-1 0 0,1 0 0,0 1 0,-1-1 0,1 0 0,0 1 0,0 0 0,0-1 0,-1 0 0,1 0 0,0 1 0,-1-1 0,1 0 0,-1 0 0,1 0 0,-1 0 0,1 0 0,-1 0 0,0 0 0,0 0 0,1 0 0,-1 0 0,0 0 0,0 0 0,0 0 0,0-1 0,-2 2 0,0 2 0,20-3 0,2 0 0,-16-1 0,1 1 0,-1-1 0,0 0 0,1 0 0,-1 0 0,1 0 0,-1 0 0,0-1 0,1 0 0,-1 1 0,5-3 0,-6 1 0,1 1 0,0-1 0,0 1 0,0 0 0,0 0 0,0 0 0,0 0 0,0 0 0,0 0 0,0 1 0,0 0 0,1 0 0,-1 0 0,0 0 0,0 0 0,0 0 0,0 1 0,1 0 0,-1-1 0,0 1 0,0 0 0,0 1 0,0-1 0,3 3 0,2 0 0,0 0 0,-1 0 0,0 1 0,0 0 0,0 1 0,-1-1 0,0 1 0,7 9 0,-11-11 0,-1 0 0,0-1 0,0 1 0,0 0 0,0 1 0,-1-1 0,1 0 0,-1 0 0,0 0 0,0 0 0,-1 0 0,0 6 0,0 0 0,1-8 0,0-1 0,-1 0 0,1 0 0,0 1 0,0-1 0,-1 0 0,1 0 0,-1 1 0,1-1 0,-1 0 0,1 0 0,-1 0 0,0 0 0,0 0 0,1 0 0,-1 0 0,0 0 0,0 0 0,0 0 0,0 0 0,0-1 0,-2 2 0,-13 13 0,13-12 0,-1 1 0,0-1 0,0 1 0,0-1 0,0-1 0,-1 1 0,1 0 0,-1-1 0,0 0 0,1 0 0,-1-1 0,0 1 0,-10 0 0,-31 15 0,35-13 0,0 1 0,0-1 0,0-1 0,0 0 0,-1-1 0,0 0 0,1 0 0,-1-2 0,0 1 0,0-1 0,0-1 0,1 0 0,-1-1 0,-14-4 0,22 5-188,0 0 0,1-1 0,-1 0 0,1 1 1,0-1-1,-1-1 0,1 1 0,0 0 0,0-1 0,-4-4 0,4 4-496,3 2 327,0 0-1,0-1 1,0 1-1,0 0 1,0 0-1,0-1 1,0 1-1,1 0 1,-1 0-1,1 0 1,-1 0-1,1-1 1,-1 1-1,1 0 1,-1 0-1,1 0 1,0 0-1,0 0 1,-1 0-1,1 0 1,0 0-1,0 1 0,0-1 1,0 0-1,0 0 1,2 0-1,8-10-5097,9-18-3730,3 4 3542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30.5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6515,'5'0'4842,"-3"0"-4373,0 0 0,0 1 0,0-1 0,0 0 0,0 1 0,0-1 0,0 1-1,-1 0 1,1 0 0,0 0 0,0 0 0,0 0 0,-1 0 0,1 0 0,-1 1 0,1-1 0,-1 1 0,1-1-1,-1 1 1,0-1 0,1 1 0,-1 0 0,0-1 0,1 4 0,11 4 3824,-3-7-3114,21 11 400,-25-10-1315,-1-1-1,1 0 1,0 0-1,0 0 1,0-1 0,-1 0-1,1 0 1,1 0-1,6 0 1,55-5-3203,-38-1-540,-1 0 0,0-2-1,31-12 1,-38 6-1870,4-3 550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31.0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330 325 3105,'0'-6'1519,"0"0"-1,-1 1 0,0-1 1,0 0-1,0 1 0,0-1 1,-1 1-1,0-1 0,-5-8 1,6 11-1157,-1 0 0,0 1 1,0-1-1,0 1 0,0 0 1,0-1-1,-1 1 0,1 0 1,0 0-1,-4-2 0,-5-5 3414,11 9-3730,-1-1-1,1 1 0,0 0 0,-1-1 0,1 1 1,-1 0-1,1-1 0,-1 1 0,1 0 1,-1 0-1,1-1 0,-1 1 0,1 0 0,-1 0 1,1 0-1,-1 0 0,1-1 0,-1 1 1,1 0-1,-1 0 0,1 0 0,-1 0 0,1 1 1,-1-1-1,1 0 0,-1 0 0,0 0 1,-5 1 541,1 0 1,-1 0-1,1 1 1,-1-1-1,1 1 1,0 0-1,-9 6 1,-3 0-150,9-5-400,1 1 1,0 0-1,0 1 0,0-1 1,0 1-1,1 1 0,0-1 1,0 1-1,-10 13 1,0 3-66,-21 39 0,20-31 9,9-13 18,1 0 0,0 0 0,1 1 0,1 0 0,1 0 0,0 0 0,2 1 0,0-1 0,1 1 0,2 29 0,-1-39 0,1-1 0,0 1 0,1-1 0,0 0 0,0 1 0,0-1 0,1 0 0,1-1 0,-1 1 0,1 0 0,1-1 0,9 13 0,-5-9 0,0-1 0,1 0 0,0 0 0,0-1 0,1 0 0,1-1 0,14 9 0,-14-13 0,0 0 0,0 0 0,0-1 0,0-1 0,22 2 0,-10-1 0,-15-2 0,1-1 0,-1 0 0,1-1 0,-1 0 0,1 0 0,-1-1 0,10-3 0,-11 3 0,38-16 0,-24 8 0,-13 7 0,0-1 0,0 0 0,-1-1 0,1 0 0,-1 0 0,0 0 0,0-1 0,-1-1 0,11-9 0,-5 0 0,-1-1 0,21-34 0,-30 45 0,0 0 0,-1 0 0,0 0 0,0 0 0,0-1 0,1-6 0,5-20 0,0 13 0,-5 13 0,-1 0 0,1 0 0,-1 0 0,0-1 0,-1 1 0,0-1 0,1-12 0,-2-6 0,1 13 0,-1 0 0,0 1 0,-1-1 0,-4-20 0,-22-73 0,25 97 0,-1 0 0,0 1 0,-1-1 0,0 0 0,0 1 0,-1 0 0,0 0 0,0 0 0,-1 1 0,0 0 0,-11-10 0,-5-8 0,20 21 0,-18-20 0,0 1 0,-43-37 0,55 54 0,1 0 0,-1 1 0,-1 0 0,1 0 0,-1 1 0,1 0 0,-1 0 0,0 1 0,0 1 0,-1-1 0,1 1 0,-1 1 0,-15-1 0,11 2 0,9-1 0,1 0 0,0 1 0,-1 0 0,1 0 0,0 0 0,-1 1 0,1-1 0,0 1 0,0 0 0,0 1 0,-1-1 0,1 1 0,0-1 0,1 1 0,-1 0 0,-6 5 0,3-1 0,0 0 0,1 1 0,0 0 0,0 0 0,1 1 0,-1-1 0,2 1 0,-1 0 0,1 1 0,0-1 0,1 1 0,0 0 0,0 0 0,1 0 0,0 0 0,1 0 0,0 0 0,1 0 0,-1 1 0,2-1 0,-1 0 0,1 0 0,3 11 0,3 14 0,-6-24 0,1 1 0,0 0 0,1 0 0,0-1 0,1 0 0,0 0 0,1 0 0,11 18 0,4-4 0,-10-12 0,0 0 0,-1 1 0,12 21 0,-10-15 0,2-1 0,0 0 0,1 0 0,1-1 0,0-1 0,19 15 0,-12-10 0,-10-9-44,1 0 0,0 0 0,1-1 0,0-1-1,1 0 1,0-1 0,0-1 0,1 0 0,0-1 0,0-1 0,0 0 0,25 4-1,-10 0-4326,-29-9 3821,1 0 0,-1 0 0,0 0 0,1 0 1,-1 0-1,0-1 0,1 1 0,-1-1 0,0 0 1,1 0-1,-1 0 0,1 0 0,-1 0 1,1 0-1,-1-1 0,4 0 0,63-14-9745,-49 6 6213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31.2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77 1 7043,'-29'0'10128,"29"0"-9990,-1 0 1,0 0 0,0 0 0,0 0 0,1 0-1,-1 0 1,0 1 0,0-1 0,0 0 0,1 1 0,-1-1-1,0 0 1,1 1 0,-1-1 0,0 1 0,1-1 0,-1 1-1,0-1 1,1 1 0,-1-1 0,1 1 0,-1 0-1,1-1 1,-1 1 0,1 0 0,0-1 0,-1 1 0,1 1-1,0 4 421,1-3-328,-1-1 1,0 0 0,0 0 0,0 1 0,0-1 0,0 0 0,0 0 0,-1 0 0,1 1-1,-1-1 1,1 0 0,-1 0 0,0 0 0,-1 2 0,-2 3 305,1-1 0,0 0-1,0 1 1,1-1 0,-1 1 0,1 0 0,1 0-1,-1 0 1,1 0 0,1 0 0,-1 0 0,1 0 0,2 12-1,-2 60-1346,0 1 3225,0-26-3857,0-9-4071,0-2-5702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31.43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48 11 6867,'-47'0'12086,"47"-2"-10933,0 1-1138,0 1 0,0 0 0,0 0 0,0 0 0,0-1 0,0 1 0,-1 0 0,1 0 0,0 0 1,0-1-1,0 1 0,0 0 0,0 0 0,0-1 0,0 1 0,0 0 0,0 0 0,0 0 0,1-1 0,-1 1 1,0 0-1,0 0 0,0-1 0,0 1 0,0 0 0,0 0 0,0 0 0,0 0 0,1-1 0,-1 1 0,0 0 1,0 0-1,0 0 0,0 0 0,1-1 0,-1 1 0,0 0 0,0 0 0,0 0 0,1 0 0,-1 0 0,0 0 1,0 0-1,0 0 0,1 0 0,-1 0 0,0 0 0,0 0 0,1 0 0,151 0-1940,-99 0-2781,-5 0-3502,-43 0 5212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31.53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 0 1409,'-28'27'3121,"28"-11"-176,0-6-816,0 6-880,0-5-625,0 4-240,0-4-191,28-11-97,-9 0-208,9 0-417,19 0-735,-19-11-641,19 11-640,-29-26-33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32.0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 27 3137,'0'-3'6259,"-5"-21"12761,4 24-18943,0 0 0,0 0 0,1 0 0,-1 0 0,0 0 0,0 0 0,0 0 0,0 1 0,1-1 0,-1 0 0,0 0 0,0 1 0,0-1-1,1 0 1,-1 1 0,0-1 0,1 1 0,-1-1 0,0 1 0,1-1 0,-1 1 0,0-1 0,1 1 0,-1 0 0,1-1 0,-1 1 0,1 0 0,-1 1 0,-2 28 1920,4-19-1875,-1 178-122,0-183 0,0-1 0,1 1 0,0 0 0,0-1 0,0 1 0,1-1 0,0 0 0,3 7 0,5 14 0,1 30 0,6 19 0,22 45 0,-31-91-1712,1 0 0,21 43 0,-12-45-5953,-7-10 4119,-9-4-1872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32.74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123 133 4898,'0'-2'471,"-1"0"0,1 0 0,0-1 0,-1 1 0,1 0 0,-1 0 0,0 0 0,0 0 0,1 0 0,-2 0 0,1 0 0,0 0 0,0 0 0,0 0 0,-3-2 0,2 3-197,1-1 0,0 1-1,0-1 1,0 0 0,0 1 0,0-1 0,0 0 0,0 0 0,0 0 0,1 1-1,-1-1 1,1 0 0,-1 0 0,1 0 0,-1-3 0,1 4-152,0 0 0,0 0 0,0 0 0,0 0 0,0 0 0,-1 0 1,1 0-1,0 0 0,-1 0 0,1 0 0,-1 0 0,1 0 0,-1 0 1,0 0-1,1 0 0,-1 0 0,0 0 0,0 1 0,0-1 0,1 0 0,-1 1 1,0-1-1,0 0 0,0 1 0,0-1 0,0 1 0,0 0 0,0-1 1,-2 1-1,0-2 512,-8-8 4506,2 7-4184,1 31 3320,1-19-3745,6-7-484,-1 0-1,0 0 1,1 0 0,-1 1 0,1-1 0,0 1 0,0-1 0,-1 1 0,2-1 0,-1 1-1,0-1 1,1 1 0,-1 0 0,1-1 0,-1 4 0,1 1-47,-1-1 0,0 1 0,0-1 0,0 1 0,-4 8 0,-4 31 0,9-9 0,6 51 0,-4-74 0,1-1 0,0 0 0,1 0 0,0 0 0,1-1 0,13 24 0,6 18 0,-21-46 0,0 0 0,0 0 0,0 0 0,1 0 0,1 0 0,-1-1 0,1 0 0,1 0 0,-1 0 0,10 8 0,3 0 0,-2-2 0,0 1 0,23 26 0,-33-33 0,0 0 0,0 0 0,0 0 0,1-1 0,1 0 0,-1 0 0,1 0 0,0-1 0,0-1 0,0 1 0,1-1 0,-1-1 0,16 5 0,-10-4 0,1-1 0,0 0 0,0-1 0,0-1 0,0 0 0,0-1 0,1 0 0,-1-2 0,0 0 0,0 0 0,0-1 0,-1-1 0,1-1 0,-1 0 0,22-11 0,-13 5 0,-19 9 0,1 0 0,-1 0 0,1 0 0,-1-1 0,1 1 0,-1-1 0,0 0 0,0 0 0,-1 0 0,1-1 0,-1 0 0,1 1 0,-1-1 0,0 0 0,4-9 0,-7 13 0,1-5 0,1 1 0,-1 0 0,1 0 0,0 0 0,0 0 0,0 0 0,0 0 0,1 1 0,0-1 0,-1 1 0,7-6 0,-6 5 0,1 1 0,-2-1 0,1 0 0,0 0 0,-1 0 0,0 0 0,0-1 0,0 1 0,0-1 0,-1 1 0,0-1 0,0 1 0,0-1 0,0-6 0,-1-75 0,-2 40 0,0 33 0,0-1 0,-1 0 0,-1 1 0,0 0 0,-1 0 0,-1 0 0,0 0 0,0 1 0,-1 0 0,-16-20 0,-10-21 0,23 39 0,0 0 0,0 0 0,-1 1 0,-1 0 0,-1 1 0,1 1 0,-2 0 0,0 0 0,0 2 0,-29-16 0,38 23 0,0 0 0,-1 0 0,1 0 0,-1 1 0,0-1 0,1 1 0,-1 1 0,0-1 0,0 1 0,0 0 0,-8 1 0,-10 0 0,20 0 0,-1 0 0,1 1 0,-1-1 0,1 1 0,0 0 0,0 0 0,-1 0 0,1 1 0,1 0 0,-1-1 0,0 2 0,1-1 0,0 0 0,-5 5 0,-1 9 0,6-12 0,0-1 0,1 0 0,-1 1 0,1 0 0,0-1 0,1 1 0,-1 0 0,1 0 0,0 0 0,0 0 0,0 6 0,0-4 0,1 1 0,0 0 0,0 0 0,1-1 0,0 1 0,0 0 0,0 0 0,1-1 0,1 1 0,-1-1 0,1 0 0,0 0 0,8 11 0,-8-12 0,0-1 0,0 0 0,0 1 0,0-1 0,-1 1 0,0 0 0,2 10 0,-3-11 0,0 0 0,1-1 0,-1 1 0,1 0 0,0-1 0,0 1 0,1-1 0,-1 1 0,1-1 0,6 7 0,17 12 0,-19-18 0,0 1 0,0 0 0,-1 0 0,11 15 0,-10-12 0,0 1 0,0-2 0,1 1 0,0-1 0,0 0 0,1 0 0,0-1 0,1-1 0,-1 1 0,1-2 0,1 1 0,-1-1 0,20 6 0,40 12-1758,-56-17 825,0 0 1,1-2-1,-1 0 1,1 0-1,0-1 0,0-1 1,0-1-1,0 0 1,1-1-1,28-3 1,-26-2-1171,0 0 0,25-12 1,-13 5 209,-16 8 1041,0-2 1,-1 0-1,23-14 0,-3 1-111,-23 12 910,-1 0 1,1-1-1,-2 0 1,1 0 0,-1-1-1,0 0 1,-1 0-1,0-1 1,0 0-1,-1-1 1,6-14-1,0 0 930,-2-1 0,0-1 0,10-50 0,-5 20 1709,-11 45-1160,-1 0 0,0-1 0,-1 1 0,0-1 0,0-17-1,-2-50 9143,0 265-10568,2-166 0,0-1 0,1 1 0,1-1 0,1 0 0,12 32 0,-10-34 0,-1 1 0,-1 1 0,0-1 0,-1 1 0,2 32 0,-6-47 0,0 1 0,0 0 0,1-1 0,-1 1 0,1-1 0,0 1 0,0-1 0,0 1 0,0-1 0,1 0 0,-1 1 0,4 4 0,-3-5 0,0-1 0,-1 1 0,1 0 0,-1 1 0,0-1 0,1 0 0,-2 0 0,1 1 0,0-1 0,-1 0 0,1 1 0,-1 5 0,0-5 0,0-1 0,0 1 0,1 0 0,-1 0 0,1 0 0,0 0 0,0 0 0,0 0 0,1 0 0,-1-1 0,1 1 0,0-1 0,0 1 0,0-1 0,5 6 0,-5-6-141,-1 0 1,0 0-1,0-1 1,-1 1-1,1 0 0,0 0 1,-1 0-1,0 0 1,0 0-1,0 0 0,0 0 1,0 0-1,-1 4 1,0 1-1350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3:33.03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33 388 1249,'0'-335'20590,"0"334"-20454,0-1 0,1 0 0,-1 1-1,1-1 1,-1 1 0,1-1 0,0 1 0,-1-1-1,1 1 1,0-1 0,0 1 0,0 0 0,0-1-1,0 1 1,1 0 0,-1 0 0,0 0-1,0 0 1,1 0 0,-1 0 0,1 0 0,-1 0-1,1 1 1,-1-1 0,1 0 0,1 0 0,10-6 805,-12 6-727,0 0 1,0 0 0,0 0-1,0 0 1,0 0 0,0 0-1,0 0 1,1 1 0,-1-1-1,0 0 1,0 1 0,1-1-1,-1 1 1,0 0 0,1-1-1,1 1 1,24 12 2333,-26-12-2566,6 6 32,0-1 0,0 1 0,-1 1 0,0 0 0,-1-1 0,1 2 1,-1-1-1,0 1 0,5 12 0,-8-10-14,0-1 0,0 1 0,-1 0 0,-1-1 0,0 1 0,0 0 0,-2 11 0,0 9 0,3-16 0,-2 0 0,0 0 0,0 0 0,-2 0 0,0 0 0,0 0 0,-1 0 0,-1-1 0,0 0 0,-1 0 0,0 0 0,-1 0 0,0-1 0,-1 0 0,-1-1 0,-15 17 0,-23 36 0,4-6 0,42-57 0,0 0 0,0 0 0,0 0 0,0 0 0,1 0 0,-1 0 0,0 0 0,1 1 0,-1-1 0,1 0 0,-1 1 0,1-1 0,0 0 0,0 1 0,-1-1 0,1 0 0,0 1 0,0-1 0,0 0 0,1 1 0,-1-1 0,0 0 0,0 1 0,1-1 0,-1 0 0,1 0 0,-1 1 0,1-1 0,0 2 0,1-1 0,-1 0 0,0 0 0,0 0 0,1 0 0,0 0 0,-1 0 0,1 0 0,0-1 0,0 1 0,0-1 0,0 1 0,0-1 0,2 2 0,112 39 0,-78-33 0,-32-8 0,0 0 0,0 0 0,0 1 0,0 0 0,0 0 0,0 1 0,8 4 0,-2-1 0,0-1 0,0 0 0,25 5 0,-24-7 0,-1 1 0,1 0 0,23 12 0,-27-11-151,72 41-8950,-57-44-4618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05.4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1 211 2481,'0'-45'11689,"0"-57"-277,0 102-11343,0-1-1,0 1 0,0-1 1,0 1-1,0-1 0,0 1 1,0-1-1,0 1 0,0 0 0,0-1 1,0 1-1,0-1 0,0 1 1,1-1-1,-1 1 0,0 0 1,0-1-1,0 1 0,1 0 0,-1-1 1,0 1-1,1 0 0,-1-1 1,0 1-1,1 0 0,-1-1 1,0 1-1,1 0 0,-1 0 0,1 0 1,-1-1-1,0 1 0,1 0 1,-1 0-1,1 0 0,0 0 21,-1-1-1,1 1 0,0 0 1,-1 0-1,1 0 0,-1-1 1,1 1-1,-1 0 1,1-1-1,-1 1 0,1 0 1,-1-1-1,0 1 0,1-1 1,-1 1-1,0-1 0,1 1 1,-1-1-1,0 1 1,1-1-1,-1 1 0,0-1 1,0 1-1,1-1 0,-1 1 1,0-1-1,0 1 0,0-1 1,0 0-1,0 1 0,0-1 1,0 1-1,0-1 1,0 0-1,0 0 0,0-1-46,0 1 0,0-1 0,1 1-1,-1-1 1,0 1 0,1-1 0,0 1-1,-1-1 1,1 1 0,0-1 0,0 1-1,0 0 1,0-1 0,0 1 0,0 0-1,0 0 1,0 0 0,1 0 0,-1 0-1,0 0 1,0 0 0,1 0 0,-1 1-1,1-1 1,-1 0 0,1 1 0,-1-1-1,1 1 1,-1 0 0,1-1 0,0 1-1,-1 0 1,1 0 0,-1 0-1,1 0 1,2 1 0,-3 0-42,0 1 0,-1-1 0,1 1 0,0-1 0,-1 1 0,0 0 0,1-1 0,-1 1 0,0 0 0,0-1 0,0 1 0,0 0 0,0-1 0,0 1 0,-1 3 0,0 3 0,2 0 0,0 0 0,0 0 0,0 0 0,1-1 0,1 1 0,3 9 0,11 42 0,22 130 0,-37-170 0,0-1 0,-1 29 0,2 24 0,1-33 0,7 87 0,-8-79 0,2-1 0,1 1 0,18 58 0,-13-60 0,-2 1 0,-1 0 0,1 60 0,-9-87 0,1-1 0,0 1 0,1-1 0,1 0 0,1 0 0,9 26 0,-10-31 0,-1 1 0,0-1 0,-1 1 0,0-1 0,-1 1 0,0-1 0,-3 14 0,1 21 0,2-46-12,0-1-1,0 0 1,0 1 0,0-1-1,0 1 1,0-1 0,0 0-1,0 1 1,0-1 0,0 0-1,0 1 1,-1-1 0,1 1-1,0-1 1,0 0 0,0 1-1,-1-1 1,1 0 0,0 0-1,0 1 1,-1-1 0,1 0-1,0 1 1,-1-1 0,1 0-1,0 0 1,-1 0 0,1 1-1,0-1 1,-1 0 0,1 0-1,-1 0 1,1 0 0,0 0-1,-1 0 1,1 0 0,-1 0-1,1 0 1,0 0 0,-1 0-1,1 0 1,-1 0 0,1 0-1,0 0 1,-1 0 0,1 0-1,0-1 1,-1 1 0,1 0-1,-1 0 1,0-1-122,0 1 0,1-1 0,-1 1-1,0-1 1,0 1 0,0-1 0,1 0 0,-1 1 0,0-1-1,0 0 1,1 1 0,-1-1 0,1 0 0,-1 0 0,1 0-1,-1 0 1,1 0 0,0 0 0,-1 1 0,1-1 0,0 0-1,-1 0 1,1 0 0,0-2 0,0 1-818,0-1 1,-1 1-1,1-1 1,-1 1-1,1 0 1,-1 0-1,0-1 1,0 1-1,0 0 1,-2-3-1,-3-8-2633,2-14-3143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06.79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19 158 1665,'-1'-1'3918,"1"0"-3851,0 1 0,0-1 0,0 1 0,0-1 0,0 1 0,0-1 0,0 0 0,0 1 0,0-1 0,0 1 0,1-1 1,-1 1-1,0-1 0,0 1 0,0-1 0,1 1 0,-1-1 0,0 1 0,1-1 0,-1 1 0,0-1 0,1 1 0,-1 0 0,1-1 0,0 0 0,1 0 215,0-1-1,0 0 1,0 0 0,-1 0 0,1 0-1,0 0 1,-1-1 0,1 1-1,-1 0 1,2-4 0,0-12 2972,-3-9 4082,0 20-6250,-2-27 5571,2 33-6577,0 1 0,0-1 0,-1 1 1,1-1-1,0 1 0,0-1 0,0 1 0,-1-1 1,1 1-1,0-1 0,-1 1 0,1 0 0,0-1 0,-1 1 1,1-1-1,-1 1 0,1 0 0,0-1 0,-1 1 1,1 0-1,-1 0 0,1-1 0,-1 1 0,1 0 0,-1 0 1,1 0-1,-1-1 0,1 1 0,-1 0 0,1 0 1,-1 0-1,0 0 0,1 0 0,-1 0 0,1 0 0,-1 0 1,1 1-1,-1-1 0,1 0 0,-1 0 0,1 0 1,-1 0-1,1 1 0,-1-1 0,1 0 0,-1 1 0,1-1 1,0 0-1,-1 1 0,0 1-80,0 0 0,0 0 0,0 0 0,0 1 0,1-1 0,-1 0 0,1 0 0,-1 1 0,1-1 0,0 0 0,0 0 0,0 1 0,0-1 0,0 0 0,1 4 0,0 9 0,-1 277 0,1-282 0,0 0 0,0 0 0,1-1 0,0 1 0,5 12 0,-4-12 0,0 0 0,0 0 0,-1 0 0,-1 1 0,1 14 0,-2-21 0,1 1 0,-1-1 0,1 0 0,0 0 0,0 1 0,1-1 0,1 5 0,-1-5 0,0 0 0,-1 1 0,0-1 0,1 0 0,-2 1 0,1-1 0,0 7 0,-1-8 0,-1-1 0,1 1 0,0-1 0,0 1 0,1-1 0,-1 1 0,0-1 0,1 1 0,0-1 0,-1 1 0,1-1 0,0 1 0,0-1 0,1 0 0,-1 0 0,0 0 0,1 1 0,-1-1 0,1 0 0,0-1 0,-1 1 0,1 0 0,2 1 0,-3-2 0,0 0 0,0 0 0,-1 0 0,1-1 0,-1 1 0,1 0 0,-1 0 0,1 0 0,-1 0 0,1 0 0,-1 0 0,0 1 0,0-1 0,1 0 0,-1 0 0,0 0 0,0 2 0,-3-23 0,4 3 0,-1 13 0,1 0 0,-1 0 0,0 0 0,0 0 0,0 0 0,-1 0 0,1 0 0,-1 0 0,0 0 0,-3-6 0,-2-2 0,4 8 0,-1 1 0,1-1 0,0 0 0,1 0 0,-1 0 0,1 0 0,0-1 0,0 1 0,0 0 0,1 0 0,-1-1 0,1-5 0,-3-21 0,-1 0 0,-2 0 0,-1 1 0,-14-40 0,20 67 0,-1-4 0,0-1 0,1 1 0,0-1 0,0 0 0,2-14 0,-3-10 0,-3 13 0,1-1 0,1 1 0,1-1 0,0-24 0,2 22 0,0 19 0,0 13 0,2-5 0,-1 0 0,1 0 0,0 0 0,0 0 0,0 0 0,1 0 0,0-1 0,0 1 0,0-1 0,1 0 0,-1 0 0,1 0 0,8 6 0,23 20 0,1-2 0,50 30 0,-79-54 0,1-1 0,-1 0 0,0 0 0,1-1 0,0 0 0,-1 0 0,16 1 0,12 2 0,51 7 0,-74-12 0,0 0 0,0 0 0,-1-1 0,1-1 0,0 0 0,0-1 0,-1 0 0,1 0 0,19-10 0,-7 4 0,-21 8 0,1 0 0,-1-1 0,1 1 0,-1-1 0,1 0 0,-1 0 0,0 0 0,0 0 0,0-1 0,0 1 0,0-1 0,-1 0 0,1 0 0,-1 0 0,0 0 0,0 0 0,0 0 0,0 0 0,0-1 0,-1 1 0,1-1 0,-1 1 0,1-7 0,-1 8 0,1-1 0,-1 1 0,1-1 0,-1 1 0,1 0 0,0 0 0,0 0 0,0 0 0,4-3 0,12-16 0,-12 7 0,-2 0 0,0-1 0,0 0 0,-2 0 0,0 0 0,0 0 0,-1 0 0,-2-24 0,1 31 0,-7 20 0,6-12 0,0 1 0,0 0 0,0 0 0,0 0 0,0 0 0,0 0 0,1 0 0,-1 0 0,0 0 0,1 0 0,-1 1 0,1-1 0,-1 0 0,1 0 0,0 0 0,-1 1 0,1-1 0,0 2 0,0 5 0,-1-1 0,0 0 0,0 1 0,-1-1 0,0 0 0,0 0 0,-1 0 0,-3 8 0,-7 19 0,7-17 0,4-11 0,0 1 0,0-1 0,1 1 0,0 0 0,-1 11 0,2-13 0,0 0 0,-1 0 0,0 0 0,0 0 0,0 0 0,0 0 0,-1 0 0,0 0 0,-4 7 0,4-8 0,0 0 0,0 0 0,1 0 0,-1 0 0,1 1 0,0-1 0,0 0 0,1 1 0,-1 6 0,1-8 0,0 1 0,0 0 0,-1-1 0,1 1 0,-1-1 0,0 1 0,0-1 0,0 1 0,0-1 0,-1 0 0,0 1 0,-2 4 0,2-5 0,0-1 0,0 1 0,1 1 0,-1-1 0,1 0 0,0 0 0,0 0 0,0 1 0,1-1 0,-1 0 0,1 1 0,0 5 0,0 0 0,0 1 0,-1 0 0,0 0 0,0 0 0,-1 0 0,0-1 0,-7 17 0,7-15 0,0 0 0,0 0 0,1 0 0,1 0 0,0 0 0,2 18 0,0 9 0,-2-38 0,0 0 0,0 0 0,0 0 0,0 0 0,0-1 0,0 1 0,0 0 0,0 0 0,0 0 0,0 0 0,0 0 0,0 0 0,0 0 0,0-1 0,0 1 0,0 0 0,0 0 0,0 0 0,1 0 0,-1 0 0,0 0 0,0 0 0,0 0 0,0 0 0,0-1 0,0 1 0,0 0 0,0 0 0,0 0 0,1 0 0,-1 0 0,0 0 0,0 0 0,0 0 0,0 0 0,0 0 0,0 0 0,0 0 0,1 0 0,-1 0 0,0 0 0,0 0 0,0 0 0,0 0 0,0 0 0,0 0 0,0 0 0,1 0 0,-1 0 0,0 0 0,0 0 0,0 0 0,0 0 0,0 0 0,0 0 0,0 1 0,0-1 0,1 0 0,-1 0 0,0 0 0,0 0 0,0 0 0,0 0 0,13-19 0,22-44 0,-15 26 0,-14 27 0,-1 0 0,-1-1 0,0 1 0,2-13 0,-3 13 0,0 0 0,0 0 0,10-17 0,1 2 0,-1 0 0,-1-1 0,13-46 0,-7 42 0,-17 29 0,0-1 0,1 1 0,-1-1 0,0 0 0,0 0 0,0 0 0,0 0 0,0 1 0,0-1 0,-1 0 0,1 0 0,0-1 0,-1 1 0,0 0 0,1-2 0,-1 2 0,0 1 0,0 0 0,0-1 0,0 1 0,0 0 0,1-1 0,-1 1 0,0 0 0,1 0 0,-1 0 0,1-1 0,0 1 0,-1 0 0,1 0 0,0 0 0,0 0 0,-1 0 0,3-1 0,-3 1 0,1 0 0,0 1 0,0-1 0,-1 0 0,1 0 0,0 0 0,-1 0 0,1 0 0,-1 0 0,1 0 0,-1 0 0,0 0 0,1 0 0,-1 0 0,0 0 0,0 0 0,0 0 0,0-2 0,0 7 0,-2 14 0,1 0 0,1 0 0,0 0 0,2 0 0,4 26 0,-3-38 0,1 2 0,-1 1 0,0-1 0,0 1 0,-1 0 0,0 0 0,-1 0 0,1 0 0,-2 0 0,1 12 0,-1-6 0,1 0 0,0 0 0,1 0 0,1 0 0,5 16 0,-6-7 0,-3-20 0,1-1 0,0 1 0,0 0 0,1-1 0,-1 1 0,1-1 0,0 1 0,-1-1 0,4 7 0,2 2 0,-1-1 0,0 1 0,6 19 0,-10-28 0,0 1 0,0-1 0,1 0 0,0 0 0,-1 0 0,1 0 0,0-1 0,1 1 0,-1 0 0,0-1 0,1 0 0,-1 1 0,1-1 0,0 0 0,0 0 0,4 2 0,20 18 0,-20-7 0,-7-14 0,1 1 0,-1-1 0,1 1 0,-1-1 0,1 0 0,0 1 0,-1-1 0,1 0 0,0 1 0,0-1 0,0 0 0,0 0 0,0 0 0,1 0 0,-1 0 0,0 0 0,3 1 0,14 9 0,-5-3 0,0-1 0,1 0 0,28 9 0,-37-14 0,-1-1 0,1 0 0,0-1 0,0 1 0,0-1 0,-1 0 0,1 0 0,0-1 0,0 1 0,0-1 0,-1 0 0,1 0 0,0-1 0,-1 1 0,1-1 0,6-4 0,-2 1 0,-5 3 0,0 0 0,0 0 0,-1-1 0,1 1 0,-1-1 0,1 0 0,-1 0 0,0 0 0,0-1 0,3-4 0,18-16 0,-19 20 0,0 0 0,0-1 0,-1 0 0,0 1 0,1-1 0,-2-1 0,1 1 0,4-10 0,10-28 0,-12 30 0,-1 1 0,0-1 0,-1 0 0,-1 0 0,1 0 0,-2-1 0,1-15 0,-3 26 0,1 0 0,-1 0 0,1 0 0,-1 1 0,1-1 0,0 0 0,0 1 0,0-1 0,0 0 0,0 1 0,0-1 0,1 1 0,2-3 0,-3 2 0,1 1 0,0 0 0,-1-1 0,0 1 0,0-1 0,0 1 0,0-1 0,0 1 0,0-1 0,-1 0 0,1 0 0,-1 1 0,1-4 0,-2-9 0,1-33 0,0 47 0,0-1 0,0 1 0,0 0 0,0 0 0,0 0 0,0 0 0,0 0 0,1 0 0,-1 0 0,0 0 0,0 0 0,1 0 0,-1 0 0,1 0 0,-1 0 0,1 1 0,-1-1 0,1 0 0,0 0 0,-1 0 0,1 1 0,0-1 0,0 0 0,-1 0 0,1 1 0,0-1 0,0 1 0,0-1 0,0 1 0,1-1 0,0 8 0,-1 0 0,0 0 0,-1 0 0,0 1 0,-1 11 0,1-11 0,0 87 0,0-93 0,0 0 0,0-1 0,1 1 0,-1 0 0,0 0 0,1-1 0,-1 1 0,1 0 0,0-1 0,-1 1 0,1-1 0,0 1 0,0-1 0,0 1 0,0-1 0,0 0 0,0 1 0,2 1 0,-1-2 0,-1 0 0,0 0 0,0 1 0,0-1 0,0 1 0,0-1 0,0 0 0,0 1 0,0 0 0,-1-1 0,1 1 0,0-1 0,-1 1 0,1 0 0,-1 0 0,0-1 0,0 1 0,0 2 0,0 50-4849,0 15-5581,0-57 3952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07.1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31 105 4770,'0'0'12934,"-5"0"-11226,5-1-1644,-1 1 0,0 0 1,0 0-1,0 0 0,0 0 1,1 0-1,-1 0 1,0 1-1,0-1 0,0 0 1,0 0-1,1 1 0,-1-1 1,0 0-1,0 1 0,1-1 1,-1 1-1,0-1 1,1 1-1,-1-1 0,0 1 1,1-1-1,-1 1 0,1 0 1,-1-1-1,1 1 1,-1 0-1,0 1 0,-1 30 3429,2-20-1924,-1 3 145,0-9-1243,1-1 1,0 1-1,0-1 0,0 1 1,0-1-1,1 1 0,0-1 0,0 1 1,3 5-1,-1-5-471,0 0 0,0 0 0,0 0 0,-1 0 0,0 1 0,0-1 0,0 1 0,-1-1 0,0 1 0,0 0 0,-1-1 0,0 13 0,-1 7 0,0-20 0,0 1 0,0 0 0,1-1 0,0 1 0,1 0 0,-1 0 0,1-1 0,1 1 0,3 11 0,3-11 0,-7-6 0,0-1 0,0 1 0,0-1 0,0 1 0,0-1 0,0 1 0,0 0 0,-1 0 0,1-1 0,0 1 0,-1 0 0,1 0 0,0 0 0,-1 0 0,1 0 0,-1 0 0,1 0 0,-1 0 0,0 0 0,1 0 0,-1 0 0,0 0 0,0 0 0,0 0 0,0 0 0,0 2 0,0 31 0,0-21 0,0-23 0,0-3 0,1 1 0,0 0 0,1 0 0,1 0 0,6-21 0,-1-31 0,8 28 0,-11 27 0,-1 0 0,0-1 0,6-18 0,24-95 0,-31 114 0,0 0 0,1 0 0,0 0 0,1 0 0,6-10 0,6-9 0,-14 24 0,1 1 0,-1-1 0,1 1 0,0 0 0,0 0 0,0 1 0,0-1 0,0 1 0,1 0 0,-1 0 0,1 1 0,-1-1 0,1 1 0,0 0 0,-1 0 0,1 0 0,0 1 0,8 0 0,-7 2 0,-1 0 0,1 0 0,-1 1 0,0 0 0,0 0 0,0 0 0,0 0 0,0 1 0,-1 0 0,0 0 0,1 0 0,-1 1 0,-1-1 0,1 1 0,-1 0 0,5 8 0,3 9 0,0 0 0,11 35 0,-21-55 0,3 12 0,-1-1 0,0 1 0,-1 0 0,0 0 0,-1 0 0,-1 23 0,0-8-1654,0 22-5141,-3-42-176,-13-7 157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07.3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95 63 12966,'-19'-10'13622,"-9"-6"-7443,9 16-6179,19-11 0,0-4 0,-28 15 0,28-11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08.40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96 5667,'0'2'5294,"3"9"-3404,-1-9-1558,0 0-1,-1 0 0,1 0 1,-1 0-1,1 1 1,-1-1-1,0 0 0,0 0 1,0 1-1,0-1 1,0 1-1,-1-1 0,1 1 1,-1-1-1,0 1 1,1-1-1,-1 1 0,0 0 1,-1-1-1,1 1 1,-1 3-1,1 7 547,0 347 10869,0-352-11747,1 0 0,0 0 0,0 0 0,1 0 0,0-1 0,5 12 0,-4-11 0,-1-1 0,1 1 0,-1 0 0,-1 0 0,0 0 0,1 12 0,-2-14 0,1 0 0,0 0 0,0 0 0,0 0 0,4 10 0,-3-10 0,0 0 0,0 0 0,-1 0 0,0 1 0,1 11 0,-2-17 0,0 0 0,0 0 0,0 0 0,0 0 0,0 0 0,1 0 0,-1 0 0,0-1 0,1 1 0,-1 0 0,1 0 0,-1 0 0,1 0 0,-1 0 0,1-1 0,-1 1 0,1 0 0,0 0 0,-1-1 0,1 1 0,0-1 0,0 1 0,0 0 0,-1-1 0,1 1 0,2 0 0,5 4 0,-3 4 0,-2-18 0,-2 7 0,1 1 0,-1-1 0,1 0 0,-1 0 0,0 0 0,0 0 0,1-1 0,-1 1 0,-1 0 0,1 0 0,0-1 0,-1 1 0,1 0 0,-1-1 0,1 1 0,-1-1 0,0-2 0,0 0 0,0 0 0,1 1 0,0-1 0,0 0 0,0 1 0,1-1 0,0 1 0,0-1 0,3-6 0,11-28 0,-11 21 0,-2 8 0,-1 0 0,0 0 0,0-1 0,0-15 0,-2 14 0,1 0 0,1 1 0,0-1 0,6-17 0,-4 17 0,-1 0 0,0 0 0,-1-1 0,1-18 0,-3 21 0,1 0 0,0 0 0,1 0 0,0 0 0,6-14 0,-5 15 0,0-1 0,-1 0 0,0 0 0,0 0 0,0-15 0,17-94 0,-19 118 0,0 0 0,0 0 0,0 0 0,0 0 0,0 0 0,1-1 0,-1 1 0,0 0 0,1 0 0,-1 0 0,1 0 0,0 0 0,-1 0 0,1 0 0,0 0 0,-1 0 0,1 0 0,0 1 0,0-1 0,0 0 0,0 0 0,0 1 0,0-1 0,0 1 0,0-1 0,0 1 0,0-1 0,0 1 0,0-1 0,0 1 0,0 0 0,1 0 0,-1-1 0,0 1 0,0 0 0,0 0 0,2 1 0,0-1 0,-1 0 0,0 0 0,0 0 0,0 0 0,1 1 0,-1-1 0,0 1 0,0-1 0,0 1 0,0 0 0,0 0 0,0 0 0,0 0 0,0 1 0,0-1 0,0 0 0,2 3 0,6 18 0,5 7 0,4-4 0,-1 1 0,-1 0 0,26 54 0,-25-43 0,34 49 0,-39-67 0,-1 0 0,-1 0 0,-1 1 0,-1 0 0,0 1 0,5 21 0,-12-36 0,-1 0 0,1-1 0,1 1 0,-1-1 0,1 0 0,0 0 0,0 0 0,0 0 0,1 0 0,0 0 0,5 4 0,-4-2 0,-5-7 0,-1-1 0,1 0 0,0 1 0,0-1 0,0 0 0,-1 1 0,1-1 0,0 0 0,0 0 0,0 1 0,0-1 0,0 0 0,0 1 0,0-1 0,0 0 0,1 0 0,-1 1 0,0-1 0,0 0 0,1 1 0,-1-1 0,0 0 0,1 1 0,-1-1 0,0 1 0,1-1 0,0 0 0,2-5 0,-1 0 0,1 0 0,-1-1 0,0 1 0,-1-1 0,0 1 0,0-1 0,0 1 0,-1-1 0,1 0 0,-2 1 0,0-7 0,0 3 0,1 0 0,1 0 0,-1 0 0,1 0 0,3-10 0,5-6 0,-6 19 0,0 0 0,-1 0 0,0 0 0,0-1 0,-1 1 0,0 0 0,0-10 0,0-26 0,2 0 0,8-45 0,-7 3 0,-5 64 0,2 16 0,-1 0 0,0 0 0,1 0 0,0 0 0,0 0 0,0 0 0,1 0 0,0 1 0,4-9 0,-4 9 0,0-1 0,0 1 0,0 0 0,-1-1 0,0 0 0,0 1 0,0-1 0,0 1 0,0-9 0,-1 8 0,1-23 0,-1 27 0,0 1 0,0 0 0,0-1 0,0 1 0,0 0 0,0-1 0,0 1 0,0 0 0,0-1 0,0 1 0,0 0 0,0-1 0,1 1 0,-1 0 0,0-1 0,0 1 0,0 0 0,0 0 0,1-1 0,-1 1 0,0 0 0,0 0 0,1-1 0,-1 1 0,0 0 0,0 0 0,1-1 0,-1 1 0,0 0 0,1 0 0,-1 0 0,0 0 0,1 0 0,-1 0 0,0 0 0,1-1 0,-1 1 0,0 0 0,1 0 0,-1 0 0,0 0 0,1 0 0,-1 1 0,0-1 0,1 0 0,-1 0 0,0 0 0,1 0 0,-1 0 0,0 0 0,1 0 0,-1 1 0,0-1 0,0 0 0,1 0 0,-1 0 0,0 1 0,0-1 0,1 0 0,-1 1 0,3 16 0,-3-16 0,0 0 0,0 0 0,0 0 0,0 0 0,0 1 0,0-1 0,0 0 0,0 0 0,0 0 0,1 0 0,-1 0 0,0 1 0,1-1 0,-1 0 0,1 0 0,-1 0 0,2 2 0,2 2 0,0 0 0,0 0 0,-1 1 0,0-1 0,0 1 0,0 0 0,-1 0 0,0 0 0,0 0 0,0 1 0,0 6 0,11 32 0,-8-30 0,4 11 0,1-1 0,16 30 0,-19-41 0,-1 0 0,0 0 0,5 21 0,3 4 0,-10-29 0,0 0 0,0 0 0,-1 1 0,-1-1 0,0 1 0,0 0 0,0 12 0,-1-18 0,-1-1 0,1 1 0,0 0 0,0-1 0,1 1 0,-1-1 0,1 0 0,0 1 0,0-1 0,4 6 0,6 12 0,-4-10 194,-8-11-270,1 0 0,0 0-1,0 0 1,0 0 0,-1 1 0,1-1-1,0 0 1,-1 0 0,1 1 0,-1-1-1,0 1 1,1-1 0,-1 0 0,0 3-1,0-3-320,0 0 0,0 0-1,1 0 1,-1 0 0,0 0 0,1 0-1,-1 0 1,1 0 0,-1 0 0,1 0-1,-1 0 1,1 0 0,0 0 0,-1-1-1,1 1 1,0 0 0,0 0 0,-1-1-1,1 1 1,0 0 0,0-1 0,0 1-1,0-1 1,0 1 0,0-1 0,1 1-1,24 4-11804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08.80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313 239 5923,'0'-200'21396,"0"198"-21321,0 1 0,0-1 0,0 1 0,0 0 0,-1-1 0,1 1 1,0-1-1,-1 1 0,1 0 0,-1-1 0,0 1 0,1 0 0,-1-1 0,0 1 0,0 0 0,0 0 0,0 0 0,0 0 0,0 0 0,0 0 0,0 0 0,0 0 0,-2-1 0,0 1 86,0-1 0,0 1-1,0 0 1,-1 0 0,1 1-1,0-1 1,0 1 0,-1-1-1,1 1 1,-5 0-1,1 1-15,1-1 0,0 1-1,-1 0 1,1 1-1,0-1 1,0 1 0,0 0-1,0 1 1,0 0-1,0 0 1,1 0-1,-7 5 1,-3 6-145,0 0 0,1 1 0,1 1 0,0 0 0,1 0 0,1 1 0,1 1 0,0 0 0,-13 36 0,10-7 0,9-32 0,0 0 0,0 1 0,2-1 0,0 1 0,0 20 0,1-7 0,0-19 0,0 1 0,1-1 0,0 1 0,1-1 0,0 1 0,4 15 0,34 42 0,-37-66 0,-1 1 0,1-1 0,0 0 0,0 0 0,0 0 0,0 0 0,0 0 0,0-1 0,0 1 0,0-1 0,1 1 0,-1-1 0,1 0 0,-1 0 0,1 0 0,-1 0 0,1 0 0,0-1 0,-1 1 0,1-1 0,0 1 0,-1-1 0,1 0 0,0 0 0,0-1 0,4 0 0,2 1 0,-4-2 0,0 0 0,0 0 0,0 0 0,-1-1 0,1 1 0,-1-1 0,1 0 0,-1-1 0,0 1 0,0-1 0,0 0 0,-1 0 0,6-7 0,-6 7 0,7-7 0,0 0 0,-1-1 0,0 0 0,-1-1 0,0 0 0,-1 0 0,-1-1 0,0 0 0,-1 0 0,6-24 0,-7 17 0,2 1 0,10-29 0,-14 45 0,-1 0 0,0 1 0,0-1 0,-1 0 0,1 1 0,-1-1 0,0-7 0,4-17 0,5 14 0,-8 13 0,0-1 0,1 1 0,-1-1 0,0 1 0,0-1 0,0 1 0,0-1 0,0 0 0,0 0 0,0 1 0,-1-1 0,1 0 0,-1 0 0,1 0 0,-1 0 0,0 0 0,0 1 0,0-1 0,0 0 0,0 0 0,0 0 0,0 0 0,0 0 0,-1 0 0,1 0 0,-1 0 0,0 1 0,0-3 0,-15-14 0,16 18 0,0 0 0,0 0 0,0 1 0,0-1 0,0 0 0,0 0 0,0 0 0,0 0 0,0 1 0,0-1 0,0 0 0,0 0 0,0 0 0,0 1 0,0-1 0,0 0 0,0 0 0,0 0 0,0 0 0,0 1 0,0-1 0,-1 0 0,1 0 0,0 0 0,0 0 0,0 1 0,0-1 0,0 0 0,0 0 0,-1 0 0,1 0 0,0 0 0,0 0 0,0 0 0,0 1 0,-1-1 0,1 0 0,0 0 0,0 0 0,0 0 0,0 0 0,-1 0 0,1 0 0,0 0 0,0 0 0,0 0 0,-1 0 0,1 0 0,0 0 0,0 0 0,0 0 0,0 0 0,-1 0 0,1 0 0,0 0 0,0-1 0,0 1 0,0 0 0,-1 0 0,1 0 0,0 0 0,0 0 0,0 0 0,0 0 0,0-1 0,-1 1 0,1 0 0,0 0 0,0 159 0,0-156 0,0 1 0,1-1 0,-1 1 0,1-1 0,-1 1 0,1-1 0,0 0 0,0 1 0,1-1 0,-1 0 0,1 0 0,2 4 0,-2-4 0,0 0 0,0 0 0,-1 0 0,0 1 0,1-1 0,-1 0 0,0 1 0,0-1 0,-1 0 0,1 1 0,-1-1 0,0 6 0,1-1 0,1 0 0,0-1 0,0 1 0,1 0 0,0-1 0,0 0 0,1 1 0,0-1 0,0 0 0,0-1 0,1 1 0,7 6 0,2 6 0,-1-4-1847,17 6-5456,-29-20 6965,0 0 1,1 0-1,-1-1 1,1 1-1,-1-1 1,1 1-1,0-1 1,-1 1-1,1-1 1,-1 0-1,1 0 1,0 0-1,-1 0 1,1 0-1,0 0 1,-1 0-1,1-1 1,-1 1-1,1 0 1,-1-1-1,1 1 1,-1-1-1,1 0 1,-1 0-1,1 1 1,-1-1-1,0 0 1,1 0-1,-1 0 1,0 0-1,0-1 1,0 1-1,1-2 1,6-11-3977,16 3 728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08.9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478 157 656,'26'-45'3826,"-22"37"-2325,-1 1 0,0-1 1,0 0-1,-1 0 1,0 0-1,0 0 0,0-11 1,3 4 2425,10 6-2377,-11 7-776,-5 2-696,1 0 0,0 0 0,0 0 0,0 0-1,-1-1 1,1 1 0,0 0 0,0 0 0,0 0 0,0 0 0,0 0 0,-1-1 0,1 1 0,0 0 0,0 0 0,0 0 0,0-1 0,0 1 0,0 0 0,0 0 0,0 0-1,0-1 1,0 1 0,0 0 0,0 0 0,0 0 0,0-1 0,0 1 0,0 0 0,0 0 0,0 0 0,0-1 0,0 1 0,0 0 0,0 0 0,0 0 0,0-1 0,0 1-1,0 0 1,1 0 0,-1 0 0,0 0 0,0-1 0,0 1 0,0 0 0,0 0 0,1 0 0,-1 0 0,0 0 0,0 0 0,0 0 0,1-1 0,-1 1 0,0 0-1,0 0 1,0 0 0,0 0 0,1 0 0,-1 0 0,0 0 0,0 0 0,1 0 0,-1 0 0,0 0 0,1 0 0,-19-2 2014,14 2-1530,3 0-484,1 0 0,-1 1-1,1-1 1,0 1 0,-1-1 0,1 1 0,-1-1 0,1 1-1,0-1 1,-1 1 0,1-1 0,0 1 0,0-1 0,-1 1-1,1 0 1,0-1 0,0 1 0,0-1 0,0 1 0,0 0-1,0-1 1,0 1 0,0 1 0,-2 7 279,-206 324-357,183-291 0,16-29 0,0 0 0,-20 21 0,19-22 0,-1 1 0,-15 23 0,-6 3-2032,-30 12-5207,13-13 1983,41-30-78,-6 3 2869,8-12-2064,-18-12 1626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09.1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67 848,'2'-2'441,"1"1"0,-1-1-1,0 0 1,0 1-1,0-1 1,-1 0 0,1 0-1,0-1 1,-1 1-1,1 0 1,1-5 0,-2 5-124,0 0 0,0 0 0,0 0 0,0 1 0,1-1 0,-1 0 0,1 0 0,-1 1 0,1-1 0,-1 1 0,3-2 1,5-7 3907,-9 10-4131,1-1 1,-1 1-1,0-1 0,1 1 0,-1 0 0,0-1 0,1 1 0,-1 0 0,0-1 0,1 1 0,-1 0 0,1-1 1,-1 1-1,1 0 0,-1 0 0,0 0 0,1-1 0,-1 1 0,1 0 0,-1 0 0,1 0 0,-1 0 0,1 0 1,-1 0-1,1 0 0,-1 0 0,1 0 0,-1 0 0,1 0 0,-1 0 0,1 0 0,-1 1 0,1-1 0,-1 0 1,1 0-1,-1 0 0,1 1 0,-1-1 0,0 0 0,1 0 0,-1 1 0,0-1 0,1 1 0,0-1 0,42 36 8857,-26-23-8353,-1 0-1,0 1 0,-1 0 1,-1 1-1,0 1 1,-1 0-1,11 19 0,14 16 40,-13-23-637,-18-21 0,0 1 0,0 0 0,-1 0 0,-1 0 0,1 1 0,-1 0 0,6 14 0,-9-19 0,0-1 0,0 1 0,0-1 0,1 1 0,0-1 0,0 0 0,0 0 0,0 0 0,6 5 0,18 20 0,-3 5-3002,-22-31 2308,1 1 0,-1 0-1,1-1 1,-1 1 0,0 0 0,0 0 0,-1 1 0,1-1-1,0 0 1,-1 0 0,0 1 0,0-1 0,1 6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12.13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779 799 176,'3'-1'132,"-1"0"-1,1 0 0,-1 0 1,1-1-1,-1 1 1,0-1-1,1 1 1,-1-1-1,0 0 0,0 0 1,0 0-1,0 0 1,-1 0-1,1 0 1,0 0-1,-1-1 0,0 1 1,1 0-1,-1-1 1,1-2-1,0-4 744,-1 0 1,0 0-1,0 0 0,0 0 1,-2-10-1,1 3-190,0 15-635,0 1 0,0-1-1,0 0 1,0 0 0,0 0-1,0 0 1,-1 0-1,1 0 1,0 0 0,0 1-1,-1-1 1,1 0 0,-1 0-1,1 0 1,-1 1 0,1-1-1,-1 0 1,1 1-1,-1-1 1,1 0 0,-1 1-1,0-1 1,0 0 0,0 0 14,0 1 0,0-1-1,1 1 1,-1-1 0,0 1 0,1-1 0,-1 0 0,1 0 0,-1 1 0,1-1 0,-1 0 0,1 0 0,0 1 0,-1-1 0,1 0 0,0 0 0,0 0 0,-1 0 0,1 0 0,0 0 0,0 1 0,0-1 0,0-1 0,0 0 81,-1 0-1,1 0 1,-1 0 0,1 0-1,-1 0 1,0 1 0,0-1-1,0 0 1,0 0 0,0 1-1,0-1 1,0 1 0,-1-1 0,1 1-1,0-1 1,-1 1 0,1 0-1,-1 0 1,0 0 0,1 0-1,-4-2 1,-41-16 2016,46 19-2148,-26-14 984,24 12-932,0 1 1,-1-1 0,1 1 0,-1-1-1,1 1 1,-1 0 0,1 0-1,-1 0 1,0 0 0,1 1 0,-1-1-1,0 1 1,1-1 0,-6 1-1,-16 0 109,0 1 0,-42 6-1,56-4-141,-1-1-1,1 2 0,1-1 0,-1 1 0,0 1 0,1 0 0,0 0 0,0 1 1,-9 7-1,-13 9 256,-27 23 306,36-23-113,0 0 1,2 2-1,0 0 0,2 1 0,-25 46 0,-24 88 1828,56-127-2088,2 1 0,2 0 1,1 0-1,1 0 0,0 41 0,1-21-111,1-6-44,2 0-1,2 0 0,2 0 1,3 0-1,16 71 0,5-22 7,58 141 0,-68-203-14,0-1 0,2-1-1,38 48 1,2 5 151,-36-50-86,1-2 1,2 0-1,1-2 0,61 54 0,-44-49 41,2-2 1,83 45-1,-104-66-124,0-1 1,2-1-1,-1-2 1,1-1-1,0-1 1,1-1-1,46 4 1,-31-7 31,1-2 1,-1-2 0,0-2-1,1-1 1,-1-3-1,-1-1 1,0-2 0,0-2-1,-1-2 1,0-2-1,58-31 1,-38 13-68,-28 17-48,0-2 1,-2-1-1,49-40 0,-42 24-48,42-52 0,-11 11-55,-37 41 39,-1-2-1,50-81 0,36-99-141,-98 177 268,-1 0-1,-2-2 1,-2 0-1,-2-1 0,-2 0 1,5-52-1,-9 31 37,-3-1 1,-3 1-1,-15-109 0,10 148-11,-1 0 0,-1 1 0,-21-48 0,7 20 17,-1-3 243,-2 1 0,-3 1-1,-48-74 1,44 89-7,-1 1 0,-2 2 0,-1 1 0,-48-37 0,40 36-223,-1-1-73,-1 3 0,-2 1 0,-1 3 0,-81-37 0,50 33 0,-1 4 0,-115-27 0,140 45 0,1 3 0,-1 2 0,-1 2 0,1 3 0,-1 2 0,1 3 0,-1 2 0,1 3 0,0 2 0,1 2 0,1 3 0,0 2 0,-96 45 0,115-45-254,1 1 0,1 2 1,1 1-1,1 1 0,1 2 0,1 1 0,0 2 0,3 0 1,0 1-1,2 2 0,1 1 0,1 0 0,-17 35 0,34-55-1276,0 0-1,0 0 1,1 0-1,0 0 1,1 0 0,1 1-1,-1-1 1,2 23-1,0 28-5840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13.37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1735 323 5683,'0'-2'525,"0"0"1,0 1-1,0-1 1,-1 1-1,1-1 1,-1 1 0,1-1-1,-1 1 1,1-1-1,-1 1 1,0-1-1,0 1 1,1 0 0,-3-2-1,2 1-296,0 1 0,0-1 0,0 0 0,0 1 1,0-1-1,0 0 0,1 0 0,-1 0 0,1 1 0,-1-1 0,1 0 0,0 0 0,-1 0 0,1-3 0,0 3-184,0 0 0,0 0-1,0 0 1,-1 0-1,1 0 1,-1 0-1,0 0 1,1 0 0,-1 0-1,0 0 1,0 0-1,0 0 1,0 0-1,0 1 1,-1-1-1,-1-2 1,1 3-40,1 0 0,0-1 1,0 1-1,0-1 0,0 0 0,0 1 0,0-1 1,0 0-1,0 1 0,1-1 0,-1 0 0,0 0 0,1 0 1,0 0-1,-1 0 0,1-2 0,0 2-2,-1 0 1,1 0-1,-1 0 0,0 0 0,0 0 0,0 0 1,0 0-1,0 0 0,0 0 0,0 0 1,0 1-1,-1-1 0,1 0 0,-1 1 0,1-1 1,-1 1-1,0 0 0,0-1 0,1 1 1,-1 0-1,0 0 0,0 0 0,0 1 0,0-1 1,-3-1-1,-24-14-41,18 6 12,8 6 26,0 1 1,0 0 0,0 1 0,-1-1-1,1 0 1,-1 1 0,1 0-1,-1 0 1,-7-3 0,-32-8 436,0 2 0,-2 1 1,-77-6-1,43 11 1121,-104 8 1,149 1-1170,0 2 1,1 1-1,-1 1 0,2 2 1,-1 1-1,-32 17 0,13-7 104,39-16-405,-13 5 75,0 1 0,1 1 1,0 1-1,-24 18 0,16-5 99,1 2 0,2 0 0,-44 54 0,-72 114 1144,141-188-1352,-15 18 188,2 2 0,1 0 0,1 1 1,-20 48-1,-3 37 381,-20 69 117,43-111-534,3 1-1,4-1 1,0 110-1,11-105-205,19 127 0,-16-180 0,2 1 0,0-1 0,1-1 0,2 0 0,0 0 0,1 0 0,2-2 0,15 22 0,3 13 0,-23-39 0,0-1 0,20 26 0,4-5 0,3-2 0,76 60 0,-52-47 0,-34-30 0,2-1 0,0-2 0,0-1 0,1-1 0,1-1 0,46 12 0,-11-2 0,-17-7 0,1-1 0,1-3 0,0-2 0,0-3 0,1-1 0,-1-2 0,56-5 0,-42-3 0,1-2 0,-1-4 0,-1-2 0,119-41 0,-113 26 0,90-51 0,-117 56 0,25-16 0,-3-3 0,-1-2 0,-2-3 0,-3-2 0,82-91 0,-120 117 0,-1 0 0,-1-1 0,22-42 0,-10 16 0,10-10 0,-14 23 0,28-59 0,-30 47 0,-3-1 0,-2-1 0,-2 0 0,-3-1 0,-2-1 0,-2 0 0,3-79 0,-13 96 0,-3 1 0,0 0 0,-2 0 0,-15-47 0,9 37 0,-5-4 0,-1 0 0,-3 1 0,-2 1 0,-2 2 0,-38-55 0,39 65 0,-1 2 0,-2 0 0,-1 2 0,-2 1 0,0 2 0,-2 0 0,-1 3 0,-1 0 0,-2 2 0,-65-31 0,51 30 0,0 2 0,-91-26 0,54 33 0,0 3 0,-1 4 0,-102 4 0,117 8-3033,57-2 1196,0 0-1,1 2 1,-1 0 0,1 1 0,0 0 0,0 2-1,-22 12 1,16-8-4475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16.5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0 189 3169,'0'-1'494,"0"-1"0,0 1-1,1 0 1,-1 0-1,0-1 1,1 1-1,-1 0 1,1 0 0,-1 0-1,1-1 1,-1 1-1,1 0 1,0 0 0,0 0-1,0 0 1,0-1-1,0 1-204,0 0 1,0 0-1,0 0 0,0 0 0,-1 0 1,1 0-1,0 0 0,-1 0 0,1-1 0,-1 1 1,1 0-1,-1 0 0,0-1 0,1 1 0,-1 0 1,0-2-1,0-7 6837,0 23-4593,5 26-341,-1-31-1787,-1-3-110,-1 0 1,1-1-1,-1 1 1,0 0-1,0 0 1,-1 0 0,0 0-1,0 0 1,0 1-1,0-1 1,-1 0-1,0 8 1,0-6-256,1-1 0,0 1 0,0-1 0,0 1 0,4 8 0,-3-8-48,0 1 0,0 0 0,-1 0 0,1-1 0,-1 13 0,-1-16 8,0 0 0,1 0 0,0-1 0,-1 1 0,1 0 0,1-1 0,-1 1 0,0-1 0,1 1 0,2 3 0,-2-4 0,0 1 0,0 0 0,0 0 0,-1 0 0,1 1 0,-1-1 0,0 0 0,0 1 0,-1-1 0,1 6 0,8 38 0,-7-40 0,0 0 0,0 1 0,0-1 0,0 15 0,-2-22 0,0 0 0,0 1 0,0-1 0,0 0 0,0 0 0,0 1 0,1-1 0,-1 0 0,1 0 0,-1 0 0,1 1 0,-1-1 0,1 0 0,0 0 0,-1 0 0,1 0 0,0 0 0,0 0 0,0 0 0,0-1 0,0 1 0,2 1 0,-2-1 0,0 0 0,0-1 0,0 1 0,0 0 0,0 0 0,-1 0 0,1 0 0,0 0 0,0 0 0,-1 0 0,1 0 0,0 0 0,-1 0 0,1 0 0,-1 1 0,1-1 0,-1 0 0,0 0 0,0 0 0,1 1 0,-1-1 0,0 3 0,0-5 0,0 1 0,0 0 0,1 0 0,-1 0 0,0 0 0,0 0 0,0 0 0,1-1 0,-1 1 0,0 0 0,0 0 0,1 0 0,-1 0 0,0 0 0,0 0 0,1 0 0,-1 0 0,0 0 0,0 0 0,0 0 0,1 0 0,-1 0 0,0 0 0,0 0 0,1 1 0,-1-1 0,0 0 0,0 0 0,1 0 0,-1 0 0,0 0 0,0 0 0,0 1 0,0-1 0,1 0 0,-1 0 0,0 0 0,0 0 0,0 1 0,0-1 0,0 0 0,1 0 0,-1 1 0,0-1 0,0 0 0,0 0 0,0 0 0,0 1 0,0-1 0,2-2 0,-1-1 0,0 0 0,0 0 0,0 0 0,0 0 0,0 0 0,-1 0 0,1 0 0,-1-3 0,1 0 0,-1 1 0,1 0 0,0 0 0,0 0 0,1 0 0,0 0 0,-1 1 0,4-6 0,-2 5 0,-1 0 0,0 0 0,0-1 0,-1 1 0,1 0 0,-1-1 0,0 1 0,0-7 0,17-189 0,-17 196 0,-1 0 0,1-1 0,0 1 0,0-1 0,1 1 0,0 0 0,0 0 0,3-7 0,-3 8 0,0-1 0,0 0 0,0 1 0,-1-1 0,1 0 0,-1 0 0,-1 0 0,1-6 0,-1-45 0,0 55 0,0 0 0,0 0 0,0 0 0,0 0 0,0 0 0,0 0 0,1 1 0,-1-1 0,0 0 0,0 0 0,1 0 0,-1 0 0,0 1 0,1-1 0,-1 0 0,1 0 0,-1 1 0,1-1 0,-1 0 0,1 1 0,-1-1 0,1 0 0,0 1 0,-1-1 0,1 1 0,0-1 0,0 1 0,-1-1 0,1 1 0,0 0 0,1-1 0,-1 1 0,0 0 0,-1-1 0,1 1 0,0 0 0,0-1 0,-1 1 0,1 0 0,-1-1 0,1 1 0,0-1 0,-1 1 0,1-1 0,-1 1 0,1-1 0,-1 1 0,1-1 0,-1 0 0,0 1 0,1-1 0,-1 0 0,0 1 0,1-1 0,-1 0 0,0 1 0,0-1 0,0 0 0,1 0 0,-1 1 0,0-1 0,0 0 0,0-1 0,0 1 0,0 0 0,0 0 0,0 1 0,1-1 0,-1 0 0,0 0 0,1 0 0,-1 0 0,1 1 0,-1-1 0,1 0 0,-1 0 0,1 1 0,-1-1 0,1 0 0,0 1 0,0-1 0,-1 0 0,1 1 0,0-1 0,0 1 0,-1-1 0,1 1 0,0 0 0,0-1 0,0 1 0,0 0 0,0 0 0,0 0 0,0-1 0,-1 1 0,1 0 0,0 0 0,2 1 0,-1-1 0,0 0 0,0 0 0,0 0 0,0 0 0,0 1 0,0-1 0,0 1 0,0 0 0,0-1 0,-1 1 0,1 0 0,0 0 0,0 0 0,-1 0 0,1 1 0,-1-1 0,1 0 0,-1 1 0,3 2 0,1 0 0,0 0 0,0 0 0,1 0 0,-1-1 0,1 0 0,-1 0 0,12 4 0,28 15 0,-21-8 0,-18-11 0,-1 0 0,1 0 0,-1 1 0,0-1 0,0 1 0,0 0 0,0 1 0,5 5 0,29 17 0,-31-19 0,1-1 0,0 0 0,0 0 0,13 6 0,-20-12 0,0 1 0,0-1 0,0 0 0,1 0 0,-1 0 0,0-1 0,0 1 0,1 0 0,-1-1 0,0 0 0,1 1 0,-1-1 0,0 0 0,1 0 0,-1 0 0,0-1 0,1 1 0,-1 0 0,0-1 0,1 0 0,-1 1 0,0-1 0,0 0 0,0 0 0,1 0 0,-1-1 0,2-1 0,-3 2 0,-1 0 0,1 0 0,0 0 0,-1 0 0,1 0 0,-1 0 0,0 0 0,1 0 0,-1 0 0,0 0 0,1 0 0,-1 0 0,0-1 0,0 1 0,0 0 0,0 0 0,0 0 0,-1-2 0,4-18 0,0 12 0,0-1 0,0 0 0,-1 0 0,0 0 0,-1 0 0,0 0 0,-1-13 0,0-109 0,0 133 0,0 0 0,0-1 0,0 1 0,1 0 0,-1 0 0,0 0 0,0-1 0,0 1 0,0 0 0,1 0 0,-1 0 0,0-1 0,1 1 0,-1 0 0,1-1 0,-1 1 0,1 0 0,-1-1 0,1 1 0,-1-1 0,1 1 0,0-1 0,-1 1 0,1-1 0,0 1 0,-1-1 0,1 1 0,0-1 0,1 1 0,-1-1 0,0 0 0,-1 1 0,1-1 0,0 1 0,0-1 0,0 1 0,-1-1 0,1 1 0,0-1 0,0 1 0,-1 0 0,1-1 0,-1 1 0,1 0 0,-1 0 0,1 0 0,-1-1 0,1 1 0,-1 0 0,1 0 0,-1 0 0,0 0 0,0 0 0,0 0 0,1-1 0,-1 1 0,0 0 0,0 0 0,0 0 0,0 1 0,0 6 0,2 0 0,-1 0 0,1 0 0,0-1 0,1 1 0,0 0 0,0-1 0,0 0 0,6 9 0,13 29 0,0-13 0,-5-11 0,-10-5 0,-7-13 0,1-1 0,0 0 0,0 0 0,0 0 0,0 1 0,1-1 0,-1 0 0,0-1 0,1 1 0,-1 0 0,1 0 0,2 1 0,27 36-2208,5 5-2850,-34-42 4778,1 0-1,-1 0 0,1 0 0,-1 0 0,1-1 0,0 1 0,0-1 0,0 0 0,0 1 0,0-1 0,0-1 1,0 1-1,0 0 0,0-1 0,5 1 0,6 0-6264,-4 0 5093,0-5-4155,6-5 1934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16.9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20 87 5507,'0'-6'697,"-2"-14"8270,-4 15-4463,-2 4-4279,8 2-180,-1 1 0,1 0 0,-1-1 1,1 1-1,-1-1 0,1 1 0,0 0 0,0-1 1,0 1-1,0 0 0,0-1 0,0 1 0,1-1 1,-1 1-1,0 0 0,1-1 0,0 3 0,2 0 104,-1 1 0,0 0 0,0-1 0,0 1 0,0 0-1,-1 0 1,0 0 0,0 0 0,-1 1 0,1-1-1,-1 0 1,0 0 0,-1 8 0,1 0 35,0-8-139,1-1 0,-1 0 0,1 0 1,0 0-1,0 0 0,0 0 0,1 0 0,0 0 0,3 7 0,-3-7-33,0-1-1,0 1 0,-1-1 1,1 1-1,-1 0 1,0 0-1,0 0 1,0 0-1,0 7 1,-1-4-14,0 0 1,0 1-1,1-1 0,0 0 1,1 1-1,-1-1 1,1 0-1,1 0 0,3 8 1,-6-14-15,1 1-1,-1-1 1,1 1 0,-1 0 0,1-1 0,-1 1 0,0 0-1,0-1 1,0 1 0,0 0 0,0-1 0,0 1 0,-1 0 0,1 1-1,-1-1-46,1-1-1,0 1 0,-1-1 1,1 1-1,0-1 0,0 1 1,0-1-1,0 1 1,1-1-1,-1 1 0,0-1 1,1 1-1,-1-1 0,1 1 1,-1-1-1,1 1 0,-1-1 1,1 0-1,1 3 0,4 3-377,8 16-1299,-10-2-3205,-4-18 2849,15-6-3768,-14 2 5692,0-1 1,0 0 0,0 1 0,0-1 0,-1 0 0,1 0 0,-1 0 0,1 0-1,-1 0 1,0 0 0,0 1 0,0-1 0,0 0 0,0 0 0,0 0 0,0 0 0,-1 0-1,0-3 1,0 2 174,1 0 1,-1 0-1,1 0 0,0 0 0,0 0 0,0 0 1,0 0-1,0 0 0,1 0 0,-1 1 0,1-1 0,0 0 1,1-4-1,2 0 359,0 0-1,-1-1 1,0 1 0,-1-1 0,1 1 0,-1-1-1,-1 0 1,1 0 0,-2 0 0,1 0 0,-1 0-1,-1-15 1,0 12 421,1 0-1,0 0 1,1 1 0,0-1-1,1 0 1,0 1-1,1-1 1,4-10-1,2-1 2801,-9 22-3461,0 0 0,0-1 0,0 1-1,0-1 1,0 1 0,1-1 0,-1 1-1,0 0 1,0-1 0,1 1 0,-1-1-1,0 1 1,0 0 0,1-1 0,-1 1-1,0 0 1,1-1 0,-1 1 0,0 0-1,1 0 1,-1-1 0,1 1 0,-1 0-1,0 0 1,1 0 0,-1 0 0,1-1-1,-1 1 1,1 0 0,-1 0 0,1 0-1,-1 0 1,0 0 0,1 0 0,-1 0-1,1 0 1,-1 0 0,1 0 0,-1 1-1,1-1 1,-1 0 0,0 0 0,1 1-1,2-1-318,6 14 3537,1-2-2579,0 0-1,-2 0 1,1 0 0,10 24-1,11 14 653,-22-11-1413,-7-38 0,0 1 0,0-1 0,0 0 0,0 1 0,0-1 0,1 0 0,-1 0 0,0 1 0,1-1 0,-1 0 0,1-1 0,-1 1 0,1 0 0,-1 0 0,1-1 0,0 1 0,-1-1 0,3 1 0,-3-1 0,0 0 0,0-1 0,0 0 0,0 1 0,0-1 0,0 1 0,-1-1 0,1 0 0,0 0 0,0 1 0,-1-1 0,1 0 0,0 0 0,-1 0 0,1 0 0,-1 0 0,1 0 0,-1 0 0,0 0 0,1 0 0,-1 0 0,0 0 0,0 0 0,0 0 0,0 0 0,0 0 0,0 0 0,0 0 0,0 0 0,0 0 0,0 0 0,-1-2 0,1 2 0,0-1 0,0 1 0,1-1 0,-1 1 0,0-1 0,0 1 0,1-1 0,-1 1 0,1-1 0,0 1 0,-1-1 0,1 1 0,0 0 0,0 0 0,0-1 0,0 1 0,0 0 0,0 0 0,0 0 0,1-1 0,8-9 0,37-108 0,-29 71 0,-14 37 0,0 0 0,0 0 0,1 0 0,1 1 0,7-12 0,-11 20 0,0 1 0,0-1 0,0 1 0,1-1 0,-1 1 0,0 0 0,1 0 0,-1 0 0,1 0 0,-1 0 0,1 0 0,-1 1 0,1-1 0,-1 1 0,1 0 0,3 0 0,-4-1 0,0 1 0,0 0 0,0 0 0,0 0 0,0 0 0,0 1 0,0-1 0,-1 0 0,1 1 0,0-1 0,0 1 0,0 0 0,-1 0 0,1 0 0,0-1 0,-1 2 0,1-1 0,0 0 0,-1 0 0,0 0 0,1 1 0,-1-1 0,0 1 0,2 1 0,2 5 0,0 0 0,1-1 0,-1 0 0,2 0 0,-1 0 0,1 0 0,0-1 0,9 6 0,-8-7 0,0 1 0,-1 0 0,0 1 0,0 0 0,-1 0 0,1 0 0,-1 1 0,-1 0 0,0 0 0,5 10 0,13 32-4958,-19-44 3392,0 1 1,-1 0-1,0 0 1,0 0 0,0 1-1,-1-1 1,-1 1 0,1 0-1,0 14 1,-2-11-4347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17.14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48 79 12902,'-19'-15'7283,"19"4"-3473,-28-5-2561,28 6-2114,0-6-3041,28 16 897,-28-11-224,19 11-81,9 0 177,0 0 255,-9 0 561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17.36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0 158 4322,'6'7'1108,"-1"0"0,0 0 0,-1 1 0,0-1-1,0 1 1,0 0 0,-1 0 0,0 0 0,-1 1 0,0-1 0,0 1 0,-1-1-1,0 1 1,0 15 0,-1-9-484,1-1-1,0 1 0,1-1 1,0 0-1,8 22 1,-9-23-195,-1-11-352,-1-1 1,1 1-1,0-1 1,0 1-1,1-1 1,-1 1-1,0-1 1,0 0 0,1 1-1,-1-1 1,1 1-1,-1-1 1,1 0-1,-1 0 1,1 1-1,0-1 1,1 1-1,37 38 2535,-39-39-2487,1 1 0,0 0 0,0-1 0,0 1 0,0-1 0,1 0 0,-1 1 0,0-1 0,1 0 0,-1 0-1,0 0 1,1 0 0,-1 0 0,1 0 0,0 0 0,-1 0 0,1-1 0,0 1 0,-1-1 0,1 1 0,0-1 0,0 0-1,2 1 1,17 4 407,-16-4-517,-1 0 0,1 0 0,-1-1 0,1 1 0,0-1 0,-1 0 0,1 0 0,-1 0 0,9-3 0,-10 3-16,-1-1-1,1 1 1,0-1-1,-1 0 1,1 0-1,-1 0 1,0-1-1,1 1 1,-1 0-1,0-1 1,0 0-1,0 1 1,0-1-1,0 0 1,0 0-1,0 0 1,-1 0-1,1-1 1,1-2-1,-1 2 2,0 0 0,0 0 0,0 0 0,1 0 0,0 0 0,-1 0 0,1 1 0,5-4 0,-5 4 0,0 0 0,0-1 0,-1 1 0,1-1 0,0 0 0,-1 1 0,0-1 0,1 0 0,-1 0 0,-1-1 0,4-5 0,-2-7 0,-2 1 0,0 0 0,0 0 0,-3-21 0,1 2 0,1 27 0,-1 0 0,0-1 0,-1 1 0,0 0 0,0 0 0,0 0 0,-1 0 0,0 0 0,0 0 0,-1 1 0,-5-8 0,-10-12 0,-30-31 0,35 42 0,6 6-232,-1 1 0,0 0 0,-1 1 0,1 0-1,-2 1 1,1 0 0,0 0 0,-1 1 0,0 1 0,-1 0 0,-21-6 0,23 9-6535,4-4 4668,3 2-709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17.5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28 68 7860,'1'-10'7474,"0"-15"845,-1 24-7878,0-1 0,0 1 0,1-1 0,-1 1 0,-1-1 0,1 1 0,0-1 0,0 1 0,0-1 0,-1 1 0,1-1 0,-1 1 0,1 0 0,-1-1 0,0 1 0,0 0 0,0-2-1,-11-3 373,12 6-808,0 1 1,0-1-1,0 0 1,0 0-1,0 1 0,0-1 1,0 0-1,0 1 1,0-1-1,0 0 1,0 0-1,0 1 0,0-1 1,0 0-1,0 0 1,0 1-1,0-1 1,0 0-1,-1 1 1,1-1-1,0 0 0,0 0 1,0 0-1,0 1 1,-1-1-1,1 0 1,0 0-1,0 0 0,0 1 1,-1-1-1,1 0 1,0 0-1,0 0 1,-1 0-1,1 0 1,0 1-1,0-1 0,-1 0 1,1 0-1,0 0 1,0 0-1,-1 0 1,1 0-1,0 0 0,0 0 1,-1 0-1,1 0 1,0 0-1,-1 0 1,1 0-1,0 0 0,0 0 1,-1 0-1,1-1 1,0 1-1,0 0 1,-1 0-1,1 0 1,0 0-1,0 0 0,-1-1 1,1 1-1,0 0 1,0 0-1,0 0 1,-1-1-1,1 4-5,1-1 0,-1 1 0,0-1 0,1 1 0,0-1 0,-1 1 0,1-1 0,0 0 0,0 1 0,0-1 0,1 0 0,-1 0 0,2 3 0,-1-3 0,0 1 0,0 0 0,-1-1 0,1 1 0,-1 0 0,0-1 0,0 1 0,0 0 0,0 0 0,-1 0 0,1 0 0,-1 0 0,0 5 0,2 13 0,1 0 0,0 0 0,1 0 0,12 31 0,6 36 0,-1-29 0,-2-12 0,-10-11-620,-1 0-1,-2 0 1,3 70 0,-7-65-3578,-1-32 2814,0 1 0,0 0 0,-2-1 0,1 1-1,-1-1 1,0 1 0,-5 17 0,-13 14-3586,14 1 528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17.7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1 190 6803,'-1'-3'1089,"1"0"0,0 0 0,0 0 1,0 0-1,1 0 0,-1 0 0,1 0 0,0 0 0,-1 0 0,3-4 0,-1 6-189,-1 0-1,1-1 0,-1 1 0,1 0 1,-1 0-1,1 0 0,0 0 0,-1 1 1,1-1-1,0 0 0,0 1 0,0-1 0,2 0 1,13-4 494,1-5-1394,14-6 0,16 5 0,-11 4 0,45-16 0,82-20-248,-128 32-3725,-20 0-3281,-8 9 4208,-3 2-1241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18.9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47 296 1745,'-28'-17'8190,"25"7"-1987,2 11-6157,1-1 0,0 0 0,0 0 0,-1 0 0,1 0 0,0 0 1,-1 0-1,1 0 0,0 0 0,-1 0 0,1 0 0,0 0 0,-1 0 0,1 0 0,0 0 0,0 0 0,-1 0 0,1 0 0,0 0 0,-1 0 1,1 0-1,0-1 0,-1 1 0,1 0 0,0 0 0,0 0 0,-1-1 0,1 1 0,0 0 0,0 0 0,0 0 0,-1-1 0,1 1 0,0 0 1,0-1-1,0 1 0,0 0 0,0 0 0,-1-1 0,1 1 0,0 0 0,0-1 0,0 1 0,-5-10 5397,17 13-4284,-12-3-1134,0 0 1,0 0-1,1 0 0,-1 0 0,0 0 0,1 0 0,-1 0 0,0 0 1,0 0-1,1 0 0,-1 0 0,0 0 0,1 0 0,-1 1 0,0-1 1,0 0-1,1 0 0,-1 0 0,0 0 0,0 0 0,0 1 0,1-1 1,-1 0-1,0 0 0,0 0 0,0 1 0,1-1 0,-1 0 0,0 0 1,0 1-1,0-1 0,0 0 0,0 0 0,0 1 0,1-1 0,-1 0 1,0 0-1,0 1 0,0-1 0,0 0 0,0 1 0,0-1 0,0 0 1,0 0-1,0 1 0,0-1 0,0 0 0,-1 1 0,1-1 0,0 0 1,0 0-1,0 1 0,5 3 1725,-2-2-1543,0 0-1,0 1 0,0-1 1,-1 0-1,1 1 1,0 0-1,-1 0 0,0 0 1,1 0-1,-1 0 1,0 0-1,-1 0 1,1 1-1,-1-1 0,3 7 1,-2-3-5,1-1-1,0 0 1,0-1 0,0 1 0,1 0-1,0-1 1,5 6 0,-6-8-202,-1 0 0,1 0 0,-1 0 0,0 0 0,0 0 0,0 1 0,0-1 0,0 1 0,-1-1 0,0 1 0,1 0 0,-1 4 0,0-4 0,1 1 0,-1-1 0,1 0 0,-1 0 0,1 1 0,0-1 0,1-1 0,-1 1 0,5 6 0,-1-4 0,-1 1 0,-1 0 0,1 0 0,-1 0 0,0 0 0,-1 1 0,0-1 0,0 1 0,-1 0 0,1 0 0,1 16 0,-4-24 0,-1 1 0,1 0 0,0 0 0,0 0 0,1 0 0,-1 0 0,0 0 0,0 0 0,0 0 0,1 0 0,-1 0 0,0-1 0,1 1 0,-1 0 0,1 0 0,-1 0 0,1 0 0,-1-1 0,1 1 0,0 0 0,-1-1 0,1 1 0,0-1 0,0 1 0,-1 0 0,1-1 0,0 1 0,0-1 0,0 0 0,0 1 0,0-1 0,0 0 0,0 1 0,-1-1 0,1 1 0,0-1 0,0 0 0,-1 1 0,1-1 0,-1 1 0,1-1 0,0 1 0,-1 0 0,1-1 0,-1 1 0,1-1 0,-1 1 0,1 0 0,-1 0 0,0-1 0,1 1 0,-1 0 0,0 0 0,0-1 0,0 1 0,1 0 0,-1 0 0,0 0 0,0-1 0,0 3 0,0-3 0,0 0 0,0 0 0,0 1 0,0-1 0,0 0 0,0 0 0,0 0 0,0 1 0,0-1 0,0 0 0,0 0 0,0 0 0,0 1 0,0-1 0,0 0 0,1 0 0,-1 0 0,0 1 0,0-1 0,0 0 0,0 0 0,0 0 0,1 0 0,-1 1 0,0-1 0,0 0 0,0 0 0,0 0 0,1 0 0,-1 0 0,0 0 0,0 0 0,1 0 0,-1 0 0,0 0 0,0 0 0,0 1 0,1-1 0,-1 0 0,0 0 0,0 0 0,1-1 0,-1 1 0,0 0 0,0 0 0,0 0 0,1 0 0,-1 0 0,0 0 0,0 0 0,0 0 0,1 0 0,-1 0 0,0-1 0,0 1 0,0 0 0,0 0 0,1 0 0,-1 0 0,0-1 0,1 0 0,0 1 0,0-1 0,-1 0 0,1 0 0,0 0 0,-1 0 0,1 0 0,-1 0 0,1 0 0,-1 0 0,1 0 0,-1 0 0,1 0 0,-1 0 0,0 0 0,0 0 0,0 0 0,0-2 0,0-490-315,1 491 10,-1 0 0,1 1 0,0-1 0,-1 0 0,1 1 0,0-1 0,0 0-1,0 1 1,0 0 0,0-1 0,0 1 0,1-1 0,-1 1 0,0 0 0,1 0 0,-1 0 0,1 0-1,-1 0 1,1 0 0,-1 0 0,1 0 0,0 1 0,-1-1 0,1 1 0,0-1 0,0 1 0,1-1 0,3 0-648,0 0 0,-1 0 0,1 0 1,0 0-1,0 1 0,0 0 0,-1 0 1,8 2-1,42 9-1080,54 14 507,-74-15 2157,46 8 0,-30-7 1042,-41-10-1025,0 1 0,1-1 0,-1-1 1,0 0-1,0 0 0,1-1 1,-1 0-1,0-1 0,0 0 0,0-1 1,11-4-1,18-3 1329,-37 9-1754,1 1 0,-1-1 0,0 0 0,0 0 0,0 1 0,0-1 0,1-1 0,-1 1 0,0 0 0,-1 0 0,1-1 0,0 1 0,0-1 0,-1 0 0,1 1 0,0-1 0,-1 0 0,0 0 0,2-2 0,-1-1 204,-1 0 0,1 0-1,-1 0 1,0 0-1,0 0 1,0 0 0,-1 0-1,0-9 1,0 12-427,0 0 0,-1 1 0,0-1 0,1 0 0,-1 1 0,0-1 0,0 1 0,0-1 0,0 1 0,0-1 0,0 1 0,0 0 0,0 0 0,0-1 0,-1 1 0,1 0 0,-1 0 0,1 0 0,-1 0 0,1 0 0,-1 1 0,1-1 0,-1 0 0,-2 0 0,-39-8 0,32 9 0,-1 2 0,1 0 0,0 0 0,0 1 0,0 1 0,1 0 0,-1 0 0,1 1 0,0 0 0,0 1 0,0 0 0,1 0 0,0 1 0,-14 14 0,18-15 0,0 0 0,0 0 0,1 0 0,-1 1 0,1-1 0,-5 13 0,2-5 0,2-2 0,1 0 0,0 0 0,1 1 0,0-1 0,1 1 0,0 0 0,1 0 0,0-1 0,3 25 0,-2-12 0,1-20 0,-1 1 0,1-1 0,1 0 0,-1 0 0,1 0 0,0 0 0,0 0 0,0-1 0,1 1 0,-1-1 0,1 1 0,0-1 0,1 0 0,4 5 0,6 9 0,-13-16 0,1 0 0,-1 0 0,1 0 0,-1 0 0,1 0 0,0-1 0,0 1 0,0-1 0,0 1 0,0-1 0,0 0 0,0 0 0,0 0 0,0 0 0,1 0 0,-1 0 0,0-1 0,1 1 0,-1-1 0,1 1 0,-1-1 0,0 0 0,1 0 0,-1 0 0,4-1 0,2-1 0,-1 0 0,-1 0 0,1-1 0,0 0 0,-1 0 0,8-5 0,-9 5 0,3-2 0,0 0 0,-1-1 0,0 0 0,0 0 0,-1-1 0,1 1 0,-2-2 0,1 1 0,-1-1 0,0 1 0,0-1 0,5-13 0,-5 11 0,-4 6 0,1 0 0,-1 0 0,0 0 0,-1 0 0,1 0 0,-1-1 0,1 1 0,-1 0 0,0 0 0,-1-1 0,0-4 0,0 4 0,1 1 0,-1 0 0,1 0 0,0-1 0,0 1 0,1 0 0,-1 0 0,1-1 0,2-4 0,-1 2 0,1 1 0,-1-1 0,0 0 0,0 1 0,0-1 0,-1 0 0,0-11 0,0 19 0,-1 0 0,1 0 0,-1 1 0,1-1 0,0 0 0,0 0 0,-1 0 0,1 0 0,0 0 0,0 0 0,0 0 0,0 0 0,0 0 0,0-1 0,0 1 0,1 0 0,-1-1 0,0 1 0,0-1 0,2 1 0,20 16 0,0 3 0,-20-18 0,-1-1 0,0 1 0,0-1 0,0 1 0,-1-1 0,1 1 0,0 0 0,0 0 0,-1 0 0,1 0 0,1 3 0,0 1-198,0 0 1,0-1-1,1 0 1,-1 0-1,9 8 0,7 10-2204,-2-9-5317,-16-13 7297,0-1 0,0 1 0,0-1 1,-1 1-1,1-1 0,0 1 0,0-1 0,-1 1 0,1 0 0,0-1 1,-1 1-1,1 0 0,-1 0 0,1-1 0,-1 1 0,1 0 0,-1 0 0,1 0 1,-1 0-1,0-1 0,1 1 0,-1 0 0,0 0 0,0 0 0,0 0 1,0 0-1,0 0 0,0 0 0,0 2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19.2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1 214 3698,'0'-51'23349,"0"49"-22482,5 2-565,-3 1-129,0-1 0,0 1 1,0 0-1,0-1 1,0 1-1,0 0 0,0 1 1,-1-1-1,1 0 1,0 0-1,-1 1 1,1-1-1,0 1 0,-1-1 1,0 1-1,1 0 1,-1 0-1,0-1 0,0 1 1,0 0-1,0 0 1,0 0-1,0 0 0,0 3 1,0-3-155,5 9 123,22 55-87,-7-33-55,-19-30 0,0-1 0,0 0 0,0 1 0,0 0 0,0-1 0,0 1 0,-1 0 0,0 0 0,1 0 0,-1 0 0,0 0 0,0 0 0,-1 0 0,1 1 0,0 3 0,-1-3 0,0 0 0,1 0 0,-1 0 0,1-1 0,0 1 0,0 0 0,4 6 0,-4-6 0,1 0 0,0 0 0,-1 0 0,0 0 0,0 1 0,-1-1 0,1 0 0,-1 5 0,1 3 0,-3 19 0,-3-31 0,-4-18 0,7 13 0,1 0 0,0 0 0,0 0 0,0 0 0,1 0 0,0 0 0,0 0 0,0 0 0,0-1 0,2-5 0,-1 5 0,0 0 0,0 0 0,-1 0 0,0 0 0,0 0 0,-1 0 0,0 0 0,0 0 0,-3-11 0,0 8 0,0-1 0,0 0 0,1 0 0,0 0 0,1 0 0,0-1 0,1 1 0,0-1 0,0 1 0,1-1 0,1 1 0,0-1 0,3-16 0,4 8 0,-5 12 0,-1-1 0,1 1 0,-1-1 0,0 1 0,-1-1 0,0 0 0,1-15 0,-2 21 0,0 0 0,0 0 0,1 0 0,-1 0 0,0 0 0,1 0 0,0 0 0,-1 0 0,1 0 0,0 0 0,0 1 0,0-1 0,2-1 0,-2 1 0,0 1 0,0-1 0,0 1 0,-1-1 0,1 1 0,0-1 0,-1 0 0,1 1 0,-1-1 0,1 0 0,-1 1 0,0-4 0,2 3 0,0 0 0,0 0 0,-1 0 0,1 0 0,1 0 0,-1 1 0,0-1 0,0 1 0,0 0 0,1-1 0,-1 1 0,1 0 0,-1 0 0,1 1 0,-1-1 0,1 0 0,-1 1 0,1 0 0,3-1 0,-1 4 0,1-1 0,-1 1 0,0 0 0,0 0 0,0 1 0,0-1 0,5 7 0,17 12 0,-23-19 0,-1 0 0,1 0 0,-1 0 0,0 1 0,-1-1 0,1 1 0,0 0 0,-1 0 0,0 0 0,0 0 0,0 0 0,-1 0 0,3 7 0,10 23 0,25 35 0,-5-5 0,-29-52-1565,-3-6-760,0 0-1,0 0 0,-1 1 0,1-1 0,-1 1 0,0 12 0,4-5-3191,18-3 963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19.6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450 192 4098,'1'-1'442,"23"-42"6228,-23 41-6192,0 0 0,0 0 0,-1 0 0,1 0 0,0 0 0,-1 0 0,0 0 0,1 0 0,-1-1 0,0 1 1,0 0-1,0 0 0,-1 0 0,1 0 0,0 0 0,-1 0 0,1 0 0,-1 0 0,0 0 0,0 0 0,-1-3 0,-8-7 2015,8 11-2276,1 0 0,0 0-1,0 0 1,0 0-1,0 0 1,0-1-1,0 1 1,1 0 0,-1-1-1,0 1 1,1 0-1,-1-1 1,1 1-1,-1-1 1,1 1-1,0-1 1,-1 1 0,1-1-1,0-2 1,0 1-117,0 1 1,-1-1 0,1 1-1,-1-1 1,0 1-1,1 0 1,-1 0-1,0-1 1,-1 1 0,1 0-1,0 0 1,-1 0-1,1 0 1,-1 0 0,1 0-1,-1 1 1,0-1-1,0 0 1,0 1 0,0 0-1,0-1 1,0 1-1,0 0 1,0 0-1,-1 0 1,-2-1 0,1 1 6,-1-1 0,0 1 0,0 0 0,1 0 0,-1 0 0,0 1 0,0-1 0,0 1 1,0 1-1,0-1 0,0 1 0,1-1 0,-7 3 0,3 0-107,0 0 0,1 1 0,-1 0 0,1 0 0,0 1 0,0 0 0,-9 8 0,9-3 0,4-6 0,0 0 0,0 0 0,0 0 0,1 1 0,-1-1 0,1 1 0,0-1 0,1 1 0,-1 0 0,0 5 0,0 18 0,1-20 0,0-1 0,1 1 0,0 0 0,0-1 0,0 1 0,1-1 0,0 1 0,0-1 0,4 12 0,3-13 0,-1 0 0,1-1 0,0 0 0,11 6 0,-16-10 0,-1 0 0,0 0 0,1-1 0,-1 1 0,1-1 0,-1 0 0,1 1 0,-1-1 0,0 0 0,1 0 0,-1-1 0,1 1 0,-1 0 0,1-1 0,-1 0 0,0 1 0,1-1 0,-1 0 0,0 0 0,1 0 0,-1-1 0,0 1 0,0 0 0,0-1 0,0 1 0,1-3 0,20-23 0,-20 25 0,-1 0 0,0 0 0,0 0 0,0 0 0,0-1 0,0 1 0,-1 0 0,1-1 0,-1 0 0,1 1 0,-1-1 0,0 0 0,0 1 0,0-1 0,0 0 0,-1 0 0,1-5 0,-1 7 0,0 0 0,0 0 0,0 0 0,0 0 0,0 0 0,1 0 0,-1 0 0,0 0 0,0 0 0,1 0 0,-1 0 0,0 1 0,1-1 0,-1 0 0,1 0 0,-1 0 0,1 1 0,-1-1 0,1 0 0,0 0 0,-1 1 0,1-1 0,0 1 0,-1-1 0,1 0 0,0 1 0,0 0 0,0-1 0,-1 1 0,2-1 0,-1 1 0,0 0 0,0-1 0,-1 1 0,1 0 0,0-1 0,-1 1 0,1-1 0,0 1 0,-1-1 0,1 1 0,-1-1 0,1 1 0,0-1 0,-1 0 0,1 1 0,-1-1 0,0 0 0,1 1 0,-1-1 0,0 0 0,1 0 0,-1 1 0,0-1 0,0 0 0,0 0 0,1 0 0,-1 1 0,0-1 0,0-2 0,-1 3 0,1-1 0,0 1 0,0-1 0,0 1 0,-1-1 0,1 1 0,0-1 0,0 0 0,0 1 0,0-1 0,0 1 0,0-1 0,0 0 0,0 1 0,0-1 0,1 1 0,-1-1 0,0 1 0,0-1 0,0 1 0,1-1 0,-1 0 0,0 1 0,1-1 0,-1 1 0,0 0 0,1-1 0,-1 1 0,1-1 0,-1 1 0,0 0 0,1-1 0,-1 1 0,1 0 0,-1-1 0,1 1 0,0 0 0,-1 0 0,1-1 0,-1 1 0,1 0 0,-1 0 0,1 0 0,0 0 0,-1 0 0,1 0 0,-1 0 0,1 0 0,0 0 0,-1 0 0,1 0 0,-1 0 0,1 0 0,-1 1 0,1-1 0,-1 0 0,1 0 0,-1 1 0,1-1 0,-1 0 0,2 1 0,1 1 0,-1 0 0,1 1 0,0-1 0,-1 1 0,1-1 0,-1 1 0,0 0 0,1 0 0,-2 0 0,4 4 0,14 32 0,37 53 0,-14-25 0,-38-59 0,0 1 0,0-1 0,0 1 0,-1 0 0,3 18 0,-4-16 0,1-1 0,0 0 0,0 0 0,8 14 0,-3-2 0,0-1 0,9 40 0,-7-21 0,-7-30 0,-1 1 0,0 0 0,-1 0 0,0 0 0,0 0 0,-3 19 0,2-24 0,-1 0 0,0 1 0,0-1 0,-1 0 0,0 0 0,0 0 0,0 0 0,-1 0 0,0 0 0,0-1 0,-6 9 0,-3-1 0,1-1 0,-1 0 0,-1-1 0,-23 15 0,28-21 0,0-1 0,0 0 0,0 0 0,0-1 0,-1 0 0,1-1 0,-1 0 0,0 0 0,0-1 0,-17 1 0,-14-1 0,0-2 0,0-2 0,0-1 0,-58-15 0,42 6-2006,41 9 11,-1 1 0,1-2-1,0 0 1,0-1 0,-22-11 0,-10-10-6294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20.9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57 53 3490,'0'4'752,"-1"0"1,1 0 0,-1 0 0,0 0-1,0 0 1,0 0 0,0 0 0,-1 0 0,1 0-1,-5 6 1,4-7-558,0 0 0,1 1 0,-1-1 0,1 1 0,0-1 0,-1 1 1,2 0-1,-1-1 0,0 1 0,1 6 0,-1-4-6,1-1 0,-1 1 1,0-1-1,0 1 0,-1-1 1,1 0-1,-1 0 0,-4 8 0,4-8 17,0 0 0,0 0-1,0 0 1,1 0-1,-1 0 1,1 1-1,0-1 1,0 8-1,1 127 6217,0 13-1513,5-157-4880,-1 1-38,1-1 1,-1 1-1,-1-1 0,1 0 0,0 0 1,-1 0-1,0 0 0,0-1 0,0 1 1,0-1-1,-1 0 0,0 0 1,0 0-1,0 0 0,-1 0 0,0 0 1,2-9-1,-2 1 4,0 0 0,1 0 0,1 0 0,0 1 0,1-1-1,9-18 1,2-11 102,-8 17 539,-2 0 0,0-1 0,-2 1 0,0-46 0,-3 66-575,1 1 0,-1-1 0,1 1 0,0-1 0,0 1 0,0-1 0,0 1 0,1 0 0,0 0 0,0 0 0,0 0 0,0 0 0,6-6 0,-7 7-61,0 0 0,0 1 0,0-1 0,-1 0 0,1 0 0,0 1 0,-1-1 0,0 0 0,0 0 0,0-3 0,3-13 0,-2 19 0,-1 0 0,1 0 0,0 0 0,0 0 0,-1 0 0,1 0 0,0 0 0,0 0 0,-1 0 0,1 0 0,0 1 0,0-1 0,-1 0 0,1 1 0,0-1 0,-1 0 0,1 1 0,-1-1 0,1 1 0,0-1 0,-1 1 0,1-1 0,-1 1 0,1-1 0,-1 1 0,1-1 0,-1 1 0,1 1 0,5 5 0,0 2 0,0-1 0,-1 1 0,0-1 0,-1 1 0,7 19 0,15 29 0,-14-31 0,0 0 0,-2 1 0,0 1 0,9 50 0,-18-77 0,0 25 0,-1-23 0,0 1 0,0 0 0,0-1 0,0 1 0,1-1 0,-1 1 0,1 0 0,0-1 0,2 7 0,6 3 0,-7-11 0,-1 0 0,1 1 0,-1-1 0,1 0 0,-1 1 0,0-1 0,0 0 0,0 1 0,0-1 0,-1 1 0,1 0 0,-1-1 0,1 1 0,-1 3 0,0-5 0,0 1 0,0 0 0,0 0 0,0 0 0,1-1 0,-1 1 0,0 0 0,1-1 0,0 1 0,-1 0 0,1-1 0,0 1 0,0 0 0,0-1 0,0 0 0,0 1 0,0-1 0,0 1 0,1-1 0,-1 0 0,3 2 0,1 2 0,4 13 0,-6-13 0,6-16 0,-8 10 0,-1-1 0,1 0 0,0 1 0,-1-1 0,1 0 0,-1 0 0,1 0 0,-1 1 0,0-1 0,0 0 0,0 0 0,0 0 0,0 0 0,0-2 0,2-20 0,4 13 0,-3 7 0,-1 1 0,0-1 0,0 0 0,0-1 0,-1 1 0,1 0 0,-1 0 0,0-1 0,0 1 0,-1-1 0,1-4 0,-1-2 0,1 1 0,1 0 0,-1 0 0,5-13 0,3-30 0,-9 44 0,1 0 0,0 1 0,0-1 0,1 0 0,0 1 0,5-12 0,-4 13 0,0-1 0,-1 0 0,0 0 0,-1 0 0,0 0 0,1-11 0,-3 7 0,2 0 0,-1 0 0,1 0 0,1 1 0,0-1 0,1 0 0,4-11 0,-5-7 0,-2 17 0,6 14 0,-2 3 0,-2-3 0,-1 0 0,1 1 0,-1-1 0,1 1 0,-1 0 0,1 0 0,-1-1 0,0 1 0,0 0 0,0 0 0,0 0 0,0 0 0,0 0 0,-1 0 0,1 1 0,-1-1 0,1 0 0,-1 0 0,0 0 0,0 1 0,0-1 0,0 0 0,0 3 0,1 5 0,0 0 0,1 0 0,0 0 0,0-1 0,1 1 0,1-1 0,0 1 0,0-1 0,1 0 0,0 0 0,7 9 0,-9-12 0,1 0 0,-1 0 0,-1 1 0,1-1 0,2 13 0,-3-13 0,-1 0 0,1-1 0,0 1 0,0-1 0,0 0 0,1 0 0,0 0 0,0 0 0,4 5 0,-1-3 0,-1 0 0,1 0 0,-1 0 0,-1 1 0,8 16 0,3 6 0,3-8-1989,24 8-5885,-31-24 5376,0-1 0,0 0 1,1 0-1,16 3 0,3-5-2410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21.2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507 97 7299,'0'-7'1757,"0"1"0,0-1-1,-1 0 1,0 0-1,0 1 1,-3-9 0,3 12-1445,0 1 0,0 0 0,0-1 0,-1 1 0,1 0 1,-1 0-1,1 0 0,-1 0 0,0 1 0,0-1 0,0 0 0,0 1 1,0-1-1,0 1 0,0-1 0,0 1 0,-1 0 0,1 0 0,0 0 1,-1 1-1,1-1 0,-4 0 0,-8-1-69,0 0 0,0 2 1,0-1-1,0 2 0,0 0 0,0 1 0,0 0 1,1 1-1,-1 0 0,1 1 0,-1 1 1,1 0-1,1 1 0,-22 12 0,10-2 92,0 0 0,1 1 0,0 2 0,2 0-1,0 1 1,-23 30 0,40-45-335,0-1 0,0 0 0,0 1 0,0-1 0,0 1 0,1 0 0,0 0 0,0 1 0,0-1 0,1 0 0,0 1 0,0 0 0,0-1 0,1 1 0,-1 0 0,2 0 0,-1 0 0,0 0 0,2 12 0,2 16 0,-2-32 0,0-1 0,-1 0 0,1 0 0,0 1 0,0-1 0,-1 0 0,1 0 0,0 0 0,0 0 0,1 0 0,-1 0 0,0 0 0,0 0 0,0-1 0,1 1 0,-1 0 0,0-1 0,0 1 0,3 0 0,-2-1 0,-1 0 0,1 0 0,-1 0 0,1 0 0,-1 0 0,1 0 0,-1-1 0,0 1 0,1 0 0,-1-1 0,1 1 0,-1-1 0,0 0 0,0 1 0,1-1 0,-1 0 0,0 0 0,0 0 0,0 0 0,0 0 0,0 0 0,0 0 0,0 0 0,1-2 0,12-9 0,3 1 0,0 0 0,-2-1 0,1-1 0,-1 0 0,-1-1 0,14-18 0,-22 24 0,-1 1 0,0-1 0,-1 0 0,6-12 0,4-7 0,16-10 0,-15 29 0,-15 9 0,1-1 0,0 1 0,-1-1 0,1 1 0,-1-1 0,1 1 0,-1 0 0,0-1 0,1 1 0,-1 0 0,1-1 0,-1 1 0,0 0 0,0-1 0,1 1 0,-1 0 0,0-1 0,0 1 0,0 0 0,0 0 0,0-1 0,0 1 0,0 0 0,0 0 0,-1 1 0,10 41 0,-6-36 0,-1 0 0,-1 1 0,1-1 0,-1 1 0,0 7 0,-1-11 0,1 0 0,-1 0 0,1 1 0,0-1 0,0 0 0,0 0 0,1 0 0,-1 0 0,1 0 0,2 4 0,13 33 0,-10-20 0,1 0 0,16 30 0,-22-48-222,-1 0 0,0 0 1,0 1-1,0-1 0,0 0 0,0 1 0,-1-1 0,1 6 1,-2-7-131,1 0 1,1 1-1,-1-1 0,0 0 1,1 1-1,-1-1 1,1 0-1,-1 0 1,1 1-1,0-1 1,0 0-1,0 0 0,0 0 1,1 0-1,-1 0 1,0 0-1,1-1 1,1 3-1,29 36-12064,-9-36 7288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21.3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282 119 1953,'0'-4'600,"0"0"-1,1 0 1,-1 0-1,1 0 1,0 0 0,0-1-1,0 2 1,0-1-1,1 0 1,-1 0 0,1 0-1,0 1 1,0-1-1,1 1 1,3-5 0,0-9 5429,-7-11-1416,0 21-2788,1 8-1798,0 0 0,0 0 0,0-1 0,0 1 0,-1 0 0,1 0 0,0 0 0,-1 0 1,1 0-1,-1 0 0,1 0 0,-1-1 0,1 1 0,-1 0 0,1 0 0,-1-1 0,0 1 0,0 0 0,1-1 1,-1 1-1,0 0 0,-1 0 0,0 0-10,0 0 0,0 1 0,1-1 0,-1 1 0,1 0 0,-1 0 0,1-1 0,-1 1 1,1 0-1,-2 4 0,-9 19-198,-2 0 1,0-1-1,-2-1 1,0 0-1,-29 29 1,22-13-2617,21-34 2300,1-1 0,-1 0 0,-1 0 0,1 0 0,0-1 0,-1 1 0,0 0 0,-3 3 0,-6 3-1296,9-6 1162,-1 0 0,1 0-1,-1-1 1,0 0 0,0 1 0,0-2 0,0 1-1,-1 0 1,1-1 0,-1 0 0,0 0 0,0 0-1,1 0 1,-1-1 0,0 0 0,-9 1-1,-6-2-1267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21.53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21 122 1137,'0'-6'1052,"0"0"1,-1 0 0,0 0 0,0 0-1,0 1 1,-1-1 0,1 0 0,-2 1-1,-3-9 1,5 11-127,0-1 0,0 1-1,0-1 1,1 1 0,-1-1 0,1 0 0,0 1-1,0-1 1,0 1 0,1-5 0,0-2 1237,0 10-1910,-1-1 1,1 1-1,-1 0 1,1 0-1,0-1 1,-1 1-1,1 0 1,0 0-1,-1-1 0,1 1 1,0 0-1,-1 0 1,1 0-1,0 0 1,-1 0-1,1 0 1,0 0-1,-1 0 1,1 1-1,0-1 0,-1 0 1,1 0-1,0 0 1,-1 1-1,1-1 1,0 0-1,0 1 1,-1 0-194,0 0 1,0 0 0,0 0-1,1 0 1,-1 0 0,0 0 0,0 0-1,1 0 1,-1 0 0,1-1 0,-1 1-1,1 0 1,-1 0 0,1 0-1,0-1 1,-1 1 0,1 0 0,0-1-1,-1 1 1,1 0 0,0-1-1,1 1 1,0 1-37,0-1 0,0 1 0,-1-1 0,1 1 0,0-1 0,-1 1-1,0 0 1,1 0 0,-1 0 0,2 4 0,10 24-24,-6-13 0,0 1 0,2-2 0,19 31 0,91 115 0,-115-156 0,0-1 0,1 0 0,-1 0 0,1-1 0,0 0 0,11 8 0,16 13 0,-23-16-641,1 0 0,-1-1 1,2 0-1,18 10 0,14 12-3780,-30-22-4607,-1-6 6647,-11-2 1099,0 0 1141,-1 0-1,0 0 1,0 0 0,1 0-1,-1 0 1,0 0 0,0-1-1,0 1 1,1 0 0,-1 0-1,0 0 1,0 0 0,0 0-1,1 0 1,-1 0 0,0-1-1,0 1-140,0 0 140,0 0 1,1 0 0,-1-1-1,0 1 1,0 0 0,0 0-1,0 0 1,0-1 0,0 1-1,0 0 1,0 0 0,0-1-1,0 1 1,0 0 0,0 0-1,0 0 1,0-1 0,0 1-1,0 0 1,0 0 0,0-1-1,0 1 1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28.21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28 176,'0'0'539,"0"-17"7057,5 10-7855,7 4 2271,-11 3-1693,-1 0-1,1 1 1,0-1-1,-1 0 0,1 1 1,-1-1-1,1 0 1,-1 1-1,1-1 0,-1 1 1,0-1-1,1 1 1,-1-1-1,1 1 1,-1-1-1,0 1 0,1-1 1,-1 1-1,0 0 1,0-1-1,0 1 0,1-1 1,-1 2-1,1 41 13149,-1-27-11873,0 533-1594,0-547 0,0-1 0,0 1 0,-1 0 0,1 0 0,0 0 0,-1-1 0,0 1 0,1 0 0,-1 0 0,0-1 0,0 1 0,0-1 0,0 1 0,0-1 0,0 1 0,0-1 0,-1 0 0,1 1 0,0-1 0,-3 1 0,0 3 0,2-1 0,0 1 0,1-1 0,0 1 0,0 0 0,0-1 0,1 1 0,-1 0 0,1 0 0,1-1 0,-1 1 0,2 9 0,-1 0 0,1-9-2122,19-10-11481,-16-8 7332,-5 0-994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29.0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124 0 768,'-4'2'562,"0"0"0,0 1 0,0-1 0,0 1 1,0-1-1,1 1 0,-4 4 0,5-6-307,1 1 0,-1 0 0,0-1 0,0 1 0,0-1 0,0 0 0,0 1 0,0-1 0,0 0 0,0 0 0,0 0 0,0-1 0,0 1 0,-1 0 1,-3 0-1,3-1 115,0 0 1,1 0 0,-1 0 0,0 0 0,1 1 0,-1-1-1,1 1 1,-1 0 0,1 0 0,-1 0 0,1 0 0,-1 0-1,1 1 1,-14 15 13948,16-17-14274,0 0 0,0 1 0,-1-1 1,1 0-1,0 1 0,0-1 0,0 0 0,0 0 1,0 1-1,0-1 0,0 0 0,0 0 0,0 1 0,0-1 1,0 0-1,0 1 0,0-1 0,0 0 0,0 1 1,0-1-1,0 0 0,0 0 0,0 1 0,0-1 0,0 0 1,1 0-1,-1 1 0,0-1 0,0 0 0,0 0 1,0 1-1,1-1 0,-1 0 0,0 0 0,0 0 1,1 0-1,-1 1 0,0-1 0,0 0 0,1 0 0,-1 0 1,0 0-1,0 0 0,1 0 0,-1 0 0,1 1 1,38-1 380,-1 1 27,1-2 1,56-8 0,-78 8-454,9-3 0,-18 0-40,1 1-1,-1-1 1,1 1 0,-1 1-1,1 0 1,0 0 0,0 1-1,16-1 1,-22 2-1937,-2-12-7795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29.7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169 319 1024,'0'-5'467,"0"1"0,0-1 0,0 1 0,0 0 0,-1-1 0,0 1 0,0-1 0,0 1-1,0 0 1,-1-1 0,0 1 0,1 0 0,-2 0 0,1 0 0,0 1 0,-4-5-1,0-11 1089,4 7-775,-19-17 1146,18 26-1478,0 0 0,1 0 0,-1 0 0,1 0 0,0 0 0,0-1-1,0 1 1,-2-7 0,-10-3 3256,12 12-3091,2 0-439,0 0 0,-1 0 0,1 0 0,-1 0 0,0 0 0,1 0 0,-1 0 0,1 1 0,-1-1 0,0 0 0,0 1 0,0-1 0,1 0 0,-1 1 0,0-1 0,0 1 0,0-1 0,0 1 0,0 0 0,0-1 0,0 1 0,0 0 0,0-1 0,0 1 0,0 0 0,0 0 0,0 0 0,0 0 0,0 0 0,-1 1 0,-3-1 872,5 0-1016,0 0 0,0 1-1,0-1 1,0 0 0,0 1 0,0-1 0,-1 0-1,1 0 1,0 1 0,0-1 0,0 0-1,0 1 1,-1-1 0,1 0 0,0 0 0,0 1-1,-1-1 1,1 0 0,0 0 0,0 0-1,-1 1 1,1-1 0,0 0 0,-1 0 0,1 0-1,0 0 1,0 0 0,-1 0 0,1 0-1,0 1 1,-1-1 0,0 0 0,1 0-13,-1 0 0,1 0 0,-1 0 0,1 0 0,-1 0 0,1 0 0,-1 1 0,1-1 0,-1 0 0,1 0 0,0 1-1,-1-1 1,1 0 0,-1 1 0,1-1 0,0 0 0,-1 1 0,1-1 0,0 1 0,-1-1 0,1 1 0,0-1 0,-1 0 0,1 1 0,0-1 0,0 1 0,0-1 0,0 1 0,0-1 0,-1 1 0,1-1 0,0 1 0,0 0 0,0 0 0,0 1 7,0-1 0,0 1 0,-1 0 1,1 0-1,-1-1 0,1 1 0,-1 0 0,0-1 0,1 1 1,-1-1-1,0 1 0,0-1 0,0 1 0,0-1 1,-2 2-1,1-1 9,1 0-1,-1 0 1,1 0 0,0 0 0,-1 0 0,1 0 0,0 0 0,0 0-1,0 0 1,1 1 0,-1-1 0,0 0 0,1 1 0,0-1-1,-1 5 1,1 138 1536,1-137-1514,-1 0 0,1 0 0,1 0 0,0 0 0,0 0 0,0 0 0,5 8 0,7 29 167,33 101-185,-42-136-37,0 1 0,0 0 0,1-1 0,0 0 0,0-1 0,13 15 0,-10-14 0,-1 1 0,0 0 0,9 19 0,-14-25 0,1 0 0,-1-1 0,1 1 0,0-1 0,0 0 0,1 0 0,-1-1 0,1 1 0,-1-1 0,1 0 0,7 3 0,17 14 0,-25-17 0,0 0 0,1 0 0,-1-1 0,1 1 0,-1-1 0,1 0 0,0 0 0,0 0 0,0-1 0,0 0 0,0 0 0,0 0 0,1-1 0,-1 1 0,0-1 0,0-1 0,0 1 0,0-1 0,1 1 0,-1-1 0,0-1 0,0 1 0,0-1 0,7-3 0,27-9 0,-30 2 0,7-3 0,-10 11 0,0-1 0,1 0 0,-2 0 0,1-1 0,-1 0 0,0 0 0,6-9 0,10-11 0,-20 24 0,1 0 0,0-1 0,-1 1 0,1-1 0,-1 1 0,0-1 0,0 1 0,0-1 0,0 0 0,0 1 0,0-1 0,-1 0 0,1 0 0,-1 0 0,0-4 0,0 3 0,0 1 0,1-1 0,-1 0 0,1 1 0,0-1 0,-1 1 0,2-1 0,2-5 0,-3 5 0,3-1 0,-1 0 0,-1-1 0,1 0 0,-1 1 0,0-1 0,0 0 0,-1 0 0,1 0 0,-2-1 0,1 1 0,0 0 0,-2-13 0,1-165 0,0 180 0,0-1 0,-1 1 0,1 0 0,-1 0 0,0 0 0,0 0 0,-1 0 0,1 0 0,-1 0 0,-3-7 0,-4-8 0,2-4 0,7 20 0,-1 0 0,0-1 0,0 1 0,0 0 0,0 0 0,0 0 0,-1-1 0,0 1 0,1 1 0,-1-1 0,-3-4 0,1 2 0,0 0 0,0-1 0,1 1 0,0-1 0,-3-9 0,-17-26 0,7 23 0,0 0 0,-1 1 0,-22-16 0,29 25 0,0 1 0,0 0 0,-1 1 0,0 0 0,0 0 0,0 1 0,-21-6 0,21 10 0,0-1 0,0 2 0,-1 0 0,-12 1 0,-1 0 0,21 0 0,-1 0 0,1 0 0,-1 1 0,1 0 0,0 0 0,0 0 0,-1 0 0,1 1 0,1-1 0,-1 1 0,0 0 0,1 0 0,0 1 0,-5 4 0,-3 10 0,8-15 0,1 0 0,0 0 0,0 0 0,1 1 0,-1-1 0,0 0 0,1 1 0,0-1 0,0 0 0,0 1 0,0 0 0,0 6 0,-1 33 0,1-28 0,0 0 0,0 1 0,1-1 0,1 0 0,1 0 0,5 20 0,19 34 0,-24-65 0,-1 0 0,1 0 0,0 0 0,0 0 0,0 0 0,0 0 0,1-1 0,0 1 0,3 3 0,-2-3 0,0 0 0,-1 0 0,1 0 0,-1 1 0,0-1 0,0 1 0,0 0 0,-1 0 0,4 8 0,-3 2 0,-3-12 0,1 0 0,-1 0 0,1 0 0,0-1 0,0 1 0,0 0 0,0 0 0,1-1 0,-1 1 0,1 0 0,-1-1 0,1 0 0,0 1 0,0-1 0,0 0 0,0 0 0,0 0 0,5 3 0,47 35-947,-35-24-189,0-1 1,1 0-1,1-2 1,1 0-1,-1-2 1,2 0-1,36 11 1,-31-13-5383,-24-7 5637,0-1 0,-1 1 1,1-1-1,0 0 0,0 0 1,0-1-1,0 1 0,6-1 1,16 0-2994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30.01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51 42 5699,'0'-1'849,"0"-1"1,0 1-1,0 0 1,0-1-1,-1 1 0,1-1 1,-1 1-1,1-1 1,-1 1-1,1 0 1,-1 0-1,0-1 1,1 1-1,-1 0 1,0 0-1,0 0 1,0-1-1,-1 0 1,-3-4 2534,2-1-4329,3 4 1636,0 32 5997,2-16-6042,-2-9-610,1-1 0,-1 1-1,1 0 1,-1 0 0,0 0-1,-1-1 1,1 1 0,-1 0-1,1 0 1,-1-1 0,0 1-1,-3 6 1,0-3-36,0 1 0,1 0 0,0-1 0,0 1 0,1 0 0,0 1 0,0-1 0,1 0 0,0 1 0,1-1 0,0 0 0,1 15 0,-2 9 0,0-23 0,0-1 0,0 1 0,1-1 0,1 1 0,-1-1 0,1 0 0,1 1 0,3 12 0,1-10 0,-3-6 0,-1 0 0,0 0 0,0 0 0,0 0 0,0 0 0,-1 1 0,0-1 0,0 0 0,0 1 0,-1-1 0,0 7 0,0-2 0,1 0 0,-1 0 0,2 0 0,-1-1 0,1 1 0,1 0 0,4 12 0,-5-16-59,-1 1-1,1-1 1,-1 1-1,-1-1 1,1 1-1,-1-1 1,0 1-1,-2 12 1,0 2-1081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30.2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42 5186,'0'0'9717,"15"2"-6553,-11 0-2159,0-1 0,0 0 0,0 0 0,-1 0 0,1 0 0,0-1 0,0 0 0,7 0 0,24 5 3191,-13 0-3959,0-1 1,0-1-1,1-1 1,-1-1 0,37-3-1,-13 2-203,-45 0-34,1 0 0,-1 0 0,1-1 0,-1 1 0,1 0 0,-1 0 0,0-1 0,1 1 0,-1-1 0,1 1 0,-1-1 0,0 0 0,1 0 0,-1 1 0,1-2 0,0 1 0,-1 0 0,0 0 0,0 0 0,0 1 0,1-1 0,-1 0 0,0 1 0,1-1 0,-1 1 0,1 0 0,-1-1 0,0 1 0,1 0 0,-1 0 0,2 0 0,-2 0 1,0 0-20,-1 0 1,1 1 0,0-1-1,-1 0 1,1 0-1,-1 0 1,1 0-1,-1 0 1,1 0 0,0 0-1,-1 0 1,1 0-1,-1 0 1,1 0 0,0 0-1,-1 0 1,1 0-1,-1 0 1,1-1-1,-1 1 1,1 0 0,-1-1-1,1 1 1,-1 0-1,1-1 1,-1 1-1,1 0 1,-1-1 0,1 1-1,-1-1 1,0 1-1,1-1 1,-1 1-1,0-1 1,1 1 0,-1-1-1,0 1 1,1-2-1,7 1-4830,7-2 2244,13-22-11841,-4 10 10108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31.0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 64 1681,'0'-5'1654,"-3"-28"10345,-10 20-9173,10 12-859,5-11 4865,-4 25-1024,2-10-5808,0-1 0,1 1 0,-1-1 0,1 0 0,-1 1 0,1-1 0,0 0 0,0 0 0,0 1 0,2 1 0,-2-1 0,1 0 0,-1-1 0,0 1 0,0 0 0,0 0 0,0 0 0,-1 0 0,1 0 0,-1 0 0,1 5 0,-2 14 0,0-11 0,1 1 0,0-1 0,0 0 0,2 0 0,3 18 0,3-8 0,-5-15 0,-1-1 0,0 0 0,0 1 0,0-1 0,-1 1 0,0 0 0,0 0 0,0 8 0,-1 2 0,1 0 0,1-1 0,1 1 0,7 24 0,-3 28 0,4-49 0,-10-17 0,1 0 0,-1 0 0,1 0 0,-1 1 0,0-1 0,0 0 0,0 1 0,0-1 0,-1 1 0,1-1 0,-1 1 0,0-1 0,1 5 0,-1-2 0,1 1 0,-1 0 0,1 0 0,1-1 0,3 12 0,-3-11 0,0 0 0,0 0 0,-1 1 0,0-1 0,0 1 0,0 6 0,-1-11-9,0 0 1,0 0-1,0-1 0,0 1 0,1 0 1,-1 0-1,1-1 0,0 1 0,-1 0 1,1-1-1,0 1 0,0 0 0,0-1 1,0 1-1,0-1 0,0 0 0,0 1 1,1-1-1,-1 0 0,3 2 0,1 2-394,0 7-3263,-5 24-16219,0-33 18918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31.6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118 123 3474,'1'-15'6822,"-1"14"-6421,0-1 1,0 0 0,0 0-1,0 0 1,0 1 0,0-1-1,0 0 1,0 0 0,-1 0 0,1 1-1,-1-1 1,1 0 0,-2-2-1,-37 22 6765,37-17-6984,0 1-1,0 0 1,1 0-1,-1 0 0,1 0 1,-1 0-1,1 0 1,0 0-1,0 1 1,-1-1-1,2 0 1,-1 1-1,-1 2 0,1-2 97,-14 37 1515,9-25-1415,0 1 0,0-1 0,2 1 0,0 0 0,1 1 1,0-1-1,0 24 0,1 13 164,0-35-393,1 0 0,1 0 0,1 0 0,0 0-1,6 25 1,-2-27-79,-3-10-49,0 0 0,0 0 1,-1 0-1,0 0 0,0 0 1,0 8-1,-1-12-20,0 0 1,0 0-1,0 0 1,1 0-1,-1 0 1,1 0-1,-1 0 1,1 0-1,-1 0 1,1 0 0,0 0-1,0 0 1,0-1-1,0 1 1,1 0-1,-1-1 1,0 1-1,1 0 1,-1-1-1,1 0 1,2 3-1,-1-2-7,-1 0-1,1 0 1,-1 1-1,0-1 1,0 1-1,0-1 0,0 1 1,0 0-1,1 3 1,31 54 182,-33-59-176,0 1 1,0-1-1,0 1 1,0-1-1,0 0 0,0 1 1,1-1-1,-1 0 1,0 0-1,1 0 1,-1 0-1,1 0 0,-1 0 1,1 0-1,-1-1 1,1 1-1,0 0 1,-1-1-1,1 1 0,0-1 1,0 0-1,2 1 1,21 8 40,-20-7-37,1 1 0,0-1 0,0 1 0,0-2 0,0 1 1,0-1-1,0 0 0,0 0 0,1 0 0,-1-1 1,9-1-1,-6 1 9,0 0 1,0-1 0,1 0-1,-1-1 1,0 1 0,0-2 0,0 0-1,10-4 1,18-7-1,-30 12-20,-1 0 0,0 0 0,0 0 0,0-1 0,0 0 0,0 0 0,8-7 0,0-2-16,0 0 0,-1-2 1,0 1-1,12-18 0,-20 24 25,0 1 1,-1-1 0,0 0-1,0-1 1,0 1 0,-1-1-1,0 1 1,-1-1 0,0 0-1,0 0 1,1-13 0,-1-18-12,-1 27 29,-1 1 1,0-1 0,0 1-1,-1-1 1,0 1 0,-5-16 0,-40-120-11,38 131-9,-1 2-1,0-1 1,-1 1-1,0 0 0,-1 1 1,-21-20-1,5 4 0,19 21 0,0 0 0,-1 0 0,1 1 0,-2 0 0,1 1 0,-1 0 0,-14-7 0,18 10 0,-1 0 0,0 1 0,0 0 0,0 0 0,0 0 0,0 1 0,-1 0 0,1 0 0,0 1 0,0 0 0,-1 0 0,-12 3 0,18-2 0,-1 0 0,1 0 0,0 1 0,-1-1 0,1 1 0,0-1 0,0 1 0,0 0 0,0 0 0,0 0 0,0 0 0,1 0 0,-1 0 0,1 0 0,-1 1 0,1-1 0,0 1 0,0-1 0,0 1 0,0-1 0,0 1 0,1 0 0,-1-1 0,1 6 0,-3 11 0,1 1 0,1 27 0,1-42 0,1 14 0,0 0 0,1-1 0,1 0 0,1 1 0,1-1 0,0-1 0,1 1 0,1-1 0,1 0 0,17 28 0,1 11 0,-20-42 0,0 1 0,1-1 0,1 0 0,13 18 0,3-3 0,2-1 0,44 37 0,-51-46 20,-18-18-28,1 1 1,-1-1 0,0 1-1,1-1 1,-1 1 0,1-1-1,0 0 1,-1 0-1,1 0 1,0 0 0,-1 0-1,1 0 1,0 0 0,4 1-1,11 1-245,60 11-12204,-31-18 3654,-17-7 5828,-9 0-523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32.2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123 77 6179,'-7'-4'1641,"-9"-6"1291,11-4 2025,5 14-4859,0-1 0,1 1 0,-1-1 0,0 1 0,0-1 1,0 1-1,-1-1 0,1 0 0,0 1 0,0-1 0,0 1 1,0-1-1,0 1 0,-1-1 0,1 1 0,0-1 1,-1 1-1,1-1 0,0 1 0,-1 0 0,1-1 0,0 1 1,-1-1-1,1 1 0,-1 0 0,1-1 0,0 1 1,-1 0-1,1-1 0,-1 1 0,1 0 0,-1 0 0,0 0 1,1-1-1,-1 1 0,1 0 0,-1 0 0,1 0 0,-1 0 1,1 0-1,-1 0 0,1 0 0,-1 0 0,0 0 1,-2 0 1029,-2 0-965,1 0-209,-11 4 482,10 20 2389,5-22-2614,0 0 1,0-1 0,0 1 0,-1 0 0,1 0-1,-1 0 1,1 0 0,-1 0 0,0-1-1,0 1 1,0 0 0,0-1 0,0 1 0,0 0-1,-2 2 1,1-3-61,0 1 0,1 0 0,0 0 0,-1 0 0,1 0 0,0 0 0,0 0 0,0 1 0,0-1 0,0 0 0,1 0 0,-1 1 0,1-1-1,0 1 1,-1-1 0,1 3 0,0 178 2029,1-177-2180,-1 1 0,1 0 0,0-1 0,1 1 0,0-1 0,0 0 0,3 8 0,-2-8 0,-1 1 0,0-1 0,0 1 0,0 0 0,-1 0 0,0 0 0,0 8 0,0-3 0,1-1 0,0 1 0,0-1 0,1 0 0,1 0 0,6 16 0,-5-17 0,-1 1 0,-1-1 0,0 1 0,0 0 0,-1 0 0,1 16 0,-3-23 0,0 0 0,0 0 0,0-1 0,0 1 0,0 0 0,1-1 0,-1 1 0,1 0 0,0-1 0,1 1 0,-1-1 0,0 1 0,1-1 0,0 0 0,0 1 0,3 3 0,1 1 0,-4-2 0,-1-1 0,0 1 0,1 0 0,-2-1 0,1 1 0,-1 0 0,0 0 0,0 0 0,-2 9 0,1 7 0,1-22 0,1 1 0,-1-1 0,0 0 0,0 0 0,0 1 0,0-1 0,0 0 0,0 0 0,0 1 0,0-1 0,-1 0 0,1 0 0,0 1 0,0-1 0,0 0 0,0 0 0,0 0 0,0 1 0,0-1 0,0 0 0,-1 0 0,1 0 0,0 1 0,0-1 0,0 0 0,0 0 0,-1 0 0,1 0 0,0 1 0,0-1 0,0 0 0,-1 0 0,1 0 0,0 0 0,0 0 0,-1 0 0,1 0 0,0 0 0,0 0 0,-1 0 0,1 0 0,0 0 0,0 0 0,-1 0 0,1 0 0,0 0 0,0 0 0,-1 0 0,1 0 0,0 0 0,0 0 0,0 0 0,-1 0 0,1 0 0,0-1 0,0 1 0,0 0 0,-1 0 0,1 0 0,0 0 0,0-1 0,0 1 0,-1 0 0,1 0 0,0 0 0,0-1 0,0 1 0,0 0 0,0-1 0,-13-4 0,12 3 0,0 1 0,1 0 0,-1-1 0,0 1 0,1-1 0,-1 1 0,1 0 0,-1-1 0,1 1 0,0-1 0,0 1 0,0-1 0,0 1 0,0-1 0,0 0 0,0 1 0,0-1 0,1-2 0,-1 1 0,-1-6-11,-1 0-1,0 0 1,0 1-1,-1-1 1,0 0-1,-1 1 1,-9-16 0,1-1-10,11 21 26,-1-1-1,1 1 1,0-1-1,0 1 1,0-1-1,1 1 1,0-1 0,0-7-1,-2-19 48,-8 5-31,7 21-21,1 0 0,0-1 0,1 1-1,-1 0 1,1-1 0,0 0 0,0 1-1,0-9 1,-8-56 0,6 54 0,0 0 0,0-30 0,3 38 0,-1-18 0,1 0 0,2-1 0,1 1 0,8-36 0,-10 27 0,-1 30 0,0 0 0,-1 0 0,1 0 0,1 0 0,-1 0 0,1 0 0,0 0 0,0 0 0,3-7 0,0 6 0,-1 0 0,1 1 0,1-1 0,-1 1 0,1 0 0,0 0 0,0 1 0,6-5 0,-10 8 0,0 0 0,0 0 0,1 1 0,-1-1 0,0 0 0,0 0 0,1 1 0,-1-1 0,0 1 0,1-1 0,-1 1 0,1-1 0,-1 1 0,0 0 0,1 0 0,-1 0 0,1 0 0,-1 0 0,1 0 0,-1 0 0,1 0 0,-1 1 0,0-1 0,1 1 0,-1-1 0,1 1 0,-1-1 0,0 1 0,0 0 0,1-1 0,-1 1 0,0 0 0,0 0 0,0 0 0,0 0 0,0 0 0,0 0 0,0 0 0,0 1 0,0-1 0,0 0 0,-1 0 0,1 1 0,-1-1 0,2 3 0,2 10 0,0 1 0,-1 0 0,0 0 0,-1 0 0,-1 0 0,-1 0 0,-1 26 0,0-3 0,0-28 0,0 0 0,-1 0 0,0 0 0,-1 0 0,0 0 0,-8 18 0,6-19 0,2 0 0,-1 0 0,1 1 0,0-1 0,1 1 0,-2 20 0,-4 7 0,6-33 0,0 0 0,1 1 0,-1-1 0,1 1 0,0-1 0,1 1 0,-1 6 0,1 72 0,0-80 0,1-1 0,-1 1 0,1-1 0,0 1 0,0-1 0,0 0 0,0 1 0,1-1 0,-1 0 0,1 0 0,-1 0 0,1 0 0,0 0 0,0 0 0,0 0 0,0-1 0,0 1 0,2 1 0,47 28 0,-38-25 0,-4-1 0,0-1 0,0 0 0,1-1 0,-1 0 0,1 0 0,0-1 0,0 0 0,0-1 0,0 0 0,0-1 0,16-1 0,-18 1 0,-5 0-189,0 0 1,-1 0-1,1-1 0,-1 0 1,1 1-1,-1-1 0,1 0 1,-1 0-1,0-1 1,1 1-1,1-2 0,8-3-2013,-7 2 501,1 1-1,-1-2 1,0 1-1,-1 0 1,1-1 0,-1 0-1,0 0 1,5-9 0,-7 13 1160,5-26-5768,17 16 3452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32.49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95 95 5362,'-7'-4'2553,"1"-1"0,0 0 0,0-1 0,0 1 0,-4-7-1,-6-5 2432,2 5-4891,14 12-57,-1 0 0,1 0 0,0 0 0,-1-1-1,1 1 1,0 0 0,-1 0 0,1-1 0,0 1 0,-1 0 0,1-1 0,0 1 0,-1 0 0,1-1 0,0 1 0,0 0 0,-1-1 0,1 1 0,0-1-1,0 1 1,0 0 0,0-1 0,0 1 0,0-1 0,-1 1 0,1-1 0,0 1 0,0 0 0,0-1 0,1 0 0,-3-3 152,-5 1 103,7 3-267,0 0 1,-1 0-1,1-1 0,-1 1 1,1 0-1,0 0 0,-1 0 1,1 0-1,0 0 1,-1 0-1,1 0 0,0-1 1,-1 1-1,1 0 0,0 0 1,0 0-1,-1-1 1,1 1-1,0 0 0,0 0 1,-1-1-1,1 1 0,0 0 1,0-1-1,0 1 1,0 0-1,-1-1 0,1-4 4088,0 32-3488,0 171-624,0-186 0,1-1 0,1 0 0,4 19 0,4 29 0,-10-51 0,1-1 0,0 0 0,0 0 0,1 0 0,0 0 0,5 12 0,-5-13 0,1 1 0,-1-1 0,0 1 0,-1 0 0,1 0 0,0 12 0,-1-4 0,1-1 0,1 1 0,0 0 0,1-1 0,0 0 0,2 0 0,6 14 0,-5-11 0,1 38 0,-5-45 0,0 0 0,0 1 0,-1-1 0,0 1 0,-1 0 0,0 20 0,-1-20-2083,0 16-8763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32.64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47 174 6355,'0'-15'10437,"0"4"-2274,-28-15-4129,28 10-2801,0 5-1937,-19-5-2994,19 6 736,0-6-287,0 6-2754,0-6 3394,0 0-2417,0 5 2689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32.9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122 1 2673,'2'-1'12313,"15"4"-6460,-18 0-5409,1-1 1,0 1-1,0 0 1,1-1-1,-1 1 1,0-1-1,1 1 1,-1-1-1,1 1 1,0-1-1,0 1 1,0-1-1,0 0 1,1 0-1,-1 1 1,0-1-1,1 0 1,0 0-1,-1 0 1,1 0-1,0-1 1,2 3-1,-3-3-363,0 0 1,-1 0-1,1 0 0,0 0 0,-1 0 1,1 0-1,-1 1 0,1-1 0,-1 0 1,1 0-1,-1 1 0,0-1 0,0 0 1,0 1-1,0-1 0,0 0 0,0 1 1,0 1-1,1 9 80,1-7-161,0-1 0,1 0 0,-1 1 0,1-2 0,0 1 0,0 0 0,1 0 0,4 3 0,-5-4 0,1 1 0,-1-1 0,0 1 0,0 0 0,0 0 0,0 0 0,-1 0 0,3 6 0,3 5 0,0 0 0,1 0 0,1 0 0,0-1 0,1 0 0,0-1 0,16 14 0,6 8 0,8 1 0,-32-30 0,-1 0 0,-1 1 0,1 0 0,8 11 0,-1-3 0,-14-14 0,0-1 0,0 1 0,0 0 0,1 0 0,-1 0 0,0 0 0,0 1 0,0-1 0,-1 0 0,1 0 0,0 1 0,0-1 0,-1 0 0,1 1 0,-1-1 0,1 0 0,-1 1 0,1-1 0,-1 2 0,10 18 0,-9-20 0,0-1 0,-1 1 0,1 0 0,0-1 0,-1 1 0,1 0 0,0-1 0,-1 1 0,1 0 0,-1 0 0,1 0 0,-1 0 0,0-1 0,1 1 0,-1 0 0,0 0 0,0 0 0,0 0 0,1 0 0,-1 0 0,0 0 0,0 0 0,0 0 0,0 0 0,-1 0 0,1-1 0,0 1 0,0 0 0,-1 0 0,1 0 0,0 0 0,-1 0 0,1 0 0,-1 0 0,-3 2 0,-1-1 0,1 0 0,-1 0 0,0 0 0,1-1 0,-1 1 0,0-1 0,0 0 0,0-1 0,0 1 0,-6-1 0,-78-2 0,36 1 0,-141 1-4682,186-2 2068,-1 0 0,1-1-1,-1 1 1,1-2 0,0 1 0,-10-6 0,-4-2-2212,17 10 2363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52.64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198 132 4674,'-1'-2'490,"1"0"-1,-1 0 1,0 0 0,1 1-1,-1-1 1,0 0 0,0 0-1,0 0 1,0 1 0,-1-1-1,1 1 1,0-1 0,-1 1-1,1-1 1,-1 1 0,1 0-1,-3-2 1,-18-22 1931,20 21-2301,1 0 0,-1 1 1,0-1-1,0 1 0,0-1 1,0 1-1,-1 0 0,0 0 1,-5-6-1,-1 0 1182,-10-5 1430,19 13-2515,-1 1-1,1 0 1,-1-1 0,1 1 0,0 0 0,-1-1 0,1 1 0,-1-1 0,1 1 0,0 0 0,0-1 0,-1 1-1,1-1 1,0 1 0,0-1 0,-1 1 0,1-1 0,0 0 0,0 1 0,0-1 0,0 1 0,0-1 0,0 1-1,0-1 1,1 10 724,-1 2-244,-1 0 1,-1 0 0,-4 19 0,-3 29 1438,10-5-1780,0-30-363,0-1 1,-2 1 0,-6 38 0,2-35 6,-1 1 0,1 0 0,-2 49 0,7 1100-2286,-19-1005-12777,14-128 9794,-18-7 530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53.60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1 535 1521,'0'0'5199,"0"-40"994,0 39-6097,1 0 1,0-1 0,-1 1 0,1 0 0,0 0 0,0 0-1,0 0 1,0 0 0,0 0 0,0 0 0,0 0 0,0 0-1,0 0 1,1 1 0,-1-1 0,0 1 0,0-1 0,1 0-1,-1 1 1,1 0 0,1-1 0,47-13 1304,-24 8-1024,71-18 1683,0 4 0,157-11 1,-58 9 551,409-42 2444,-213 26-2959,364-18-2097,-517 43 0,411-14 0,870-68 0,-927 69 0,-98 1 0,-81 14 0,190 7 0,-336 6 0,-232-2 0,1 1 0,62 11 0,-21 10 0,-22-10 0,-52-11 0,0 1 0,0-1 0,0 1 0,0 0 0,0 0 0,-1 0 0,1 0 0,-1 1 0,1-1 0,-1 1 0,0 0 0,3 3 0,-5-4 0,1 0 0,-1-1 0,1 0 0,-1 1 0,1-1 0,0 0 0,-1 0 0,1 1 0,0-1 0,0-1 0,0 1 0,3 1 0,-3-2 0,-1 1 0,0-1 0,0 1 0,1-1 0,-1 1 0,0-1 0,0 1 0,0 0 0,0-1 0,1 1 0,-1 0 0,0 0 0,0 0 0,-1 0 0,1 0 0,0 0 0,0 0 0,0 0 0,-1 0 0,1 0 0,0 0 0,-1 1 0,1-1 0,-1 0 0,0 0 0,1 1 0,-1-1 0,0 0 0,0 1 0,0-1 0,0 0 0,0 1 0,0 1 0,0-1 0,0 1 0,0-1 0,1 0 0,-1 0 0,1 0 0,-1 0 0,1 0 0,0 0 0,-1 0 0,1 0 0,0 0 0,0 0 0,1 0 0,-1 0 0,3 3 0,-2-4 0,-1 1 0,0 0 0,1-1 0,-1 1 0,0 0 0,0 0 0,0 0 0,0 0 0,-1 0 0,1 0 0,0 0 0,-1 0 0,0 0 0,1 0 0,-1 4 0,0 578 0,19-351 0,-19-8 0,1-208 0,0 0 0,2 1 0,6 26 0,-5-28 0,0 0 0,-2 1 0,2 26 0,-4 453 0,-1-486 0,0 0 0,0 0 0,-1 0 0,-1-1 0,1 1 0,-2-1 0,1 1 0,-1-1 0,-6 10 0,-55 79 0,41-63 0,17-27 0,1-1 0,-1 1 0,0-1 0,-1 0 0,1-1 0,-1 0 0,-1 0 0,-14 8 0,-78 29 0,68-29 0,-5 0 0,0-2 0,-1-1 0,-47 6 0,-121 7 0,65-10 0,-149 6 0,204-16 0,-367 14 0,-92 5 0,-279 17 0,202-11 0,-162 18 0,529-28 0,-65 7 0,-200 11 0,113-35 0,249-3 0,125 2-128,1-2 0,0-2 0,0-1 0,0-1 0,1-2 0,0-1 0,0-2 0,1-1-1,-34-17 1,59 25-1232,1 0 0,-1-1 0,1 0 0,0 0 0,0 0 0,1 0 0,-1-1 0,1 0 0,0 1 0,-6-11 0,-3-3-3011,-14-17-1733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54.0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1411 33 3137,'-1'0'302,"0"0"0,0 0 0,-1-1 0,1 1-1,0 0 1,-1 0 0,1-1 0,0 1 0,0-1-1,-1 1 1,1-1 0,0 1 0,0-1 0,0 0-1,-2-1 1,2 1 102,0 0 0,-1 0 0,1 1 0,0-1 0,-1 0 0,1 0 0,-1 1 0,1-1 0,-1 1 0,1 0 0,-1-1 1,1 1-1,-1 0 0,1 0 0,-3 0 0,4-4 1111,-5-8 4811,4 12-6253,1 0 16,-1 0 1,0-1-1,0 1 1,1 0 0,-1 0-1,0 0 1,0 0 0,0 0-1,1 0 1,-1 0-1,0 0 1,0 1 0,1-1-1,-1 0 1,0 0 0,1 1-1,-1-1 1,0 0-1,1 1 1,-1-1 0,0 0-1,1 1 1,-1-1 0,1 1-1,-1-1 1,0 1 0,1 0-1,0-1 1,-1 1-1,1-1 1,-1 1 0,1 0-1,0-1 1,-1 1 0,1 0-1,-1 4 3681,-22-3-2633,9 4-895,0-1 0,0 0-1,0-2 1,-1 1 0,0-2 0,-17 1 0,-37 8 325,-264 66-538,195-49-29,-147 9 0,211-29 0,60-6 0,-97 5 0,-28 9 0,128-18-2163,10 2 1605,0 0 0,0-1 0,0 1 0,0 0-1,0-1 1,0 1 0,0-1 0,0 1 0,0-1 0,0 1 0,1-1 0,-1 0 0,0 1 0,0-1 0,1 0 0,-1 0 0,0 0 0,1 1 0,-1-1 0,1 0 0,-1 0 0,1 0 0,-1 0 0,1 0-1,0 0 1,0 0 0,-1 0 0,1 0 0,0-2 0,9-14-4116,14 1 320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54.4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144 70 3073,'-1'-1'271,"1"0"0,0-1 0,0 1 0,-1 0 0,1 0 0,-1-1 0,1 1 0,-1 0 0,1 0 0,-1 0 1,0 0-1,0-1 0,1 1 0,-1 0 0,0 1 0,0-1 0,0 0 0,0 0 0,0 0 0,0 0 0,-1 1 0,1-1 0,0 1 0,0-1 0,0 1 0,-1-1 0,1 1 0,0-1 0,-1 1 0,1 0 0,0 0 0,0 0 0,-3 0 0,2 0-137,0-1 0,0 1 0,0 0 0,0-1 0,0 0 0,0 1-1,0-1 1,0 0 0,0 0 0,1 0 0,-1 0 0,0 0 0,1-1 0,-3-1 0,1 0-33,0 0 0,0 0-1,-1 1 1,1-1 0,-1 1-1,1 0 1,-1 0 0,0 0 0,0 1-1,0-1 1,-4 0 0,5 2 1403,2-1-1420,0 1 0,0 0-1,0 0 1,-1 0 0,1 0-1,0 0 1,0 0 0,0 0-1,0 0 1,-1 0-1,1 1 1,0-1 0,0 0-1,0 1 1,0-1 0,0 1-1,0-1 1,0 1 0,-1 0-1,0 4 431,1 0 1,-1 0-1,1-1 0,1 1 0,-1 0 0,1 0 0,0 0 1,0 0-1,0 0 0,1 6 0,0 5 681,-2 20 1508,0-16-1625,1 0 0,1 0 0,5 30-1,2-18-851,-4-19-228,-1 1 1,0 0 0,-1 0-1,1 23 1,1 41 1,27 143 0,-3-36 0,-8-32 0,-7-66 0,4 125 0,-17-197 0,2 0 0,0 0 0,8 27 0,-6-27 0,-1 0 0,0-1 0,1 29 0,-4-27 17,-1 2-146,1 0 1,1 0 0,0 1 0,2-1 0,8 34 0,-6-21-4750,-5-30 4538,0 1 1,0-1 0,-1 0-1,1 0 1,0 1 0,0-1-1,1 0 1,-1 0-1,0 1 1,0-1 0,1 0-1,-1 0 1,0 0 0,1 1-1,-1-1 1,1 0-1,0 0 1,-1 0 0,1 0-1,0 0 1,0 0 0,0 0-1,-1 0 1,1 0 0,0-1-1,0 1 1,0 0-1,0 0 1,1-1 0,-1 1-1,0-1 1,0 1 0,0-1-1,0 1 1,1-1-1,1 0 1,17 2-6285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55.1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336 148 10677,'-40'1'4101,"-48"8"0,-97 27-2132,162-31-1855,239-5 5445,-25-16-2305,172-10-265,53-7-2986,58 6-3,-173 1-403,-272 24-622,50-7-3489,-29-9-4201,-33 10 5871,16-10-6238,-10 3 6067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55.33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95 96 3842,'-1'-4'937,"-1"1"1,1 0-1,0-1 1,-1 1-1,0 0 1,0 0-1,0 0 1,0 0-1,0 0 1,0 1-1,-1-1 1,1 1-1,-1-1 1,0 1-1,0 0 1,-4-3-1,4 4-533,0-1-1,1 0 0,-1 0 1,1 0-1,-1 0 1,1 0-1,0 0 0,0-1 1,0 1-1,0-1 0,0 1 1,1-1-1,-1 0 1,1 0-1,-2-5 0,2 8-344,1 0 0,-1-1-1,0 1 1,1 0 0,-1-1-1,0 1 1,1 0 0,-1 0 0,0 0-1,1 0 1,-1-1 0,0 1-1,1 0 1,-1 0 0,0 0-1,1 0 1,-1 1 0,0-1 0,1 0-1,-1 0 1,0 0 0,1 0-1,-1 1 1,0-1 0,1 0-1,-1 1 1,0-1 0,1 508 4831,19-305-4890,-20-170 0,0-18 0,0 1 0,2-1 0,0 1 0,4 22 0,3-9 69,-4-16-343,0 1 1,-2-1-1,1 0 0,0 26 1,0 41-5733,9 3-4022,-8-35 3366,-4-8-2062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13.70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198 0 672,'-4'0'1433,"-14"7"327,16-6-1563,1 0 0,0 0 0,-1 0 0,1 0 0,-1 0 0,0-1 0,1 1 0,-1-1 0,0 1 0,1-1 0,-1 1 0,0-1 0,1 0 0,-1 0 0,-3 0 0,-69 11 3137,35 4 49,38-15-3309,0 0-1,0 0 0,0 0 0,0 0 1,0 0-1,0 0 0,0 0 1,0 1-1,0-1 0,1 0 1,-1 0-1,0 1 0,0-1 0,0 1 1,0-1-1,0 1 0,0-1 1,0 1-1,-1 0 0,-10 4 1689,12-2-1375,-1-2-341,1-1-1,0 1 1,0-1-1,0 1 0,0-1 1,0 1-1,0-1 1,0 1-1,0 0 1,0-1-1,0 1 1,0-1-1,0 1 0,0-1 1,0 1-1,0-1 1,1 1-1,-1-1 1,0 1-1,0-1 0,0 1 1,1-1-1,-1 0 1,0 1-1,1-1 1,-1 1-1,0-1 1,1 0-1,-1 1 0,1-1 1,9 5 478,0-1 1,0-1 0,0 0-1,0 0 1,0-1-1,1 0 1,15 0 0,88 14 2073,60-16-66,10-16-707,324 16 856,-508 0-2678,0 0 1,1 1-1,-1-1 0,1 0 1,-1 0-1,0 0 0,1 0 1,-1 0-1,0 0 0,1 0 1,-1 0-1,1 0 0,-1 0 1,0 0-1,1 0 0,-1 0 1,0-1-1,1 1 0,-1 0 1,1 0-1,-1 0 0,0 0 1,0-1-1,1 1 0,-1 0 1,0 0-1,1-1 0,-1 1 1,0 0-1,0-1 0,1 1 1,-1 0-1,0-1 0,0 1 1,0 0-1,1-1 0,-1 1 1,0 0-1,0-1 0,0 1 1,0-1-1,0 1-2,0 0 0,-1-1 0,1 1 0,0 0 0,0-1 0,-1 1 0,1 0 0,0 0 0,0 0-1,-1-1 1,1 1 0,0 0 0,-1 0 0,1 0 0,0 0 0,-1 0 0,1-1 0,0 1 0,-1 0 0,1 0 0,0 0 0,-1 0 0,1 0 0,0 0 0,-1 0 0,1 0 0,-1 0 0,1 1-1,0-1 1,-1 0 0,1 0 0,0 0 0,-1 0 0,1 0 0,0 1 0,0-1 0,-1 0 0,-3 2-69,0-1 0,0 1 0,0-1 0,0 0 0,0-1 0,0 1 0,0-1 0,0 0 0,-7 0 0,-20 1-1117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15.4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432 856 2689,'-2'-41'8600,"-5"5"-3592,6 31-4630,-1 1 0,0-1-1,1 1 1,-2-1 0,1 1-1,0 0 1,-1 0 0,0 0-1,1 0 1,-2 1 0,1-1-1,-6-4 1,-20-20 3985,25 24-4030,0 0 0,0 0 0,0 0 1,0 0-1,-1 0 0,1 1 0,-1 0 0,0 0 1,0 0-1,-1 1 0,1-1 0,-8-1 1,3 2-66,-1 0 0,1 0 0,-1 1 0,0 0 0,0 1 0,0 0 0,1 1 0,-19 3 1,21-2-246,0 1 1,0 0 0,1 0 0,-1 1 0,1 0 0,0 0 0,0 1 0,0 0 0,1 0 0,-1 1 0,1-1 0,-6 9 0,4-6-17,1 0 1,-1 1 0,2 0 0,-1 1 0,1-1 0,1 1 0,0 0-1,0 0 1,1 1 0,0 0 0,1-1 0,0 1 0,1 0 0,0 1-1,1-1 1,0 0 0,1 16 0,1-22-8,0 0 0,0-1 0,0 1 0,0 0 0,1 0 0,0-1 0,0 1 0,0 0 0,1-1 0,-1 0 0,1 0 0,0 0 0,0 0 0,1 0 0,5 5 0,6 8 0,-10-11 0,1 0 0,0 0 0,0-1 0,1 0 0,-1 0 0,1 0 0,0-1 0,0 0 0,1-1 0,-1 1 0,1-1 0,-1-1 0,13 3 0,-6-2 0,0-1 0,1 0 0,-1-2 0,1 1 0,-1-2 0,24-3 0,-4-10 0,-13 4 0,-6 5 0,-5 2 0,-1 1 0,0-1 0,0-1 0,0 0 0,0 0 0,-1-1 0,0 0 0,0 0 0,0-1 0,-1 0 0,1 0 0,-2-1 0,10-11 0,7-16 0,-1-1 0,31-71 0,-45 84 0,0 1 0,-2-1 0,0 0 0,-2-1 0,0 1 0,1-45 0,-5-212 0,0 275 0,0 1 0,0 0 0,-1 0 0,0 0 0,1 0 0,-1 1 0,0-1 0,0 0 0,0 0 0,-3-3 0,3 3 0,0 1 0,0 0 0,0-1 0,0 1 0,0-1 0,0 1 0,1-1 0,-1 0 0,1 1 0,-1-4 0,1 6 0,0 1 0,0-1 0,-1 1 0,1 0 0,0-1 0,-1 1 0,1-1 0,-1 1 0,1-1 0,-1 1 0,1-1 0,-1 0 0,1 1 0,-1-1 0,1 0 0,-1 1 0,1-1 0,-1 0 0,0 0 0,1 1 0,-1-1 0,1 0 0,-1 0 0,0 0 0,1 0 0,-1 0 0,0 0 0,1 0 0,-1 0 0,0 0 0,1 0 0,-1 0 0,1 0 0,-1-1 0,0 1 0,1 0 0,-1 0 0,1-1 0,-1 1 0,0 0 0,1-1 0,-1 1 0,1 0 0,-1-1 0,1 1 0,0-1 0,-1 1 0,1-1 0,-1 1 0,1-1 0,0 1 0,-1-1 0,1 1 0,0-1 0,0 0 0,-1 0 0,1 312 0,0-299 0,1 0 0,0 0 0,1 0 0,1 0 0,-1-1 0,2 1 0,0-1 0,6 14 0,-6-13 0,0 0 0,0 1 0,2 16 0,-5-20 0,1-1 0,-1 0 0,2 1 0,-1-1 0,1 0 0,0 0 0,1-1 0,0 1 0,6 9 0,17 13 0,17 25 0,-36-42 0,1 0 0,0-1 0,1 0 0,1-1 0,0 0 0,0-1 0,1 0 0,1-1 0,-1 0 0,1-1 0,1 0 0,-1-1 0,25 8 0,-26-11 0,0 0 0,0-1 0,0 0 0,22 1 0,6 3 0,-36-6 0,0-1 0,0 1 0,1-1 0,-1 0 0,0 0 0,0 0 0,1-1 0,-1 1 0,0-1 0,0 0 0,0 0 0,0-1 0,0 1 0,0-1 0,7-4 0,17-6 0,-13 5 0,0 0 0,-1-2 0,0 1 0,13-13 0,-5 5 0,-16 11 0,1 0 0,-1-1 0,0 0 0,0 0 0,-1-1 0,0 1 0,0-1 0,0 0 0,-1-1 0,0 1 0,-1-1 0,0 0 0,0 0 0,0 0 0,2-16 0,2 1 0,4-12 0,-5 23 0,-2-1 0,1 0 0,-2-1 0,1 1 0,-2 0 0,0-1 0,-1 0 0,0 1 0,-1-20 0,-6 11 0,-4-34 0,10 54 0,0-1 0,-1 0 0,1 1 0,-1-1 0,0 1 0,1-1 0,-1 1 0,0-1 0,-1 1 0,1-1 0,0 1 0,-1 0 0,1 0 0,-1 0 0,0 0 0,1 0 0,-1 0 0,0 0 0,-4-2 0,-11-14 0,17 17 0,-1 0 0,0 0 0,1 0 0,-1 0 0,0 0 0,0 0 0,0 1 0,0-1 0,0 0 0,0 1 0,0-1 0,0 1 0,0-1 0,0 1 0,0-1 0,0 1 0,0 0 0,0-1 0,0 1 0,0 0 0,-1 0 0,1 0 0,0 0 0,0 0 0,0 0 0,0 0 0,-2 1 0,0 0 0,0 0 0,0 0 0,0 1 0,0-1 0,0 1 0,0 0 0,1 0 0,-1 0 0,1 0 0,-3 3 0,-1 1 0,0 0 0,0 1 0,1 0 0,0 0 0,1 1 0,0-1 0,0 1 0,-3 8 0,2 7 0,1 1 0,0-1 0,2 0 0,1 29 0,1-43 0,0 0 0,0 0 0,0-1 0,1 1 0,1 0 0,-1-1 0,2 1 0,-1-1 0,1 1 0,6 11 0,7 15 0,-15-29 0,1 0 0,1 0 0,-1 0 0,1-1 0,0 1 0,0-1 0,1 1 0,0-1 0,0 0 0,0-1 0,0 1 0,1-1 0,-1 0 0,10 6 0,78 31 0,-85-39-116,0 0 1,-1 0-1,1 0 1,0-1-1,0 0 1,0-1-1,0 1 1,0-2-1,0 1 1,0 0-1,0-1 1,0-1-1,0 1 1,0-1-1,0 0 1,-1-1-1,1 1 1,-1-1-1,8-5 1,-2 0-235,0 0 1,-1-1 0,0 0 0,0-1 0,-1 0 0,0-1 0,-1 0 0,0 0-1,-1-1 1,8-16 0,3-8 30,-1-2 1,17-54-1,-23 49 484,9-59 1,-11 47 327,-6 31 93,-1 0 0,-1 0-1,-2 0 1,0 0 0,-1 0 0,-7-30 0,-1 18 459,5 27-865,1-1 0,1 0-1,0 0 1,1 0 0,-1-11-1,2 9-173,-1-1-1,0 1 0,-1 0 1,-1 1-1,1-1 0,-2 0 1,0 1-1,0-1 0,-1 1 1,-11-19-1,8 13-5,-3-5 0,8 22 0,1 13 0,2-11 0,0 1 0,0-1 0,-1 1 0,1-1 0,-1 1 0,0-1 0,0 1 0,0-1 0,0 1 0,0-1 0,0 0 0,-1 0 0,-1 3 0,1-3 0,1 1 0,-1-1 0,0 1 0,1 0 0,0-1 0,0 1 0,0 0 0,0 0 0,0 0 0,0 0 0,1 0 0,0 0 0,-1 4 0,1-1 0,1 1 0,0 0 0,0-1 0,0 1 0,0-1 0,1 0 0,5 11 0,-4-10 0,-1 0 0,0 0 0,0 0 0,0 0 0,-1 1 0,0-1 0,0 13 0,1 15 0,2-1 0,0 1 0,3-1 0,1-1 0,13 36 0,-10-28 0,8 51 0,-6-27 0,-5-24 106,-7-30-235,1-1 0,1 1 0,0 0 0,5 13 0,-3-12-970,0 0-1,-1 0 1,3 18-1,-1 40-8218,-3-34 3401,13-7 253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15.7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1 428 5074,'2'-9'8914,"5"0"-3694,15-4-1819,20 2-2735,21 8 3544,97-16 0,-76 3-3189,-44 7-1000,0-1 1,64-27-1,-87 29-23,0 0 1,-1-1-1,0-1 0,-1 0 1,0-2-1,0 1 1,24-27-1,-23 20 2,-13 15 0,1 0 0,-1 0 0,0 0 0,0-1 0,0 0 0,-1 1 0,1-1 0,-1 0 0,0 0 0,0 0 0,0-1 0,-1 1 0,1 0 0,-1-1 0,0 1 0,0-1 0,-1 1 0,1-1 0,-1-8 0,0 10 0,0 0 0,0-1 0,-1 1 0,1 0 0,-1 0 0,1-1 0,-1 1 0,0 0 0,0 0 0,-1 0 0,1 0 0,0 0 0,-1 0 0,0 0 0,0 1 0,0-1 0,0 1 0,0-1 0,0 1 0,-1 0 0,1 0 0,-1 0 0,1 0 0,-1 0 0,0 0 0,0 1 0,0-1 0,0 1 0,-4-1 0,3 1 0,0 0 0,1 1 0,-1 0 0,0 0 0,0 0 0,1 0 0,-1 0 0,0 1 0,1 0 0,-1 0 0,-3 1 0,-9 2 0,8-3 0,1 1 0,0 1 0,-1-1 0,1 1 0,0 0 0,0 1 0,1 0 0,-9 6 0,-7 3 0,-8 14 0,5-3 0,20-19 0,-4 1 0,0 1 0,0 0 0,1 1 0,0-1 0,1 2 0,0-1 0,0 1 0,1 0 0,0 0 0,-6 14 0,5 3 0,1 0 0,1 1 0,1 0 0,2 0 0,1 0 0,2 27 0,-1-26 0,0-17-645,1-1-1,0 0 1,1 0-1,0 0 1,0 0 0,1 0-1,0 0 1,5 9-1,-6-14 133,1 1 1,1-1-1,-1 1 0,1-1 0,0 0 0,0 0 0,0-1 0,1 1 1,-1-1-1,1 0 0,0 0 0,0 0 0,1-1 0,-1 0 0,9 3 1,5 1-1627,0-2 0,0-1 0,1 0 0,0-1 0,0-1 0,27-1 0,0-1-1561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16.12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146 812 1153,'1'-1'333,"17"-19"2284,26-39-1,-39 53-1823,-2-1 0,1 0 0,-1 1 0,0-1 0,0 0 0,-1 0 0,0-1-1,0 1 1,-1 0 0,0-1 0,0-7 0,0-1 413,-1 7 647,0 0 0,0-1 0,-1 1 0,-3-17 0,3 24-1658,1 0 1,-1 1-1,0-1 1,1 1-1,-1-1 1,0 1-1,0 0 1,0-1 0,0 1-1,0 0 1,0-1-1,0 1 1,-1 0-1,1 0 1,0 0 0,-1 0-1,1 0 1,0 1-1,-1-1 1,1 0-1,-1 1 1,1-1 0,-1 0-1,0 1 1,1 0-1,-1-1 1,0 1-1,1 0 1,-1 0-1,-2 0 1,-7 0-196,0 1 0,-1-1 0,1 2 0,0 0 0,-16 4 0,24-5 0,-1 1 0,1-1 0,-1 1 0,1-1 0,0 1 0,0 0 0,0 0 0,0 1 0,0-1 0,0 0 0,1 1 0,-1 0 0,1 0 0,-1 0 0,1 0 0,0 0 0,0 0 0,1 0 0,-3 6 0,2-3 0,0 1 0,-1-1 0,0 1 0,0-1 0,-1 0 0,0 0 0,-5 7 0,6-8 0,0 1 0,0 0 0,0 0 0,1 1 0,-1-1 0,1 0 0,1 1 0,0 0 0,-1-1 0,2 1 0,-1 9 0,1-1 0,0 0 0,1-1 0,0 1 0,4 15 0,-2-21 0,1-1 0,0 1 0,0 0 0,1-1 0,0 0 0,1 0 0,0-1 0,0 1 0,7 6 0,3 2 0,1 0 0,33 23 0,-43-35 0,1 0 0,-1-1 0,0 0 0,1 0 0,0 0 0,0-1 0,0 0 0,0-1 0,0 0 0,0 0 0,0-1 0,0 0 0,1 0 0,-1-1 0,0 0 0,0 0 0,0-1 0,0 0 0,10-4 0,-7 2 0,0-1 0,0 0 0,-1 0 0,0-1 0,0-1 0,0 1 0,-1-2 0,0 1 0,0-1 0,-1-1 0,0 1 0,-1-2 0,12-16 0,-4-2 0,-1-1 0,-2-1 0,-1 0 0,-1-1 0,-1 0 0,-2 0 0,4-35 0,15-80 0,-24 134 0,-2 0 0,1 1 0,-2-1 0,1 0 0,-2 1 0,1-1 0,-2 1 0,-3-13 0,2 9 0,1 0 0,0 0 0,0-21 0,2 17 0,-1 1 0,-1 0 0,0 0 0,-1 0 0,-1 0 0,-10-21 0,-2-14 0,16 50 0,-1 1 0,1-1 0,0 1 0,-1 0 0,0 0 0,1 0 0,-1 0 0,0 0 0,0 0 0,0 0 0,-3-2 0,3 4 0,1-1 0,-1-1 0,1 1 0,-1 0 0,1 0 0,0 0 0,-1-1 0,1 1 0,0-1 0,0 1 0,0-1 0,0 1 0,0-1 0,1 1 0,-1-1 0,0 0 0,0-3 0,1 5 0,0 0 0,0 0 0,0-1 0,0 1 0,1 0 0,-1-1 0,0 1 0,0 0 0,0 0 0,0-1 0,0 1 0,0 0 0,0-1 0,-1 1 0,1 0 0,0 0 0,0-1 0,0 1 0,0 0 0,0-1 0,0 1 0,0 0 0,-1 0 0,1 0 0,0-1 0,0 1 0,0 0 0,-1 0 0,1-1 0,0 1 0,0 0 0,-1 0 0,1 0 0,0 0 0,0 0 0,-1-1 0,1 1 0,0 0 0,0 0 0,-1 0 0,1 0 0,0 0 0,-1 0 0,1 0 0,0 0 0,0 0 0,-1 0 0,1 0 0,0 0 0,-1 0 0,1 0 0,0 0 0,0 0 0,-1 1 0,1-1 0,-1 1 0,0-1 0,0 1 0,0 0 0,1 0 0,-1 0 0,0 0 0,1 0 0,-1 0 0,1 0 0,-1 0 0,1 0 0,-1 0 0,1 0 0,0 0 0,0 0 0,-1 0 0,1 0 0,0 0 0,0 1 0,0 0 0,-1 73 0,-1-21 0,8 84 0,2-86 0,27 98 0,-26-116 0,5 45 0,-8-45 0,11 42 0,27 100 0,-42-166-243,0 0-1,-1 1 1,0-1 0,-1 11-1,2 24-2792,4-17-156,-3-17-222,-1 0 0,0 0 0,1 21 1,-3-5-2059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16.75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16 656 7684,'-3'-38'10610,"-9"6"-4629,11 29-5844,1 1 0,0-1 0,0 0 0,0 1-1,1-1 1,-1 1 0,1-1 0,-1 1 0,1-1 0,0 1 0,0 0 0,0-1-1,0 1 1,0 0 0,1 0 0,-1-1 0,1 1 0,-1 0 0,1 1-1,0-1 1,0 0 0,0 0 0,0 1 0,3-3 0,13-17 29,-16 20-160,-1-1-1,1 0 0,0 0 1,-1 1-1,1-1 0,0 1 1,0-1-1,0 1 0,0 0 0,0 0 1,0 0-1,0 0 0,1 0 1,-1 1-1,0-1 0,0 0 1,1 1-1,-1 0 0,0-1 0,1 1 1,-1 0-1,4 1 0,36-8-1,98-30-2253,-131 36 1761,0-1 0,-1 1 0,1 0 0,0 1 0,0 0 0,17 2 0,-16-1 224,0 0 1,0-1 0,1 0-1,16-3 1,-14 0 240,0 1 0,0 0 0,0 1 0,21 0 0,-26 1 58,-7 0 42,1 0 0,0 0 0,-1 0 0,1 0-1,-1-1 1,1 1 0,0-1 0,-1 1 0,1-1 0,-1 1 0,0-1 0,1 0 0,-1 0 0,3-1-1,19-6 9704,-22 9-9753,-1-1-1,0 1 1,0-1 0,0 1-1,0-1 1,0 1 0,0-1-1,0 1 1,1-1 0,-1 1-1,-1-1 1,1 1 0,0-1-1,0 1 1,0-1 0,0 1-1,0-1 1,0 0 0,0 1-1,-1-1 1,1 1 0,0-1 0,0 1-1,-1-1 1,1 0 0,0 1-1,-1-1 1,1 1 0,0-1-1,-1 0 1,1 0 0,0 1-1,-1-1 1,-8 7-27,7-6 0,1 0 0,0 0 0,-1 0 0,1 0 0,0 1 0,-1-1 0,1 0 0,0 1 0,0-1 0,0 1 0,0-1 0,0 1 0,0 0 0,0 1 0,-20 24 0,18-25 0,1 0 0,-1 1 0,1-1 0,0 1 0,0-1 0,0 1 0,0 0 0,0 0 0,0 0 0,1 0 0,-2 4 0,-44 76 0,44-73 0,-1 1 0,1-1 0,1 1 0,-2 13 0,4-20 0,0 0 0,0-1 0,0 1 0,0 0 0,1 0 0,-1-1 0,1 1 0,0 0 0,0-1 0,1 1 0,-1-1 0,1 1 0,0-1 0,-1 0 0,2 1 0,3 4 0,3 3 0,0-1 0,0 1 0,1-2 0,1 0 0,-1 0 0,2-1 0,-1 0 0,1 0 0,0-2 0,0 0 0,19 7 0,13-1 0,0-2 0,51 5 0,-42-7 0,-32-4 0,1-2 0,0 0 0,0-1 0,30-2 0,-3-4 0,35-3 0,88-21 0,-143 22 0,-1-2 0,0 0 0,-1-2 0,0-1 0,-1-1 0,45-30 0,-51 28 0,0-1 0,-2-1 0,0 0 0,0-2 0,-2 0 0,26-38 0,-26 34 0,-14 21 0,0 0 0,0-1 0,0 0 0,-1 1 0,1-1 0,0 0 0,-1 0 0,0 0 0,0 1 0,1-5 0,-2 4 0,-1 0 0,1 0 0,-1 1 0,0-1 0,0 0 0,0 1 0,0-1 0,-1 1 0,1-1 0,-1 1 0,1 0 0,-4-4 0,-16 0 0,5 2 0,0 2 0,0-1 0,0 2 0,-1 0 0,1 1 0,0 1 0,-1 1 0,1 0 0,-30 8 0,19 1 0,0 2 0,0 0 0,1 2 0,1 0 0,-30 25 0,45-31 0,-4 1 0,1 1 0,1 0 0,0 1 0,0 0 0,1 1 0,1 0 0,-17 27 0,23-30 0,-12 21 0,2 0 0,-10 33 0,21-53 0,0 0 0,1 0 0,0 0 0,1 0 0,0 0 0,1 0 0,0 0 0,1 0 0,0 1 0,3 11 0,-1-12 0,0 0 0,1 0 0,0-1 0,1 1 0,0-1 0,1 0 0,0 0 0,10 12 0,-13-18 0,0-1 0,0 0 0,0 1 0,0-1 0,1-1 0,-1 1 0,1 0 0,0-1 0,-1 0 0,1 0 0,1 0 0,-1 0 0,0 0 0,0-1 0,1 0 0,-1 0 0,0 0 0,1-1 0,-1 1 0,1-1 0,-1 0 0,1 0 0,7-2 0,-1 0 0,0-1 0,1 0 0,-1-1 0,0 0 0,0 0 0,-1-1 0,1-1 0,-1 0 0,-1 0 0,1-1 0,-1 0 0,0-1 0,0 0 0,-1 0 0,0-1 0,8-13 0,13-16 0,39-69 0,-57 87 0,0-2 0,-2 1 0,0-1 0,-2-1 0,8-39 0,0-34 0,3-153 0,-17 211 0,0 18 0,-1 1 0,0 0 0,-6-34 0,2 34 0,1 4 0,1-1 0,-2 2 0,0-1 0,-1 0 0,0 1 0,-1 0 0,-1 0 0,0 0 0,-1 1 0,-9-13 0,5 12 0,10 11 0,1 1 0,-1 0 0,0-1 0,0 1 0,0 0 0,0 0 0,0 0 0,-1 1 0,-4-4 0,6 5 0,-1 0 0,1-1 0,-1 1 0,1 0 0,-1 0 0,0 1 0,1-1 0,-1 0 0,1 0 0,-1 1 0,1-1 0,-1 1 0,1-1 0,0 1 0,-1 0 0,1-1 0,0 1 0,-1 0 0,1 0 0,0 0 0,0 0 0,0 0 0,-2 2 0,1-1 0,0 0 0,1 0 0,-1 0 0,1 0 0,-1 0 0,1 0 0,0 0 0,0 0 0,0 0 0,0 1 0,0-1 0,-1 5 0,-5 15 0,-6 5 0,8-19 0,1 1 0,0 0 0,0-1 0,1 1 0,-3 16 0,-6 40 0,5-32 0,2 1 0,-2 47 0,8 28-53,-6 138-3181,-15-73-13419,16-154 12394,-1 0 0,-9 22-1,14-42 4227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17.2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146 1 16760,'-45'12'5781,"36"-10"-4573,-1 0 0,1 1-1,0 0 1,0 0-1,-11 6 1,18-7-1084,-1 0 0,1-1 0,0 1 1,0 0-1,0 0 0,0 0 0,1 0 0,-1 0 0,0 0 1,1 0-1,0 1 0,-1-1 0,1 1 0,0-1 0,0 1 1,0-1-1,1 1 0,-1 0 0,1-1 0,-1 1 0,1 0 1,0-1-1,0 4 0,-2 62-124,0-32 0,2 1 0,7 62 0,32 72 0,-32-108 0,-8-55 0,1-1 0,1 1 0,0-1 0,0 1 0,0-1 0,1 0 0,0 1 0,0-1 0,1 0 0,3 7 0,19 46 0,3 8 0,-27-65 0,1 1 0,0-1 0,1 0 0,-1 0 0,1 0 0,-1 0 0,1 0 0,0-1 0,0 1 0,0-1 0,0 0 0,0 0 0,1 0 0,6 3 0,-5-4 0,-1 1 0,1-1 0,0-1 0,-1 1 0,1 0 0,0-1 0,0 0 0,0 0 0,-1-1 0,1 0 0,0 1 0,6-3 0,52-26 0,-24 9 0,-5 8 0,61-13 0,-17 6 0,-50 14 0,1 0 0,-1 2 0,51 1 0,-75 2 0,-1 0 0,1 0 0,0 1 0,0-1 0,0 1 0,-1-1 0,1 1 0,0 1 0,-1-1 0,1 0 0,0 1 0,-1 0 0,0 0 0,7 4 0,-8-4 0,-1 0 0,1 0 0,0 0 0,-1 0 0,1 0 0,-1 1 0,0-1 0,0 1 0,0-1 0,0 1 0,0-1 0,0 1 0,-1-1 0,1 1 0,-1 0 0,0-1 0,0 5 0,-1-3 0,0 0 0,-1 0 0,1-1 0,-1 1 0,0-1 0,0 1 0,-1-1 0,1 0 0,-1 0 0,1 0 0,-1 0 0,0 0 0,0 0 0,0-1 0,-7 5 0,-1 1 0,-8 7 0,0-1 0,0-1 0,-1-1 0,-1-1 0,0-1 0,0-1 0,-1-1 0,-1 0 0,1-2 0,-1 0 0,0-2 0,0-1 0,0 0 0,-31-2 0,49-1-247,0 0 1,0-1-1,0 0 1,0 0-1,0 0 1,1 0-1,-1-1 0,0 0 1,1 0-1,0 0 1,-7-4-1,-23-10-3883,32 15 3594,1 1 0,-1-1-1,1 0 1,-1 0-1,1 0 1,0-1 0,-1 1-1,1 0 1,0-1 0,0 1-1,0 0 1,0-1-1,0 1 1,0-1 0,0 1-1,1-1 1,-1 0-1,0 1 1,1-1 0,0 0-1,-1 0 1,1 1-1,0-1 1,0 0 0,0-2-1,-1-3-471,1 1 0,0 0-1,0 0 1,1 0 0,0 0-1,0 0 1,3-8 0,11-13-2594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17.6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1 134 3153,'6'-3'1246,"1"1"-1,0 0 1,0 0-1,0 1 0,0 0 1,1 0-1,-1 1 1,0 0-1,9 1 0,-13-1-801,0 0-1,0 1 1,0 0-1,0 0 1,0 0-1,0 0 1,0 1-1,0-1 1,0 1-1,0-1 1,-1 1-1,1 0 1,0 0-1,-1 0 1,0 1-1,0-1 1,1 0-1,-1 1 1,-1 0-1,4 5 1,47 71 4347,-34-44-3851,-15-28-747,0 0 0,1 0 0,0-1 0,0 1 1,0-1-1,9 9 0,0-3-58,-6-5-65,1 0 0,-1 0-1,2-1 1,-1 0 0,1 0 0,-1-1-1,1 0 1,11 4 0,-10-6-70,-2 1 0,0-1 0,0 0 0,0 0 0,1-1 0,-1 0 0,1-1 0,-1 0 0,1 0 0,0-1 0,-1 0 0,1 0 0,0-1 0,-1 0 0,1-1 0,-1 0 0,10-3 0,7-3 0,-15 5 0,0 1 0,0-2 0,0 1 0,0-2 0,0 1 0,-1-1 0,0 0 0,0-1 0,-1 0 0,1-1 0,-1 0 0,-1 0 0,13-14 0,-10 7 0,-5 9 0,-1-1 0,0 0 0,0 0 0,0-1 0,-1 1 0,5-13 0,7-32 0,-7 26 0,0-1 0,-2-1 0,-1 1 0,-1-1 0,0-30 0,-4 57 0,0-1 0,0 0 0,1 1 0,-1-1 0,0 1 0,0-1 0,1 1 0,-1-1 0,0 0 0,0 1 0,1-1 0,-1 1 0,1 0 0,-1-1 0,0 1 0,1-1 0,-1 1 0,1-1 0,-1 1 0,1 0 0,-1 0 0,1-1 0,0 1 0,-1 0 0,1 0 0,-1-1 0,1 1 0,0 0 0,-1 0 0,1 0 0,-1 0 0,1 0 0,0 0 0,-1 0 0,1 0 0,-1 0 0,1 0 0,0 0 0,-1 1 0,1-1 0,-1 0 0,1 0 0,0 0 0,-1 1 0,1-1 0,-1 0 0,1 1 0,-1-1 0,1 1 0,-1-1 0,0 0 0,1 1 0,-1-1 0,1 1 0,-1-1 0,0 1 0,1-1 0,-1 1 0,0 0 0,0-1 0,1 1 0,-1-1 0,0 1 0,0-1 0,0 1 0,0 0 0,0 0 0,0 44 0,2-1 0,2 1 0,14 64 0,7 16 0,-6 1 0,-4 1 0,-4 162 0,-11-242 0,-5 127 0,3-152 0,-1 0 0,-1 0 0,-2 0 0,0 0 0,-15 34 0,7-26 0,-30 47 0,38-68 0,0-1 0,-1 1 0,0-1 0,-1 0 0,0 0 0,0-1 0,0 0 0,-13 8 0,12-10 0,1-1 0,-1 0 0,0 0 0,-19 5 0,25-8 0,-1-1 0,0 1 0,1-1 0,-1 0 0,0 0 0,1 0 0,-1-1 0,0 1 0,1-1 0,-1 0 0,1 0 0,-1 0 0,1 0 0,-1-1 0,-3-2 0,-32-15 0,35 18 0,-1-1 0,1 0 0,0 0 0,0-1 0,0 1 0,0-1 0,0 0 0,0 0 0,1 0 0,0 0 0,-1-1 0,1 1 0,-5-9 0,-11-17 0,2 0 0,0-2 0,2 0 0,1-1 0,2 0 0,1-1 0,2 0 0,1-1 0,-6-50 0,13 66 0,1 1 0,0-1 0,2 0 0,4-23 0,0-6 0,-2 4 0,2 0 0,2 1 0,1 0 0,3 0 0,30-74 0,-26 84 0,2 1 0,1 0 0,1 2 0,24-28 0,-7 17 16,-17 16-400,1 1 0,2 1 0,0 1-1,45-32 1,114-44-17952,-132 70 12069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17.87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 11 11317,'-29'-9'14185,"11"8"-10772,18 40 274,0 295-3522,1-317-165,0 0 0,2 0 0,0 0 0,7 21 0,3 14 0,-4-15 0,21 60 0,-29-91 0,1-1 0,-1 1 0,0 0 0,-1 0 0,0 10 0,3 22 0,3-17 0,-4-16 0,0 0 0,-1 0 0,1 0 0,-1 0 0,-1 0 0,1 9 0,-1-12-331,1 1-1,-1-1 1,0 1 0,1-1-1,-1 1 1,1-1-1,0 1 1,0-1 0,0 0-1,0 1 1,0-1 0,0 0-1,3 4 1,-2-3-271,0-1 1,0 1-1,-1 0 0,1 0 1,-1 0-1,0 0 0,0 0 1,0 0-1,0 0 1,-1 0-1,1 0 0,-1 0 1,1 7-1,-1-7-1737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18.8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314 197 8660,'2'0'295,"-1"-1"1,0 1-1,1-1 0,-1 0 0,0 0 1,1 1-1,-1-1 0,0 0 0,0 0 1,0 0-1,0 0 0,0 0 1,0-1-1,0 1 0,0 0 0,0 0 1,0-1-1,-1 1 0,1 0 1,-1-1-1,1 1 0,-1 0 0,1-1 1,-1-2-1,0 2-37,-1 0 0,0 0 0,0 0 0,0-1 0,0 2 0,0-1 0,0 0 0,-1 0 0,1 0 0,-1 0 0,1 1 0,-1-1 0,-2-1 0,3 2-60,0 0 0,-1 0 0,1 0-1,0 0 1,-1 0 0,1 0 0,0 0-1,-1 1 1,1-1 0,-1 0 0,1 1 0,-1-1-1,0 1 1,1 0 0,-1 0 0,1-1-1,-1 1 1,0 0 0,1 0 0,-1 1-1,1-1 1,-1 0 0,0 0 0,1 1 0,-1-1-1,1 1 1,-1-1 0,1 1 0,-3 1-1,-4 4 780,0-1 0,1 1 0,0 1 0,-10 9 0,-19 18 1062,25-25-1999,0 0 0,0 2 0,1-1 0,0 1 0,1 1 0,0 0 0,-11 20 0,-45 101-104,63-130 64,-3 11 0,0 0 0,1 0 0,0 0 0,1 0 0,1 0 0,0 1 0,1-1 0,1 21 0,-2 6 0,1-29 0,0 0 0,1 0 0,0 0 0,1 0 0,0 0 0,5 22 0,12-1 0,-14-27 0,-1 0 0,1 0 0,-1 1 0,-1-1 0,4 10 0,-5-9 0,1 0 0,0 1 0,1-1 0,-1 0 0,1 0 0,1-1 0,0 1 0,0 0 0,0-1 0,0 0 0,1 0 0,8 8 0,-6-7 0,0 0 0,0 0 0,1 0 0,0-1 0,0 0 0,1-1 0,-1 0 0,1 0 0,0-1 0,1 0 0,-1 0 0,1-1 0,-1-1 0,1 1 0,0-1 0,0-1 0,0 0 0,0-1 0,17 0 0,-11-1 0,0 1 0,0-2 0,0 0 0,0-1 0,-1-1 0,1 0 0,-1-1 0,0-1 0,-1 0 0,1-1 0,-1-1 0,0 0 0,-1-1 0,0 0 0,-1-1 0,1 0 0,-2-1 0,0-1 0,0 0 0,-1 0 0,0-1 0,-1 0 0,10-21 0,24-42 0,-32 60 0,-1-1 0,-1 0 0,12-31 0,-13 19 0,-2-1 0,0 1 0,-2-1 0,-1-1 0,-2 1 0,-2-33 0,0 25 0,0 22 0,0-1 0,-2 1 0,0 0 0,-1 0 0,0 1 0,-2-1 0,1 1 0,-2 0 0,0 1 0,-1-1 0,0 1 0,-1 1 0,-17-19 0,18 22 0,0 0 0,-1 1 0,0 0 0,0 1 0,-1 0 0,-1 0 0,1 1 0,-1 1 0,0 0 0,0 0 0,-1 1 0,0 0 0,0 1 0,0 1 0,0 0 0,-1 0 0,-21-1 0,27 4 0,1 1 0,-1 0 0,0 0 0,1 0 0,-1 1 0,1 0 0,-1 0 0,1 0 0,0 1 0,0 0 0,0 0 0,0 1 0,-9 7 0,12-8 0,0 0 0,0 0 0,1 0 0,-1 0 0,1 1 0,0-1 0,0 1 0,0-1 0,0 1 0,1 0 0,-3 6 0,-8 52 0,3-13 0,7-45 0,0 1 0,1 0 0,-1 1 0,1-1 0,1 0 0,-1 0 0,1 0 0,0 1 0,0-1 0,0 0 0,1 0 0,-1 1 0,2-1 0,1 8 0,0-3 0,8 61 0,-10-55 0,0-1 0,2 1 0,0 0 0,1-1 0,0 1 0,1-1 0,1-1 0,10 21 0,48 69 0,-57-93 0,0 0 0,0 0 0,1-1 0,1 0 0,-1 0 0,1-1 0,16 12 0,-6-4 0,-17-15 0,17 16 0,44 30 0,-56-43 0,0-1 0,1 0 0,0 0 0,0 0 0,0-1 0,0-1 0,0 1 0,0-1 0,1-1 0,-1 1 0,10-1 0,12 1-1264,-25-1 673,0-1 1,0 1-1,0-1 0,0 0 1,0 0-1,0 0 0,0-1 1,0 0-1,0 0 1,0 0-1,0 0 0,0-1 1,0 0-1,-1 0 0,8-4 1,92-100-12715,-91 94 12596,-2-2 0,0 0 0,0 0 1,-1-1-1,-1 0 0,-1-1 0,11-24 0,-7 7 591,0 0 1,13-69-1,-22 91 485,0 1 1,0-1 0,1 1-1,1 0 1,6-12-1,-5 12 428,-1-1 0,0 0-1,0 0 1,4-21 0,5-22 2726,0-2 1718,-10 11 1973,-4 24-5047,0 43 445,-5 47 507,0-55-3117,1-4 0,1 1 0,0 0 0,0 0 0,1 0 0,0 0 0,0 12 0,2 337 0,2-332 0,1-1 0,2 1 0,7 30 0,-1-10 0,28 126 0,-26-113 0,-7-38 0,-2 1 0,0 0 0,1 31 0,-5 26 0,-1-81-1,1 1 0,0 0 1,0-1-1,0 1 0,-1-1 0,1 1 0,0 0 1,0-1-1,-1 1 0,1-1 0,0 1 0,-1-1 1,1 1-1,-1-1 0,1 1 0,-1-1 1,1 1-1,-1-1 0,1 0 0,-1 1 0,1-1 1,-1 0-1,0 0 0,1 1 0,-1-1 0,0 0 1,1 0-1,-1 0 0,1 0 0,-1 0 0,0 1 1,1-1-1,-1-1 0,0 1 0,1 0 0,-1 0 1,0 0-1,1 0 0,-1 0 0,0-1 0,-2 1-67,-2 0-805,-8-10-3662,11 9 3726,-6-41-4089,-1 29 3960,8 11 781,-1 0-1,1 0 0,-1 0 1,1-1-1,0 1 0,-1-1 1,1 1-1,1-1 0,-1 1 1,0-1-1,1 1 0,-1-1 1,1 0-1,0 1 1,0-4-1,0-364-2022,0 351 2250,1-3 255,1 1 1,8-38 0,-5 37 386,-1-1 0,2-40 0,3-28 1517,-5 64-552,1-47 1,-3 53-427,1 1-1,1-1 1,0 1 0,14-38-1,-5 18 327,-11 33-1569,0 1-1,1 0 1,0-1 0,0 1-1,0 0 1,0 1 0,1-1-1,0 1 1,0-1-1,1 1 1,0 0 0,0 1-1,0-1 1,0 1-1,1 0 1,-1 0 0,1 1-1,0 0 1,0 0-1,0 0 1,1 0 0,-1 1-1,1 0 1,-1 1 0,1 0-1,-1 0 1,1 0-1,0 0 1,0 1 0,0 1-1,-1-1 1,1 1-1,10 2 1,-7 1-8,1 1 0,-1 0 0,0 0 0,-1 1 0,1 1 0,-1-1 0,-1 2 0,16 15 0,-15-13 0,-1 1 0,0 1 0,-1-1 0,0 1 0,-1 1 0,0-1 0,-1 1 0,-1 0 0,0 0 0,-1 0 0,0 1 0,-1 0 0,0-1 0,-1 1 0,-1 0 0,0-1 0,-1 1 0,0 0 0,-1-1 0,-1 1 0,0-1 0,-1 1 0,-7 16 0,2-13 0,0-1 0,-2 0 0,0 0 0,0-1 0,-2-1 0,0 0 0,0-1 0,-1 0 0,-1-1 0,0-1 0,-1 0 0,0-1 0,0-1 0,-1 0 0,0-1 0,-25 7 0,-34 13 0,64-20 0,26-2 0,38 1 0,-37-6 0,103 4 0,-58 3 0,-1 3 0,107 35 0,-157-43 19,0 0 0,1-1 1,-1 1-1,1-2 0,10 1 0,-13-1-101,-1-1-1,1 1 1,-1 1 0,0-1-1,1 1 1,9 4-1,33 14-5339,-2 1-4234,-26-9 2754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19.3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8532,'0'3'8983,"4"13"-3258,5-3-3396,-7-11-2196,0 0 1,-1 0-1,0 0 1,1 0 0,-1 0-1,0 0 1,0 0-1,0 0 1,0 0-1,-1 1 1,1-1 0,0 0-1,-1 1 1,0-1-1,1 3 1,-2 38 839,3-1 0,1 0 0,16 73 0,-11-87-465,-4-15-376,-1 0 1,0 0-1,-1 0 0,1 23 0,16 166-132,-18-195 0,0 0 0,0 1 0,0-1 0,1 0 0,0 0 0,5 10 0,-5-11 0,1 0 0,-1-1 0,-1 1 0,1 0 0,-1 0 0,0 1 0,0-1 0,-1 0 0,0 11 0,0-31 0,0 9 0,-1 0 0,1 1 0,0-1 0,1 0 0,-1 0 0,1 1 0,0-1 0,2-6 0,6-3 0,-8 12 0,1 0 0,-1 0 0,1 0 0,-1 0 0,0-1 0,1 1 0,-1-1 0,-1 1 0,1-1 0,0 1 0,-1-1 0,1 0 0,-1 1 0,0-1 0,0-3 0,2-44 0,12-86 0,-12 119 0,-1 1 0,-1-1 0,-2-23 0,1 26 0,0 1 0,1-1 0,0 0 0,1 1 0,1-1 0,4-17 0,2 7 0,-5 17 0,0 0 0,-1 0 0,0 0 0,0 0 0,-1 0 0,1-13 0,-2 16-53,0 1-1,1 0 1,-1 0-1,0 0 1,1-1 0,0 1-1,0 0 1,0 0 0,0 0-1,0 0 1,1 0-1,-1 0 1,1 0 0,0 1-1,0-1 1,0 1 0,0-1-1,0 1 1,0-1-1,4-1 1,14-19-1427,-17 22 920,-1-1 1,1 0-1,0 1 0,-1 0 1,1-1-1,0 1 0,0 0 1,0 1-1,0-1 0,0 0 1,0 1-1,0-1 1,0 1-1,0 0 0,0 0 1,3 1-1,49 3-6342,-25 7 2590,-4 2 877,24-2 441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20.11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330 298 1521,'6'3'651,"0"0"0,0-1 0,0 1 0,0-1 0,1-1 0,-1 1 0,12 1 0,16 3 2963,-30-6-3226,-1 1 0,1-1 0,-1 1 0,1-1 0,-1 0 0,1 0-1,0-1 1,-1 1 0,1-1 0,-1 0 0,1 0 0,-1 0 0,1 0-1,-1 0 1,0-1 0,0 1 0,0-1 0,0 0 0,5-4 0,-2 1 454,-1 0 0,0-1 0,0 1 0,-1-1 0,0 0-1,0 0 1,0-1 0,3-9 0,-5 8-369,0-1 0,-1 0-1,-1 0 1,1 0-1,-1 0 1,-1 1-1,0-1 1,0 0 0,-1 0-1,0 1 1,0-1-1,-1 0 1,0 1-1,-8-15 1,7 17-473,1 0 0,-1 1 0,-1 0 0,1 0 0,-1 0 0,1 1 0,-1-1 0,-1 1 0,1 0 0,-1 1 0,-6-4 0,-69-27 0,77 33 0,-1 0 0,1 0 0,0 0 0,-1 1 0,1-1 0,-1 1 0,1 0 0,-1 0 0,-4 1 0,-6 1 0,3-2 0,0 2 0,0 0 0,0 0 0,0 1 0,0 1 0,1 0 0,-1 0 0,1 1 0,0 1 0,0 0 0,-19 14 0,-7 3 0,32-20 0,1-1 0,0 1 0,0 0 0,0 0 0,1 0 0,-1 0 0,1 1 0,-1 0 0,1-1 0,0 1 0,1 0 0,-4 6 0,-17 23 0,18-28 0,1 1 0,-1 0 0,1-1 0,1 2 0,-1-1 0,1 0 0,0 1 0,1-1 0,-1 1 0,-1 8 0,1 3 0,2-1 0,0 33 0,1-40 0,0 0 0,-1-4 0,0 1 0,1-1 0,1 1 0,-1 0 0,1-1 0,0 1 0,0-1 0,1 1 0,0-1 0,0 0 0,0 0 0,1 0 0,0 0 0,4 6 0,6 8 0,-11-17 0,0 1 0,0-1 0,0 0 0,0 0 0,1 0 0,-1 0 0,1 0 0,0 0 0,0-1 0,0 1 0,0-1 0,0 0 0,0 0 0,1 0 0,-1 0 0,1 0 0,5 1 0,-2-1 0,1-1 0,-1 0 0,1 0 0,0 0 0,0-1 0,-1 0 0,1-1 0,12-2 0,-15 2 0,-1-1 0,1 1 0,-1-1 0,0 0 0,1 0 0,-1-1 0,0 1 0,-1-1 0,1 0 0,0 0 0,-1 0 0,1-1 0,-1 1 0,0-1 0,4-6 0,6-5 0,-10 11 0,1 1 0,-1-1 0,0 0 0,0 0 0,0 0 0,4-9 0,7-21 0,-11 30 0,-1-1 0,1 0 0,-2 0 0,1 0 0,0 0 0,-1 0 0,0 0 0,0 0 0,-1 0 0,1-7 0,-1 8 0,0 1 0,1-1 0,0 0 0,-1 0 0,1 1 0,1-1 0,2-7 0,-2 8 0,-1-1 0,1 0 0,-1 0 0,0-1 0,0 1 0,0 0 0,-1 0 0,1-5 0,-1 8 0,-1 0 0,1 0 0,0 0 0,0 0 0,1 0 0,-1 0 0,0-1 0,0 1 0,0 0 0,1 0 0,-1 0 0,0 0 0,1 0 0,-1 0 0,1 0 0,-1 1 0,2-3 0,-1 3 0,-1 0 0,1-1 0,-1 1 0,1 0 0,-1 0 0,1 0 0,-1 0 0,1 0 0,-1 0 0,1 0 0,-1 0 0,1 0 0,-1 0 0,1 0 0,-1 0 0,1 0 0,-1 0 0,1 0 0,-1 1 0,0-1 0,1 0 0,-1 0 0,1 1 0,-1-1 0,1 0 0,-1 1 0,3 1 0,0 0 0,-1 0 0,0 1 0,0-1 0,1 1 0,-1-1 0,-1 1 0,1 0 0,0 0 0,1 5 0,0-1 0,-3-5 0,1-1 0,-1 1 0,1 0 0,0 0 0,0-1 0,-1 1 0,1 0 0,0-1 0,0 1 0,1-1 0,-1 1 0,0-1 0,1 0 0,-1 0 0,0 1 0,1-1 0,-1 0 0,1 0 0,0 0 0,-1 0 0,1-1 0,0 1 0,3 1 0,8 6-25,-1 0-1,0 2 1,0 0-1,-1 0 1,20 23-1,-21-21-184,0-1 0,1-1 0,0 1-1,1-2 1,24 17 0,-6-11-3107,-20-9 1444,0-1 0,0 0 0,1 0 0,-1-1 0,1-1 0,0 1 0,1-2 0,-1 0 0,0 0 0,22 0 0,-27-2 1558,0 0 1,-1 0-1,1-1 0,-1 0 1,1 0-1,-1 0 1,0-1-1,1 0 0,-1 0 1,0 0-1,0 0 1,0-1-1,0 0 0,-1 0 1,1 0-1,-1-1 1,1 1-1,-1-1 0,-1 0 1,1-1-1,6-8 1,-2 4 87,-1-1 386,-1 1 0,-1-1-1,0 0 1,0 0 0,5-17-1,-4 10 521,0 1 941,-1-1 0,-1 0 0,-1 0 1,0 0-1,-1-1 0,-1 1 1,-1-30-1,-1 28 24,1 12-488,-1 1 0,1-1 0,-2 0 0,1 1 0,-4-10 0,3 10 376,0-1-1,0 1 1,1-1-1,0 0 0,0-10 1,0 17-1530,1-1 0,0 1 0,0-1 0,-1 1 0,1-1 0,-1 1 0,1-1 1,0 1-1,-1-1 0,1 1 0,-1-1 0,1 1 0,-1 0 0,1-1 0,-1 1 0,0 0 0,1-1 0,-1 1 0,1 0 0,-1 0 0,0-1 0,1 1 1,-1 0-1,1 0 0,-1 0 0,0 0 0,1 0 0,-1 0 0,0 0 0,1 0 0,-1 0 0,0 0 0,1 1 0,-1-1 0,1 0 0,-1 0 1,0 1-1,1-1 0,-1 0 0,1 1 0,-1-1 0,1 0 0,-1 1 0,1-1 0,-1 1 0,1-1 0,0 1 0,-1-1 0,1 1 0,-1-1 1,1 1-1,0-1 0,0 1 0,-1-1 0,1 1 0,0 0 0,0 0 0,0 226-2,0-220 0,1 0 0,0 0 0,0 0 0,1-1 0,0 1 0,4 11 0,-3-11 0,0-1 0,-1 1 0,0 0 0,-1 0 0,1 0 0,0 13 0,-2 113 0,9-95 0,-2-27 0,-5-18 0,-1 5 0,-1 0 0,0 0 0,0 0 0,1 0 0,-1 0 0,1 0 0,0 0 0,-1 0 0,1 0 0,0 0 0,0 0 0,0 0 0,0 1 0,1-1 0,1-2 0,-2 3 0,1-1 0,-1 0 0,1 0 0,-1 0 0,0 0 0,0-1 0,0 1 0,0 0 0,0 0 0,0-1 0,-1 1 0,1 0 0,-1-1 0,0 1 0,1-4 0,0-10 0,1-1 0,1 1 0,0 0 0,1 1 0,9-23 0,11-44 0,-22 72 0,1 1 0,1 0 0,0 1 0,0-1 0,8-11 0,-7 11 0,0 0 0,0 0 0,0 0 0,-2-1 0,4-10 0,-5 12 0,1-1 0,0 1 0,0 0 0,1 0 0,0 0 0,0 0 0,1 0 0,0 1 0,1 0 0,-1 0 0,1 0 0,0 1 0,1 0 0,10-7 0,-15 10 0,1 1 0,1-1 0,-1 1 0,0 0 0,0 0 0,1 0 0,-1 0 0,1 1 0,0-1 0,-1 1 0,1 0 0,0 0 0,7 0 0,-5 2 0,0 0 0,0 0 0,0 0 0,0 1 0,-1 0 0,1 1 0,-1-1 0,1 1 0,5 4 0,-5-2 0,0-1 0,-1 2 0,1-1 0,-1 0 0,-1 1 0,1 0 0,-1 0 0,0 0 0,5 11 0,6 8 0,29 33 0,12 20 0,-50-67 0,-1 0 0,0 1 0,4 16 0,13 30 0,-10-37 9,-1-2-48,-1 0 0,-1 0 0,13 38 0,-6-13-2246,15 15-11109,-20-49 6846,4-7 5048,-11-2 317,16 0-2509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20.52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386 523 1681,'12'-26'2136,"-1"0"1,-2-1 0,0 0-1,-2 0 1,-1-1 0,-1 0 0,-2 0-1,1-37 1,-4-67 9591,0 128-11722,0 0 0,0 0 0,-1 0 1,0 0-1,1 0 0,-1 0 0,-1 0 0,1 0 0,0 1 1,-1-1-1,0 0 0,0 1 0,0-1 0,0 1 0,-1 0 0,1 0 1,-1 0-1,0 0 0,0 0 0,0 0 0,0 1 0,0 0 1,0-1-1,-1 1 0,-4-2 0,-2 0-10,0 0 1,-1 1-1,1 0 1,-1 1-1,1 0 1,-1 1-1,0 0 1,-11 1-1,14 1 4,1 0 0,0 1 0,-1 0 0,1 0 0,0 1 0,0-1 0,0 2 0,0-1 0,1 1 0,-1 0 0,-5 5 0,-15 8 0,-4 10 0,7-3 0,9-12 0,8-8 0,1 0 0,0 1 0,1-1 0,-1 1 0,1 1 0,0-1 0,1 1 0,-1-1 0,1 1 0,0 1 0,0-1 0,1 1 0,-4 8 0,-5 20 0,8-26 0,1 0 0,0 0 0,0 0 0,1 1 0,1-1 0,-1 1 0,1 11 0,1-16 0,-1-2 0,1 1 0,0-1 0,0 1 0,0-1 0,0 0 0,0 1 0,1-1 0,-1 1 0,1-1 0,0 0 0,0 0 0,0 1 0,1-1 0,-1 0 0,1 0 0,0 0 0,-1 0 0,1-1 0,1 1 0,-1 0 0,0-1 0,3 3 0,29 32 0,-28-29 0,1-1 0,-1 0 0,1 0 0,1 0 0,-1-1 0,17 10 0,6-1 0,45 15 0,-54-23 0,0 1 0,0 0 0,-1 2 0,0 1 0,0 0 0,27 22 0,-41-27 0,18 14 0,-2 2 0,-1 0 0,29 40 0,-46-54 0,0 0 0,-1 0 0,0 1 0,-1-1 0,0 1 0,0 0 0,-1 0 0,0 0 0,0-1 0,-1 1 0,0 0 0,-1 0 0,0 0 0,0 0 0,-1 0 0,0-1 0,-1 1 0,0-1 0,-7 15 0,6-15 0,-1 2 0,-1 0 0,1 0 0,-2 0 0,1-1 0,-1 0 0,-1 0 0,-12 11 0,1-5 0,11-8 0,0 0 0,0 0 0,-1-1 0,0 0 0,-1 0 0,1-1 0,-1-1 0,0 1 0,0-2 0,-1 1 0,-17 3 0,21-5 0,-1 0 0,1-1 0,-1 0 0,1 0 0,-1 0 0,0-1 0,1 0 0,-1-1 0,0 0 0,1 0 0,-1 0 0,1-1 0,-9-3 0,-34-22-2355,39 22 1056,1-2 0,0 1 0,1-1 0,0-1 0,0 0 0,0 0 0,1-1 0,-8-10 0,15 17 772,1 0 1,-1 0 0,0 0-1,0 0 1,1 0 0,-1 0-1,1 0 1,-1 0 0,1 0-1,0 0 1,0-1 0,0 1 0,0 0-1,1-3 1,0-7-1245,-1-28-2002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20.7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1 375 2465,'26'-7'3198,"0"1"0,46-5 0,24-5 4608,-7 2-1707,-31 0-4285,-43 12-1315,0-2-1,0 0 1,0 0 0,-1-2 0,1 1 0,-1-2 0,-1 0 0,1-1 0,15-12 0,-22 15-499,48-44 0,-52 46 0,0 0 0,0 0 0,0-1 0,-1 0 0,1 1 0,-1-1 0,0 0 0,0 0 0,-1 0 0,1 0 0,-1-1 0,0 1 0,0 0 0,1-7 0,-2 3 0,0 1 0,0 0 0,-1 0 0,0-1 0,0 1 0,-1 0 0,0 0 0,0 0 0,-1 0 0,-3-6 0,4 10 0,0 0 0,0 0 0,0 1 0,-1-1 0,1 1 0,-1-1 0,1 1 0,-1 0 0,0 0 0,0 0 0,0 1 0,0-1 0,0 1 0,-1 0 0,1 0 0,0 0 0,-1 0 0,1 0 0,-1 1 0,1-1 0,-1 1 0,1 0 0,-5 0 0,-5 0 0,0 1 0,0 0 0,-1 1 0,1 0 0,0 1 0,-14 5 0,20-6 0,0 1 0,0 1 0,1-1 0,-1 1 0,1 0 0,0 1 0,0-1 0,1 1 0,-1 0 0,1 1 0,0-1 0,-6 10 0,-6 9 0,7-11 0,0 1 0,1 1 0,-9 18 0,16-28 0,0-1 0,1 1 0,-1 0 0,1 0 0,0 0 0,0 0 0,0 0 0,1 0 0,0 0 0,0 0 0,0 1 0,1-1 0,0 0 0,0 0 0,2 7 0,24 68 0,-24-72 0,0-1 0,1 0 0,-1-1 0,2 1 0,-1-1 0,1 0 0,0 0 0,0 0 0,1-1 0,-1 1 0,1-1 0,13 7 0,1 5 0,-4-5 0,1-1 0,0-1 0,0-1 0,1 0 0,0-1 0,26 7 0,-8-3 0,2-3 0,43 6 0,-69-14 1,-1 0 0,1-1 0,0-1-1,-1 0 1,23-4 0,-1-1-67,-6 4-44,16-3-2030,6-8-4476,21-11-3458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57.23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403 111 3730,'-3'0'4324,"-24"-1"12,18 0-3687,0 0 0,-1 0 0,1 1 0,0 1 0,0-1 0,0 2 0,0-1 0,0 1 0,0 0 0,-15 7 0,18-6-297,2-1-110,0 0 1,0 0-1,0 0 0,1 1 1,-1-1-1,-6 7 1,-7 6 1078,16-14-1249,0 0 0,0 0 0,0 0 0,-1-1 0,1 2 0,1-1 0,-1 0 0,0 0 0,0 0 0,0 0 0,0 0 0,1 1 0,-1-1 0,1 0 0,-1 1 0,1-1 0,-1 0 0,1 1 0,0-1 0,0 1 0,-1-1 0,1 1 0,0-1 0,0 0 0,1 1 0,-1-1 0,0 1 0,1 1 0,-1-2-32,0 0-1,0 0 0,0 1 0,1-1 1,-1 0-1,0 0 0,1 0 0,0 1 1,-1-1-1,1 0 0,-1 0 0,1 0 0,0 0 1,0 0-1,0 0 0,-1 0 0,1 0 1,0 0-1,0-1 0,2 2 0,14 16 586,-14-15-414,0-1 0,0 1 0,0-1 0,0 1 0,0-1 0,1 0 0,-1 0 0,1-1 0,-1 1 0,1-1 0,0 1 0,0-1 1,-1 0-1,1-1 0,0 1 0,0-1 0,0 0 0,0 0 0,0 0 0,0 0 0,0 0 0,0-1 0,0 0 0,0 0 0,-1 0 0,1 0 0,0-1 0,-1 0 0,6-2 0,-2-1-211,-6 4 0,0 0 0,0 1 0,0-1 0,0 0 0,0 1 0,0-1 0,0 0 0,0 0 0,0 0 0,-1 0 0,1 0 0,0 0 0,0 0 0,-1 0 0,1-1 0,-1 1 0,1 0 0,-1 0 0,0 0 0,1-1 0,-1 1 0,0-2 0,0 2 0,1 0 0,-1 0 0,0 0 0,0-1 0,1 1 0,-1 0 0,0 0 0,1 0 0,-1 0 0,1 0 0,0 0 0,-1 1 0,1-1 0,0 0 0,-1 0 0,1 0 0,0 0 0,0 1 0,0-1 0,-1 0 0,1 1 0,0-1 0,0 1 0,0-1 0,2 0 0,3-2 0,-6 2 0,0 1 0,1 0 0,-1 0 0,0-1 0,0 1 0,1 0 0,-1-1 0,0 1 0,0 0 0,0-1 0,1 1 0,-1 0 0,0-1 0,0 1 0,0 0 0,0-1 0,0 1 0,0-1 0,0 1 0,0 0 0,0-1 0,0 1 0,0-1 0,0 1 0,0 0 0,0-1 0,0 1 0,0 0 0,0-1 0,0 1 0,-1 0 0,1-1 0,0 1 0,0 0 0,0-1 0,-1 1 0,1 0 0,0-1 0,0 1 0,-1-1 0,-15-20 0,10 12 0,0 0 0,-1 0 0,0 1 0,0 0 0,-1 0 0,0 0 0,-1 1 0,-14-9 0,-29-24 0,5 20-3830,26 14 393,0 1 0,0 0 0,0 2 0,-35-2 0,12 5-1992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57.53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151 98 8596,'-8'0'955,"0"1"0,1 0 0,-1 1 0,1 0 0,-1 0 0,-11 6 0,-18 4 97,34-11-928,0 0 0,0 1-1,1-1 1,-1 1 0,0 0 0,0 0 0,1 0 0,-1 0 0,1 0-1,0 1 1,0-1 0,0 1 0,0 0 0,0-1 0,0 1 0,1 0 0,-1 0-1,1 0 1,0 0 0,0 0 0,0 0 0,0 0 0,1 1 0,-1-1-1,1 0 1,0 0 0,0 4 0,5-2 1194,11 6-62,-15-10-1036,1 1 0,0 0 0,0-1 0,1 1 0,-1-1 0,0 0 0,0 0 0,1 0 0,-1 0 0,4 1 0,6 1 264,-1 0 0,1-1 0,0-1-1,0 0 1,0 0 0,-1-1 0,1-1 0,0 0-1,0-1 1,0 0 0,-1 0 0,1-1-1,-1-1 1,19-8 0,-25 8-427,-1 1 0,1 0 0,-1-1 0,0 0 0,0 0 0,0 0-1,0-1 1,-1 1 0,1-1 0,-1 0 0,2-6 0,10-13-25,-15 23-32,1 0 0,-1 0 0,0-1 0,0 1 0,0 0 0,0-1 0,0 1 0,0 0 0,0-1 0,0 1 0,0 0 0,-1-1 0,1 1 0,-1 0 0,1 0 0,-1-1 0,1 1 0,-1 0 0,0 0 0,1 0 0,-1 0 0,0 0 0,0 0 0,-1-1 0,-1-3 0,-1-1-300,1 0 0,-1 0 0,-1 0 0,1 0 0,-1 0 0,0 1 0,0 0 0,0 0 0,-1 0 0,0 1 0,0 0 0,0 0 0,0 0 0,-1 1 0,-9-4 0,7 3-328,0 1 0,-1 1 0,1-1 1,0 1-1,-1 1 0,0 0 0,1 0 0,-1 1 1,0 0-1,1 1 0,-15 2 0,-23 9-10097,21 1 6091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57.85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76 4 10517,'-3'0'341,"0"0"1,0 0-1,0 0 1,0 0-1,1 0 1,-1 0-1,0 1 1,0 0 0,0-1-1,1 1 1,-1 0-1,0 0 1,1 1-1,-1-1 1,0 0-1,1 1 1,0 0-1,-1-1 1,1 1-1,0 0 1,0 0-1,-3 4 1,3 0-197,-1-1 1,1 1 0,1 0-1,-1 0 1,1 0-1,0 0 1,1 0 0,-1 0-1,2 12 1,-1-15 7,0 1-1,0-1 1,0 0 0,1 0 0,-1 0 0,1 0-1,0 0 1,0 0 0,0 0 0,0 0 0,1 0-1,-1 0 1,1 0 0,0-1 0,3 6 0,1-3 366,0 0 1,1 0 0,-1 0 0,14 7 0,12 7 1458,-24-16-1653,0 0-1,-1 0 1,1 0 0,0-1 0,0-1 0,1 1 0,-1-1 0,0-1 0,1 1 0,-1-2-1,14-1 1,6 2 376,-12-2-569,0 0 0,0-1-1,0-1 1,-1 0 0,0-1 0,0-1 0,0 0-1,0-1 1,17-11 0,-30 16-132,0 1 0,0-1 0,0 0 0,0 1 0,0-1 0,-1 0 0,1 0 0,0 0 0,-1 0 0,1-1 0,-1 1 0,0 0 0,0-1 0,0 1 0,0 0 0,0-1 0,-1 1 0,1-1 0,-1 1 0,1-1 0,-1 0 0,0 1 0,0-1 0,0 1 0,0-1 0,-1 0 0,0-2 0,1-7 0,0 10 0,-1-1 0,0 1 0,1-1 0,-1 1 0,0-1 0,0 1 0,0 0 0,-1 0 0,1-1 0,-1 1 0,1 0 0,-1 0 0,0 1 0,1-1 0,-1 0 0,0 0 0,-3-1 0,-39-25 0,41 26 0,-3-1 0,0 1 0,-1-1 0,1 1 0,0 0 0,-1 1 0,1 0 0,-1 0 0,0 0 0,-12 1 0,-62 9 0,50-5 0,10 0-459,1 0 0,-1 1 0,-35 15 0,55-20-5,0 1-1,-1 0 0,1-1 1,-1 1-1,1 0 0,0 0 1,0 0-1,-1 0 0,1 0 0,0 0 1,0 0-1,0 0 0,0 0 1,-1 2-1,-7 6-7155,-14-6-365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01.89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3301 55 3986,'-30'-8'12695,"13"3"-8605,-4 2-3467,15 2-493,0 0-1,-1 0 1,1 0 0,0-1 0,-1 0-1,-10-5 1,-21-5 170,-61 2-134,43 9-98,-10 0 516,-99 12-1,27-7-511,-152 37-35,146-14 59,2-1-34,1 1-118,-46 12 141,18-13-29,-86 10-56,-85 6 118,299-38-124,1-2 0,-64-4 0,31 0 13,-52 13 70,124-11-77,-13-1-10,0 1-1,0 1 0,0 0 1,0 1-1,0 0 0,-17 6 1,-38 8 79,67-15-78,1-1 0,-1 1 0,0 0 0,0-1 0,0 0 0,-1 1 0,1-1 0,0 0 0,0 0 0,0 0 0,0 0 0,-3-1 0,5 1 10,-1-1 1,1 1-1,-1 0 0,0-1 0,1 1 1,-1 0-1,1 0 0,-1 0 0,0 0 1,1 0-1,-1 0 0,0 0 0,1 0 1,-1 0-1,1 0 0,-1 0 1,0 0-1,1 0 0,-1 0 0,0 0 1,1 1-1,-1-1 0,1 0 0,-1 0 1,1 1-1,-1-1 0,1 1 0,-1-1 1,1 0-1,-1 1 0,1-1 1,-1 1-1,1-1 0,-1 1 0,1-1 1,0 1-1,-1-1 0,1 1 0,0 0 1,0-1-1,-1 1 0,1-1 1,0 1-1,0 0 0,0-1 0,0 1 1,0 1-1,0-2 1,0 1 0,0-1 0,0 1-1,0 0 1,0-1 0,-1 1 0,1-1 0,0 1 0,0-1 0,0 1 0,0-1 0,-1 1 0,1-1 0,0 1-1,-1-1 1,1 1 0,0-1 0,-1 0 0,1 1 0,0-1 0,-1 0 0,1 1 0,-1-1 0,1 0 0,-1 1-1,1-1 1,-1 0 0,1 0 0,-1 1 0,1-1 0,-1 0 0,1 0 0,-1 0 0,1 0 0,-1 0-1,1 0 1,-1 0 0,0 0 0,1 0 0,-1 0 0,0 0 0,-7 11 486,-5-3-214,-21 13 730,27-6-770,7-14-215,0 1 1,-1-1-1,1 0 0,-1 1 0,0-1 0,1 1 0,-1-1 0,0 0 1,0 0-1,0 1 0,0-1 0,0 0 0,0 0 0,0 0 1,-1 0-1,1 0 0,-3 1 0,-2 3 72,-1 1 0,1-1 0,0 1 0,0 0 0,1 0 0,0 1 0,0 0 0,0 0 0,1 0 0,0 0 0,0 1 0,1 0 0,-4 14 0,-16 30 332,14-35-291,1 0 1,1 0 0,-8 30 0,-2 7 229,9-33-219,2 0 0,0 1-1,1-1 1,2 1 0,-2 32 0,4-43-48,0 0-1,-1 0 1,0-1-1,-6 19 1,4-19-13,1 1 0,1 0 0,0 0 0,-2 19 0,-14 115 353,18 138-363,0-280-68,0 0 1,0 0 0,1 0-1,0 0 1,-1 0 0,1 0-1,0 0 1,0-1-1,3 5 1,-3-4-17,1 0-1,-1 0 1,0 0 0,0 0-1,0 0 1,0 0 0,-1 0-1,1 0 1,-1 5-1,1-6 16,0-1-1,-1 1 0,1-1 0,0 1 0,0 0 0,-1-1 0,1 0 0,1 1 0,-1-1 0,0 1 0,0-1 0,0 0 0,1 0 0,-1 0 0,0 0 0,1 0 0,-1 0 0,1 0 0,0 0 0,-1-1 0,1 1 0,0 0 0,-1-1 0,3 1 0,37 8 260,-10-9-136,6 1-7,0-2 0,0-2 0,41-8 1,230-43 32,-168 36-157,-74 11-1,247-19 11,-243 22-23,171-18 68,12 10-60,-179 8 15,313-35 11,-169 13-16,-153 21 0,-1-3 0,87-21 0,-52 10 0,-80 17 0,0-1 0,0-1 0,0-1 0,0 0 0,-1-1 0,31-15 0,-23 9 0,-23 11 0,-1 0 0,1 0 0,0 0 0,-1 0 0,1 0 0,-1-1 0,0 1 0,0-1 0,1 1 0,-1-1 0,0 0 0,0 0 0,0 0 0,-1 0 0,3-3 0,-1 1 0,-1 1 0,1-1 0,0 1 0,0-1 0,0 1 0,0 0 0,0 0 0,1 1 0,0-1 0,6-3 0,-7 4 0,0 0 0,1 0 0,-1 0 0,0 0 0,0-1 0,-1 1 0,1-1 0,0 0 0,-1 0 0,3-4 0,29-50 0,-13 24 0,-16 28 0,-1 0 0,-1-1 0,1 0 0,-1 0 0,4-10 0,53-116 0,-43 88 0,-11 32 0,-1-1 0,0 1 0,-1-1 0,0 0 0,-1 0 0,-1 0 0,2-17 0,-4 24 0,1-1 0,0 0 0,0 1 0,1-1 0,-1 0 0,1 1 0,6-12 0,7-25 0,-10 24 0,-2 10 0,-1 0 0,0 1 0,0-1 0,0-16 0,-2 15 0,2-1 0,0 1 0,0-1 0,1 1 0,0 0 0,0 0 0,9-17 0,-7 18 0,0-1 0,-1 0 0,-1 0 0,0-1 0,0 1 0,-1-1 0,2-19 0,5-41 0,1-5 0,-10-60 0,-1 134-250,1 1 1,0 0-1,0-1 1,-1 1-1,1 0 1,-1 0-1,1 0 1,-1-1-1,0 1 1,1 0-1,-1 0 1,0 0-1,0 0 1,0 0-1,0 0 1,0 0-1,0 0 1,0 0-1,0 1 1,0-1-1,0 0 1,0 1-1,-1-1 1,1 1-1,0-1 1,0 1-1,-1-1 1,1 1-1,0 0 1,-1 0-1,-1 0 1,-1-1-848,1 0 1,0 1-1,-1 0 0,1 0 1,0 0-1,-1 1 1,1-1-1,0 1 1,-7 1-1,10-2 851,-1 1 1,1-1-1,0 1 1,-1-1-1,1 1 1,0-1-1,-1 1 1,1-1-1,0 1 0,-1-1 1,1 1-1,0-1 1,0 1-1,0-1 1,0 1-1,-1-1 1,1 1-1,0 0 0,0-1 1,0 1-1,0-1 1,0 1-1,1 0 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58.61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192 106 6003,'-61'24'12755,"22"-15"-10642,38-9-2177,-3 2 234,0 0 0,1 0 0,-1 1 0,1-1-1,0 1 1,-1-1 0,1 1 0,1 0 0,-1 0 0,0 1 0,1-1 0,-1 1 0,1-1 0,0 1 0,-2 3-1,4-6-113,0 0 0,0-1 0,0 1 0,-1 0 0,1-1 0,0 1 0,-1 0 0,1-1 0,0 1 0,-1-1 0,1 1 0,-1 0 0,1-1 0,-1 1 0,1-1 0,-1 0-1,1 1 1,-1-1 0,0 1 0,1-1 0,-2 1 0,2-1-11,-1 0 0,0 0-1,1 1 1,-1-1 0,1 0 0,-1 1-1,0-1 1,1 0 0,-1 1-1,1-1 1,-1 1 0,1-1 0,0 1-1,-1-1 1,1 1 0,-1-1-1,1 1 1,0 0 0,0-1 0,-1 1-1,1-1 1,0 1 0,0 0 0,0-1-1,-1 1 1,1 0 0,0-1-1,0 1 1,0 0 0,0-1 0,0 1-1,0 0 1,1-1 0,-1 1 0,0 0-1,0-1 1,0 1 0,1-1-1,-1 1 1,0 0 0,0-1 0,1 1-1,-1-1 1,1 1 0,-1-1 0,0 1-1,2 0 1,1 3 164,1 0 1,-1 0-1,1-1 1,0 1-1,0-1 1,0 0-1,1 0 0,-1 0 1,1-1-1,-1 1 1,1-1-1,0 0 1,0-1-1,0 1 0,0-1 1,0 0-1,1 0 1,-1-1-1,0 1 1,0-1-1,1 0 0,-1-1 1,0 1-1,0-1 1,0 0-1,0 0 1,8-3-1,-9 3-209,-1 0 0,1 0 0,0 0 0,-1 0 0,1-1 0,-1 1 0,1-1 0,-1 0 0,0 0 0,0 0 0,0 0 0,0-1 0,0 1 0,0-1 0,-1 0 0,1 0 0,-1 0 0,1 0 0,-1 0 0,0 0 0,-1-1 0,1 1 0,-1-1 0,1 1 0,-1-1 0,0 0 0,0 1 0,-1-1 0,1 0 0,-1 0 0,0 1 0,1-1 0,-2 0 0,0-5 0,1 7 0,0 0 0,0 0 0,0 0 0,0 1 0,-1-1 0,1 0 0,-1 0 0,0 1 0,1-1 0,-1 0 0,0 1 0,0-1 0,0 0 0,0 1 0,0-1 0,0 1 0,0 0 0,-2-2 0,-6-8 0,6 4 0,-1 0 0,0 0 0,0 0 0,-1 1 0,0-1 0,0 1 0,0 1 0,-10-9 0,-39-21-2391,45 31 1486,1 1 0,-1 0-1,0 0 1,1 1 0,-1 0 0,0 1-1,0-1 1,-14 1 0,4 1-5946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58.90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77 146 5058,'-8'8'1647,"0"-1"-1,-1 1 1,0-2-1,-1 1 1,-16 8 0,25-13-1432,0 0 0,0 0 0,0 1 0,1-1 0,-1 1 0,0-1 0,1 0 0,0 1 0,0-1 0,-1 1 0,2-1 0,-1 1 0,0-1 0,1 5 0,-1-4 161,0-2-322,0-1 0,0 1-1,-1 0 1,1 0 0,0-1-1,0 1 1,0 0 0,0 0-1,0 0 1,0 0 0,0-1 0,0 1-1,0 0 1,0 0 0,0 0-1,1-1 1,-1 1 0,0 0 0,1 0-1,-1-1 1,0 1 0,1 0-1,-1-1 1,1 1 0,-1 0-1,1-1 1,-1 1 0,1-1 0,0 1-1,-1-1 1,1 1 0,0-1-1,-1 1 1,1-1 0,0 0-1,-1 1 1,1-1 0,0 0 0,0 1-1,0-1 1,-1 0 0,1 0-1,0 0 1,0 0 0,1 0 0,-1 0 28,1 0 1,-1 0 0,0 0 0,0 0 0,0 1 0,1-1-1,-1 0 1,0 1 0,0-1 0,0 1 0,1-1-1,-1 1 1,0-1 0,0 1 0,0 0 0,0 0 0,0-1-1,0 1 1,-1 0 0,1 0 0,1 1 0,0 0 113,-1-1 1,0 1-1,1-1 0,0 0 1,-1 1-1,1-1 1,0 0-1,-1 0 0,1 0 1,0 0-1,0-1 1,0 1-1,0-1 0,0 1 1,0-1-1,0 1 1,0-1-1,0 0 0,0 0 1,0 0-1,0 0 0,2-1 1,53-11 3878,-34 6-2921,-20 5-1140,1 1 1,-1-1 0,1 0 0,-1 0 0,1-1-1,-1 1 1,0-1 0,0 1 0,0-1 0,0 0-1,0 0 1,0-1 0,0 1 0,0 0 0,3-5-1,-4 3-18,0 0 0,0-1 1,-1 1-1,1 0 0,-1-1 0,0 1 0,0-1 0,-1 1 0,1-1 0,-1 1 0,0-9 0,0 2 4,1 7 0,-1-1 0,0 1 0,0 0 0,0-1 0,0 1 0,-1-1 0,1 1 0,-1 0 0,0 0 0,0-1 0,-1 1 0,0 0 0,1 0 0,-1 0 0,0 1 0,-1-1 0,-3-4 0,-17-19 0,21 23 0,-1 0 0,0 1 0,1 0 0,-1 0 0,0 0 0,-1 0 0,1 0 0,0 0 0,-1 1 0,0-1 0,1 1 0,-8-3 0,-22-13-1123,22 10-979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59.1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216 130 10757,'-35'-10'10447,"-21"9"-5227,42 1-4672,-21 7 1120,18-3-1407,10 9 612,-3-10-452,10-3-371,-1 0 0,1 0 1,-1 0-1,0 0 0,1 0 0,-1 0 1,1 0-1,-1 1 0,1-1 0,-1 0 1,1 0-1,-1 0 0,1 1 0,-1-1 1,1 0-1,-1 1 0,1-1 0,-1 0 1,1 1-1,0-1 0,-1 1 0,1-1 1,-1 1-1,1-1 0,0 1 0,0-1 1,-1 1-1,1-1 0,0 1 0,0-1 1,0 1-1,-1-1 0,1 1 0,0-1 1,0 2-1,5 2 609,12 7-552,11 3-88,-27-14-20,0 0 0,0 0 0,1 0 0,-1 0 0,0 0 1,0 0-1,1-1 0,-1 1 0,0 0 0,0-1 0,0 1 1,0-1-1,0 1 0,1-1 0,-1 1 0,0-1 0,0 0 1,0 0-1,-1 1 0,1-1 0,0 0 0,0 0 1,0 0-1,-1 0 0,2-2 0,21-16 1,-21 19 0,-1-1 0,0 0 0,0 1 0,0-1 0,1 0 0,-1 0 0,0 1 0,0-1 0,0 0 0,0 0 0,0 0 0,0 0 0,-1-1 0,1 1 0,0 0 0,0 0 0,-1 0 0,1-1 0,-1 1 0,1 0 0,-1 0 0,0-1 0,1 1 0,-1-1 0,0 1 0,0 0 0,0-1 0,0-1 0,0 1 0,0 1 0,0-1 0,0 0 0,0 1 0,0-1 0,0 0 0,-1 1 0,1-1 0,0 0 0,-1 1 0,0-1 0,1 0 0,-1 1 0,0-1 0,0 1 0,0 0 0,0-1 0,0 1 0,0 0 0,0-1 0,0 1 0,-1 0 0,-1-2 0,-3-2 0,5 4 0,0 0 0,0 0 0,1 0 0,-1 0 0,0 0 0,1 0 0,-1-1 0,1 1 0,0 0 0,-1 0 0,1 0 0,0-1 0,-1 1 0,1 0 0,0 0 0,0-1 0,0 1 0,1-2 0,-2-9 0,0 10 0,-1 0 0,1 1 0,0-1 0,-1 0 0,0 1 0,1-1 0,-1 1 0,0-1 0,0 1 0,1 0 0,-1 0 0,0 0 0,-3-1 0,-8-6 0,-1-2-1867,13 9 1527,0 1 0,0 0 0,-1-1 0,1 1 0,0 0 0,0 0 0,0 0-1,0 0 1,-1 0 0,1 0 0,0 0 0,0 0 0,0 0 0,-1 1 0,1-1 0,0 0 0,0 1 0,0-1-1,0 1 1,0-1 0,0 1 0,0 0 0,0-1 0,0 1 0,0 0 0,0 0 0,0 0 0,1 0 0,-2 1-1,-11 10-6307,2-2 3598,7-6 1498,-1 8-3141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4:59.4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67 95 5779,'0'0'23216,"1"0"-23114,-1 0 0,0 0-1,0-1 1,0 1 0,0 0 0,0 0 0,0-1 0,0 1 0,0 0 0,0 0 0,0-1 0,0 1 0,0 0 0,0 0 0,0-1 0,0 1 0,0 0 0,0-1 0,0 1 0,0 0 0,0 0 0,-1-1 0,1 1 0,0 0 0,0 0-1,0 0 1,0-1 0,-1 1 0,1 0 0,0 0 0,0 0 0,0-1 0,-1 1 0,1 0 0,0 0 0,-1 0 0,-4-3-102,-30-13 0,34 16 0,0 0 0,0 0 0,0 0 0,0 0 0,0 0 0,0 1 0,0-1 0,1 0 0,-1 0 0,0 1 0,0-1 0,0 0 0,0 1 0,1-1 0,-1 1 0,0-1 0,0 1 0,1-1 0,-1 1 0,0 0 0,1-1 0,-1 1 0,1 0 0,-1 0 0,1-1 0,-1 1 0,1 0 0,-1 0 0,1 0 0,0 0 0,-1-1 0,1 1 0,0 0 0,0 0 0,0 0 0,0 0 0,0 0 0,0 0 0,0 0 0,0 0 0,0 0 0,0-1 0,0 1 0,1 1 0,-1-2 0,0 0 0,0-1 0,1 1 0,-1-1 0,0 1 0,0 0 0,1-1 0,-1 1 0,0 0 0,1-1 0,-1 1 0,0 0 0,1 0 0,-1-1 0,0 1 0,1 0 0,-1 0 0,1 0 0,-1 0 0,1-1 0,-1 1 0,0 0 0,1 0 0,-1 0 0,1 0 0,-1 0 0,1 0 0,-1 0 0,1 0 0,-1 0 0,0 0 0,1 0 0,-1 1 0,1-1 0,-1 0 0,0 0 0,1 0 0,-1 0 0,1 1 0,-1-1 0,0 0 0,1 0 0,-1 1 0,0-1 0,1 0 0,-1 1 0,0-1 0,0 0 0,1 1 0,-1-1 0,1 1 0,-1-1 2,0-1-1,0 1 1,0-1 0,0 1 0,0-1-1,0 1 1,0-1 0,0 1 0,0-1-1,0 1 1,1 0 0,-1-1 0,0 1-1,0-1 1,1 1 0,-1-1 0,0 1-1,1 0 1,-1-1 0,0 1 0,1 0-1,-1-1 1,0 1 0,1 0 0,-1-1-1,1 1 1,-1 0 0,1 0 0,-1 0-1,1-1 1,-1 1 0,1 0 0,-1 0-1,1 0 1,-1 0 0,1 0 0,-1 0-1,1 0 1,0 0 0,0 0-11,-1 0 1,1 0-1,-1 0 1,1 0-1,-1 0 1,1 0-1,-1 0 1,1 0-1,0 0 0,-1 0 1,1-1-1,-1 1 1,1 0-1,-1 0 1,1-1-1,-1 1 1,1 0-1,-1 0 1,0-1-1,1 1 1,-1-1-1,1 1 1,-1 0-1,0-1 0,1 1 1,-1-1-1,0 1 1,0-1-1,1 1 1,-1-1-1,0 1 1,0-1-1,0 1 1,1-1-1,-1 1 1,0-1-1,0 0 0,0 1 1,0-1-1,0 0 1,0-1-395,0 0-1,1 1 1,0-1 0,-1 0-1,1 1 1,0-1 0,0 0-1,0 1 1,0-1 0,0 1 0,0-1-1,0 1 1,0 0 0,1-1-1,-1 1 1,0 0 0,1 0-1,-1 0 1,1 0 0,0 0 0,2-1-1,12-11-4892,-11-11-2265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03.30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2738 43 4738,'-1'0'95,"1"1"-1,-1-1 1,0 0-1,1 0 1,-1 0 0,1 0-1,-1 0 1,0 0-1,1 0 1,-1 0-1,1 0 1,-1 0-1,1 0 1,-1 0 0,0 0-1,1-1 1,-1 1-1,1 0 1,-1 0-1,1-1 1,-1 1 0,1 0-1,-1-1 1,1 1-1,-1 0 1,1-1-1,-1 1 1,1-1-1,0 1 1,-1-1 0,1 1-1,0-1 1,-1 1-1,1-1 1,0 1-1,0-1 1,0 1 0,-1-1-1,1 1 1,0-1-1,0 0 1,0 1-1,0-1 1,0 0-1,-24-2 1102,-33 3-996,21-1 320,0 1-1,-1 2 1,-59 11-1,83-11-166,-1 0 0,0-1-1,1 0 1,-1-1 0,-15-1 0,-15 0 174,-107 13 1138,-129 14-62,72 11-176,189-36-1333,-185 27 666,22-5 3,36-5-240,-142 22 904,152-16-922,-12 1-260,-2 1-69,128-25-174,11 0 8,0-1 0,0 1-1,1 1 1,-1 0-1,1 0 1,-17 7-1,13-4 55,-1 0-1,0 0 0,0-2 0,0 1 0,0-2 0,-1 0 0,1-1 1,-30-2-1,-24 17 1183,64-16-942,1 0-117,-15 0-62,14 0 102,10 2-299,-2-1 59,-2-1 18,0 0 0,0 1 1,0-1-1,0 1 0,1-1 0,-1 1 1,0-1-1,0 1 0,0 0 0,0-1 1,-1 1-1,1 0 0,0 0 0,0 0 1,0 0-1,-1 0 0,1 0 0,0 0 1,-1 0-1,1 0 0,-1 0 0,1 0 1,-1 0-1,1 1 0,-1-1 0,0 0 1,0 0-1,0 0 0,0 0 0,0 1 1,0-1-1,0 0 0,0 0 0,0 0 1,-1 3-1,1-3 5,0 0 1,1 0-1,-1 1 1,0-1-1,0 0 1,1 0-1,-1 0 1,1 0-1,-1 0 1,1 1-1,-1-1 1,1 0-1,0 0 1,0 0-1,-1 0 1,1 0-1,0-1 1,0 1-1,0 0 1,2 1-1,-2-1-1,0 0 0,0-1 0,0 1 0,0 0 0,0 0 0,0 0-1,0 0 1,0 0 0,-1 1 0,1-1 0,0 0 0,-1 0 0,1 1 0,0-1 0,-1 0 0,0 0-1,1 1 1,-1-1 0,0 1 0,0-1 0,0 2 0,1 3 61,-1 0 0,1 0 0,0 1 0,0-1 0,1 0 0,2 7 0,-2-7 28,0 0 1,-1-1-1,1 1 1,-1 0-1,-1 1 1,1 6-1,-2 9 256,1-12-74,-1 0 0,1 0 0,0 0 0,1 0 0,1 0-1,2 12 1,4-3 62,-6-13-227,1 0-1,-1 1 0,0-1 1,0 0-1,-1 1 0,1 0 1,-2-1-1,1 9 1,-1 17-44,2-1 1,1 1-1,1-1 1,11 39-1,-7-45-71,-5-17 0,0 0 0,-1 0 0,1 0 0,-2 1 0,0-1 0,1 15 0,0 8 0,2 0 0,0 1 0,2-1 0,17 51 0,1 2 0,-22-46 0,-2-32 0,0-1 0,1 1 0,-1 0 0,1 0 0,3 10 0,7 14 0,-5-16 0,-1 0 0,0 1 0,-1-1 0,0 1 0,3 29 0,-7-42 0,0 0 0,0 0 0,0 0 0,0 0 0,1-1 0,-1 1 0,1 0 0,-1 0 0,1 0 0,0 0 0,-1-1 0,1 1 0,0 0 0,0-1 0,0 1 0,1-1 0,-1 1 0,3 2 0,-3-3 0,0 0 0,0 0 0,0 0 0,0 0 0,0 1 0,0-1 0,0 0 0,0 1 0,-1-1 0,1 0 0,0 1 0,-1-1 0,1 1 0,-1-1 0,0 1 0,0-1 0,1 1 0,-1 2 0,0 0 0,0-1 0,1 1 0,0 0 0,-1-1 0,1 1 0,1-1 0,-1 1 0,0-1 0,1 1 0,0-1 0,0 0 0,0 0 0,0 0 0,0 0 0,1 0 0,-1-1 0,1 1 0,0 0 0,-1-1 0,1 0 0,0 0 0,1 0 0,-1 0 0,0 0 0,0-1 0,1 0 0,-1 1 0,1-1 0,-1 0 0,5 0 0,36-2 0,77-14 0,-30 3 0,74-15 0,11 1 0,-89 21 0,-24 1 0,65-11 0,43-4 0,-104 14 0,272-22 0,-99 12 0,43 3 0,-119-3 0,-107 11 0,-45 4 0,-1 0 0,1-1 0,0-1 0,0 0 0,14-5 0,22-2 0,-36 7 0,-1 0 0,1 0 0,-1-1 0,11-5 0,-17-3 0,-2-3 0,6 2 0,-5 7 0,0 1 0,-1-1 0,0 0 0,0 0 0,0 0 0,0 0 0,-1-1 0,0 1 0,0-1 0,-1 1 0,1-1 0,-1 0 0,0 1 0,-1-1 0,1 0 0,-1-6 0,0-309 0,-1 302 0,-1 1 0,0 0 0,-10-36 0,-3-13 0,10 43 0,-2 0 0,-1 0 0,-12-26 0,-4-12 0,-24-71 0,-69-133 0,91 198 0,-1-3 0,22 64 0,3 2 0,-1 1 0,1-1 0,0 0 0,0 0 0,0 0 0,0 0 0,1 0 0,0 0 0,0 0 0,1 0 0,-1-1 0,1-5 0,0 10-199,0 0 1,0 0-1,0 0 1,0 0-1,0 0 0,0 0 1,0-1-1,0 1 1,1 0-1,-1 0 0,0 0 1,1 0-1,-1 0 1,0 0-1,1 0 0,0 0 1,-1 0-1,1 0 1,-1 1-1,1-1 0,0 0 1,0 0-1,-1 0 1,1 1-1,2-2 0,23 0-9074,-12 3 6275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03.8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30 10325,'1'21'3705,"0"-16"-3410,0 1 0,-1-1-1,0 1 1,0-1 0,-1 1 0,1-1 0,-1 1 0,0-1 0,-3 9-1,0-6-199,0-1 0,1 1 0,0 0 0,1 0 0,-1 0 0,2 0 0,-1 0 0,1 0 0,0 1 0,1-1 0,0 10 0,0-4 201,1 1 0,0-1 0,1 1 0,0-1 0,1 0 0,1 0 1,7 19-1,-3 0 340,-7-27-531,1 0 0,-1 1 0,1-1 0,0 0 0,1 0 0,3 6 0,17 31 533,-15-27-307,0 1-1,2-2 0,-1 1 1,2-1-1,0-1 1,1 0-1,19 18 1,-17-23-21,-1 0 0,2-1 1,-1 0-1,1-1 0,31 9 1,-13-6 203,-22-7-26,1 1 0,0-1-1,0-1 1,22 2 0,-18-4-176,0-1 1,0 0-1,0-1 1,-1-1-1,1 0 1,-1-1-1,1-1 1,24-11-1,3-6-312,-36 20 0,-1-1 0,1 0 0,-1 0 0,0-1 0,0 0 0,-1 0 0,1 0 0,-1-1 0,0 1 0,0-1 0,0-1 0,6-9 0,-5 7 0,-1 2 0,0-1 0,-1 1 0,0-1 0,0 0 0,0 0 0,-1 0 0,0 0 0,0-1 0,-1 1 0,0-1 0,2-14 0,-2-21 0,-1 34 0,0-1 0,-1 0 0,0 1 0,-1-1 0,0 1 0,0-1 0,-5-16 0,1 9 0,-2-1 0,0 1 0,0 0 0,-2 0 0,0 1 0,-20-27 0,16 28 0,0 0 0,-1 1 0,0 0 0,-1 1 0,-1 1 0,-32-21 0,13 18 0,0 0 0,-2 3 0,1 1 0,-44-8 0,69 17 0,0 1 0,0 0 0,0 1 0,0 0 0,0 1 0,1 0 0,-1 0 0,0 1 0,0 1 0,1 0 0,0 0 0,-1 1 0,1 0 0,1 1 0,-1 0 0,1 1 0,-1 0 0,-13 12 0,20-14-45,0-1 0,0 1 0,1-1 0,0 1 0,0 0-1,0 0 1,0 0 0,0 0 0,1 0 0,0 0 0,0 0 0,0 1 0,0-1 0,1 0 0,-1 1 0,1-1-1,0 0 1,1 1 0,-1-1 0,1 0 0,0 1 0,2 6 0,-1-2-291,1 1-1,0-1 1,1 0 0,0 0 0,1 0 0,0-1-1,0 1 1,0-1 0,9 9 0,7 2-3305,0-1 1,36 22 0,-18-13 130,-24-17 2378,1-1 0,1 0 0,0-1 1,0-1-1,1-1 0,-1 0 0,35 6 0,-37-9 433,35 9-1371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04.36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0 865 1729,'45'-15'3460,"-39"12"-2678,-1 1 1,0-1-1,0 0 1,0-1-1,0 1 1,-1-1-1,1 0 1,-1 0-1,0-1 1,0 1-1,0-1 1,-1 0-1,0 0 1,0 0-1,0 0 1,3-8-1,10-32 4271,-13 40-4395,-1-1 1,0 0 0,0 0 0,0 0-1,-1 0 1,0 0 0,0 0-1,0-10 1,-1-103 2636,0 116-3295,0 0 0,0 0 0,-1 0 0,1 0 0,-1 0 0,0 0 0,0 0 0,0 0 0,0 1 0,0-1 0,-1 0 0,1 1 0,-4-5 0,4 5 0,-1 0 0,1 0 0,0 0 0,-1 0 0,1-1 0,0 1 0,0 0 0,1-1 0,-1 1 0,0-1 0,1 1 0,0-1 0,-1-3 0,1 5 0,0-1 0,0 1 0,-1-1 0,1 1 0,0-1 0,-1 1 0,1-1 0,-1 1 0,0-1 0,1 1 0,-1 0 0,0-1 0,0 1 0,0 0 0,0 0 0,-2-2 0,-4-11 0,8 18 0,-1 0 0,0-1 0,0 1 0,0-1 0,0 1 0,-1-1 0,1 1 0,-1-1 0,0 0 0,0 1 0,0-1 0,-1 0 0,1 0 0,-1 1 0,-2 2 0,2-3 0,0 0 0,0 0 0,1 0 0,-1 0 0,1 1 0,0-1 0,0 0 0,0 1 0,0-1 0,1 1 0,-1-1 0,1 1 0,0-1 0,0 1 0,0-1 0,0 1 0,1-1 0,-1 1 0,1-1 0,2 6 0,2 3 0,-2-7 0,0 1 0,-1 0 0,1 0 0,-1 0 0,-1 0 0,1 0 0,-1 0 0,0 10 0,1 0 0,0-1 0,1 1 0,0-1 0,1 1 0,1-1 0,1 0 0,0 0 0,1-1 0,0 0 0,1 0 0,1-1 0,0 0 0,13 14 0,1 12 0,-22-35 0,1 0 0,-1-1 0,1 1 0,0-1 0,1 1 0,-1-1 0,1 0 0,-1 0 0,1 0 0,0 0 0,0 0 0,0-1 0,0 1 0,1-1 0,4 3 0,-1-1 0,1 0 0,-1 0 0,1-1 0,-1 0 0,1 0 0,12 2 0,-17-5 0,0 0 0,-1 1 0,1-1 0,-1-1 0,1 1 0,-1 0 0,1-1 0,-1 1 0,1-1 0,-1 1 0,1-1 0,-1 0 0,0 0 0,1 0 0,-1-1 0,0 1 0,0-1 0,0 1 0,0-1 0,0 1 0,0-1 0,0 0 0,-1 0 0,1 0 0,1-3 0,11-11 0,-11 13 0,1-1 0,-1 0 0,0 0 0,0 0 0,0 0 0,3-8 0,9-22 0,-13 30 0,1-1 0,-1 0 0,0-1 0,0 1 0,-1 0 0,1-1 0,-1 1 0,0 0 0,0-9 0,-1-226 0,2 233 0,4 16 0,1 2 0,-4-1 0,2 8 0,29 38 0,-26-39 0,2 0 0,0-1 0,19 23 0,-25-34-29,14 16-2239,0 0-1,2-2 1,1 0 0,45 32-1,-60-48 1807,0-1 0,1 1 0,-1-1 0,1-1 0,-1 1 0,1-1 0,0 0 0,0-1 0,0 0-1,-1 0 1,1 0 0,0-1 0,0 0 0,0 0 0,-1 0 0,1-1 0,-1 0 0,1-1 0,-1 0-1,0 1 1,0-2 0,0 1 0,6-6 0,-8 6 276,63-62-1082,-62 59 1338,1 0 0,-1-1-1,0 1 1,-1-1-1,0 0 1,0 0 0,0-1-1,-1 1 1,3-11-1,-2-14 1456,-2 1 0,-3-57 0,-1 29 784,1 17 1349,-2 0 1,-16-76-1,14 101-2428,0 2 0,-2-1-1,-11-21 1,3 6-893,-16-26-208,24 47-135,1-1-1,0 0 1,-8-23 0,-4-8 6,18 41 0,-1-1 0,0 1 0,0-1 0,0 1 0,0 0 0,0-1 0,0 1 0,0 0 0,0 0 0,-1 0 0,1 0 0,0 0 0,-1 0 0,1 0 0,-1 0 0,1 0 0,-1 1 0,1-1 0,-1 1 0,0-1 0,-1 0 0,1 11 0,1-1 0,0 1 0,1-1 0,1 17 0,-1-13 0,0-4 0,-1 5 0,1-1 0,1 1 0,0-1 0,0 1 0,2-1 0,-1 1 0,2-1 0,5 15 0,63 174 0,-23-58 0,-43-124-323,0 0 0,4 33 1,-6-33-632,0 0 0,1-1 0,8 22 0,-4-18-1211,1-1-1247,-2 0 1,7 27-1,-7-10-2361,15-11 973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04.80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47 682 9476,'-2'-5'1124,"-1"0"-1,1 1 1,0-1-1,0 0 0,0 0 1,1 0-1,-1-1 1,1 1-1,0 0 0,1 0 1,0-7-1,0 9-754,-1 0 0,1 0 0,0 0 0,-1 0 0,0 1 0,1-1 0,-1 0 1,0 0-1,0 1 0,-1-1 0,1 1 0,0-1 0,-4-3 0,3 4-120,1-1 1,-1 1-1,1 0 1,0-1-1,0 1 1,0 0-1,0-1 1,0 0 0,0 1-1,1-1 1,-1 1-1,1-1 1,-1-4-1,2 3-199,-1 0 0,0 0 0,1 0 0,0-1 0,0 1 0,0 0 0,0 1 0,1-1 0,0 0 0,0 0 0,0 1 0,0-1 0,0 1 0,1-1 0,-1 1 0,1 0 0,0 0 0,0 0 0,0 1 0,0-1 0,1 1 0,3-3 0,5-3-50,1 1 0,-1 0 0,2 1 0,-1 1 0,1 0 0,-1 0 0,23-3 0,20-8 0,-2-1 0,-38 13 0,1-1 0,-1 0 0,0-1 0,-1-1 0,0 0 0,0-1 0,0-1 0,-1 0 0,0-1 0,24-23 0,-24 18 0,-11 13 0,0-1 0,0 1 0,-1-1 0,1 0 0,-1 0 0,1 0 0,-1-1 0,0 1 0,0-1 0,-1 1 0,1-1 0,-1 1 0,0-1 0,1 0 0,-2 0 0,1 1 0,0-9 0,-1-117 0,1 128 0,-1-1 0,0 0 0,-1 1 0,1-1 0,0 1 0,0-1 0,-1 1 0,1-1 0,-1 0 0,1 1 0,-1 0 0,0-1 0,1 1 0,-1-1 0,0 1 0,0 0 0,0 0 0,0-1 0,0 1 0,0 0 0,0 0 0,-3-2 0,-3-3 0,7 5 0,-1 0 0,1 0 0,0 1 0,-1-1 0,1 0 0,-1 0 0,1 1 0,-1-1 0,0 0 0,1 1 0,-1-1 0,0 1 0,1-1 0,-1 1 0,0-1 0,0 1 0,1-1 0,-1 1 0,0 0 0,0 0 0,0-1 0,1 1 0,-1 0 0,0 0 0,0 0 0,0 0 0,-1 0 0,-17 14 0,11-6 0,6-5 0,0 0 0,0 1 0,0-1 0,0 0 0,0 1 0,1-1 0,-1 1 0,1-1 0,0 1 0,0 5 0,-1-2 0,-12 34 0,10-32 0,1 0 0,1-1 0,-1 1 0,1 1 0,1-1 0,0 0 0,0 10 0,-1 25 0,1-25 0,1 0 0,0 0 0,1 0 0,5 24 0,33 128 0,-34-151 0,0-1 0,1 0 0,1-1 0,0 0 0,2 0 0,0 0 0,20 27 0,-13-14 0,-15-29 0,0 1 0,0-1 0,0 0 0,0 0 0,0 1 0,1-1 0,-1 0 0,1 0 0,0 0 0,-1 0 0,1-1 0,0 1 0,0 0 0,0-1 0,0 1 0,0-1 0,4 2 0,-1-1 0,0 0 0,1 0 0,-1 0 0,0-1 0,1 0 0,-1 0 0,1 0 0,-1-1 0,1 1 0,-1-1 0,6-1 0,-8 0 0,0 1 0,0-1 0,0 0 0,0 0 0,0 0 0,-1 0 0,1 0 0,0 0 0,-1-1 0,1 1 0,-1-1 0,1 0 0,-1 0 0,0 0 0,0 0 0,0 0 0,0 0 0,0-1 0,0 1 0,-1-1 0,1 1 0,0-4 0,37-56 0,-31 29 0,-1 1 0,-2-1 0,-1 0 0,-1 0 0,-2 0 0,-4-37 0,2 0 0,0 65 0,1 0 0,-1 0 0,0 0 0,0 0 0,-1 1 0,-3-10 0,-3-16 0,7 68 0,0-21 0,0-1 0,1 1 0,2 0 0,2 19 0,2-13 0,0 1 0,2-1 0,14 31 0,0 7 0,-19-47 0,2-1 0,0 1 0,7 14 0,0-6-94,0 0-1,8 26 1,6 10-4752,26 13-7360,-8-14 3868,-36-43 5510,7-11 723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05.10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0 585 1393,'42'-48'4769,"-36"44"-4169,-1-1 1,0 0 0,0 0 0,-1-1-1,0 1 1,0-1 0,0 0 0,0-1 0,-1 1-1,0 0 1,0-1 0,2-10 0,34-65 6119,-19-22 1292,-12 13-3949,2 65-4063,-8 22 0,0 0 0,0-1 0,-1 1 0,1-1 0,-1 1 0,0-1 0,0 1 0,0-1 0,-1 0 0,0 1 0,0-1 0,0 0 0,0 1 0,-1-1 0,0 0 0,-1-6 0,-8-6 0,8 14 0,1 1 0,-1 0 0,1 0 0,0-1 0,-1 1 0,1-1 0,1 1 0,-1-1 0,0 0 0,0 1 0,1-1 0,-1-4 0,1 7 0,1-1 0,-1 1 0,0-1 0,0 1 0,0 0 0,0-1 0,0 1 0,-1-1 0,1 1 0,0 0 0,0-1 0,0 1 0,0 0 0,0-1 0,0 1 0,-1 0 0,1-1 0,0 1 0,0 0 0,-1-1 0,1 1 0,0 0 0,0-1 0,-1 1 0,1 0 0,0 0 0,-1-1 0,1 1 0,0 0 0,-1 0 0,1 0 0,0 0 0,-1-1 0,1 1 0,-1 0 0,1 0 0,0 0 0,-1 0 0,1 0 0,-1 0 0,1 0 0,0 0 0,-1 0 0,1 0 0,0 0 0,-1 0 0,1 1 0,-1-1 0,1 0 0,0 0 0,-1 0 0,1 0 0,0 1 0,-1-1 0,1 0 0,0 0 0,-1 1 0,1-1 0,0 0 0,0 0 0,-1 1 0,-25 20 0,23-18 0,-2 3 0,-1 1 0,1 1 0,1-1 0,0 1 0,-7 15 0,2-5 0,-8 34 0,14-38 0,1-4 0,0 1 0,1 0 0,0-1 0,1 1 0,1 20 0,1 4 0,-2-30 0,1 0 0,-1 0 0,1 0 0,1 0 0,-1 0 0,4 8 0,4 25 0,-9-37 0,0 1 0,0-1 0,0 0 0,0 0 0,0 0 0,1 0 0,-1 0 0,0 0 0,1 0 0,-1 0 0,1 0 0,-1 0 0,1 0 0,-1 0 0,1 0 0,0 0 0,-1 0 0,1-1 0,0 1 0,0 0 0,0 0 0,0-1 0,-1 1 0,1 0 0,0-1 0,2 1 0,0 0 0,1 0 0,-1 0 0,1 0 0,-1 0 0,1-1 0,0 0 0,-1 0 0,6 0 0,0-1 0,-1 0 0,1 0 0,-1-1 0,0 0 0,1 0 0,7-5 0,38-15 0,-46 20 0,-1 0 0,0-1 0,0 0 0,0 0 0,0 0 0,0-1 0,11-9 0,35-24 0,-12 10 0,-37 24 0,1 0 0,0 0 0,-1 1 0,1 0 0,1 0 0,-1 0 0,10-2 0,4-1 0,-16 4 0,0 0 0,0 0 0,0 1 0,0-1 0,0 1 0,0 0 0,0 0 0,0 0 0,-1 1 0,1-1 0,0 1 0,5 1 0,12 10 0,-17-10 0,0-1 0,1 1 0,-1 0 0,0 0 0,0 0 0,-1 1 0,1-1 0,0 0 0,-1 1 0,1 0 0,-1 0 0,0 0 0,0 0 0,2 4 0,23 21 0,-24-25 0,1 0 0,-1-1 0,0 1 0,0 0 0,0 0 0,-1 1 0,1-1 0,-1 1 0,4 6 0,-1 1 0,0 0 0,0-1 0,1 0 0,0 0 0,8 9 0,-8-10 0,-5-7-211,0 0-1,0 0 1,1-1-1,-1 1 1,0 0-1,1-1 1,-1 1 0,1-1-1,0 0 1,-1 1-1,1-1 1,0 0-1,0 0 1,-1 0 0,4 1-1,18 0-19664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05.22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95 349 5699,'-19'-53'6531,"19"-16"-2017,-28 17-2209,28-1-1217,0 11-415,-19 15-593,19 1-1329,0 10-1920,-28 6-1810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06.6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338 5238 2993,'-142'109'6387,"122"-93"-6311,15-13-63,0 0 1,0 1-1,0 0 0,0 0 0,1 0 0,-1 1 1,1 0-1,0-1 0,-4 9 0,6-8 5,0-1-1,0 0 0,-1 0 1,1 0-1,-1 0 0,0 0 1,0 0-1,-4 3 0,-13 19 222,-15 28 394,32-48-574,1 0 1,0 0-1,0 0 1,0 0-1,1 1 0,-1-1 1,2 1-1,-1-1 1,1 7-1,0-12-50,0-1-1,0 1 1,0 0-1,-1-1 0,1 1 1,0-1-1,0 1 0,0-1 1,0 1-1,-1-1 1,1 1-1,0-1 0,0 0 1,-1 1-1,1-1 1,0 1-1,-1-1 0,1 0 1,0 1-1,-1-1 0,1 1 1,-1-1-1,1 0 1,0 0-1,-1 1 0,1-1 1,-1 0-1,1 0 0,-1 0 1,1 1-1,-1-1 1,1 0-1,-1 0 0,1 0 1,-1 0-1,0 0 0,1 0 1,-1 0-1,0 0 2,0 0 0,1 0 0,-1 0 0,1 0 0,-1 0 0,1 0 0,-1 0 0,1 0 0,-1 0 0,1 0 0,-1 0 0,1 1 0,-1-1 0,1 0 0,-1 0 0,1 1-1,0-1 1,-1 0 0,1 0 0,-1 1 0,1-1 0,0 1 0,-1-1 0,1 0 0,0 1 0,-1-1 0,1 1 0,0-1 0,0 1 0,-1-1 0,1 1 0,0-1 0,0 1 0,0-1 0,0 1 0,0-1 0,0 1 0,0 0-1,0 2 424,4-3 332,15 0 393,-14 0 435,-5-21 3713,1 15-4847,0-1 1,1 0-1,0 0 0,0 1 0,1 0 0,0-1 0,0 1 0,1 0 0,3-6 0,-1 3-159,0-1-1,-1 0 0,0 0 1,-1 0-1,4-16 0,-4 4-5,-2 11-193,0 0-1,0 0 0,1 1 1,0-1-1,1 1 0,0 0 1,7-10-1,23-37 549,-2-2 0,44-110 0,-51 112-291,2 2 0,69-101 0,-29 50-231,-30 52-73,55-63 0,11-14 43,16-22 300,2-4-79,17-18-275,-38 53-51,136-159 8,98-69 0,-157 167 0,144-101 0,-194 187 0,195-112 0,155-51 0,-310 172 0,383-194 0,3 0 0,20 15 0,-208 122 0,-121 50 0,-140 52 0,203-74 0,-63 37 0,180-55 0,-178 63 0,192-54 0,-318 94 0,622-142 0,-641 156 0,675-94 0,-646 100 0,385-23 0,720 40 0,-924 24 0,-74-4 0,408 56 0,-6 48 0,-175-6 0,-338-81 0,188 90 0,-155-45 0,-139-73 0,1 1 0,-2 0 0,0 1 0,0 1 0,16 20 0,-19-17 0,2 1 0,-1 0 0,22 38 0,-28-41 0,7 13 0,-2 1 0,0 0 0,12 42 0,-11-30 0,-15-39 0,0 0 0,1 1 0,-1-1 0,-1 1 0,1 0 0,-1 0 0,0-1 0,0 13 0,-1 47 0,-32-90 0,-27-40 0,12 12 0,35 37 0,10 14 0,0 0 0,0 0 0,1 0 0,-1 0 0,1-1 0,-1 1 0,1 0 0,0-1 0,0 1 0,0-1 0,0 0 0,0 1 0,1-1 0,-1 0 0,1 0 0,0 1 0,0-1 0,0-3 0,0 3 0,0 1 0,0-1 0,-1 0 0,1 0 0,-1 0 0,0 1 0,1-1 0,-1 0 0,-1 1 0,-1-6 0,3 8 0,-1 0 0,1 0 0,0-1 0,0 1 0,0 0 0,0 0 0,0 0 0,0 0 0,0 0 0,0 0 0,0-1 0,-1 1 0,1 0 0,0 0 0,0 0 0,0 0 0,0 0 0,0 0 0,0 0 0,-1 0 0,1 0 0,0 0 0,0 0 0,0 0 0,0 0 0,0-1 0,-1 1 0,1 0 0,0 0 0,0 0 0,0 0 0,0 1 0,-1-1 0,1 0 0,0 0 0,0 0 0,0 0 0,0 0 0,0 0 0,-1 0 0,1 0 0,0 0 0,0 0 0,0 0 0,0 0 0,0 0 0,0 1 0,-1-1 0,1 0 0,0 0 0,-3 20 0,3 594 0,0-612 0,-1 0 0,1 0 0,-1 0 0,0 0 0,0 0 0,0 0 0,0-1 0,0 1 0,0 0 0,0 0 0,-1-1 0,1 1 0,0-1 0,-1 1 0,0-1 0,1 0 0,-1 0 0,0 0 0,1 1 0,-1-2 0,0 1 0,0 0 0,0 0 0,0 0 0,0-1 0,-3 1 0,0 1 0,0-1 0,0 0 0,1 0 0,-1-1 0,0 1 0,0-1 0,0 0 0,0 0 0,0-1 0,-7-1 0,-3-4 0,0 0 0,1-1 0,0-1 0,1-1 0,0 0 0,0 0 0,1-1 0,-17-18 0,12-13 0,17 39 0,1 1 0,0 0 0,0 0 0,-1 0 0,1 0 0,0-1 0,0 1 0,0 0 0,0 0 0,0 1 0,0-1 0,0 0 0,0 0 0,0 0 0,1 1 0,-1-1 0,0 1 0,1-1 0,-1 1 0,2-1 0,35-8 0,-3 8 0,0-2 0,41-10 0,-11 2 0,13-11 0,-45 16-587,-1-2 1,1-1-1,-2-2 1,1-1-1,-2-2 1,40-22-1,-65 33-806,-1 0 0,1 0 0,-1 0 0,1 0 0,-1 0 1,0-1-1,0 0 0,5-6 0,-5-8-5256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08.03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188 353 880,'-1'-17'11535,"1"17"-11430,0-1 0,0 1 0,0 0 0,0-1 0,0 1 0,0 0 1,0-1-1,0 1 0,1 0 0,-1-1 0,0 1 0,0 0 0,0-1 0,0 1 0,0 0 0,0-1 1,1 1-1,-1 0 0,0-1 0,0 1 0,1 0 0,-1 0 0,0-1 0,0 1 0,1 0 0,-1 0 0,0 0 1,1-1-1,-1 1 0,0 0 0,1 0 0,0 0 21,0 0 0,0 0-1,-1 0 1,1 0 0,0 0 0,0 0 0,0 0 0,0 0 0,0 0-1,-1 0 1,1-1 0,0 1 0,0 0 0,0 0 0,-1-1 0,1 1-1,0-1 1,0 1 0,-1-1 0,1 1 0,0-1 0,-1 1 0,1-1-1,-1 1 1,1-1 0,-1 0 0,1 1 0,-1-1 0,1 0 0,-1 0-1,1 1 1,-1-1 0,0 0 0,0 0 0,1 0 0,-1 1 0,0-1-1,0 0 1,0 0 0,0 0 0,0 0 0,0 0 0,0 1 0,0-1-1,0-1 1,0-1 1200,0-20 8436,0 130-9650,-1-103-112,1-6 0,-1-17 0,1 16 0,0 0 0,0-1 0,0 1 0,0-1 0,1 1 0,-1-1 0,1 1 0,0 0 0,2-6 0,4 3 0,-6 5 0,1-1 0,-1 1 0,1-1 0,-1 1 0,0-1 0,1 0 0,-1 1 0,0-1 0,0 0 0,0 0 0,0 0 0,-1 0 0,1 0 0,0 0 0,-1 0 0,0 0 0,1 0 0,-1 0 0,0 0 0,0 0 0,0 0 0,0 0 0,0 0 0,-1-4 0,1-5 0,0 0 0,2 0 0,-1 0 0,1 1 0,1-1 0,4-13 0,-5 18 0,0 0 0,-1 0 0,0 0 0,0-1 0,-1 1 0,0 0 0,0 0 0,0 0 0,-2-8 0,0-11 0,3 15 0,0 12 0,-6 20 0,2-16 0,1 0 0,0 1 0,0-1 0,0 1 0,0-1 0,1 1 0,0 0 0,1 0 0,0 11 0,-1-14 0,1 0 0,-1 1 0,0-1 0,0 0 0,0 0 0,0 0 0,-1 0 0,1 0 0,-5 6 0,4-7 0,0 1 0,1 0 0,-1 0 0,1 0 0,-1 0 0,1 0 0,0 0 0,1 0 0,-1 6 0,0-4 0,1 0 0,-1-1 0,0 1 0,0-1 0,0 1 0,-1-1 0,0 1 0,-4 8 0,4-10 0,0 1 0,0 0 0,0 0 0,1 0 0,-1 0 0,1 0 0,0 0 0,0 9 0,1-1 0,-1 1 0,-1-1 0,-4 16 0,-3 33 0,8-55 0,1 0 0,-1 1 0,-1-1 0,1 0 0,-1 0 0,-6 14 0,6-15 0,-1 0 0,1 1 0,0-1 0,1 1 0,-1 0 0,1 12 0,-9 46 0,7-52 0,1-1 0,0 1 0,0 17 0,2 37 0,0-68 0,0-1 0,0 1 0,0-1 0,0 1 0,1-1 0,-1 1 0,1-1 0,-1 1 0,1-1 0,-1 1 0,1-1 0,0 1 0,0 0 0,-1-1 0,3-1 0,-2 2 0,0 0 0,0-1 0,0 0 0,0 1 0,0-1 0,-1 1 0,1-1 0,0 0 0,-1 0 0,1 1 0,-1-1 0,0 0 0,0 0 0,1 0 0,-1-2 0,0 1 0,0 1 0,0-1 0,1 1 0,-1-1 0,1 1 0,0-1 0,0 1 0,0-1 0,0 1 0,0 0 0,0 0 0,4-4 0,-3 3 0,-1 1 0,1-1 0,-1 1 0,1-1 0,-1 0 0,0 0 0,0 1 0,0-1 0,0 0 0,-1 0 0,1 0 0,-1 0 0,1-3 0,8-40 0,-7 40 0,0-1 0,0 0 0,-1 0 0,0 0 0,0-8 0,0 8 0,-1 0 0,1 1 0,1-1 0,-1 1 0,1-1 0,0 1 0,3-7 0,-2 6 0,-1 1 0,1-1 0,-1 0 0,-1 1 0,0-1 0,0 0 0,1-9 0,-2-373 0,0 387 0,-1 0 0,1 1 0,0-1 0,0 0 0,-1 0 0,1 0 0,-1 1 0,1-1 0,-1 0 0,0 1 0,0-1 0,0 1 0,0-1 0,0 0 0,0 1 0,0 0 0,0-1 0,-2 0 0,2 1 0,0-1 0,-1 1 0,1 0 0,0 0 0,0-1 0,0 1 0,1 0 0,-1-1 0,0 1 0,0-1 0,1 0 0,-1 1 0,1-1 0,-1 1 0,1-1 0,0 0 0,-1-3 0,2-11 0,-3-4 0,2 20 0,-1-1 0,1 1 0,-1 0 0,1 0 0,-1 0 0,1 0 0,-1 0 0,1 0 0,-1 0 0,1 0 0,-1 0 0,1 0 0,-1 0 0,1 1 0,-1-1 0,1 0 0,-1 0 0,1 0 0,0 1 0,-1-1 0,1 0 0,-1 0 0,1 1 0,0-1 0,-1 0 0,1 1 0,-1-1 0,1 0 0,0 1 0,0-1 0,-1 1 0,1 0 0,-8 27 0,-10-13 0,13-12 0,0 1 0,0 0 0,1 0 0,-1 0 0,1 1 0,0 0 0,0-1 0,0 1 0,-4 9 0,2 8 0,6-18 0,-1-1 0,0 1 0,0-1 0,0 1 0,0-1 0,0 0 0,-1 0 0,0 1 0,1-1 0,-1 0 0,-4 4 0,-1 3 0,-1 1 0,1 1 0,1 0 0,-8 20 0,-12 21 0,24-48 0,1 0 0,0 1 0,0-1 0,0 1 0,1 0 0,0-1 0,1 10 0,-1-3 0,31-34 0,33-46 0,-51 56 0,1 1 0,-1 0 0,2 0 0,0 2 0,0 0 0,22-10 0,10-5 0,-42 21 0,0 1 0,0 0 0,1 0 0,-1 0 0,1 1 0,-1-1 0,1 1 0,-1 1 0,11-1 0,-13 1 0,1 0 0,-1 0 0,0 1 0,0-1 0,0 1 0,0 0 0,0 0 0,0 0 0,0 0 0,0 0 0,0 1 0,-1-1 0,1 1 0,0 0 0,-1-1 0,0 1 0,1 1 0,-1-1 0,3 4 0,1 0 0,1 0 0,-1 0 0,1-1 0,0 1 0,13 5 0,16 15 0,39 27-4594,-39-31-5124,-25-15 6483,10 8-3661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25.04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265 104 176,'0'-3'118,"-1"0"-1,1 0 0,-1 1 1,0-1-1,0 0 1,0 0-1,-1 0 1,1 1-1,-3-4 1,-2-5 1788,1 9-948,1 1-696,2 1-76,0-1 1,0 1-1,0-1 1,1 1-1,-1-1 1,0 0-1,0 0 1,1 0-1,-1 0 0,0 0 1,1 0-1,-1 0 1,1 0-1,-1-1 1,1 1-1,0-1 1,-1 1-1,1-1 0,0 1 1,0-1-1,0 0 1,0 1-1,1-1 1,-1 0-1,0 0 1,0-4-1,1 4 924,0 2-1051,0 0 0,0 0 1,1 0-1,-1-1 0,0 1 1,0 0-1,0 0 0,0 0 1,0 0-1,1 0 0,-1 0 1,0-1-1,0 1 0,0 0 1,0 0-1,0 0 0,0 0 0,0-1 1,1 1-1,-1 0 0,0 0 1,0 0-1,0 0 0,0-1 1,0 1-1,0 0 0,0 0 1,0 0-1,0-1 0,0 1 0,0 0 1,0 0-1,0 0 0,0-1 1,0 1-1,-1 0 0,1 0 1,0 0-1,0 0 0,0-1 1,0 1-1,0 0 0,0 0 0,0 0 1,0 0-1,-1 0 0,1-1 1,0 1-1,0 0 0,0 0 1,0 0-1,-1 0 0,1 0 1,0 0-1,0 0 0,0 0 1,0-1-1,-1 1 0,-25-10 10633,25 22-7120,-2-7-4744,1-3 1268,0 0-1,0 1 1,1-1-1,-1 0 1,1 1-1,-1-1 0,1 1 1,0 0-1,0-1 1,0 1-1,1 0 1,-1-1-1,0 1 0,1 0 1,0 0-1,0 0 1,0 4-1,1 72 2204,0-42-1431,1 2-667,2-1 0,18 74 0,0 4-134,-2-43-67,-1-8 0,-12-13 0,-4-31 0,0 0 0,9 33 0,-2-17 0,8 66 0,4 19 0,25 38 0,-45-152 0,-1-1 0,0 0 0,0 1 0,-1-1 0,0 0 0,0 8 0,3 33 0,2-32 0,-3-10 0,0 1 0,0-1 0,-1 1 0,1 0 0,-1 13 0,0-41 0,1-9 0,-2 0 0,-6-53 0,2 63 0,0 3 0,1 0 0,-1-33 0,2 26 0,0 1 0,-1-1 0,-11-40 0,2 14 0,-6-12 0,-3-21 0,13 35 0,-2 0 0,-2 1 0,-20-49 0,-64-134 0,83 201 0,-3-6 0,7 17 0,1-1 0,-10-33 0,17 49 0,0 0 0,-1 0 0,1 0 0,-1 0 0,0 0 0,0 0 0,0 1 0,0-1 0,0 0 0,-5-3 0,-8-11 0,4-3 0,-4-4 0,10 26 0,3 18 0,1 7 0,0-18 0,1 0 0,0 0 0,0 0 0,1 0 0,0 1 0,4 11 0,45 140 0,-43-136 0,0 0 0,5 41 0,9 30 0,-6-49 0,9 27 0,-3 1 0,17 107 0,-17-101 0,-3-16 0,-12-24 0,-5-30 0,1 1 0,0-1 0,1 0 0,0 0 0,5 13 0,-5-18 0,1 2 0,-1 0 0,1 0 0,-1 0 0,-1 1 0,0-1 0,0 1 0,0 0 0,0 12 0,-2-11 0,1 1 0,1-1 0,-1 0 0,5 11 0,2 31 0,-8-51 0,0 1 0,0-1 0,0 1 0,0-1 0,1 1 0,-1 0 0,0-1 0,1 1 0,-1-1 0,1 1 0,-1-1 0,1 1 0,0-1 0,-1 0 0,1 1 0,0-1 0,0 0 0,0 1 0,0-1 0,0 0 0,1 0 0,0 1 0,-1-1 0,0 0 0,0 0 0,0-1 0,0 1 0,0 0 0,0 0 0,0 0 0,0 0 0,-1 1 0,1-1 0,0 0 0,-1 0 0,1 0 0,-1 0 0,0 1 0,1-1 0,-1 0 0,0 0 0,0 1 0,1-1 0,-1 0 0,-1 2 0,3-22 0,-2 1 0,0-1 0,-6-34 0,-2 33 0,5 13 0,1 0 0,-1 0 0,1 0 0,0-1 0,1 1 0,0-1 0,-1-14 0,-2-50 0,-3 0 0,-16-70 0,-5-38 0,25 147 0,-2 0 0,-17-63 0,-1-4 0,20 78 0,-2 0 0,-11-34 0,-27-92 0,38 139 0,1 0 0,1-1 0,0 1 0,0-1 0,1 0 0,1 0 0,-1 0 0,1 0 0,1-12 0,0 16 0,-1 22 0,5 31 0,7-6 0,20 65 0,-23-82 0,-1 0 0,3 31 0,12 40 0,-14-68 0,-1-1 0,3 33 0,-6-30 0,14 48 0,-13-57 0,-1-1 0,3 26 0,2 16 0,30 127 0,-29-140 0,1-1 0,23 57 0,-27-65-2573,-8 29-6397,0-28 4020,1-27-2114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26.0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174 243 3970,'-2'-2'250,"1"1"-1,-1-1 1,1 0 0,-1 1 0,1-1-1,0 0 1,0 0 0,0 0-1,0 0 1,0 0 0,1 0 0,-1 0-1,1 0 1,-1 0 0,1 0 0,0 0-1,-1-1 1,1 1 0,0 0 0,1-2-1,-1 1-81,0 0-1,0 1 0,0-1 0,-1 1 1,1-1-1,-1 1 0,1-1 0,-1 1 0,0-1 1,0 1-1,-2-5 0,-7-4 273,9 10-308,0 0-1,0 0 1,-1-1-1,1 1 1,0 0 0,1-1-1,-1 1 1,0 0-1,0-1 1,0 1-1,1-1 1,-1 1 0,1-1-1,-1 0 1,1 1-1,0-1 1,0 1 0,-1-1-1,1 0 1,0 1-1,1-3 1,-1-1-189,0-8 4391,0 8-203,0 14-2953,0-6-947,-1 0 1,1 0-1,0-1 1,-1 1 0,0 0-1,1-1 1,-1 1-1,0-1 1,-3 5-1,3-3-29,-1-1 0,1 0 0,-1 0 0,1 1-1,0-1 1,1 1 0,-1-1 0,0 1 0,1-1-1,0 4 1,1 27 1026,0-8-317,-2 0-1,-5 47 0,-2-38-775,4-19-136,0 0 0,1 1 0,-1 31 0,4 849 1,0-895 0,-1-8 0,0-25 0,1 19 0,0 0 0,1 0 0,5-24 0,-1 20 0,0 0 0,-1-1 0,-1 0 0,0 0 0,-1 0 0,-1-32 0,-1-564 0,-1 592 0,-1 0 0,-1 0 0,-6-20 0,5 22 0,0 0 0,-1-38 0,3 32 0,0 1 0,-2 0 0,-1-1 0,-1 1 0,-1 1 0,-9-24 0,14 41 0,0-1 0,1 1 0,0-1 0,1 0 0,0 1 0,0-14 0,1 0 0,-1 19 0,0 0 0,0 0 0,-1 0 0,1 0 0,0 0 0,-1 0 0,1 0 0,-1 0 0,1 0 0,-1 0 0,1 0 0,-1 0 0,1 0 0,-1 0 0,0 0 0,0 1 0,0-1 0,1 0 0,-1 0 0,0 1 0,0-1 0,0 1 0,0-1 0,0 1 0,-1-1 0,-4-3 0,2 44 0,3 42 0,-1-10 0,0-39 0,1 0 0,2 0 0,8 47 0,-1-44 0,-4-18 0,0 0 0,-1 0 0,1 29 0,-3-26 0,1 0 0,0 0 0,7 23 0,-4-24 0,-2 1 0,0-1 0,0 23 0,6 50 0,-5-67 0,2 47 0,-5-55 0,1-1 0,0 1 0,7 21 0,-5-23 0,0 1 0,-1 0 0,0 20 0,-2-14 15,1-1 0,5 26 0,2 35-241,-9-71-289,0 39-6234,0-2-10142,0-38 8524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31.5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30 562 5186,'-4'0'4445,"3"0"-4289,0 0 0,0 0-1,0 0 1,0 0 0,0 0 0,1 0 0,-1 0-1,0 1 1,0-1 0,0 0 0,1 0-1,-1 1 1,0-1 0,0 0 0,1 1 0,-1-1-1,0 1 1,0-1 0,1 1 0,-1-1-1,1 1 1,-1-1 0,0 1 0,1 0 0,-1-1-1,1 1 1,-1 0 0,1 0 0,-3 30 1598,3-20-2082,0 21 502,-1-16 3,1-1 1,0 0-1,6 29 0,17 56 1628,44 115 0,-42-135-807,-20-59-391,1-1 0,1 1 1,1-2-1,13 26 0,43 70 5089,-63-114-5645,-1 0 1,1 0 0,-1 0-1,1 0 1,-1 1-1,1-1 1,0 0 0,-1 0-1,1-1 1,0 1 0,0 0-1,0 0 1,0 0 0,0 0-1,0-1 1,0 1-1,0 0 1,0-1 0,0 1-1,0-1 1,0 1 0,0-1-1,0 0 1,1 1 0,-1-1-1,0 0 1,0 0-1,0 0 1,1 0 0,-1 0-1,0 0 1,0 0 0,1 0-1,-1-1 1,1 1-1,0-1-8,-1 0 0,1 0 0,0 0-1,-1-1 1,1 1 0,-1 0-1,0-1 1,1 1 0,-1 0 0,0-1-1,0 0 1,0 1 0,0-1-1,0 0 1,-1 1 0,1-1 0,0 0-1,-1 0 1,1 0 0,-1 1-1,1-1 1,-1 0 0,0 0 0,0 0-1,0-3 1,0-447-43,-2 415 0,-1 0 0,-14-61 0,6 42 0,-5-19 0,8 38 0,1 0 0,-4-63 0,11 97 0,0 0 0,0-1 0,-1 1 0,1 0 0,-1-1 0,0 1 0,0 0 0,0 0 0,0 0 0,0 0 0,-1 0 0,1 0 0,-5-5 0,5 6 0,-1 0 0,1-1 0,0 1 0,0 0 0,-1-1 0,1 1 0,1-1 0,-1 1 0,0-1 0,1 1 0,-1-1 0,1 1 0,0-6 0,-1 8-3,1 0 0,0-1 0,0 1 0,0 0 0,0-1 0,0 1 0,0-1 0,0 1 0,0 0 0,0-1 0,0 1 0,0-1-1,0 1 1,0 0 0,0-1 0,0 1 0,0 0 0,0-1 0,0 1 0,0-1 0,1 1 0,-1 0 0,0-1 0,0 1 0,0 0 0,1 0 0,-1-1 0,0 1 0,1 0 0,-1-1 0,0 1 0,0 0 0,1 0 0,-1 0 0,0-1 0,1 1 0,-1 0 0,1 0-1,-1 0 1,0 0 0,1 0 0,-1-1 0,0 1 0,1 0 0,-1 0 0,1 0 0,-1 0 0,0 0 0,1 0 0,-1 1 0,0-1 0,1 0 0,0 0 0,23 16-569,-6-3-170,149 104-7721,216 88-207,-358-191 8437,1 0 0,1-2 0,32 11 1,-11-9 104,73 19-2,-106-30 194,0-1 0,1 0-1,-1-1 1,0 0 0,29-3 0,-28-1 218,1 0 0,-2 0 0,1-2 0,0 0 0,-1-1 0,25-13 0,-29 13 408,-2-1 0,1 0 0,-1-1 0,0 0 0,0-1 0,-1 0 0,0 0 0,-1-1 0,13-19 0,-14 20-96,0-1 1,-1 1-1,0-1 0,0 0 1,-1 0-1,0-1 1,-1 1-1,0-1 1,0 0-1,-1 0 1,0-13-1,-2 6-209,1 1-49,0 0 0,-2 0 0,0 0 0,0 0 0,-2 1 1,0-1-1,-1 1 0,-12-30 0,3 10-336,-6-9 0,18 43 0,-1 0 0,1 0 0,-1 0 0,1 0 0,-1 1 0,0-1 0,0 1 0,0-1 0,0 1 0,0-1 0,0 1 0,0 0 0,0 0 0,-1 0 0,1 1 0,0-1 0,-5-1 0,-1 1 0,0 0 0,0 0 0,0 1 0,0 0 0,0 1 0,0-1 0,0 1 0,0 1 0,0 0 0,0 0 0,1 0 0,-11 5 0,-10 28 0,-17 3 0,-2 4 0,28-18 0,0 0 0,2 2 0,1 0 0,2 0 0,0 2 0,1 0 0,2 0 0,1 1 0,2 1 0,0-1 0,2 1 0,1 1 0,-1 57 0,6-76 0,0 9 0,0-1 0,5 27 0,-4-42 0,0 1 0,1-1 0,-1 0 0,1 1 0,0-1 0,1 0 0,-1 0 0,1 0 0,0 0 0,0-1 0,1 1 0,6 6 0,-1 7 0,-5-11 0,12-18 0,-15 10 0,3-3 0,0 1 0,0-1 0,0 0 0,-1 0 0,0-1 0,1 1 0,-2-1 0,1 0 0,4-8 0,13-33 0,-16 38 0,1 1 0,-2-1 0,1-1 0,-1 1 0,0 0 0,-1-1 0,0 0 0,0 1 0,0-10 0,-3 16 0,1 1 0,1 0 0,-1-1 0,0 1 0,0 0 0,0-1 0,1 1 0,-1 0 0,0-1 0,1 1 0,0 0 0,-1 0 0,1-1 0,0 1 0,-1 0 0,1 0 0,0 0 0,0 0 0,0 0 0,0 0 0,0 0 0,0 0 0,2-1 0,5-4 0,-7 5 0,-1 1 0,1-1 0,-1 1 0,1 0 0,-1-1 0,1 1 0,0 0 0,-1-1 0,1 1 0,0 0 0,-1 0 0,1 0 0,0-1 0,-1 1 0,1 0 0,0 0 0,-1 0 0,1 0 0,0 0 0,0 1 0,-1-1 0,1 0 0,0 0 0,-1 0 0,1 0 0,-1 1 0,1-1 0,1 1 0,20 19 0,22 44 0,-30-43 0,7 7 0,1-2 0,1-1 0,2-1 0,0-1 0,2-1 0,0-1 0,1-1 0,1-2 0,1-1 0,1-1 0,40 15 0,-62-28 0,1 0 0,-1 0 0,0-1 0,1 0 0,-1-1 0,1 0 0,0 0 0,-1-1 0,1-1 0,-1 1 0,1-2 0,18-4 0,-22 5 0,0-1 0,0 0 0,0-1 0,-1 0 0,1 0 0,0 0 0,-1 0 0,0-1 0,0 0 0,0 0 0,0-1 0,-1 1 0,0-1 0,0 0 0,0 0 0,0 0 0,-1-1 0,0 1 0,0-1 0,3-6 0,33-54 0,-36 49 0,-1 1 0,0-1 0,-1 1 0,-1-1 0,-2-24 0,0-8 0,2 19 0,2-9 0,-3-1 0,-1 0 0,-1 0 0,-3 1 0,-10-39 0,-14-24 0,-25-71 0,46 150 0,-1 1 0,-1 0 0,-1 0 0,0 1 0,-18-21 0,-14-2 0,44 44 0,0-1 0,-1 0 0,1 1 0,0-1 0,-1 1 0,1-1 0,-1 1 0,1-1 0,0 1 0,-1-1 0,1 1 0,-1-1 0,0 1 0,1-1 0,-1 1 0,1 0 0,-1-1 0,0 1 0,1 0 0,-1 0 0,0-1 0,1 1 0,-1 0 0,0 0 0,1 0 0,-1 0 0,0 0 0,0 0 0,-7 17 0,8 45 0,1-50 0,1 7 0,1 0 0,0-1 0,1 1 0,2-1 0,0 0 0,0 0 0,13 21 0,-1 3 0,-9-22 0,1-1 0,16 24 0,-1-2 0,100 161 0,-110-179 0,22 46 0,-27-48 0,1 1 0,0-2 0,18 22 0,16 17 0,29 33 0,-56-67 0,-16-21 0,1 0 0,-1 0 0,1 0 0,0-1 0,0 1 0,1-1 0,-1 0 0,1 1 0,5 3 0,46 15-1491,-51-20 1363,-1-1-1,1 0 1,0 0-1,-1 0 1,1-1 0,0 1-1,0-1 1,0 0-1,-1 0 1,1 0-1,0-1 1,0 1-1,-1-1 1,6-2-1,-1-2 0,0-1-1,0-1 0,-1 1 0,0-1 0,0-1 0,0 1 0,-1-1 0,8-13 1,1-5 401,20-42 0,-31 57-115,0 0 0,-1 0 0,-1 0 0,1-1 0,0-13 0,3-16 390,7-17 101,-4 22-172,-2-1 0,-1 0 1,1-50-1,-8 55-476,-1 19 0,1 0 0,1-1 0,0 1 0,1 0 0,1 0 0,4-19 0,4 16 0,-8 15 0,-1 0 0,0-1 0,0 1 0,0 0 0,0-1 0,0 1 0,0-1 0,0 0 0,-1 1 0,1-1 0,-1 1 0,1-1 0,-1 0 0,1 1 0,-1-5 0,3-2 0,4 16 0,6 20 0,78 145 0,-81-147 0,-2-8 0,0 0 0,18 31 0,-11-26 0,-1-3 0,-2 1 0,17 34 0,-22-41 0,0-1 0,0 1 0,19 22 0,-14-20 0,-1 0 0,13 25 0,-12-17-101,-6-15-389,0 1 1,-1 0 0,-1 1-1,5 14 1,17 56-10148,-21-55 4330,-5-13 283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31.7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66 54 21178,'-19'-27'8612,"-9"11"-5635,9 16-2977,19-10-2097,0 20-5506,19-10 3329,9 16-369,-9 11 113,28-17 385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32.08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292 931 5346,'0'0'201,"28"-7"2686,-7-3 3477,-20 8-5560,1 0 1,0 1-1,-1-1 1,0 0-1,1 0 0,-1 0 1,0 0-1,0 0 1,0-1-1,0 1 0,0 0 1,-1 0-1,1-1 1,-1 1-1,1 0 0,-1-1 1,0 1-1,0 0 1,0-5-1,-1 5-761,1-1 0,-1 1 0,1 0 0,-1 0 0,1 0 0,-1 0 0,0 1 0,0-1 0,0 0-1,0 0 1,0 0 0,-1 1 0,1-1 0,0 0 0,-1 1 0,1-1 0,-1 1 0,0 0 0,1 0 0,-1-1 0,0 1 0,0 0 0,0 0 0,0 1 0,0-1-1,0 0 1,0 1 0,0-1 0,0 1 0,0 0 0,0-1 0,0 1 0,0 0 0,-4 1 0,-1-2-9,-1 1 1,1 1-1,0-1 0,0 1 1,0 0-1,0 1 0,-1 0 1,2 0-1,-1 0 1,-7 4-1,9-3-34,-2 0 0,0 1 0,0 0 0,0 0 0,0 1 0,1-1 0,-1 1 0,1 1 0,0-1 0,1 1 0,-1 0 0,1 1 0,-7 11 0,7-10 0,0-1 0,0 0 0,-1 0 0,0-1 0,-11 10 0,12-12 0,1-1 0,0 1 0,0 0 0,0 0 0,1 1 0,-1-1 0,1 1 0,0-1 0,0 1 0,1 0 0,-1 0 0,1 1 0,-2 8 0,-10 37 0,10-37 0,0 0 0,1 1 0,0 0 0,-1 22 0,4-23 0,0 0 0,1 0 0,0 0 0,1 0 0,1-1 0,0 1 0,1-1 0,9 21 0,5 11 0,-17-39 0,1 0 0,0 0 0,1-1 0,-1 1 0,1 0 0,0-1 0,1 0 0,6 9 0,-6-10 0,3 3 0,0-1 0,0 1 0,1-1 0,0 0 0,17 9 0,-21-14 0,0 0 0,0 0 0,1 0 0,-1 0 0,0 0 0,1-1 0,-1 0 0,0 0 0,1 0 0,-1-1 0,0 1 0,1-1 0,-1 0 0,0 0 0,0-1 0,8-2 0,-3 0 0,-1-1 0,1 0 0,-1 0 0,0 0 0,0-1 0,0-1 0,-1 1 0,0-1 0,0 0 0,-1-1 0,0 1 0,0-1 0,0-1 0,6-14 0,0-5 0,-1 0 0,14-58 0,2-8 0,-21 75 0,-2-1 0,0 1 0,-2-1 0,0 1 0,-1-33 0,5-41 0,3 44 0,-5 32 0,-1-1 0,-1 0 0,0 0 0,-1 0 0,-3-36 0,-5 8 0,0 0 0,-2-69 0,8 80 0,-2 0 0,0 1 0,-3-1 0,-1 1 0,-1 0 0,-2 1 0,-26-61 0,17 37 0,18 50 0,-1 1 0,0 0 0,0-1 0,0 1 0,-1 0 0,0 0 0,0 1 0,-7-10 0,0 3 0,-16-14 0,26 26 0,0-1 0,-1 1 0,1 0 0,0 0 0,0 0 0,-1 0 0,1 0 0,0 0 0,-1 0 0,1 0 0,0 0 0,0 0 0,-1 0 0,1 0 0,0 0 0,0 0 0,-1 0 0,1 0 0,0 0 0,0 0 0,-1 0 0,1 1 0,0-1 0,0 0 0,-1 0 0,1 0 0,0 0 0,0 0 0,-1 1 0,1-1 0,0 0 0,0 0 0,0 1 0,0-1 0,0 0 0,-1 1 0,-2 21 0,1 33 0,1-24 0,1-1 0,1 0 0,5 35 0,10 39 0,12 58 0,-6-90 0,43 99 0,-8-24 0,45 106 0,-57-147-632,20 44-2781,-35-104-1994,-21-34 2374,-1 1 0,0 0 1,8 18-1,-13-12-2516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32.29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2 212 16007,'-1'-2'15047,"7"-5"-13334,1 5-1713,1 1 0,-1 0 0,1 0 0,-1 1 0,1 0 0,0 0 0,9 2 0,-5-1 0,0 0 0,0-1 0,0 0 0,18-3 0,3-3 0,-20 5 0,1-2 0,-1 1 0,0-2 0,15-5 0,-14 4 0,1 1 0,0 1 0,17-3 0,-14 4 0,-1-2 0,1 0 0,22-8 0,166-83-4800,-154 68-8696,-24 16 6644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32.71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479 358 2545,'-16'0'902,"-5"2"1003,0-2 0,1-1 1,-1-1-1,1 0 0,-1-2 0,1 0 0,-36-13 1,12 0 795,34 14-2189,0 0 0,0-1 0,1 0 0,-1 0 0,1-1 0,0 0 1,1-1-1,-1 0 0,1 0 0,0-1 0,0 0 0,-7-10 0,-9-13 1688,17 23-1783,1-1 0,1 1 1,-1-1-1,1 0 1,-6-13-1,-4-10-398,13 27-19,0 0-1,0 0 1,0 0 0,0 0 0,1 0-1,-1-1 1,1 1 0,0 0 0,1-1-1,-1-5 1,1 9 0,0-1 0,0 1 0,0-1 0,0 1 0,0-1 0,1 1 0,-1-1 0,1 1 0,-1 0 0,1-1 0,-1 1 0,1 0 0,0-1 0,0 1 0,-1 0 0,1 0 0,0 0 0,0 0 0,0-1 0,1 2 0,-1-1 0,1-1 0,-1 1 0,0 1 0,0-1 0,0 0 0,0 0 0,-1 1 0,1-1 0,0 0 0,0 0 0,-1 0 0,1 0 0,0 0 0,-1 0 0,1 0 0,-1 0 0,0 0 0,1 0 0,-1 0 0,0-1 0,1 1 0,-1 0 0,0-2 0,0 3 0,0-1 0,0 1 0,0 0 0,0-1 0,0 1 0,0-1 0,0 1 0,0-1 0,0 1 0,0 0 0,1-1 0,-1 1 0,0-1 0,0 1 0,0 0 0,1-1 0,-1 1 0,0 0 0,0-1 0,1 1 0,-1 0 0,0-1 0,1 1 0,-1 0 0,0 0 0,1-1 0,-1 1 0,1 0 0,-1 0 0,0 0 0,1 0 0,-1-1 0,1 1 0,-1 0 0,1 0 0,-1 0 0,0 0 0,1 0 0,-1 0 0,1 0 0,-1 0 0,1 0 0,-1 0 0,0 0 0,1 1 0,-1-1 0,1 0 0,-1 0 0,0 0 0,1 0 0,-1 1 0,1-1 0,-1 0 0,0 0 0,1 1 0,-1-1 0,0 0 0,0 1 0,1-1 0,-1 0 0,0 1 0,0-1 0,1 1 0,22 21 0,-22-19 0,1 0 0,-1 0 0,0 0 0,-1 0 0,1 0 0,-1 1 0,1-1 0,-1 0 0,0 0 0,0 0 0,0 4 0,1 18 0,58 211 0,-46-181-1952,9 20-5520,6 25-1523,-11-57 3945,9 8 778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32.83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3970,'28'36'5570,"-9"7"1073,-19-1 257,28-5-1154,-28-11-1808,0-10-3938,0 10 0,0-15 0,0 5 0,0 0 0,0-32 0,-28 0 0,28 5 0,0-4-4322,0 4-2609,0-5-128,0-10 528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45.98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122 25 15815,'-29'-17'14462,"16"10"-12844,12 7-1582,-1 0 0,1 0 1,0 0-1,-1 0 1,1 0-1,0 0 1,-1 1-1,1-1 1,0 0-1,-1 1 0,1-1 1,0 1-1,0-1 1,-1 1-1,1 0 1,0-1-1,0 1 0,0 0 1,0 0-1,0 0 1,0 0-1,0 0 1,-1 2-1,1-2-38,-5 7 2,0 1 0,1-1 0,0 1 0,0 0 0,1 1 0,1-1 0,-1 1 0,1 0 0,1 0 0,0 0 0,0 0 0,1 0 0,0 14 0,1 378 0,2-375 6,0-1 0,8 32 0,-4-32-36,-2 1 0,1 34 0,-4-15-1416,13 79 0,22 41-8460,-18-119 5996,3 12-907,-13-8 776,15-7 546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46.2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48 307 4034,'0'-9'1215,"-1"-1"-1,-1 1 1,1 0 0,-2-1-1,-4-13 1,4 15-313,0-1 0,1 1-1,0-1 1,0 0 0,0-12 0,2 15-508,-1 1 0,0-1-1,0 1 1,0-1 0,-1 1 0,-3-8 0,4 10-335,0 0 0,-1 0 0,1 0 0,0 0 0,0 0 0,1 0 0,-1-1 0,1 1 1,-1 0-1,1 0 0,0 0 0,0-1 0,1 1 0,-1 0 0,1 0 0,-1 0 0,3-5 0,1-1 7,-4 7-21,1-1-1,-1 1 1,1 0-1,0 0 1,0-1-1,0 1 1,1 0 0,-1 0-1,0 0 1,1 0-1,-1 0 1,1 1-1,0-1 1,-1 0-1,1 1 1,0-1-1,0 1 1,0 0-1,0-1 1,1 1-1,-1 0 1,0 0 0,0 0-1,5 0 1,23-4 898,-22 2-433,0 1 0,1 1 0,-1 0 0,1 0 0,0 1 0,-1 0 0,1 0 0,-1 1 0,1 0 1,0 0-1,-1 1 0,16 6 0,29 13 1012,-38-16-1245,-1 0 0,0 1 0,0 1-1,-1 0 1,0 1 0,20 14 0,-1 10-277,52 62 0,-58-63 0,-15-18 0,1 1 0,-2 1 0,0 0 0,-1 0 0,0 1 0,-2 0 0,1 0 0,-2 1 0,9 33 0,-10-21 0,-1 0 0,-1 0 0,-2 1 0,-3 52 0,0-63 0,-1 0 0,0 0 0,-2-1 0,0 1 0,-1-1 0,-1 0 0,-1 0 0,-13 23 0,2-13 0,-1 0 0,-1 0 0,-1-2 0,-1-1 0,-34 28 0,12-11 0,32-28 0,-2 0 0,0-1 0,-19 13 0,-1-1-2068,29-19 1182,-1 0-1,0-1 0,0 0 0,0 0 1,0-1-1,-1 0 0,0 0 0,1-1 0,-1 0 1,-1 0-1,1-1 0,-14 3 0,21-5 586,0 0-1,0 0 1,0-1-1,0 1 1,0 0-1,0 0 0,0-1 1,0 1-1,0-1 1,0 1-1,0-1 1,0 1-1,0-1 0,0 1 1,0-1-1,0 0 1,1 1-1,-1-1 0,0 0 1,1 0-1,-1 0 1,0 0-1,1 0 1,-2-1-1,2 0-46,-1 1 0,1-1 0,0 0-1,-1 0 1,1 0 0,0 0 0,0 1 0,0-1 0,0 0-1,0 0 1,0 0 0,1 0 0,-1 1 0,1-1 0,-1 0-1,1 0 1,0 1 0,-1-1 0,3-2 0,20-22-1904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46.58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0 694 1489,'41'-9'2012,"17"-3"1475,-1-2 0,97-39-1,-82 25-1812,-49 20-862,-1-1-1,29-16 1,65-34 2258,31-18 647,-116 59-2608,-20 13-489,-1-1 0,0-1-1,17-13 1,40-41 2816,-53 50-3245,-1 0 0,0 0 0,15-19-1,-24 26-180,0 0-1,0-1 1,-1 0-1,1 1 0,-1-1 1,0 0-1,-1-1 1,1 1-1,-1 0 1,0-1-1,-1 0 1,2-8-1,-2-11-9,-3-22 0,2 44 0,-1 1 0,1 0 0,-1 0 0,0 0 0,0 0 0,0 0 0,0 0 0,0 1 0,0-1 0,-1 0 0,1 0 0,-1 1 0,1-1 0,-1 1 0,1 0 0,-1-1 0,0 1 0,-2-2 0,-17-15 0,20 16 0,-1 1 0,1-1 0,-1 0 0,1 1 0,-1-1 0,1 1 0,-1 0 0,0 0 0,0-1 0,0 1 0,0 0 0,0 1 0,0-1 0,0 0 0,-3 0 0,-9 0 0,-1 1 0,0 1 0,1 1 0,-1 0 0,1 0 0,-1 2 0,1 0 0,0 0 0,1 1 0,-25 13 0,-40 33 0,66-43 0,1 1 0,1 0 0,0 0 0,0 1 0,0 0 0,2 1 0,-1 0 0,1 1 0,1-1 0,0 2 0,-7 16 0,-12 18 0,20-35 0,1 0 0,1 0 0,0 1 0,1-1 0,0 1 0,1 0 0,0 0 0,1 0 0,1 0 0,0 0 0,2 17 0,-1 14 0,0-38 0,-1 1 0,2 0 0,-1-1 0,1 1 0,0-1 0,0 0 0,0 0 0,1 0 0,0 0 0,0 0 0,5 6 0,52 62 0,-54-67 0,2 0 0,1-1 0,-1 0 0,1-1 0,0 0 0,0-1 0,0 1 0,1-2 0,0 1 0,0-1 0,-1-1 0,18 3 0,14 4 0,-16-3-582,1-2 0,0-1 1,1-1-1,-1-2 0,0 0 0,0-2 0,34-6 1,12 1-1232,-3-3-2708,-1-4 0,0-2 0,0-3 0,85-37 0,-78 25 922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47.91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527 582 3650,'0'-88'16682,"0"86"-16417,0 1-1,-1-1 1,1 0 0,0 0-1,-1 1 1,0-1 0,1 0-1,-1 1 1,0-1 0,0 1-1,0-1 1,0 1 0,0-1-1,0 1 1,0-1 0,0 1-1,-1 0 1,1 0 0,0 0-1,-1 0 1,1 0 0,-1 0-1,0 0 1,1 0 0,-1 0-1,0 1 1,1-1 0,-1 1 0,-3-1-1,1 0-30,0 0 0,1 1 0,-1-1 0,0 1 0,0 0 0,1 0 0,-1 0 0,0 1 0,0 0 0,1-1 0,-1 1 0,0 0 1,1 1-1,-4 1 0,-26 14 345,22-12-478,-1 1 0,1 1 1,-19 15-1,-11 2-101,33-21 0,1 1 0,-1 1 0,1-1 0,0 1 0,-7 7 0,-16 35 0,-23 18 0,39-50 0,1 0 0,1 1 0,0 1 0,1 0 0,-12 25 0,12-16 0,4-12 0,1 0 0,0 1 0,-6 26 0,0 17 0,6-30 0,1 1 0,-3 53 0,8-80 0,-1 3 0,1 0 0,-1 0 0,1 0 0,0 0 0,1 0 0,-1 0 0,1 0 0,0 0 0,0 0 0,1 0 0,-1 0 0,1-1 0,0 1 0,0 0 0,1-1 0,0 0 0,-1 1 0,6 4 0,3 5 0,-7-9 0,0-1 0,0 1 0,0-1 0,1 0 0,8 7 0,-11-10 0,0 0 0,0 0 0,0 0 0,1 0 0,-1-1 0,0 1 0,1-1 0,-1 1 0,0-1 0,1 0 0,-1 0 0,1 0 0,-1 0 0,0 0 0,1-1 0,-1 1 0,0-1 0,1 1 0,1-2 0,2 0 0,0-1 0,0 0 0,0 0 0,-1 0 0,1-1 0,-1 1 0,0-1 0,0-1 0,-1 1 0,1-1 0,-1 1 0,0-1 0,0-1 0,-1 1 0,1 0 0,-1-1 0,0 0 0,-1 0 0,4-10 0,18-32 0,-12 23 0,-1-1 0,15-53 0,-25 76 0,2-12 0,0-1 0,-1 0 0,-1 0 0,0 1 0,-1-1 0,-3-22 0,1-16 0,2 54 0,0 0 0,0 1 0,0-1 0,0 0 0,1 0 0,-1 0 0,0 0 0,0 0 0,0 1 0,1-1 0,-1 0 0,0 0 0,0 0 0,0 0 0,1 0 0,-1 0 0,0 0 0,0 0 0,1 0 0,-1 0 0,0 0 0,0 0 0,0 0 0,1 0 0,-1 0 0,0 0 0,0 0 0,1 0 0,-1 0 0,0 0 0,0 0 0,0-1 0,1 1 0,-1 0 0,0 0 0,0 0 0,0 0 0,0 0 0,1-1 0,-1 1 0,0 0 0,0 0 0,0 0 0,0 0 0,0-1 0,1 1 0,-1 0 0,0 0 0,0-1 0,0 1 0,0 0 0,0 0 0,0 0 0,0-1 0,0 1 0,0 0 0,20 29 0,-4-4 0,-11-19 0,-1 1 0,0 0 0,0 0 0,0 0 0,4 15 0,10 14 0,-9-22 0,1-1 0,0 0 0,1-1 0,1 0 0,0 0 0,14 10 0,29 31 0,-39-42 2,-7-4-19,0 1 1,1-2 0,0 1 0,0-1 0,0-1 0,1 0 0,0 0 0,0-1-1,0 0 1,1-1 0,-1-1 0,1 1 0,21 0 0,-25-3-281,0-1 0,0 0 0,0 0 0,0-1 1,0 0-1,0 0 0,-1-1 0,10-4 0,-13 5 231,0 0-1,0 0 1,0 0-1,-1-1 1,1 0-1,-1 0 1,1 0-1,-1 0 1,0 0-1,-1-1 1,1 1-1,0-1 1,-1 0-1,0 1 1,0-1-1,0 0 1,2-7-1,7-24-5,-7 22 106,1-1 0,-2 1-1,0-1 1,-1 0 0,1-17 0,-3-290 2047,-1 284-1588,-3 0 1,-8-41-1,-2-8-92,11 66-401,-2 0 0,-8-25 0,-5-18 0,12 22 0,5 31 0,0 0 0,-1 0 0,0 1 0,0-1 0,-1 0 0,-5-10 0,-34-85 0,41 103 0,1 1 0,-1-1 0,0 1 0,1-1 0,-1 1 0,0-1 0,0 1 0,0-1 0,0 1 0,0 0 0,0 0 0,-1 0 0,1-1 0,0 1 0,-1 0 0,1 1 0,-3-2 0,-3 7 0,3 16 0,4-7 0,0-5 0,0-1 0,0 1 0,0 0 0,1 0 0,3 10 0,134 406 0,-125-391 0,2-2 0,24 41 0,16 31 0,-41-70 0,-9-20 0,1 1 0,0-2 0,1 1 0,1 0 0,0-1 0,14 17 0,67 65 0,-86-92 0,1 1 0,-1-1 0,1 1 0,0-1 0,0 0 0,0 0 0,1-1 0,-1 1 0,0-1 0,1 0 0,0 0 0,-1-1 0,1 1 0,0-1 0,0 0 0,0 0 0,0-1 0,0 1 0,0-1 0,0 0 0,0-1 0,0 1 0,-1-1 0,1 0 0,0 0 0,0-1 0,0 1 0,-1-1 0,9-4 0,19-10 0,-27 14 0,1 0 0,-1-1 0,0 1 0,0-1 0,0 0 0,0 0 0,-1-1 0,1 1 0,-1-1 0,0 0 0,0 0 0,0 0 0,-1-1 0,1 0 0,-1 1 0,0-1 0,-1 0 0,1 0 0,2-7 0,3-21 0,-2 0 0,0 0 0,-3 0 0,0 0 0,-2-1 0,-4-33 0,2-1 0,1 57 0,0 0 0,0 0 0,-1 0 0,-1 0 0,0 1 0,0-1 0,-1 1 0,-7-18 0,-9-25 0,17 44 0,-1 1 0,0-1 0,0 0 0,-1 1 0,0 0 0,-5-9 0,4 11 0,1 0 0,0 0 0,0 0 0,-1 1 0,0 0 0,0 0 0,-9-6 0,13 10 0,0 0 0,1 1 0,-1-1 0,0 1 0,0 0 0,0-1 0,0 1 0,0 0 0,0 0 0,0 0 0,0-1 0,0 1 0,0 0 0,0 0 0,0 1 0,-1-1 0,1 0 0,0 0 0,0 0 0,-1 1 0,0 0 0,0 1 0,1-1 0,-1 0 0,0 1 0,1-1 0,-1 1 0,1-1 0,0 1 0,0 0 0,-1 0 0,1-1 0,0 1 0,0 0 0,0 3 0,-7 57 0,0-43 0,5-12 0,1-1 0,0 0 0,0 0 0,0 1 0,0-1 0,1 1 0,0-1 0,0 9 0,-1 42 0,0-36 0,2 0 0,-1 1 0,2-1 0,1 0 0,5 24 0,20 50 0,-22-78 0,1 0 0,0-1 0,1 1 0,1-1 0,1-1 0,12 18 0,6 11 0,-17-25-234,1-1-1,1 0 1,1-1-1,29 30 1,-37-41 53,1-1 0,1 0 0,-1 0 0,0-1 0,1 1 0,0-1 0,0-1 0,0 1 0,1-1 0,-1-1 0,1 1 0,0-1 0,-1-1 0,1 1 0,12-1-1,-13-1-1123,-1 0 0,1-1 0,-1 0 0,0 0 0,1 0 0,-1-1 0,0 0 0,11-5 0,-11 3 372,1 1 0,-1-1 0,0-1 0,0 1 0,-1-1 0,9-10 0,0-2 46,-1-2 1,-1 1-1,-1-2 1,9-20-1,-17 34 775,2-6 51,-1 0-1,0 0 1,0-1-1,3-24 1,-5 23 337,1 0 0,0 0 0,1 0 0,8-19 0,-6 20 486,-2 0 0,0 0 0,0 0 0,-1-1 1,2-24-1,-2-76 13736,-4 80-7776,1 29-6707,0 9-6,0 20-3,4 31-12,15 7 6,8 40 0,-5-41 0,-16-47 0,0 1 0,7 30 0,-10-34 0,0 0 0,1 0 0,9 18 0,11 31 0,-22-57 0,-1 0 0,1 1 0,0-1 0,-1 0 0,2 0 0,-1 0 0,0 0 0,1 0 0,2 2 0,11 14 0,-12-14 0,-1 0 0,0 1 0,0-1 0,-1 0 0,1 1 0,-1-1 0,2 8 0,-4-12 0,0 0 0,0-1 0,0 1 0,0-1 0,1 1 0,-1 0 0,0-1 0,1 1 0,-1-1 0,0 1 0,1-1 0,-1 1 0,0-1 0,1 1 0,-1-1 0,1 0 0,-1 1 0,1-1 0,-1 1 0,1-1 0,-1 0 0,1 0 0,-1 1 0,1-1 0,0 0 0,-1 0 0,1 0 0,-1 1 0,1-1 0,0 0 0,-1 0 0,1 0 0,0 0 0,-1 0 0,1 0 0,-1-1 0,1 1 0,0 0 0,-1 0 0,1 0 0,-1 0 0,1-1 0,-1 1 0,1 0 0,0-1 0,-1 1 0,1 0 0,-1-1 0,0 1 0,1-1 0,-1 1 0,1 0 0,-1-1 0,0 1 0,1-1 0,-1 0 0,0 1 0,1-1 0,-1 1 0,0-1 0,0 1 0,1-1 0,-1-1 0,0 1 0,0-1 0,0 1 0,0-1 0,1 1 0,-1-1 0,1 0 0,-1 1 0,1-1 0,0 1 0,-1 0 0,1-1 0,0 1 0,1-2 0,-1 1 0,1 0 0,-1 0 0,0 0 0,0 0 0,0 1 0,0-1 0,-1-1 0,1 1 0,-1 0 0,1 0 0,-1 0 0,0 0 0,1-4 0,-1 1 0,0-1 0,1 1 0,0-1 0,1 1 0,-1 0 0,1-1 0,3-7 0,6-16 0,-7 16 0,3-9 0,-1 0 0,-1 0 0,0-1 0,1-38 0,-2 2 0,3 1 0,3-1 0,31-107 0,-41 166 0,18-39 0,-17 37 0,1-1 0,0 0 0,-1 0 0,1 0 0,-1 0 0,0 0 0,0 0 0,0-1 0,-1 1 0,1 0 0,0-5 0,-1 7 0,0 1 0,0-1 0,0 1 0,0-1 0,0 1 0,0 0 0,0-1 0,0 1 0,0-1 0,0 1 0,0 0 0,1-1 0,-1 1 0,0-1 0,0 1 0,1 0 0,-1-1 0,0 1 0,0 0 0,1-1 0,-1 1 0,0 0 0,1 0 0,-1-1 0,1 1 0,-1 0 0,0 0 0,1-1 0,-1 1 0,1 0 0,-1 0 0,0 0 0,1 0 0,-1 0 0,1 0 0,-1 0 0,1 0 0,-1 0 0,1 0 0,-1 0 0,0 0 0,1 0 0,-1 0 0,1 0 0,-1 0 0,0 0 0,1 1 0,-1-1 0,1 0 0,-1 0 0,0 1 0,1-1 0,-1 0 0,0 0 0,1 1 0,24 18 0,0 36 0,12-11 0,43 42 0,-47-46 0,-11-12 0,5-3 0,14 14 0,-31-27 0,0 0 0,0-1 0,1-1 0,13 10 0,27 28 0,-43-41 0,0 0 0,0-1 0,1 0 0,0-1 0,0 0 0,0 0 0,1-1 0,14 5 0,29 15 0,-46-21 0,0-1 0,0 0 0,1 0 0,-1 0 0,1-1 0,-1 0 0,1-1 0,-1 0 0,1 0 0,-1 0 0,1-1 0,-1 0 0,1-1 0,-1 0 0,9-3 0,2 1 0,16-6 0,0-3 0,33-16 0,-56 21 0,-1 1 0,1-2 0,-1 1 0,0-2 0,-1 1 0,0-1 0,-1 0 0,0-1 0,8-14 0,5-5 0,-11 17 0,-1 0 0,0-1 0,-1 0 0,0 0 0,-1-1 0,6-20 0,2-14 0,-12 42 0,0 0 0,0 0 0,-1-1 0,0 1 0,0-1 0,-1 0 0,0 0 0,0 1 0,-1-1 0,0 0 0,0 0 0,-1 0 0,0 1 0,-3-12 0,-35-96 0,38 109 0,-1 1 0,1 0 0,-1-1 0,0 1 0,0 0 0,-1 0 0,1 1 0,-1-1 0,0 0 0,0 1 0,-1 0 0,1 0 0,-1 0 0,0 0 0,0 0 0,0 1 0,-1-1 0,1 1 0,-1 1 0,0-1 0,-6-2 0,3 3 0,1 0 0,-1 0 0,0 1 0,1 1 0,-1-1 0,-14 2 0,20 0 0,0-1 0,-1 1 0,1 0 0,0 0 0,0 0 0,0 0 0,-1 0 0,1 0 0,0 1 0,1-1 0,-1 1 0,0-1 0,0 1 0,1 0 0,-1-1 0,1 1 0,-1 0 0,1 0 0,0 0 0,0 0 0,0 1 0,0-1 0,0 0 0,-1 5 0,0 17 0,2-21 0,0 1 0,0-1 0,-1 0 0,1 1 0,-1-1 0,1 0 0,-1 1 0,-2 4 0,1-5 0,1 1 0,-1 0 0,1-1 0,0 1 0,0 0 0,0 0 0,1 0 0,-1 0 0,1 0 0,0 0 0,0 0 0,1 0 0,-1 0 0,1 0 0,-1 0 0,1 0 0,1 0 0,0 3 0,1 4 0,5 57 0,-8-57 0,1 0 0,0 0 0,0 0 0,1 0 0,1 0 0,6 18 0,129 342 0,-110-289 0,-23-64 0,-1-1 0,3 30 0,2 6 0,0-18 0,-5-23 0,-1 1 0,-1-1 0,1 1 0,-1 20 0,-2 128 0,-1-149 0,-1-1 0,0 0 0,-1-1 0,-1 1 0,1 0 0,-2-1 0,1 0 0,-1 0 0,-1 0 0,0-1 0,0 1 0,-1-2 0,0 1 0,-1-1 0,0 0 0,-10 8 0,12-12 0,1-1 0,-1 1 0,0-1 0,-1-1 0,1 0 0,-10 3 0,-1 1 0,6-3-15,-1 0 1,0 0-1,0-1 1,0 0-1,0-1 1,0 0-1,0-1 1,0-1-1,0 0 1,0 0-1,0-1 1,-15-5-1,-14-5-714,-77-35 0,91 35 143,-23-13-5755,2-1 0,-85-62 0,81 51 2626,-26-24-3969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48.01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216 280 5042,'-28'-52'11430,"0"9"-1346,9 1-4961,-9 16-4035,10-1-1088,-11 1 0,29 15 0,-18-4-2369,18 4-3074,-28-5-1440,9 6-480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48.58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185 351 2401,'-14'1'1739,"0"0"1,0 1-1,1 1 1,-19 5-1,-2 1 1375,-30 9 1475,77-18-3309,-1-1 0,1 0 0,-1-1 0,0 0 0,15-5 0,-1-1 498,1 1-1,35-5 1,17-2-889,135-51-825,45-5-64,-101 31 0,-58 15 0,313-72 0,-325 80 42,-57 12-151,59-16 0,-85 19-345,0 0 1,0 0-1,0 0 1,0 1-1,0 0 1,0 0-1,9 1 1,1 0-2423,-19 17-13031,3-17 15594,0 0-1,0 0 1,0 0-1,-1 0 0,1 0 1,0 0-1,-1-1 1,-1 2-1,-24 13-2946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48.8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263 322 2609,'-60'32'7067,"20"-11"-1084,1 2 1,-39 30-1,59-42-4984,17-11-964,1 1-1,-1-1 0,1 1 1,0-1-1,-1 1 1,1 0-1,0-1 1,0 1-1,-1 0 1,1 0-1,0 0 0,0 0 1,0 0-1,0 0 1,0 0-1,0 0 1,0 1-1,1-1 1,-1 0-1,0 1 0,1-1 1,-1 0-1,1 1 1,-1-1-1,1 0 1,0 1-1,-1 2 1,2-4-29,0 1 0,0-1 0,0 1 0,0-1 0,0 0 0,0 0 0,0 0 0,0 0 0,0 1 0,-1-1 0,1 0 0,0-1 0,0 1 0,0 0 0,0 0 0,0 0 0,0 0 0,0-1 0,2 0 0,92-28 386,-42 14 367,86-36 0,-94 30-383,68-24 0,23-7-642,-30 9-1157,-47 21-2590,79-43-1,-72 32 583,79-34-7537,-101 43 7396,-13-2-1049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49.11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291 1 6547,'0'0'13534,"3"2"-12779,10 8-450,0-2 1,1 1-1,0-2 0,17 7 0,-10-5 325,-2 1-1,25 16 1,-28-14 113,0 2 0,-2 0 0,1 0 0,-2 2 0,24 32 0,-16-18 28,-15-24-536,-1 1-1,0-1 1,0 1 0,-1 1 0,1-1 0,-1 1-1,-1 0 1,0 0 0,0 0 0,0 0 0,-1 0-1,-1 1 1,2 13 0,-2-15-235,-1-1 0,1 1 0,1 0 0,-1 0 0,1-1 0,0 1 0,4 6 0,-4-9 0,-1 0 0,1 0 0,0 0 0,-1 0 0,0 0 0,0 1 0,0-1 0,-1 0 0,0 1 0,1-1 0,-2 1 0,1-1 0,0 0 0,-2 8 0,-53 146 0,52-151 0,0 1 0,0-1 0,-1 0 0,0 0 0,0 0 0,-1 0 0,-8 9 0,-12 17 0,9-8 0,-1-1 0,-1-1 0,-1 0 0,-1-2 0,-1 0 0,-38 29 0,24-26 0,16-12 0,0 0 0,2 2 0,-32 30 0,33-29 0,-1-1 0,0-1 0,-1 0 0,-1-1 0,-38 18 0,13-7 0,40-21-4,-1 0-1,0 0 1,0-1-1,1 1 1,-1-1-1,0 0 1,0-1-1,-7 1 1,7-1-666,29-26-20659,-19 15 16652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55.79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77 2199 2849,'-1'1'362,"1"1"0,-1 0 0,0 0 0,0 0 0,0-1 0,0 1 1,0 0-1,0-1 0,0 1 0,0-1 0,-1 1 0,1-1 0,-1 0 0,1 1 0,-1-1 0,0 0 0,1 0 0,-1 0 0,0 0 0,0 0 0,-1 0 0,-11 7 1483,11-5-850,-2-3-304,-13 7 499,18-7-1129,0-1 0,0 1 1,0 0-1,0 0 0,0 0 0,0 0 1,0 0-1,0-1 0,0 1 0,0 0 0,0 0 1,0 0-1,0 0 0,0-1 0,0 1 1,0 0-1,0 0 0,0 0 0,0 0 0,0 0 1,0 0-1,0-1 0,0 1 0,0 0 1,0 0-1,-1 0 0,1 0 0,0 0 1,0 0-1,0-1 0,0 1 0,0 0 0,0 0 1,-1 0-1,1 0 0,0 0 0,0 0 1,0 0-1,0 0 0,0 0 0,-1 0 0,1 0 1,0 0-1,0 0 0,0 0 0,0 0 1,0 0-1,-1 0 0,1 0 0,0 0 1,0 0-1,0 0 0,0 0 0,0 0 0,-1 0 1,1 0-1,0 0 0,0-2 1358,0 1-1338,0 1 0,0 0-1,-1-1 1,1 1-1,0-1 1,0 1 0,0 0-1,0-1 1,0 1 0,0-1-1,0 1 1,0 0-1,0-1 1,0 1 0,0-1-1,0 1 1,0 0-1,0-1 1,0 1 0,1-1-1,-1 1 1,0 0-1,0-1 1,0 1 0,1 0-1,-1-1 1,0 1 0,0 0-1,1-1 1,-1 1-1,0 0 1,1 0 0,-1-1-1,0 1 1,1 0-1,0 0 1,9-6 508,1-2 1037,-9-21 284,17-63 950,-19 89-2810,0-1 0,0 1 1,1-1-1,-1 1 0,1 0 1,0 0-1,0-1 1,0 1-1,0 0 0,1 0 1,-1 0-1,4-5 0,-3 5 9,0 0 0,-1 0-1,1 0 1,-1-1-1,0 1 1,1 0 0,-1-1-1,-1 1 1,1-1-1,0 0 1,-1 1 0,0-7-1,2-9 58,0 0-1,1 0 1,1 1-1,1-1 1,8-18 0,8-39 68,-18 66-184,0 1 0,0-1 0,1 1 0,8-15 0,5-13 0,7-26 0,-7 14 0,2 2 0,2 0 0,40-66 0,-1 22 0,-21 30 0,3 1 0,80-89 0,137-85 0,-235 214 0,10-6 0,0 1 0,70-35 0,-18 10 0,-16 8 0,2 3 0,2 3 0,141-47 0,-131 54 0,46-11 0,-49 14 0,-68 21 0,1 0 0,0 1 0,-1 0 0,25-3 0,-35 7 0,13-1 0,-1-1 0,0-1 0,25-7 0,-29 6 0,-1 2 0,0-1 0,1 1 0,0 1 0,-1-1 0,1 2 0,0 0 0,15 1 0,9 0 0,-20-1-2000,-37 0-2514,-49 0-3141,31-15 1561,40 15 5997,-1 0-1,0 0 0,0 0 0,0 0 0,0-1 1,0 1-1,0 0 0,1 0 0,-1 0 0,0-1 1,0 1-1,0 0 0,1-1 0,-1 1 0,0-1 1,0 1-1,1-1 0,-1 1 0,0-1 0,1 1 1,-1-1-1,1 0 0,-1 1 0,0-1 0,1 0 1,0 0-1,-1 1 0,1-1 0,-1 0 0,1 0 1,0-1-1,-7-8-580,-40-44 41,8 27 1741,25 9 225,-6-14 939,19 30-2072,0 1 1,0-1-1,-1 1 1,1-1 0,0 1-1,-1-1 1,1 1-1,-1 0 1,0 0 0,1-1-1,-1 1 1,0 0-1,-3-1 1,4 2-59,0 0 0,0-1 0,0 1 0,0-1 0,0 1 0,0-1 0,0 0 0,0 1 0,0-1 0,0 0 0,0 1 0,0-1 0,1 0 0,-1 0 0,0 0 0,0 0 0,1 0 0,-1 0 0,1 0 0,-1 0 0,1 0 0,-1 0 0,1 0 0,-1-2 0,1 2-51,0 1 0,0-1-1,-1 1 1,1-1 0,0 1-1,0 0 1,-1-1 0,1 1-1,0-1 1,-1 1 0,1 0 0,-1-1-1,1 1 1,0 0 0,-1-1-1,1 1 1,-1 0 0,1 0-1,-1-1 1,1 1 0,-1 0-1,1 0 1,-1 0 0,1 0-1,-1 0 1,1 0 0,-1 0-1,1 0 1,-1 0 0,1 0-1,-2 0 1,2 0-9,-1 0 0,1 0 0,-1 0 0,1 0 0,-1 0-1,1 0 1,-1 0 0,1 0 0,-1 0 0,1 0 0,-1 0 0,1 0 0,-1-1 0,1 1 0,-1 0-1,1 0 1,-1-1 0,1 1 0,-1 0 0,1-1 0,0 1 0,-1 0 0,1-1 0,-1 1-1,1 0 1,0-1 0,-1 1 0,1-1 0,0 1 0,0-1 0,-1 0 0,1 0 45,1 0 1,-1 0-1,1 0 0,-1 0 1,1 0-1,-1 0 0,1 1 1,-1-1-1,1 0 1,0 0-1,-1 1 0,1-1 1,0 0-1,0 1 1,0-1-1,-1 0 0,1 1 1,0-1-1,0 1 1,0 0-1,0-1 0,0 1 1,0 0-1,0-1 1,0 1-1,0 0 0,0 0 1,0 0-1,0 0 0,0 0 1,0 0-1,0 0 1,0 0-1,0 1 0,0-1 1,0 0-1,2 1 1,60 11 2934,-32-5-2284,18 4-769,-1 3 1,66 26-1,-86-27-5,44 27 0,-30-16 0,-38-22 0,-1 0 0,1 0 0,0 1 0,-1 0 0,1-1 0,-1 1 0,0 1 0,0-1 0,0 0 0,-1 1 0,4 4 0,8 10 0,5 7 0,-19-24 0,0 0 0,1 0 0,-1 0 0,0-1 0,0 1 0,1 0 0,-1 0 0,0 0 0,0 0 0,0 0 0,0 0 0,0 0 0,0 0 0,-1 0 0,1 0 0,0 0 0,0 0 0,-1 0 0,1-1 0,0 1 0,-1 0 0,1 0 0,-1 0 0,1 0 0,-1-1 0,0 1 0,1 0 0,-1-1 0,0 2 0,-8 3 0,8-5 0,1 1 0,-1-1 0,0 1 0,0-1 0,0 1 0,0-1 0,0 1 0,1 0 0,-1-1 0,0 1 0,1 0 0,-1 0 0,0-1 0,1 1 0,-1 0 0,1 0 0,-1 0 0,1 0 0,0 0 0,-1 0 0,1 0 0,0-1 0,-1 1 0,1 0 0,0 0 0,0 0 0,0 0 0,0 2 0,0 0 0,-1 0 0,0 0 0,1 0 0,-1 0 0,0 0 0,-1 0 0,1 0 0,0 0 0,-1 0 0,0 0 0,0-1 0,0 1 0,0-1 0,0 1 0,-3 2 0,-48 39 0,17-15 0,-17 7 0,45-32 0,-1 1 0,1 1 0,0-1 0,0 1 0,0 1 0,-12 13 0,17-16 0,-1 0 0,0 0 0,0-1 0,-1 0 0,1 1 0,0-1 0,-1-1 0,-7 4 0,6-3 0,0 0 0,1 0 0,-1 1 0,1-1 0,0 1 0,0 0 0,-6 7 0,-21 21-1640,27-29 1028,0 1 0,1 0 0,-1 1 0,1-1 0,0 1 0,0 0 0,1 0 0,-1 0 0,1 0-1,0 1 1,0-1 0,1 1 0,0 0 0,0 0 0,0 0 0,0 0 0,1 0 0,0 0 0,0 12 0,1 8-8715,0-11 5002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56.5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124 217 8052,'-21'-18'5364,"-17"-21"5260,18 26-8761,19 12-1776,0 1 1,-1 0-1,1-1 1,0 1-1,0-1 1,0 0-1,-1 1 1,1-1-1,0 0 1,0 0-1,0 0 1,0 1-1,0-1 1,0 0-1,0-1 1,1 1 0,-1 0-1,0 0 1,0 0-1,1 0 1,-1-1-1,1 1 1,-1 0-1,1 0 1,-1-3-1,1 3 27,0 0 0,0 0 0,-1 0 0,1 0-1,0 0 1,-1 0 0,1 0 0,0 1 0,-1-1 0,1 0 0,-1 0-1,0 0 1,1 0 0,-1 1 0,0-1 0,1 0 0,-1 1 0,0-1-1,0 0 1,0 1 0,1-1 0,-3 0 0,-3 4 1261,10 16-780,39 73-595,-38-82 0,-1 0 0,0 0 0,0 0 0,-1 0 0,4 20 0,-5-18 0,1-1 0,0 0 0,1 0 0,5 12 0,69 160 0,-36-75 0,-37-96 0,-2 0 0,0 0 0,0 0 0,1 15 0,3 17 0,8 10 0,-8-32 0,-1 0 0,-1 1 0,-1-1 0,2 40 0,-6-52 0,1 0 0,1 0 0,0 0 0,6 18 0,-4-18 0,-1 1 0,-1 0 0,0-1 0,0 1 0,0 11 0,-2 11 0,0-71 0,0 7 0,-2-53 0,0 32 0,9-95 0,-3 122 0,1-11 0,1-51 0,-4 66 0,0-1 0,8-40 0,-5 40 0,-1 0 0,2-41 0,-7 47 0,2-1 0,0 1 0,1 0 0,1 0 0,0 0 0,8-21 0,9-19-2977,18-76-1,-35 123 1344,1-1-1,0 1 0,0 0 0,11-16 0,2-4-4880,0 15 2022,9-1 769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57.28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1 418 4354,'5'6'840,"0"0"-1,-1 0 1,0 0 0,0 1 0,0 0-1,-1 0 1,4 10 0,17 31 1905,-23-46-2607,1-1-1,-1 1 1,1 0-1,-1-1 1,1 1 0,-1-1-1,1 0 1,0 1-1,0-1 1,0 0-1,0 0 1,0 0 0,0-1-1,0 1 1,0 0-1,0-1 1,0 1 0,0-1-1,0 0 1,3 1-1,4-1 359,0-1 0,0 1 1,0-1-1,0-1 0,0 1 0,-1-2 0,1 1 0,-1-1 0,1 0 0,-1-1 0,0 0 0,0 0 0,-1-1 1,1 0-1,-1 0 0,0-1 0,-1 0 0,10-10 0,-10 11-181,0 0 0,0-1 0,0 1 0,-1-2 0,0 1 0,0 0 0,0-1 0,-1 0 1,0 0-1,0 0 0,-1-1 0,0 1 0,0-1 0,-1 1 0,0-1 0,0 0 0,-1 0 0,0 0 0,-1 0 0,0-10 0,0 14-314,0 0 1,0 0-1,0 0 0,-1 0 0,0 0 0,1 0 1,-2 0-1,1 0 0,0 1 0,-1-1 0,0 0 0,1 1 1,-2-1-1,1 1 0,-5-6 0,-1-13-1,8 21 0,0 1 0,0-1 0,0 0 0,0 1 0,-1-1 0,1 0 0,0 1 0,0-1 0,0 0 0,-1 1 0,1-1 0,0 1 0,-1-1 0,1 0 0,0 1 0,-1-1 0,1 1 0,-1-1 0,1 1 0,-1 0 0,1-1 0,-1 1 0,1-1 0,-1 1 0,1 0 0,-1-1 0,0 1 0,1 0 0,-1 0 0,0-1 0,1 1 0,-1 0 0,0 0 0,1 0 0,-1 0 0,0 0 0,0 0 0,-4-1 0,0 1 0,-1 0 0,1 0 0,0 0 0,0 0 0,0 1 0,-1 0 0,1 0 0,0 0 0,0 1 0,0-1 0,1 1 0,-6 3 0,2-1 0,0 1 0,0 0 0,0 0 0,1 1 0,-1 0 0,-10 12 0,14-13 0,0 1 0,0 0 0,1 0 0,-1 0 0,2 0 0,-1 1 0,0-1 0,-1 8 0,-15 34 0,12-35 0,5-11 0,0 0 0,1 0 0,-1 0 0,1 0 0,-1 1 0,1-1 0,0 0 0,0 1 0,0-1 0,0 1 0,1-1 0,-1 1 0,1-1 0,-1 1 0,1 0 0,0-1 0,0 1 0,0 0 0,0-1 0,1 1 0,-1-1 0,1 1 0,0-1 0,-1 1 0,3 2 0,36 90 0,-34-84 0,2 0 0,-1-1 0,2 0 0,-1-1 0,1 0 0,1 0 0,-1 0 0,1-1 0,16 10 0,6 8 0,-26-21 0,0-2 0,0 1 0,0-1 0,1 1 0,0-1 0,-1-1 0,1 1 0,0-1 0,0 0 0,7 1 0,17 6 0,-19-5-375,0-1 0,0 0 0,0-1 0,0-1 0,16 1 1,-13-2-865,1-1-1,0-1 1,-1 0 0,1-1 0,-1 0 0,19-7 0,-10 1-1765,0-2 0,43-25 0,0-11 153,-50 33 2177,0-1 0,-2-1 1,0 0-1,23-36 0,-23 33 476,41-78-117,-37 72 507,-10 17-2,-1-1-1,-1 0 1,0-1 0,0 0 0,-1 0 0,4-11-1,-3-3 586,-6 20-563,1 1-1,-1-1 1,1 1 0,0 0 0,0-1-1,1 1 1,-1 0 0,1 0-1,-1 0 1,1 0 0,0 0 0,3-4-1,18-25 3313,-19 2 4206,-4 43-5153,-1-9-2087,1 0 1,0 1-1,0-1 0,0 1 1,0-1-1,1 1 0,0-1 1,0 0-1,2 6 0,1-2-249,-1 0-1,1 0 1,-2 0 0,1 0-1,-1 1 1,0-1-1,0 1 1,-1-1-1,-1 1 1,1 0-1,-2 9 1,3 11-241,2 1 0,0-1 0,2 1 0,15 42 0,5 27 0,-17-54 0,28 75 0,-34-96 0,-3-22 0,0 0 0,0 0 0,0 0 0,0 0 0,0 0 0,1 0 0,-1 0 0,1 1 0,-1-1 0,1-1 0,1 4 0,15 15 0,-12-23 0,-3-14 0,-2-384 0,2 355 0,3-1 0,1 1 0,23-82 0,-24 83 0,-4 34 0,-1 1 0,2 0 0,-1-1 0,1 1 0,4-11 0,-5 18 0,0 1 0,0 0 0,0 0 0,0 0 0,1 0 0,-1 0 0,1 0 0,-1 0 0,1 1 0,-1-1 0,1 0 0,0 1 0,0 0 0,0-1 0,0 1 0,0 0 0,0 0 0,0 0 0,0 0 0,0 0 0,1 0 0,-1 1 0,0-1 0,1 1 0,-1 0 0,0-1 0,5 1 0,-2 2 0,1-1 0,0 1 0,-1-1 0,0 1 0,1 1 0,-1-1 0,0 1 0,0 0 0,0 0 0,-1 1 0,1-1 0,-1 1 0,0 0 0,0 0 0,0 1 0,4 5 0,9 12 0,27 44 0,71 144 0,-82-163 0,-28-41 0,1 1 0,-1-1 0,-1 1 0,1 0 0,-1 1 0,5 12 0,4 13 0,-10-28 0,0 0 0,-1 0 0,0 0 0,0 0 0,-1 1 0,1-1 0,-1 1 0,0 0 0,0 8 0,-1-14 0,-1 0 0,1 1 0,0-1 0,0 0 0,0 1 0,0-1 0,0 1 0,0-1 0,-1 0 0,1 1 0,0-1 0,0 0 0,0 1 0,0-1 0,0 1 0,0-1 0,1 0 0,-1 1 0,0-1 0,0 0 0,0 1 0,0-1 0,0 0 0,0 1 0,1-1 0,-1 0 0,0 1 0,0-1 0,1 0 0,-1 1 0,0-1 0,0 0 0,1 0 0,-1 1 0,0-1 0,1 0 0,-1 0 0,0 0 0,1 0 0,-1 1 0,0-1 0,1 0 0,-1 0 0,0 0 0,1 0 0,-1 0 0,0 0 0,1 0 0,-1 0 0,1 0 0,-1 0 0,0 0 0,1 0 0,0-1 0,0 0 0,0 0 0,0 0 0,0 0 0,-1 0 0,1 0 0,0-1 0,-1 1 0,1 0 0,-1 0 0,1-1 0,-1 1 0,0 0 0,0-1 0,1 1 0,-1 0 0,0-1 0,0-2 0,0-1 0,0 0 0,1 0 0,-1 1 0,1-1 0,1 0 0,-1 0 0,1 0 0,0 1 0,2-6 0,-2 5 0,1 0 0,-1 0 0,0-1 0,-1 1 0,1-1 0,-1 1 0,0-1 0,-1 0 0,1-6 0,1-21 0,3 0 0,0 0 0,2 0 0,13-36 0,3-16 0,-16 58 0,0 2 0,2-1 0,15-30 0,-23 55 0,0-1 0,0 1 0,0-1 0,0 1 0,0-1 0,1 1 0,-1 0 0,0 0 0,1 0 0,-1 0 0,0 0 0,1 0 0,0 0 0,2-1 0,8-5 0,-11 6 0,0 1 0,0-1 0,0 1 0,0 0 0,0-1 0,0 1 0,0 0 0,-1 0 0,1 0 0,0 0 0,0 0 0,0 0 0,0 0 0,0 0 0,0 0 0,0 0 0,0 0 0,0 1 0,0-1 0,0 0 0,-1 1 0,1-1 0,0 0 0,0 1 0,0-1 0,0 1 0,0 0 0,28 22 0,-13-10 0,-2-2 0,0 0 0,0 1 0,-1 0 0,-1 1 0,0 0 0,-1 1 0,18 28 0,-8-12 0,-16-24 0,-1 1 0,0 0 0,-1 0 0,0 0 0,0 1 0,3 10 0,13 30 0,4-14-130,-16-26-203,-1 1 0,-1 0 0,1 0-1,-1 1 1,-1-1 0,4 12 0,-4-7-2542,0 0 1,1 0 0,1 0 0,0-1 0,1 0 0,16 24 0,-18-23-1629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58.1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228 520 2865,'0'-3'560,"1"0"-1,-1 0 0,1 0 0,0 1 1,0-1-1,0 0 0,0 1 0,0-1 1,1 0-1,-1 1 0,3-4 0,-3 5-255,1 0 0,-1 0 1,0-1-1,0 1 0,0-1 0,-1 1 0,1-1 0,0 0 0,0 1 0,-1-1 0,1 0 0,-1 1 0,0-1 1,1 0-1,-1 0 0,0 1 0,0-1 0,0 0 0,0 0 0,0 1 0,0-1 0,-1 0 0,1 0 0,-2-2 1,-7-9 1446,-2-7 1136,8-3 1882,3 23-4730,0-1 1,0 1 0,0-1 0,0 1 0,0-1 0,0 1 0,-1-1 0,1 0 0,0 1-1,0-1 1,0 1 0,-1-1 0,1 1 0,0-1 0,-1 1 0,1 0 0,0-1 0,-1 1-1,1-1 1,0 1 0,-1 0 0,1-1 0,-1 1 0,1 0 0,-1-1 0,1 1 0,-1 0-1,1 0 1,-1-1 0,1 1 0,-1 0 0,1 0 0,-1 0 0,1 0 0,-1 0 0,1 0-1,-1 0 1,1 0 0,-1 0 0,0 0 0,0 0 0,-7 18 1681,-4-1-1085,8-12-482,-1 0-1,2 0 1,-1 0-1,1 1 1,0-1-1,0 1 1,0 0-1,1 0 1,0 0-1,0 0 1,0 0-1,1 1 1,-1 8-1,-7 40-153,6-43 0,1 0 0,0-1 0,-1 19 0,3-6 0,0-1 0,2 0 0,1 1 0,0-1 0,2-1 0,1 1 0,0-1 0,2 0 0,1 0 0,0-1 0,2 0 0,0-1 0,1 0 0,1 0 0,1-2 0,1 0 0,0 0 0,32 27 0,-40-41 0,0 1 0,0 0 0,1-1 0,-1-1 0,1 1 0,0-1 0,0-1 0,0 1 0,0-1 0,1-1 0,-1 1 0,1-2 0,-1 1 0,1-1 0,-1 0 0,0-1 0,1 0 0,-1 0 0,1-1 0,-1 0 0,0 0 0,0-1 0,0 0 0,0 0 0,-1-1 0,1 0 0,-1-1 0,11-8 0,-12 4 0,1 0 0,-1 0 0,-1-1 0,0 0 0,0 0 0,-1 0 0,-1 0 0,1-1 0,2-20 0,-4 25 0,1-6 0,0 0 0,0-1 0,-1 0 0,-1 1 0,0-1 0,-1 0 0,-2-25 0,-3 10 0,-1 1 0,-2 0 0,0 0 0,-24-48 0,24 59 0,-2 1 0,0-1 0,0 2 0,-2-1 0,1 1 0,-2 1 0,0 0 0,-26-19 0,9 11 0,-2 0 0,0 2 0,-38-15 0,-75-37 0,113 53 0,25 13 0,-1 0 0,1 1 0,-1 0 0,0 0 0,-17-5 0,22 9-224,0-1-1,0 0 1,0 1-1,0-1 1,0-1-1,0 1 1,0 0 0,1-1-1,-1 1 1,0-1-1,-3-3 1,5 5 172,1-1 0,0 1 1,0 0-1,0 0 0,0-1 1,0 1-1,0 0 0,0 0 0,0-1 1,0 1-1,0 0 0,0 0 1,0-1-1,0 1 0,1 0 1,-1 0-1,0-1 0,0 1 0,0 0 1,0 0-1,0 0 0,0-1 1,0 1-1,1 0 0,-1 0 1,0 0-1,0 0 0,0-1 0,1 1 1,-1 0-1,0 0 0,0 0 1,0 0-1,1 0 0,-1 0 1,0-1-1,0 1 0,1 0 0,-1 0 1,0 0-1,0 0 0,1 0 1,-1 0-1,0 0 0,33-3-2003,65 0-8927,-7-7 4897,-67 6 5107,1 2-1,-1 1 1,29 2 0,71 12 1809,-65-5 1061,-36-5-231,-1 2 0,1 1 0,-1 0 0,-1 2 0,1 0 0,36 21 0,-44-21-458,0 0 1,0 1 0,-1 1 0,0 0 0,-1 1 0,0 0 0,0 1 0,-2 0 0,1 1 0,9 16 0,54 119-629,15 25-688,-84-163 113,0 1 0,0-1 0,-1 1 0,5 21 0,-8-29 0,1 1 0,-1 0 0,0-1 0,1 1 0,0-1 0,0 0 0,0 0 0,0 0 0,0 0 0,6 5 0,-7-6 0,1-1 0,0 1 0,0 0 0,-1 0 0,1 0 0,-1 0 0,0 1 0,1-1 0,-1 0 0,0 0 0,0 1 0,0-1 0,-1 1 0,1-1 0,-1 1 0,1-1 0,-1 3 0,0-3 0,0-1 0,1 0 0,-1 1 0,0-1 0,1 0 0,-1 0 0,1 0 0,-1 1 0,1-1 0,0 0 0,-1 0 0,1 0 0,0 0 0,0 0 0,0 0 0,0 0 0,0-1 0,0 1 0,0 0 0,0 0 0,0-1 0,0 1 0,0 0 0,0-1 0,1 1 0,-1-1 0,1 1 0,-1-1 0,0 0 0,-1 1 0,1-1 0,0 0 0,-1 0 0,1 1 0,-1-1 0,1 0 0,0 0 0,-1 0 0,1 0 0,0 0 0,-1 0 0,1 0 0,0 0 0,-1 0 0,1 0 0,0 0 0,-1-1 0,1 1 0,0 0 0,-1 0 0,1-1 0,0 1 0,-1 0 0,1-1 0,-1 1 0,1 0 0,-1-1 0,1 1 0,-1-1 0,1 1 0,-1-1 0,1 1 0,-1-1 0,0 0 0,1 1 0,-1-1 0,0 1 0,0-1 0,1-1 0,-1-2 0,0 1 0,1-1 0,-1 0 0,1 0 0,0 0 0,0 1 0,0-1 0,1 1 0,-1-1 0,1 1 0,2-5 0,-2 5 0,0 0 0,0 0 0,-1 0 0,1 0 0,-1-1 0,0 1 0,0 0 0,0-1 0,-1 1 0,1-1 0,-1-3 0,19-239 0,-17 215 0,1 0 0,11-45 0,-2 8 0,-5 26 0,2-37 0,-9 67 0,2 0 0,0 0 0,0 0 0,1 1 0,0-1 0,9-19 0,-5 12 0,-6 17 0,-1 0 0,1 0 0,0 0 0,0 0 0,0 0 0,1 0 0,-1 1 0,0-1 0,1 0 0,-1 1 0,1-1 0,-1 1 0,1-1 0,0 1 0,0 0 0,3-2 0,-5 3 0,1 0 0,-1 0 0,0-1 0,1 1 0,-1 0 0,1 0 0,-1 0 0,1 0 0,-1 0 0,1 0 0,-1 0 0,1 0 0,-1 0 0,0 1 0,1-1 0,-1 0 0,1 0 0,-1 0 0,1 0 0,-1 1 0,0-1 0,1 0 0,-1 0 0,1 1 0,-1-1 0,0 0 0,1 1 0,-1 0 0,6 23 0,12 67 0,-18-71 0,-1-9 0,1-1 0,0 1 0,0-1 0,1 1 0,1-1 0,-1 1 0,2-1 0,-1 0 0,2 0 0,-1 0 0,9 16 0,-9-19 0,1 0 0,-2 0 0,1 0 0,-1 0 0,2 9 0,-4-11 0,1-1 0,0 1 0,1 0 0,-1 0 0,1-1 0,0 1 0,0-1 0,0 1 0,1-1 0,0 0 0,0 0 0,0 0 0,6 6 0,83 62 0,-87-68 0,0 0 0,1-1 0,0 1 0,-1-1 0,1 0 0,1-1 0,-1 0 0,0 1 0,0-2 0,1 1 0,-1-1 0,1 0 0,0 0 0,-1-1 0,1 0 0,-1 0 0,12-2 0,-10 1 0,0-1 0,1 0 0,-1 0 0,0-1 0,0 0 0,-1 0 0,1-1 0,0 0 0,-1 0 0,0-1 0,0 0 0,0 0 0,-1 0 0,6-7 0,-4 2 0,-1 0 0,0 0 0,0 0 0,-1-1 0,-1 0 0,1 0 0,-2 0 0,0-1 0,0 0 0,-1 0 0,-1 0 0,0 0 0,0 0 0,-1 0 0,-1-21 0,0-181 0,-1 208 0,1 1 0,-1 0 0,1-1 0,-2 1 0,1-1 0,0 1 0,-1 0 0,0 0 0,0 0 0,-1 0 0,1 0 0,-1 1 0,0-1 0,-1 1 0,1 0 0,-1 0 0,1 0 0,-1 0 0,0 0 0,-1 1 0,1 0 0,-1 0 0,1 0 0,-1 0 0,0 1 0,0 0 0,0 0 0,-6-2 0,7 4 0,1 0 0,-1 0 0,0 1 0,1-1 0,-1 1 0,1-1 0,-1 1 0,1 0 0,-1 0 0,1 1 0,0-1 0,0 1 0,0 0 0,-1-1 0,1 1 0,1 1 0,-1-1 0,0 0 0,-4 6 0,-2 1 0,1 0 0,0 0 0,0 0 0,-10 18 0,11-14 0,0 1 0,1 0 0,0 0 0,1 0 0,0 1 0,2 0 0,-1 0 0,2 0 0,0 0 0,1 1 0,1 24 0,0-17 0,0 14 0,6 56 0,-3-78 0,0 0 0,1-1 0,0 1 0,1-1 0,1 0 0,0-1 0,9 14 0,12 11 0,14 21 0,-37-51 0,1-1 0,0 1 0,0-1 0,0 0 0,1-1 0,0 1 0,0-1 0,1 0 0,9 6 0,19 18 0,-28-24 0,0 0 0,0 0 0,1-1 0,-1 0 0,1 0 0,0 0 0,0-1 0,1-1 0,-1 1 0,1-2 0,0 1 0,14 2 0,-3-1 0,-16-3 0,1 0 0,-1 0 0,0 0 0,0-1 0,1 1 0,-1-1 0,0 0 0,1-1 0,6 0 0,16-3-221,-10 2-639,0-1 0,0 0 0,0-1 0,0-1 0,-1 0 0,1-2 0,-1 1 0,15-11 0,66-51-13464,-35 19 3858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58.51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30 32 23963,'-1'-2'432,"0"-1"0,0 1 0,0 0 0,0 0 0,0 0-1,0 0 1,-1 0 0,1 0 0,-1 0 0,1 0 0,-1 0 0,0 1 0,-2-3 0,-5 2 1566,15 23-1239,3-6-759,-7-12 0,0 1 0,0-1 0,-1 0 0,1 1 0,-1-1 0,0 0 0,0 1 0,0 0 0,0-1 0,-1 1 0,1 0 0,-1 5 0,19 178 0,-20-152 0,1-8 0,0 0 0,5 31 0,4-14 0,-4-20 0,-1 0 0,2 43 0,-7-30 0,0-14 0,1-1 0,1 0 0,4 24 0,4-10-37,-6-27-186,0 1-1,-1 0 0,0 0 0,-1 1 0,0-1 0,-1 0 0,1 0 0,-4 20 0,-6 6-1752,5-23 355,1-1 0,0 2 0,1-1-1,0 23 1,1-20-459,-1 1-1,-1 0 1,0-1-1,-1 0 1,-7 18-1,7 5-6021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59.67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0 812 9380,'0'-7'2634,"1"-14"4488,-1 20-6869,1 0 0,-1 0 0,0 0 0,1 0 0,-1 0 0,1 1 0,-1-1 0,1 0 0,0 0 0,-1 0 0,1 1 0,0-1 0,0 0 0,-1 1 0,1-1 0,0 0 0,0 1 0,0-1 0,0 1 0,1-1 0,6-21 2020,1 19-2062,-8 3-197,0 0 0,0 0-1,-1 0 1,1 0 0,0-1 0,0 1 0,0 0 0,0-1 0,0 1 0,-1-1 0,1 1 0,0-1-1,0 1 1,-1-1 0,1 1 0,0-1 0,-1 0 0,1 1 0,-1-1 0,1 0 0,-1 1 0,1-2-1,4-2-2,0 0 0,1 1 0,-1 0 0,1 0-1,0 1 1,-1-1 0,1 1 0,0 0 0,0 1 0,1-1-1,-1 1 1,0 1 0,7-1 0,32-9-16,14-8-39,-50 17 43,-1-2 0,0 1 0,0-1 0,0 0 0,14-8 0,-2-2-37,30-15-71,-27 17 110,-1-1 0,0-1 0,-1-1 0,-1-1 1,0-1-1,24-25 0,-28 28 17,-10 9 6,0-1 0,0 0 0,-1 0 0,1 0 0,-1-1 0,0 0 0,7-12 1,-7 5 217,-1 0 1,-1-1 0,3-15 0,-3 12 133,0-9 453,-1 1 1,-1-1-1,-3-34 0,1 7-147,0 46-682,1 0 0,-1 1 0,0-1 0,-1 0 0,-3-9 0,-4-31 0,9 46 0,0-1 0,0 1 0,0 0 0,0-1 0,0 1 0,0 0 0,-1-1 0,1 1 0,0 0 0,-1-1 0,1 1 0,-1 0 0,1-1 0,-1 1 0,0 0 0,0 0 0,1 0 0,-1 0 0,0 0 0,0 0 0,0 0 0,0 0 0,0 0 0,-2-1 0,-5-5 0,2-2 0,7 21 0,-1 160 0,1-158 0,0 0 0,2 0 0,-1 0 0,8 21 0,4 21 0,-10-39 0,1-1 0,0 0 0,1 0 0,12 22 0,8 21 0,6 18 0,55 97 0,-69-125 0,-17-45 0,0 1 0,0 0 0,1 0 0,-1-1 0,1 1 0,0-1 0,0 1 0,1-1 0,0 0 0,-1 0 0,1 0 0,4 4 0,37 44 0,-44-51 0,1-1 0,-1 1 0,0 0 0,1-1 0,-1 1 0,1 0 0,-1-1 0,0 1 0,1-1 0,-1 1 0,1 0 0,0-1 0,-1 1 0,1-1 0,-1 0 0,1 1 0,0-1 0,-1 1 0,1-1 0,0 0 0,0 0 0,-1 1 0,1-1 0,0 0 0,0 0 0,-1 0 0,1 0 0,1 0 0,8-15 0,-3 4 0,-6 9 0,0 0 0,1 0 0,-1 0 0,0 0 0,0-1 0,0 1 0,0 0 0,0 0 0,-1-1 0,1 1 0,-1 0 0,1-1 0,-1 1 0,0-1 0,0-2 0,0-1 0,0 1 0,1 0 0,-1 0 0,1 0 0,0 0 0,4-10 0,5-13 0,-2-1 0,-1 0 0,-1 0 0,-1-1 0,1-36 0,-5 46 0,1-1 0,1 1 0,1-1 0,13-37 0,0-2 0,-16 53 0,1 0 0,0 0 0,1 1 0,-1-1 0,1 1 0,0 0 0,7-10 0,-2-5 0,-8 20 0,-1 0 0,1 1 0,0-1 0,1 0 0,-1 0 0,0 1 0,0-1 0,0 0 0,0 1 0,0-1 0,1 0 0,-1 1 0,0-1 0,1 1 0,-1-1 0,0 0 0,1 1 0,-1-1 0,1 1 0,-1-1 0,1 1 0,-1-1 0,1 1 0,-1 0 0,1-1 0,-1 1 0,1 0 0,0-1 0,-1 1 0,1 0 0,0 0 0,-1-1 0,1 1 0,0 0 0,-1 0 0,1 0 0,0 0 0,-1 0 0,2 0 0,2 1 0,0 1 0,-1-1 0,1 1 0,-1 0 0,0 0 0,0 0 0,1 1 0,-1-1 0,-1 1 0,1 0 0,0-1 0,3 7 0,26 20 0,0-5 0,-1 0 0,48 50 0,-62-56 0,1-1 0,0-1 0,1-1 0,1 0 0,0-2 0,1 0 0,0-2 0,33 14 0,69 29 0,-119-53 0,0-1 0,0 0 0,0 0 0,0-1 0,0 1 0,0-1 0,-1 0 0,1 0 0,0 0 0,0 0 0,-1-1 0,1 1 0,-1-1 0,1 0 0,-1 0 0,5-4 0,3-2 0,0 0 0,-1 0 0,12-14 0,-16 16 0,-2 2 0,0 1 0,-1-1 0,1 0 0,-1 0 0,0 0 0,0 0 0,0 0 0,-1-1 0,0 1 0,0-1 0,0 0 0,0 0 0,-1 1 0,1-1 0,-1 0 0,0 0 0,-1 0 0,1-6 0,1-47 0,-1 33 0,0 1 0,-1-1 0,-2 0 0,-5-30 0,-2 27 0,-1 1 0,-1 0 0,-1 1 0,-1 0 0,-29-41 0,37 61 0,0 1 0,0-1 0,-1 0 0,0 1 0,0 0 0,0 1 0,-1-1 0,0 1 0,1 1 0,-1-1 0,-1 1 0,1 0 0,0 1 0,-1 0 0,1 0 0,-1 0 0,0 1 0,0 0 0,1 1 0,-1-1 0,0 2 0,0-1 0,0 1 0,-13 3 0,14-1 0,1-1 0,0 1 0,0 0 0,0 1 0,0-1 0,0 1 0,1 1 0,0-1 0,0 1 0,0-1 0,0 1 0,1 1 0,0-1 0,0 1 0,0-1 0,-3 8 0,4-6 0,-2 5 0,0 0 0,0 1 0,1 0 0,1 0 0,0 0 0,-2 25 0,7-21 0,0 0 0,0 0 0,2-1 0,8 25 0,-1-3 0,0-9 0,2 1 0,1-2 0,1 0 0,1 0 0,1-2 0,32 37 0,3 9 0,-39-58-539,-1 1-1,2-2 1,0 0 0,0-1-1,1 0 1,1-1 0,0 0-1,1-2 1,-1 0 0,2-1-1,-1 0 1,36 9 0,-45-15-403,1-1-1,-1 0 1,0 0 0,1-1 0,10-1 0,-12 1 640,-1-1 0,0 0 1,0 0-1,0-1 0,0 1 1,-1-1-1,1-1 0,0 1 1,-1-1-1,1 0 0,-1 0 0,8-6 1,25-23-767,-31 27 1029,-1 0 1,1-1-1,-1 1 0,-1-1 0,1-1 0,-1 1 1,0-1-1,6-10 0,2-4 586,-1 0 0,0 0 1,-2-1-1,-1 0 0,-1-1 0,-1 0 0,0-1 0,-2 1 1,-1-1-1,2-33 0,-6 40 703,2 0-1,1-1 1,8-33 0,-4 23 386,-6 23-1327,0-1 0,-1 0 0,1 0 0,-1 0 0,0 0 0,-1 0 0,0 0 0,0 1 0,0-1 0,0 0 0,-1 0 0,-4-7 0,4 5-119,-1 1 1,1 0-1,0-1 0,0 0 0,1 1 1,0-11-1,1 3-190,-1-28 0,1 42 0,0 0 0,0 0 0,0 0 0,0 0 0,0 0 0,0 0 0,0 0 0,0 1 0,-1-1 0,1 0 0,0 0 0,-1 0 0,1 0 0,0 0 0,-1 1 0,1-1 0,-1 0 0,0 1 0,1-1 0,-1 0 0,1 1 0,-1-1 0,0 0 0,0 1 0,1-1 0,-1 1 0,0-1 0,0 1 0,0 0 0,-1-1 0,1 8 0,-1 0 0,2 0 0,-1 0 0,1 1 0,1 11 0,-1-11 0,1 42 0,3-1 0,2 1 0,2-1 0,15 48 0,-5-10 0,-14-62 0,1 0 0,1-1 0,11 31 0,-2-9 0,-14-39 0,1-1 0,0 1 0,0 0 0,1 0 0,0-1 0,0 0 0,1 1 0,-1-1 0,6 6 0,-7-10 0,0 1 0,0 0 0,0 0 0,0 0 0,-1 0 0,0 0 0,1 1 0,0 5 0,7 12 0,-6-17 0,0-1 0,0 0 0,0 0 0,0 0 0,1 0 0,-1 0 0,8 4 0,-10-7 0,0 1 0,0 0 0,0-1 0,0 1 0,0 0 0,0-1 0,0 0 0,0 1 0,0-1 0,0 1 0,0-1 0,0 0 0,0 0 0,0 0 0,0 0 0,0 0 0,1 0 0,-1 0 0,0 0 0,0 0 0,0 0 0,0-1 0,0 1 0,0 0 0,0-1 0,0 1 0,0-1 0,0 1 0,0-1 0,0 1 0,1-2 0,2-3 0,1-1 0,0-1 0,0 0 0,-1 0 0,0 0 0,0 0 0,-1 0 0,1-1 0,-2 0 0,1 0 0,-1 0 0,0 0 0,-1 0 0,1-12 0,-1 10 0,-1 0 0,2 1 0,-1-1 0,2 0 0,4-13 0,-4 13 0,0 0 0,0 0 0,-1 0 0,-1-1 0,1-16 0,-2-412 0,0 432 0,-1 14 0,5 24 0,0-23 0,-2-2 0,0 0 0,0 0 0,0 0 0,-1 0 0,0 0 0,0 0 0,0 9 0,-1-9 0,1 0 0,-1 0 0,1 0 0,0 0 0,1 0 0,0 0 0,-1-1 0,2 1 0,-1 0 0,6 8 0,-4-6 0,0 0 0,0 1 0,-1-1 0,5 18 0,-4-7 0,1-1 0,1 0 0,1 0 0,0-1 0,2 1 0,0-2 0,20 30 0,-26-42 0,0 0 0,0 1 0,-1-1 0,0 1 0,0-1 0,0 1 0,1 6 0,-2-8 0,0 0 0,-1-1 0,2 1 0,-1 0 0,0-1 0,0 1 0,1 0 0,-1-1 0,1 1 0,0-1 0,0 0 0,0 0 0,0 0 0,0 0 0,5 3 0,16 20 0,-21-22 0,-1-1 0,1 0 0,0 1 0,-1-1 0,1 0 0,0 0 0,1 0 0,-1 0 0,0-1 0,0 1 0,5 2 0,-6-4 0,0 0 0,0 0 0,0 1 0,0-1 0,0 0 0,0 0 0,0 0 0,0 0 0,0 0 0,0-1 0,0 1 0,-1 0 0,1 0 0,0-1 0,0 1 0,0 0 0,0-1 0,0 1 0,0-1 0,0 1 0,-1-1 0,1 0 0,0 1 0,0-1 0,-1 0 0,1 1 0,-1-1 0,1 0 0,0 0 0,0-1 0,19-22 0,-17 20 0,0 1 0,0-1 0,0 0 0,-1 1 0,1-1 0,-1 0 0,0-1 0,0 1 0,2-6 0,35-56 0,-30 20 0,7-16 0,-10 45 0,0-1 0,6-36 0,-8 33 0,1 0 0,9-23 0,-10 32 0,0 3 0,0-1 0,-1 0 0,0 0 0,0 0 0,-1 0 0,-1 0 0,1-14 0,17-96 0,-19 115 0,0 4 0,5 32 0,8-1 0,0 0 0,-2 1 0,-2 0 0,12 63 0,13 65 0,-32-151 0,0 0 0,1 0 0,0 0 0,8 14 0,7 21 0,-10-9 0,-7-26 0,1 1 0,0 0 0,1 0 0,6 16 0,3-3 0,18 47 0,-28-64-252,0-1 1,0 1-1,0 0 1,0-1-1,0 1 1,1-1-1,0 0 1,5 7-1,13 23-4090,-20-31 3639,-1-1 1,1 1-1,0-1 0,0 0 0,0 1 0,0-1 0,0 0 1,0 0-1,0 0 0,1 0 0,-1 0 0,1 0 0,0 0 1,-1 0-1,1-1 0,0 1 0,4 2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5:59.9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122 30 10021,'-8'3'2372,"0"0"0,-1-1 1,1 1-1,0-1 0,-16 1 1,-11 3 4482,17 1-5198,18-7-1657,0 0 0,0 0 0,0 0 0,0 0 0,-1 0 0,1 0 0,0 0 0,0 0 0,0 0 0,0 0 0,-1 0 0,1 0 0,0 0 0,0 0 0,0 0 0,0 0 0,0 1 0,-1-1 0,1 0 0,0 0 0,0 0 0,0 0 0,0 0 0,0 0 0,0 1 0,0-1 0,0 0 0,0 0 0,0 0 0,-1 0 0,1 1 0,0-1 0,0 0 0,0 0 0,0 0 0,0 0 0,0 1 0,0-1 0,0 0 0,0 0 0,0 0 0,0 0 0,1 1 0,-1-1 0,0 0 0,0 0 0,0 0 0,0 0 0,0 0 0,0 1 0,0-1 0,13 4 0,21-1 0,9-3 0,18 1 0,0-3 0,63-10 0,115-26 0,-181 36 60,-49 3-119,0-1 0,1 0 0,-1 0 0,0-1 0,0 0 0,0 0 0,0-1-1,0-1 1,11-3 0,-19 5-172,0 0 0,0 1-1,0-1 1,0 1 0,0-1 0,0 1 0,0 0-1,1-1 1,-1 1 0,0 0 0,0 0 0,0 0-1,0 0 1,1 0 0,-1 0 0,0 0-1,0 0 1,0 0 0,3 1 0,-1 0-718,-3 12-6217,-54 12-4328,9-9 8405,-2-1 736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00.09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143 1 2753,'-117'82'11304,"115"-81"-11051,1-1 0,-1 2 1,0-1-1,1 0 0,-1 0 0,1 0 0,0 1 0,-1-1 1,1 1-1,0-1 0,0 1 0,0-1 0,0 1 1,0 0-1,0 0 0,0-1 0,0 1 0,1 0 0,-1 0 1,1 0-1,-1 0 0,1 0 0,0 0 0,0 0 0,0 0 1,0 0-1,0-1 0,0 1 0,1 0 0,-1 0 0,0 0 1,1 0-1,0 0 0,-1 0 0,1-1 0,0 1 0,0 0 1,0 0-1,0-1 0,0 1 0,1-1 0,-1 1 0,0-1 1,1 0-1,-1 1 0,1-1 0,2 2 0,42 5 1168,5 0-715,-25-4-653,0 0 0,1-2 1,-1-1-1,1-1 0,-1-1 1,1-1-1,27-6 1,-10 5-84,-37 3-185,1 0 0,-1 0 0,0 0 0,0-1 0,0-1 1,0 1-1,0-1 0,9-4 0,62-14-4485,-67 19 3571,0-1 1,0-1 0,0 0 0,0 0 0,-1-1 0,1 0 0,-1-1 0,0 0 0,-1-1-1,1 0 1,10-8 0,-7 3-345,-10 9 1160,-1 0 0,1 0 0,0 0 0,-1 0 0,0-1 0,0 1 0,1-1 0,-1 1 0,-1-1 0,1 0 0,2-4 0,-1-19-2891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00.2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291 121 2353,'-28'-45'5214,"25"38"-3432,0 0 0,0 0 0,1 0 0,0-1 0,0 1 0,1-1 0,-2-14 0,3 19-549,1 6-856,0-1 0,-1 0 1,1 1-1,0-1 0,0 0 1,1 1-1,-1-1 0,0 0 0,1 0 1,-1 0-1,3 2 0,9 20 871,1-1-1,1 0 0,24 28 0,-20-23-1210,-2-1-1,0 2 0,-2 0 0,-2 1 1,15 46-1,1-2-59,-22-52 23,-1 1 0,-1 0 0,0-1 0,-2 2 0,-1-1 0,-1 0 0,-2 33 0,1-29 0,-1-16 0,0 0 0,-1-1 0,0 1 0,0 0 0,-1 0 0,-1-1 0,0 0 0,-8 17 0,-7 6 0,-24 34 0,34-55 0,3-4 3,-1 1 1,-1-1-1,0-1 1,0 1-1,0-1 1,-1-1-1,0 0 1,0 0-1,0 0 1,-17 6-1,0-2-66,0-1-1,-48 10 1,62-17-1481,-1 0 0,-1-1 0,1 0 0,-22-3 0,-3 1-4132,-8 1-2050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16.60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1 2737,'-1'0'9033,"-21"0"4670,21 0-13549,0 0 0,0 0-1,1-1 1,-1 2 0,0-1 0,0 0 0,0 0-1,0 0 1,1 0 0,-1 0 0,0 1-1,0-1 1,0 0 0,1 1 0,-1-1 0,0 1-1,0-1 1,1 1 0,-1-1 0,1 1 0,-1-1-1,0 1 1,1-1 0,-1 1 0,1 0-1,-1 0 1,1-1 0,-1 2 0,-2 28 2632,4-20-3568,-2-8 794,2 1-1,-1 0 1,0-1-1,0 1 1,1 0-1,0-1 0,-1 1 1,1-1-1,0 1 1,0-1-1,0 1 1,1-1-1,-1 0 1,0 1-1,3 1 0,5 11 49,5 20 119,-11-23-141,2-1-1,0 1 1,0-1-1,1 0 1,0 0 0,1-1-1,0 0 1,12 13 0,4 2-15,-6-6-15,0 0 0,2-1-1,0-1 1,1-1-1,27 17 1,-5-9-1,-29-15-16,1 0 1,0-1 0,0-1-1,1 0 1,-1-1 0,2 0-1,-1-2 1,0 0 0,1 0-1,0-1 1,24 0 0,67-6-2347,-82 1 173,-1-2 0,29-7 0,-41 8 1068,1-1 1,-1 0-1,0-1 1,-1 0-1,1-1 0,-1-1 1,0 1-1,-1-2 0,1 0 1,-1 0-1,-1 0 1,0-1-1,15-20 0,23-41-4016,-20 28 2206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16.87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0 478 560,'17'-43'1525,"-11"32"-757,-1-1-1,-1 0 0,0 0 0,-1 0 0,0 0 0,-1-1 0,1-16 0,16-120 9974,-19 148-10722,0 0-1,0 1 1,0-1 0,0 0-1,0 0 1,1 1-1,-1-1 1,0 0-1,0 1 1,0-1-1,1 1 1,-1-1-1,0 0 1,1 1 0,-1-1-1,1 1 1,-1-1-1,1 1 1,-1-1-1,1 1 1,-1-1-1,1 1 1,-1-1-1,1 1 1,-1 0 0,1-1-1,0 1 1,-1 0-1,1 0 1,0 0-1,-1-1 1,1 1-1,0 0 1,-1 0-1,1 0 1,0 0-1,-1 0 1,1 0 0,0 0-1,0 0 1,-1 0-1,2 1 1,0-1 34,3 0 449,15 16 1766,3 2-760,-1 2 1,0 0 0,-2 2-1,-1 0 1,24 35 0,23 26-754,99 103-379,-151-170-376,0 2 0,15 25 0,-20-28 0,1 0 0,0-1 0,1 0 0,16 15 0,-10-7 0,-17-21 0,0-1 0,0 1 0,1 0 0,-1-1 0,0 1 0,1 0 0,-1-1 0,1 1 0,-1-1 0,1 1 0,-1-1 0,1 1 0,-1-1 0,1 1 0,-1-1 0,1 1 0,0-1 0,-1 0 0,1 1 0,0-1 0,-1 0 0,1 0 0,0 1 0,-1-1 0,1 0 0,0 0 0,0 0 0,-1 0 0,1 0 0,0 0 0,0 0 0,-1 0 0,1 0 0,0 0 0,-1 0 0,1-1 0,0 1 0,-1 0 0,1 0 0,0-1 0,-1 1 0,1-1 0,0 1 0,-1 0 0,1-1 0,-1 1 0,1-1 0,-1 1 0,1-1 0,-1 1 0,1-1 0,-1 0 0,1 1 0,-1-1 0,0 0 0,0 1 0,1-1 0,-1 0 0,0-1 0,3-2 0,-1 0 0,0 0 0,0-1 0,0 1 0,0 0 0,-1-1 0,0 0 0,2-8 0,-3-16 0,-2 1 0,-1 0 0,-8-37 0,3-43 0,-31-51 0,27 98-122,6 36-301,1-1-1,1 1 0,0-39 0,4-11-5891,0 73 5815,0 0 0,1 0 0,-1 0-1,1 0 1,-1 0 0,1 0 0,0 1-1,0-1 1,-1 0 0,1 0 0,1 0 0,-1 1-1,0-1 1,0 1 0,1-1 0,-1 1-1,0-1 1,1 1 0,0 0 0,-1-1-1,1 1 1,0 0 0,-1 0 0,1 0 0,0 1-1,0-1 1,0 0 0,0 1 0,0-1-1,0 1 1,0 0 0,0-1 0,3 1-1,22 9-3124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17.61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402 870 3121,'4'-6'774,"7"-9"1586,-1 0 0,0-1 1,9-20-1,-16 30-1837,-1-1 1,0 1-1,-1-1 0,1 1 1,-1-1-1,0 0 1,-1 0-1,1 1 0,-1-1 1,-1 0-1,1 0 1,-3-10-1,-2-4 529,-1 1 0,0-1 1,-2 1-1,0 0 0,-1 1 0,-1 0 1,-1 0-1,-1 1 0,0 1 0,-1 0 1,-23-23-1,30 35-1052,0 0 0,0 1 0,0 0 0,0 0 0,0 1 0,-1-1 0,0 1 0,0 1 0,0-1 0,0 1 0,0 0 0,0 1 0,0 0 0,0 0 0,-1 0 0,1 1 0,-1 0 0,1 1 0,0 0 0,0 0 0,-1 0 0,1 1 0,0 0 0,0 0 0,0 1 0,1 0 0,-1 0 0,0 1 0,1-1 0,0 1 0,0 1 0,0-1 0,-9 11 0,6-5 0,3-4 0,0-1 0,0 1 0,1 0 0,0 0 0,1 1 0,-1-1 0,1 1 0,0 0 0,1 0 0,0 1 0,0-1 0,0 1 0,1-1 0,0 1 0,1 0 0,-1 12 0,-7 32 0,7-44 0,0-1 0,0 1 0,1 0 0,0 0 0,1 0 0,-1 0 0,3 16 0,3-1 0,-2-10 0,0 0 0,-1 0 0,1 18 0,-3-24 0,2 1 0,-1 0 0,1-1 0,0 0 0,0 1 0,1-1 0,0 0 0,1 0 0,-1 0 0,1-1 0,0 1 0,1-1 0,7 8 0,-2-2 0,1-1 0,0 0 0,1-1 0,0 0 0,0-1 0,15 8 0,-23-14 0,0-1 0,0 0 0,1 0 0,-1 0 0,1-1 0,-1 1 0,1-1 0,0 0 0,0 0 0,-1-1 0,1 1 0,0-1 0,0 0 0,0 0 0,0-1 0,-1 0 0,1 1 0,0-1 0,-1-1 0,1 1 0,0-1 0,-1 0 0,0 0 0,1 0 0,-1-1 0,0 1 0,0-1 0,0 0 0,-1 0 0,1-1 0,-1 1 0,0-1 0,0 1 0,0-1 0,0 0 0,0 0 0,-1-1 0,4-8 0,12-33 0,-12 34 0,-1 0 0,-1 0 0,0-1 0,0 1 0,-1-1 0,-1 0 0,0 0 0,0-16 0,-2-27 0,0 32 0,0 20 0,0 9 0,0-3 0,1 0 0,0 0 0,0 0 0,-1 0 0,1 0 0,0 0 0,0-1 0,1 1 0,-1 0 0,0-1 0,1 1 0,-1-1 0,1 1 0,-1-1 0,1 0 0,2 2 0,-1-1 0,-1-1 0,0 1 0,0 0 0,0 0 0,0 1 0,0-1 0,0 0 0,-1 0 0,3 4 0,0 2 0,1 0 0,0 0 0,1 0 0,0 0 0,0-1 0,0 0 0,1-1 0,0 1 0,0-1 0,1-1 0,0 1 0,14 6 0,29 25 0,-51-37 0,30 26-2147,0-1 0,51 32 0,-72-52 1677,0 0 0,0 0 0,0 0 0,1-1 0,0-1 0,0 0 0,0 0 0,0-1 0,0 0 0,1 0 0,-1-2 0,1 1 0,-1-1 0,1-1 0,12-1 0,-20 0 190,1 0-1,-1 0 1,1 0 0,-1-1 0,0 1-1,0-1 1,0 0 0,0 0 0,0 0-1,-1 0 1,1 0 0,-1 0-1,0-1 1,0 1 0,0-1 0,0 0-1,-1 0 1,2-5 0,3-4 135,-4 9 156,-1 1-1,0-1 1,1 0-1,-1 1 1,0-1-1,-1 0 1,1 0-1,-1 0 0,1-4 1,-1 1 93,1 0 1,0 0-1,1 0 1,-1 0 0,2 0-1,2-7 1,-3 9 3,0 0 0,0 0 1,0 0-1,-1 0 0,0-1 0,0 1 1,0 0-1,-1-1 0,1 1 1,-2-1-1,1 1 0,-2-11 0,-37-166 4134,5-38 3122,30 201-6467,0 0 0,-1 0 0,-12-26 0,9 23-281,0 0 1,-6-31-1,12 39-524,1 8-88,1-1 1,-2 1-1,1 0 0,-1-1 1,0 1-1,0 0 0,0 0 1,-1 0-1,0 1 0,0-1 1,-5-5-1,5 8-4,1 1 0,-1-1 0,1 0 0,0 0 0,0 0 0,0 0 0,0 0 0,0-1 0,1 1 0,-1-1 0,1 1 0,0-1 0,0 1 0,0-1 0,1 0 0,-1 1 0,1-1 0,0 0 0,0-3 0,2 13 0,0 0 0,0 0 0,0 1 0,1-2 0,0 1 0,0 0 0,8 10 0,-1-2 0,0 0 0,13 28 0,12 19 0,-4-21 0,-17-23 0,-2 0 0,17 29 0,-14-15 0,0-2 0,2 1 0,2-2 0,34 42 0,-11-23 0,-17-20 0,-1 1 0,29 42 0,-43-52 0,1 0 0,0-2 0,24 27 0,8 17-753,-39-52 539,1 0 1,0 0 0,0-1-1,1 0 1,0 1 0,0-2-1,0 1 1,1-1 0,0 0-1,1 0 1,9 5-1,26 2-4610,-42-13 4754,0 0 0,0 0 0,0 0 0,0 0 0,1 1 0,-1-2 0,0 1 0,0 0 0,0 0-1,0 0 1,0 0 0,0-1 0,0 1 0,0 0 0,0-1 0,0 1 0,0-1 0,0 0 0,0 1-1,0-1 1,0 1 0,0-1 0,0 0 0,-1 0 0,1 0 0,0 0 0,-1 1 0,1-1 0,0 0-1,-1 0 1,1 0 0,-1 0 0,1 0 0,-1 0 0,0 0 0,0-1 0,1 1 0,-1 0 0,0 0 0,0 0-1,0 0 1,0-2 0,19-103 1676,-21 43 662,-12-87 0,13 69-249,2 66-1584,-1 0 0,0 0 0,-1 0 0,0-1-1,-5-16 1,-3 4-141,6 20-281,0 0-1,1 0 1,0 0-1,1 0 1,-1 0-1,1-10 1,1 13-13,3-54 0,-3 59 0,0-1 0,0 1 0,0-1 0,0 1 0,1-1 0,-1 1 0,0 0 0,0-1 0,0 1 0,0-1 0,0 1 0,0 0 0,1-1 0,-1 1 0,0-1 0,0 1 0,1 0 0,-1-1 0,0 1 0,1 0 0,-1 0 0,0-1 0,1 1 0,-1 0 0,0-1 0,1 1 0,-1 0 0,1 0 0,-1 0 0,0 0 0,1-1 0,-1 1 0,1 0 0,0 0 0,0 1 0,1 0 0,-1 1 0,1-1 0,-1 0 0,1 1 0,-1-1 0,0 1 0,0 0 0,1-1 0,-1 1 0,-1 0 0,1 0 0,1 2 0,22 36 0,1-2 0,40 46 0,1 3 0,37 60 0,-78-113-189,33 33 0,21 26-1261,-35-18-10318,-43-73 11205,0-1-1,-1 0 1,1 1-1,-1-1 1,1 0-1,-1 1 1,0-1-1,1 1 1,-1-1-1,0 1 1,0-1-1,0 1 1,0 2-1,0 0-1725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17.74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80 11013,'0'-27'9813,"-18"17"-4019,18-6-3057,-28 0-2609,56 6-3457,-10 10-2162,11 0 1826,-11 0 31,10 0 257,-9 10 175,28 6 401,-19 0-1089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18.11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143 647 1905,'1'0'207,"0"0"1,-1 0-1,1 0 1,0-1-1,-1 1 1,1 0-1,0 0 0,0 1 1,-1-1-1,1 0 1,0 0-1,-1 0 1,1 0-1,0 1 1,-1-1-1,1 0 0,0 0 1,-1 1-1,1-1 1,-1 1-1,1-1 1,0 0-1,-1 1 1,1-1-1,-1 1 0,1 0 1,-1-1-1,0 1 1,1-1-1,-1 1 1,0 0-1,1 0 0,-1 0 374,0 1 0,0-1 0,-1 1 0,1-1-1,0 1 1,-1-1 0,1 1 0,-1-1-1,0 0 1,1 1 0,-1-1 0,0 0 0,-2 3-1,-22 24 6504,13-17-6635,4-4 19,1 0 0,0 0 1,1 0-1,0 1 0,0-1 0,0 2 1,1-1-1,1 1 0,-1-1 0,-3 13 0,-2 8 512,-11 55 0,19-71-909,-3 3-20,2 0-1,0 1 0,1-1 0,1 1 0,0-1 0,1 1 0,1 0 1,3 17-1,-2-19-31,1 0 1,1 0 0,0 0-1,1 0 1,1-1 0,0 0 0,1 0-1,1 0 1,0-1 0,1 0-1,0-1 1,13 15 0,53 34 134,-69-56-179,1-1 0,-1 0 0,0 0-1,1-1 1,0 0 0,0 0 0,0-1 0,0 1 0,0-2 0,0 1 0,9 0 0,-11-2-24,0-1-1,1 0 1,-1 0-1,0 0 1,1-1-1,-1 0 1,0 0-1,0 0 1,-1 0-1,1-1 1,0 0 0,-1 0-1,1 0 1,-1 0-1,0-1 1,0 0-1,0 0 1,-1 0-1,6-8 1,-2 2-55,-1-1 0,0 0 0,0 1-1,-1-2 1,0 1 0,-1-1 0,4-19 0,7-37 112,-6 34 18,-2-1 0,-2 0 0,3-47 0,-7 13 68,0 8 319,-8-84 0,-32-150 956,36 259-1364,-2 1-1,-1 0 1,-2 0-1,-1 1 1,-2 0-1,-24-53 1,17 44-5,13 32 0,1 0 0,-2 0 0,-12-21 0,18 32 0,0-1 0,-1 1 0,1 0 0,0-1 0,0 1 0,0-1 0,0 1 0,-1 0 0,1-1 0,0 1 0,0 0 0,-1-1 0,1 1 0,0 0 0,0-1 0,-1 1 0,1 0 0,0 0 0,-1-1 0,1 1 0,-1 0 0,1 0 0,0 0 0,-1 0 0,1-1 0,-1 1 0,1 0 0,0 0 0,-1 0 0,1 0 0,-1 0 0,1 0 0,0 0 0,-1 0 0,1 0 0,-1 0 0,1 0 0,-1 1 0,-4 17 0,10 36 0,131 441 0,-115-423 0,46 102 0,14 47 0,-73-195-58,2 1 1,24 46-1,8 19-708,-8 9-3604,-4-4-7073,-22-68 5819,15-2 563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18.3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69 18296,'0'-3'9237,"-1"2"-9087,1 1 1,0-1-1,0 1 1,0-1-1,0 1 1,0 0-1,0-1 1,0 1-1,0-1 0,0 1 1,0-1-1,0 1 1,0-1-1,0 1 1,0 0-1,0-1 1,0 1-1,1-1 1,-1 1-1,0 0 1,0-1-1,1 1 0,-1-1 1,0 1-1,0 0 1,1-1-1,-1 1 1,0 0-1,1-1 1,41-9 569,22 1-720,-9 0 0,577-2 0,-390 13 0,-228-2 0,35 0 0,-47 0 0,-6 0 0,-28 0 0,17 0-327,-1 1-2010,-1-1 0,0-1 1,0-1-1,0 0 0,-24-7 0,19 6-3700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19.63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47 259 528,'0'-150'11739,"0"148"-11603,0 0 0,0 0 0,0 1 1,-1-1-1,1 0 0,-1 0 0,1 0 0,-1 1 0,0-1 0,0 0 1,0 1-1,1-1 0,-2 1 0,1-1 0,0 1 0,0 0 0,0-1 1,-1 1-1,1 0 0,-2-2 0,-2-1 305,4 3-217,0 0-1,1 0 0,-1-1 1,1 1-1,-1 0 0,1-1 1,-1 1-1,1 0 1,0-1-1,-1 1 0,1-1 1,0 1-1,0 0 0,0-1 1,0 1-1,0-1 1,0 1-1,1 0 0,0-3 1,-1 3-7,0 0 0,1 0-1,-1 0 1,0 0 0,0 1 0,0-1 0,0 0 0,1 0 0,-1 0 0,-1 0 0,1 0-1,0 0 1,0 0 0,0 0 0,0 0 0,-1 1 0,1-1 0,0 0 0,-1 0 0,1 0-1,0 0 1,-1 1 0,1-1 0,-2-1 0,-4 0 1129,5 1-1250,1 1-1,-1 0 1,1 0-1,-1 0 1,1 0 0,0 0-1,-1-1 1,1 1 0,-1 0-1,1 0 1,0-1-1,-1 1 1,1 0 0,0 0-1,-1-1 1,1 1 0,0-1-1,-1 1 1,1 0-1,0-1 1,0 1 0,-1-1-1,1 1 1,0 0 0,0-1-1,0 1 1,0-1-1,0 1 1,0-1 0,-1 1-1,1-1 1,0 1 0,0 0-1,1-2 1,-1 0 1024,0 29-50,9 32-769,-7-48-272,1-1 1,-1 0-1,0 21 1,-1-17-28,0-1 0,1 0 0,1 0 0,7 24 0,5 20-4,44 200 2,-12-84 0,-13-91 0,-29-70-310,6 26-2648,2-30-2368,-3-5 3443,5-1-9045,-2-2 8045,-8 0-874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20.41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190 38 4994,'-2'-21'9345,"-4"10"-3890,4 10-5190,0 0 1,0 0-1,0 1 0,0-1 0,0 1 1,0-1-1,0 1 0,-1 0 0,1 0 0,0 0 1,0 0-1,-2 0 0,-5 0-299,7 1 130,-1-1 0,1 0 1,-1 1-1,1-1 0,0 1 0,-1 0 1,1 0-1,-1 0 0,1 0 0,0 0 1,0 1-1,0-1 0,0 1 0,0-1 1,0 1-1,0 0 0,0 0 1,1 0-1,-1 0 0,1 0 0,-1 0 1,1 0-1,0 0 0,0 0 0,0 1 1,0-1-1,0 1 0,-1 3 0,-12 23 1526,8-19-1091,0 1 1,1 0 0,0 1 0,0-1-1,2 1 1,-1 0 0,-2 23-1,-4 13-150,2-20-253,4-17-76,1 0-1,0 0 1,1 1-1,0-1 1,0 14-1,1-2-2,1-15-45,-1 1 0,1-1-1,1 1 1,0-1 0,0 1-1,3 11 1,23 84-4,-24-95 0,0 1 0,1-2 0,0 1 0,1 0 0,0-1 0,0 0 0,1 0 0,0 0 0,0-1 0,1 0 0,10 9 0,-3-1 0,0-3 0,0 1 0,0-1 0,1-1 0,1-1 0,0 0 0,0-1 0,0-1 0,1 0 0,1-2 0,-1 1 0,1-2 0,0-1 0,1 0 0,-1-1 0,0-1 0,1-1 0,0 0 0,-1-1 0,1-2 0,-1 0 0,1 0 0,32-10 0,38-14 0,-50 16 0,57-22 0,-85 27 0,-1 0 0,1 0 0,-1-1 0,0-1 0,-1 0 0,0 0 0,0 0 0,0-1 0,12-15 0,19-24 0,-30 36 0,0 0 0,-1-1 0,0 0 0,13-25 0,-18 28 0,57-126 0,-55 118 0,-1 0 0,0-1 0,-1 0 0,-1 1 0,1-38 0,-4 47 0,-1 0 0,0 0 0,0 0 0,-1 0 0,0 0 0,0 1 0,-1-1 0,0 0 0,-1 1 0,1 0 0,-1 0 0,-1 0 0,-9-12 0,11 16 0,0 0 0,0 0 0,0 0 0,-1 1 0,1 0 0,-1-1 0,1 1 0,-1 1 0,0-1 0,0 0 0,1 1 0,-1 0 0,0 0 0,0 0 0,-1 0 0,1 1 0,0 0 0,0 0 0,0 0 0,-7 1 0,4-1 0,-2 1 0,1 0 0,0 1 0,0 0 0,1 0 0,-1 1 0,0 0 0,1 1 0,-1 0 0,1 0 0,0 0 0,1 1 0,-1 0 0,1 0 0,-7 7 0,5-5 0,0 1 0,1 0 0,0 0 0,0 1 0,1 0 0,0 0 0,0 1 0,1-1 0,-6 18 0,9-19 0,0 1 0,1 0 0,0-1 0,1 1 0,0 0 0,1 14 0,1 11 0,-2-22 0,0 0 0,1 0 0,1 0 0,0-1 0,1 1 0,0 0 0,1-1 0,0 1 0,0-1 0,1 0 0,1-1 0,0 1 0,0-1 0,1 0 0,1-1 0,-1 0 0,2 0 0,-1 0 0,16 11 0,18 11 0,-32-22 0,1 0 0,1-1 0,0 0 0,0-1 0,0 0 0,1-1 0,16 5 0,18 5 0,-33-11 0,0 0 0,1-1 0,-1 0 0,1-1 0,26 2 0,-4-7 0,-1-1 0,1-2 0,-1-1 0,62-20 0,-81 19 0,0-1 0,-1-1 0,0-1 0,0 0 0,-1-1 0,0-1 0,-1 0 0,18-20 0,-6 8 0,-22 19 0,1 1 0,-1-1 0,-1 0 0,1-1 0,-1 1 0,0-1 0,0 1 0,0-1 0,-1 0 0,0 0 0,0 0 0,0 0 0,1-11 0,9-29 0,-4 25 0,-5 15 0,-1 1 0,0 0 0,0-1 0,0 1 0,-1-1 0,0 0 0,0 1 0,0-10 0,-1-80 0,-1 93 0,1-1 0,-1 0 0,0 0 0,0 1 0,0-1 0,0 0 0,0 1 0,-1 0 0,1-1 0,-1 1 0,0 0 0,0-1 0,0 1 0,0 0 0,0 0 0,0 1 0,0-1 0,0 0 0,-1 1 0,1-1 0,-1 1 0,1 0 0,-6-2 0,6 2 0,-1 0 0,1 0 0,0 0 0,-1 1 0,1-1 0,-1 1 0,1-1 0,-1 1 0,1 0 0,-1 0 0,1 0 0,-1 0 0,1 1 0,0-1 0,-1 1 0,1-1 0,-1 1 0,1 0 0,0 0 0,-1 0 0,1 0 0,0 0 0,0 1 0,0-1 0,0 1 0,0-1 0,0 1 0,1 0 0,-4 3 0,0 5 0,1 1 0,0-1 0,1 1 0,0-1 0,1 1 0,0 0 0,0 0 0,2 0 0,-1 0 0,1 0 0,2 14 0,-2 2 0,1-19 0,1 0 0,0 0 0,0 0 0,0 0 0,1-1 0,0 1 0,0-1 0,1 1 0,0-1 0,1 0 0,-1-1 0,12 12 0,1 6 0,-12-17 0,1 0 0,0-1 0,0 1 0,1-1 0,0 0 0,0-1 0,10 6 0,18 15 0,-23-18 0,-1-1 0,1 0 0,0-1 0,1 0 0,0-1 0,0 0 0,0-1 0,23 4 0,-2-3 0,1-1 0,47 0 0,-60-5 0,-1-1 0,1-1 0,-1-1 0,0 0 0,0-2 0,0-1 0,-1 0 0,0-1 0,-1-2 0,1 0 0,-2 0 0,0-2 0,0-1 0,-1 0 0,0-1 0,19-21 0,-27 23 0,-1-1 0,0 1 0,0-2 0,-2 1 0,6-16 0,9-16 0,-10 19 0,12-43 0,-7 19 0,-14 39 0,0 0 0,0 1 0,-1-1 0,-1 0 0,0 0 0,-1-16 0,-1-1 0,3 27 0,-1 0 0,-1 0 0,1 0 0,0 0 0,0 0 0,0 0 0,-1 0 0,1 0 0,0 0 0,-1 0 0,1 0 0,-1 0 0,1 1 0,-1-1 0,1 0 0,-1 0 0,0 0 0,1 1 0,-1-1 0,0 0 0,0 1 0,0-1 0,1 0 0,-1 1 0,-2-1 0,3 0 0,0 1 0,-1 0 0,1 0 0,0 0 0,-1 0 0,1 0 0,-1-1 0,1 1 0,0 0 0,-1 0 0,1 0 0,-1 0 0,1 0 0,0 0 0,-1 0 0,1 0 0,-1 1 0,1-1 0,0 0 0,-1 0 0,1 0 0,0 0 0,-1 0 0,1 1 0,-1-1 0,1 0 0,0 0 0,0 1 0,-1-1 0,1 0 0,0 0 0,-1 1 0,1-1 0,0 0 0,0 1 0,0-1 0,-1 0 0,1 1 0,0-1 0,0 0 0,0 1 0,0-1 0,0 1 0,-1-1 0,1 0 0,0 1 0,0-1 0,0 1 0,0 0 0,0 0 0,0 0 0,0 0 0,0 0 0,-1 0 0,1 0 0,0 0 0,-1 0 0,1 0 0,-1 0 0,1 0 0,-1 0 0,1 0 0,-1 0 0,1 0 0,-1-1 0,0 1 0,0 0 0,1-1 0,-1 1 0,0 0 0,0-1 0,0 1 0,-1 0 0,-7 6 0,8-5 0,0 0 0,0 0 0,1 0 0,-1 0 0,1 0 0,-1 0 0,1 0 0,0 0 0,-1 0 0,1 0 0,1 4 0,-4 20 0,0-15 0,0-2 0,0 1 0,1 0 0,0 0 0,0 0 0,1 0 0,1 1 0,0-1 0,0 0 0,1 0 0,2 12 0,-2-17 0,4 20 0,-1 0 0,1 36 0,-4-50 0,0 0 0,0 0 0,1 0 0,0 0 0,1 0 0,0-1 0,1 1 0,7 15 0,13 36 0,-15-16 0,-8-35 0,2 1 0,-1-1 0,8 19 0,4 1 0,-8-20 0,-1 1 0,0 1 0,-1-1 0,4 16 0,14 62-255,-15-68-139,-1 1 0,-1-1 0,-1 1 0,2 39 0,-7-35-2416,1-23 1564,0 1 0,0-1-1,-1-1 1,0 1 0,0 0-1,0 0 1,0 0 0,0 0-1,-1-1 1,0 1 0,-3 4 0,2 2-3559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20.5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19 286 3346,'14'-31'2488,"-8"18"-537,1-1 0,-2-1 0,7-24 0,-10 25-366,2 0-1,0 1 1,10-24-1,-11 31-1304,0 1 0,0-1-1,0 1 1,1 0 0,0 0 0,0 0 0,0 1-1,0-1 1,1 1 0,0 0 0,10-6-1,-5 4 140,0 2-1,0 0 0,1 0 1,0 0-1,-1 2 1,1-1-1,0 1 0,1 1 1,12-1-1,-18 2-140,0 0 0,1 1 0,-1-1 0,1 1 0,-1 0 0,0 1 0,0-1 0,0 1 0,0 0 0,0 1 0,0 0 0,-1 0 0,1 0 0,-1 0 0,1 1 0,-1 0 1,7 7-1,17 19-93,-24-25-179,0 0-1,0 0 0,-1 0 1,1 1-1,-1 0 1,0 0-1,-1 0 1,0 0-1,1 1 1,3 12-1,-1-2-5,-3-10 0,0 0 0,0 0 0,-1 0 0,0 0 0,0 1 0,-1-1 0,0 1 0,0-1 0,-1 1 0,0-1 0,0 1 0,-1-1 0,0 1 0,-2 10 0,-2-6 0,-1-1 0,0 0 0,0-1 0,-1 1 0,0-1 0,-1-1 0,-13 14 0,-7 10 0,16-18 18,9-10-66,0 0-1,-1 0 1,1-1 0,-1 0-1,0 0 1,-1 0-1,1 0 1,-1-1 0,1 0-1,-1 1 1,0-2-1,-9 5 1,-59 17-3061,-42 4-7324,61-19 2704,-9-7-3044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20.9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94 0 8100,'-4'0'9653,"-9"0"-7213,6 0 1978,6 0-4324,-1 0-1,1 0 1,-1 0 0,1 1-1,-1-1 1,1 0-1,-1 1 1,1-1-1,-1 1 1,1-1 0,-1 1-1,1-1 1,0 1-1,-1 0 1,1 0 0,0 0-1,0 0 1,0 0-1,0 0 1,-1 0-1,1 0 1,1 0 0,-1 0-1,0 1 1,0-1-1,0 0 1,1 1 0,-1-1-1,0 1 1,1-1-1,-1 2 1,-1 7-44,1-1-1,0 1 1,0-1 0,2 16 0,-1-15-20,0 0 1,0 1-1,-1-1 1,-4 19-1,4-23-13,-4 5-5,1 1 1,1 0-1,0 0 0,1 0 1,0 1-1,0-1 0,2 0 1,0 1-1,0-1 0,4 23 1,3-7 26,-3-11-25,0 0-1,-1 0 1,2 35-1,-4 0-393,14 87 0,-13-91-674,-2-37 370,0 1-1,1-1 1,4 23 0,-3-23 147,4 9-1439,-1 1 0,-1 0 1,-1 0-1,0 30 0,-3-34-309,1-11 1586,-1-1 0,0 1 1,0-1-1,-1 1 0,0-1 0,0 0 0,-2 7 0,1-8 35,1-1 0,-2 0 0,1 0-1,0 0 1,-1 0 0,1 0-1,-6 4 1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22.09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0 931 3506,'0'-1'544,"0"-1"1,0 0 0,0 0 0,0 1-1,1-1 1,-1 0 0,0 1 0,1-1-1,-1 0 1,1 1 0,0-1 0,-1 1-1,1-1 1,0 1 0,0-1 0,0 1 0,0 0-1,0-1 1,1 1 0,-1 0 0,0 0-1,3-2 1,2-2-82,-6 4-335,1 1 0,-1-1-1,1 1 1,-1-1 0,1 0 0,-1 0-1,1 1 1,-1-1 0,0 0 0,0 0-1,1 1 1,-1-1 0,0 0 0,0 0-1,0 1 1,0-1 0,0 0 0,0 0-1,0-1 1,2-8 556,8-7-120,-9 14-540,1 1 0,-1-1-1,1 0 1,-1 1 0,1 0 0,0-1-1,0 1 1,0 0 0,0 0 0,1 0 0,-1 0-1,0 0 1,1 0 0,-1 1 0,6-3-1,99-51 116,18-20-37,-113 70-21,1-1 0,-1-1 1,0 0-1,0 0 0,-1-1 1,0-1-1,0 1 1,-1-2-1,0 0 0,-1 0 1,10-13-1,-15 18 43,0 0 0,0 1 1,0 0-1,1-1 0,-1 1 0,1 1 0,8-5 0,-10 6-51,1 0 0,-1 0 0,0 0 0,0 0 0,0-1 0,0 1-1,-1-1 1,1 0 0,0 0 0,-1 0 0,0 0 0,0 0 0,0 0 0,0-1-1,-1 1 1,1-1 0,1-4 0,8-35 861,-6 26-133,0-1 0,-2 0 0,0-1-1,1-29 1,-4-55 2764,0 98-3559,-1 0 0,1 1-1,-1-1 1,0 1 0,-1-1 0,1 1 0,-1-1 0,0 1 0,0 0 0,0 0 0,-3-4 0,-7-15-16,11 21 10,-1-1 0,1 1 0,0-1 0,-1 1 0,0 0 0,0 0 0,1-1 0,-1 1 0,-1 0 0,1 1 0,0-1 0,-3-2 0,4 4 0,0-1 0,0 1 0,0 0 0,0-1 0,0 1 0,0 0 0,0 0 0,0-1 0,0 1 0,0 0 0,0 0 0,0 0 0,0 0 0,0 1 0,0-1 0,0 0 0,0 0 0,0 1 0,0-1 0,0 0 0,0 1 0,0-1 0,0 1 0,0-1 0,1 1 0,-1 0 0,0-1 0,0 1 0,1 0 0,-1-1 0,0 1 0,1 0 0,-1 0 0,0 0 0,1 0 0,-1-1 0,0 3 0,0 0 0,0 1 0,0 0 0,0-1 0,0 1 0,1 0 0,-1 0 0,1-1 0,0 1 0,0 0 0,1 0 0,0 5 0,0 11 0,-1-8 0,0 39 0,9 70 0,-7-105 0,1 0 0,1 0 0,0 0 0,1-1 0,1 1 0,1-1 0,0-1 0,14 22 0,6 15 0,-22-41 0,0 0 0,0-1 0,1 1 0,0-1 0,13 15 0,4 3 0,-17-19 0,0 0 0,0-1 0,1 0 0,0 0 0,10 8 0,-15-14 0,-1 0 0,0-1 0,1 1 0,-1 0 0,1-1 0,-1 1 0,1-1 0,-1 1 0,1-1 0,-1 0 0,1 0 0,-1 1 0,1-1 0,-1 0 0,1-1 0,-1 1 0,1 0 0,-1 0 0,1-1 0,-1 1 0,1 0 0,-1-1 0,1 0 0,-1 1 0,0-1 0,1 0 0,-1 0 0,0 0 0,0 0 0,1 0 0,-1 0 0,0 0 0,0 0 0,0 0 0,0 0 0,0-1 0,-1 1 0,2-2 0,4-4 0,-5 7 0,0-1 0,0 0 0,-1 0 0,1 0 0,0 1 0,-1-1 0,1 0 0,0 0 0,-1 0 0,0 0 0,1 0 0,-1 0 0,1 0 0,-1 0 0,0 0 0,0 0 0,1 0 0,-1 0 0,0-1 0,0 1 0,0-1 0,0-2 0,0 0 0,1 0 0,0 0 0,0-1 0,0 2 0,0-1 0,1 0 0,0 0 0,3-5 0,-3 5 0,0 1 0,-1-1 0,1 0 0,0 0 0,-1 0 0,0 0 0,0 0 0,0 0 0,0-7 0,-1 3 0,1 0 0,0-1 0,0 1 0,1 0 0,3-9 0,3-30 0,-8 42 0,0 0 0,0 0 0,0 0 0,1 0 0,0 0 0,0 1 0,0-1 0,0 0 0,1 0 0,-1 1 0,1-1 0,0 1 0,1-1 0,-1 1 0,5-5 0,-2-16 0,-2 8 0,-2 16 0,-1 1 0,0 0 0,0 0 0,0-1 0,1 1 0,-1 0 0,0 0 0,0 0 0,1 0 0,-1-1 0,0 1 0,0 0 0,1 0 0,-1 0 0,0 0 0,0 0 0,1 0 0,-1 0 0,0 0 0,1 0 0,-1 0 0,0 0 0,1 0 0,-1 0 0,0 0 0,0 0 0,1 0 0,-1 0 0,0 0 0,1 0 0,-1 0 0,0 0 0,0 0 0,1 1 0,-1-1 0,0 0 0,0 0 0,1 0 0,-1 0 0,0 1 0,0-1 0,0 0 0,0 0 0,1 1 0,-1-1 0,0 1 0,4 1 0,-1 1 0,0 0 0,0 0 0,0 0 0,-1 1 0,1-1 0,-1 1 0,0 0 0,1-1 0,-2 1 0,1 0 0,2 6 0,2 2 0,1 0 0,1 0 0,0-1 0,1 0 0,0 0 0,1-1 0,14 12 0,12 14 0,-15-12 0,6 7 0,2 0 0,34 28 0,-58-56 0,0 0 0,-1-1 0,1 1 0,0-1 0,0 0 0,1 0 0,9 2 0,4 1 0,-14-4 0,1 0 0,-1 0 0,1-1 0,-1 0 0,0 0 0,1 0 0,-1-1 0,10-2 0,-12 3 0,0-1 0,0 1 0,0-1 0,0 0 0,0 0 0,-1 0 0,1 0 0,0-1 0,0 1 0,-1-1 0,1 0 0,-1 0 0,1 0 0,-1 0 0,4-4 0,19-21 0,-22 24 0,1 0 0,-1 0 0,0 0 0,0 0 0,0 0 0,0-1 0,-1 1 0,1-1 0,-1 0 0,3-6 0,6-18 0,-7 21 0,-1-1 0,0 0 0,0-1 0,-1 1 0,0 0 0,-1-1 0,1-8 0,-2-213 0,0 223 0,0 0 0,-1 0 0,1 0 0,-2 0 0,1 0 0,-1 0 0,0 0 0,-1 1 0,0-1 0,0 1 0,-6-11 0,-8-22 0,15 34 0,1 0 0,-1 0 0,-1 0 0,1 0 0,-1 0 0,1 0 0,-1 1 0,-1-1 0,-4-4 0,-5-5 0,-12-11 0,24 24 0,1 0 0,-1 1 0,0-1 0,0 1 0,1-1 0,-1 1 0,0 0 0,0-1 0,1 1 0,-1 0 0,0-1 0,0 1 0,0 0 0,0 0 0,1 0 0,-1 0 0,0 0 0,0 0 0,0 0 0,0 0 0,0 0 0,1 0 0,-1 0 0,0 0 0,0 1 0,0-1 0,0 0 0,1 1 0,-1-1 0,-1 1 0,-3 4 0,0-1 0,0 1 0,0 0 0,1 0 0,-1 0 0,1 1 0,1-1 0,-1 1 0,1 0 0,0 0 0,0 1 0,1-1 0,0 0 0,0 1 0,0 0 0,1-1 0,0 1 0,0 0 0,1-1 0,1 14 0,-2 8 0,0-13 0,0 0 0,1 0 0,1 0 0,0 0 0,1 0 0,1 0 0,0 0 0,1 0 0,1-1 0,7 16 0,13 14 0,-13-21 0,0-1 0,2 0 0,0-1 0,34 36 0,16-2 0,-60-50-5,1-1 1,0 0-1,1 0 1,-1 0-1,1-1 0,10 6 1,6 2-295,-15-6-79,0-1 0,0-1 0,1 1 1,0-1-1,0-1 0,0 1 0,0-1 0,0-1 0,16 2 0,4 1-1053,-23-4 1098,-1 1 1,0-1-1,0 1 0,1-1 1,-1-1-1,0 1 0,0 0 1,1-1-1,-1 0 0,4-1 1,9-2-587,-8 2 665,0-1 1,-1 0 0,1 0 0,0-1 0,-1 0-1,0 0 1,0-1 0,0 0 0,-1 0-1,1-1 1,-1 0 0,-1 0 0,1-1 0,-1 0-1,0 0 1,9-14 0,4-10 903,-1 0-1,27-65 1,-36 72 257,-1 0 0,-1 0 1,-1-1-1,-2 1 0,3-29 0,-3-129 5682,-4 134-6146,0 47-443,0-1 0,0 1 0,0 0 0,0 0 0,0 0 0,-1 0 0,1 0 0,0 0 0,-1 0 0,1 0 0,0 0 0,-1 0 0,1 0 0,-1 1 0,0-1 0,1 0 0,-1 0 0,0 0 0,1 0 0,-2 0 0,2 1 0,-1 0 0,1 0 0,0-1 0,0 1 0,-1 0 0,1 0 0,0 0 0,-1 0 0,1 0 0,0 0 0,0 0 0,-1 0 0,1 0 0,0 0 0,-1 0 0,1 0 0,0 0 0,0 0 0,-1 0 0,1 0 0,0 0 0,0 1 0,-1-1 0,1 0 0,0 0 0,0 0 0,-1 0 0,1 0 0,0 1 0,0-1 0,0 0 0,-1 0 0,1 0 0,0 1 0,0-1 0,0 0 0,0 0 0,-1 1 0,1-1 0,0 0 0,0 0 0,0 1 0,0-1 0,0 0 0,0 1 0,0-1 0,0 0 0,0 0 0,0 1 0,0-1 0,0 0 0,0 1 0,0-1 0,0 0 0,0 0 0,0 1 0,0-1 0,1 1 0,-1 1 0,0-1 0,0 0 0,-1 0 0,1 0 0,0 0 0,0 0 0,0 0 0,-1 0 0,1 0 0,-1 0 0,1 0 0,-1 0 0,1 0 0,-1 0 0,1 0 0,-1 0 0,0 0 0,0 0 0,1 0 0,-1-1 0,0 1 0,0 0 0,-1 0 0,0 0 0,1 0 0,0 0 0,0 0 0,0 0 0,0 0 0,0 0 0,0 0 0,0 0 0,0 0 0,1 1 0,-1-1 0,0 0 0,1 0 0,-1 1 0,1-1 0,-1 1 0,1-1 0,0 0 0,-1 1 0,1-1 0,0 1 0,0-1 0,0 1 0,0 1 0,0 246 0,1-234 0,1 1 0,1-1 0,0 0 0,1 0 0,8 22 0,7 25 0,8 30 0,-25-87 0,0 1 0,1-1 0,-1 1 0,1-1 0,0 0 0,1 0 0,-1 0 0,1 0 0,0-1 0,0 1 0,0-1 0,8 6 0,-10-9 0,0-1 0,0 1 0,1 0 0,-1 0 0,0-1 0,1 0 0,-1 1 0,1-1 0,-1 0 0,1 0 0,-1 0 0,0-1 0,1 1 0,-1 0 0,1-1 0,-1 0 0,0 1 0,0-1 0,1 0 0,-1 0 0,0 0 0,0-1 0,0 1 0,0-1 0,0 1 0,0-1 0,-1 1 0,1-1 0,0 0 0,-1 0 0,3-3 0,2-3 0,-1 1 0,0-1 0,0 0 0,-1 0 0,0-1 0,0 1 0,3-11 0,15-48 0,-14 47 0,-1 0 0,-1 0 0,-1-1 0,-1 1 0,3-36 0,-7 31 0,1 1 0,1-1 0,1 1 0,7-27 0,-8 35 0,-1 0 0,0 0 0,-2-25 0,1 12 0,-1 17 0,6 22 0,3-3 0,-7-5 0,1-1 0,-1 0 0,0 0 0,0 0 0,0 1 0,0-1 0,0 1 0,0-1 0,0 1 0,0-1 0,0 1 0,-1-1 0,1 1 0,-1 0 0,1 0 0,-1-1 0,1 1 0,-1 0 0,0-1 0,0 4 0,1 6 0,0-1 0,1 1 0,1-1 0,0 0 0,0 0 0,1 0 0,6 12 0,5 16 0,-7-8 0,-7-24 0,0 0 0,1 1 0,0-1 0,0 0 0,0 0 0,5 7 0,22 46 0,-23-44 0,2 0 0,-1 0 0,12 14 0,0 5 0,-19-32 0,1-1 0,0 1 0,-1 0 0,1 0 0,0 0 0,0-1 0,0 1 0,0 0 0,1-1 0,-1 1 0,0-1 0,1 0 0,-1 1 0,1-1 0,-1 0 0,1 0 0,0 0 0,-1 0 0,1 0 0,0 0 0,0 0 0,0-1 0,-1 1 0,1-1 0,0 1 0,0-1 0,0 0 0,0 0 0,0 0 0,0 0 0,0 0 0,4-1 0,-4 1 0,1-1 0,0 1 0,0-1 0,0 0 0,-1 0 0,1 0 0,0 0 0,-1-1 0,1 1 0,-1-1 0,1 1 0,-1-1 0,0 0 0,0 0 0,0 0 0,0 0 0,0 0 0,0-1 0,-1 1 0,1-1 0,-1 1 0,1-1 0,-1 1 0,2-6 0,0-1 0,0-1 0,0 1 0,0 0 0,-1-1 0,-1 1 0,1-19 0,-1 19 0,-1 1 0,2 0 0,-1-1 0,1 1 0,0 0 0,4-8 0,-3 8 0,0 0 0,-1 0 0,0-1 0,0 1 0,-1-1 0,0-8 0,18-128 0,-19 32 0,0 112 0,0 0 0,0-1 0,0 1 0,0-1 0,0 1 0,0 0 0,0-1 0,1 1 0,-1 0 0,1-1 0,-1 1 0,1 0 0,-1 0 0,1-1 0,0 1 0,0 0 0,-1 0 0,1 0 0,0 0 0,0 0 0,0 0 0,0 0 0,0 0 0,2-1 0,5-4 0,-2-1 0,-5 7 0,-3 21 0,4 6 0,1 0 0,1 0 0,2 0 0,14 43 0,8 35 0,-28-100 0,3 10-10,0-1 0,1 1 0,0-1-1,11 25 1,-11-32-283,-1 0 0,0 1 0,-1 0 0,0-1-1,0 1 1,1 10 0,3 13-2494,13 10-4110,-14 0-1677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25.1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377 139 4258,'0'-4'1042,"-1"-1"-1,1 1 1,-1 0 0,0-1-1,0 1 1,0 0 0,-3-7 0,2 7-671,0 0-1,1 0 1,0-1 0,0 1 0,0-1 0,0 1 0,0-8 0,1 11-302,0 0 1,0-1-1,-1 1 0,1 0 0,0 0 0,-1 0 1,1 0-1,-1 0 0,1 0 0,-1 0 0,1 0 1,-1 0-1,0 0 0,0 0 0,1 1 0,-1-1 1,0 0-1,0 0 0,0 1 0,0-1 0,0 0 1,0 1-1,0-1 0,0 1 0,0 0 0,-2-1 1,0-1 246,-18-24 6826,18 23-4986,-1 3-422,-7 0-1112,8-1-444,0 1-1,0-1 0,-1 1 0,1 0 1,0 0-1,0 1 0,-1-1 1,1 0-1,0 1 0,0 0 1,-1 0-1,1 0 0,0 0 0,0 1 1,0-1-1,0 1 0,1-1 1,-5 4-1,5-3-177,0 1 0,-1-1 0,1 0 0,0-1 0,-1 1 0,0 0 0,1-1 0,-1 1 0,0-1 0,0 0 0,-3 1 0,3-1 0,0 0 0,0 0 0,1 0 0,-1 0 0,1 1 0,-1-1 0,1 1 0,0-1 0,-1 1 0,1 0 0,-3 3 0,-20 52 0,15-42 0,2 1 0,-1 0 0,2 0 0,0 1 0,-6 23 0,-5 13 0,3-9 0,2 0 0,2 1 0,2 0 0,-6 77 0,10 188 0,6-190 0,0-86 0,1 1 0,2-1 0,1 0 0,1-1 0,2 1 0,2-1 0,1-1 0,1 0 0,2-1 0,1 0 0,33 49 0,7 14 0,-36-72 0,1-1 0,1-1 0,37 28 0,-19-14 0,-32-26 0,1-1 0,0 1 0,1-2 0,-1 1 0,2-1 0,14 8 0,47 15 0,1-4 0,118 27 0,-142-48 0,-42-3 0,0-1 0,0 1 0,0 0 0,0 0 0,0 0 0,10 5 0,-4-4 0,0 0 0,1-1 0,0 0 0,-1-1 0,24-2 0,6 0 0,-34 3 0,-5-1 0,0 1 0,0-1 0,0 0 0,0 0 0,0 0 0,0-1 0,0 1 0,-1-1 0,6-1 0,-2-3 11,-6 4-19,1 1 1,0-1-1,0 0 1,0 1 0,-1-1-1,1 0 1,0 1 0,0-1-1,0 1 1,0-1 0,0 1-1,0 0 1,0-1-1,0 1 1,0 0 0,0 0-1,0 0 1,0 0 0,0 0-1,2 0 1,-3 0-43,1-1 0,-1 1-1,0 0 1,1 0 0,-1 0 0,0 0 0,1 0-1,-1-1 1,0 1 0,1 0 0,-1 0 0,0 0 0,0-1-1,1 1 1,-1 0 0,0 0 0,0-1 0,0 1-1,1 0 1,-1-1 0,0 1 0,0 0 0,0-1-1,0 1 1,0 0 0,1-1 0,-1 1 0,0 0 0,0-1-1,0 0 1,1-2-326,13-12-1493,-11 13 1615,0 0-1,-1-1 1,1 1 0,-1-1-1,0 0 1,1 1 0,-1-1-1,-1 0 1,1 0 0,0 0-1,-1-1 1,3-4 0,-5 7 223,1 0 1,0 1 0,1-1 0,-1 0-1,0 0 1,0 0 0,0 1 0,0-1-1,1 0 1,-1 0 0,0 1 0,1-1-1,-1 0 1,0 1 0,1-1-1,-1 0 1,1 1 0,-1-1 0,1 0-1,0 1 1,-1-1 0,1 1 0,-1-1-1,1 1 1,0 0 0,-1-1 0,1 1-1,0-1 1,0 1 0,1 0-1,-2-1 10,1 1-1,0 0 1,0 0-1,-1-1 1,1 1-1,0 0 1,-1-1-1,1 1 1,0-1-1,-1 1 0,1-1 1,0 1-1,-1-1 1,1 0-1,-1 1 1,1-1-1,-1 0 1,0 1-1,1-1 1,-1 0-1,0 1 0,1-1 1,-1 0-1,0 0 1,0 0-1,0 1 1,1-1-1,-1 0 1,0 0-1,0-1 1,0 1-17,0-1 0,0 1 0,0-1 0,1 1 0,-1-1 0,0 1 0,1-1 0,-1 1 0,1 0 0,0-1 0,0 1 0,-1 0 0,1-1 0,1 0 1,-1 0 18,0 1 0,1-1 0,-1 0 0,0 0 1,-1 1-1,1-1 0,0 0 0,-1 0 0,1 0 1,-1 0-1,1 0 0,-1 0 0,0 0 0,0-2 1,0 1 16,0 1 1,0 0-1,-1 0 1,1 0-1,-1 0 1,0-1 0,1 1-1,-1 0 1,0 0-1,0 0 1,-2-2-1,-6-21 38,9 24-31,0 0 0,0 0-1,-1 0 1,1 0 0,0 0-1,0 0 1,0 0 0,-1 0 0,1 1-1,0-1 1,-1 0 0,1 0-1,-1 0 1,1 0 0,-1 1-1,0-1 1,1 0 0,-1 1-1,1-1 1,-1 0 0,0 1 0,0-1-1,0 1 1,1-1 0,-1 1-1,-1-1 1,1 0 13,0 1 1,0-1-1,0 1 0,0-1 0,1 1 0,-1-1 1,0 1-1,0-1 0,1 1 0,-1-1 1,0 0-1,1 0 0,-1 1 0,1-1 0,-1 0 1,1 0-1,-1 0 0,1 0 0,0 1 1,-1-1-1,1 0 0,0 0 0,0 0 1,0 0-1,0 0 0,0-1 0,-1 0 37,1 0 1,0 1-1,-1-1 0,1 0 0,-1 1 1,1-1-1,-1 1 0,0-1 0,1 1 1,-1-1-1,0 1 0,0 0 1,0-1-1,0 1 0,0 0 0,0 0 1,-1 0-1,1-1 0,0 1 0,-3-1 1,-33-16 1895,23 12-781,0-7 856,13 10-943,8 9-708,28 22-4,-1 0 96,49 50 0,-55-54-467,-25-22 0,1 1 0,-1-1 0,0 1 0,0 0 0,1 0 0,-2 0 0,1 0 0,0 1 0,-1-1 0,4 7 0,8 20 0,-12-27 0,0 0 0,1 1 0,-1-1 0,-1 1 0,1 0 0,0 0 0,-1-1 0,0 1 0,0 0 0,0 0 0,-1 0 0,1 0 0,-1 0 0,0 1 0,0-1 0,0 0 0,0 0 0,-1 0 0,0 0 0,0 0 0,-2 7 0,-3-2 0,0 1 0,0-1 0,0 0 0,-1-1 0,-1 1 0,1-2 0,-16 13 0,-15 13 6,26-22-13,-1 0 0,1-1 0,-1-1 0,-1 0 0,0 0 0,-17 7 0,-31 4-3013,11-4-7112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26.2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356 85 6227,'-4'-17'12437,"-7"0"-5317,-8 0-2912,-14 1-2228,-9-1-1297,39 17-680,1 0 0,0 1 0,-1-1 0,1 1 0,0 0 0,0-1 0,0 1 1,-1 0-1,1 0 0,0 1 0,0-1 0,0 0 0,1 1 0,-1-1 0,0 1 0,0 0 0,1-1 0,-1 1 0,1 0 0,0 0 1,-1 0-1,1 0 0,0 0 0,0 0 0,0 1 0,-1 3 0,-4 7 18,-38 41-13,22-26-8,-9 13 0,23-25 0,-3 5 0,1 0 0,1 0 0,1 1 0,-10 40 0,6 2 0,6-45 0,2 0 0,1 1 0,0-1 0,2 1 0,0 0 0,1 0 0,4 29 0,35 125 0,-38-158 0,2-1 0,0 0 0,1 0 0,0 0 0,1-1 0,1 0 0,0 0 0,1 0 0,10 14 0,10 1 0,-19-21 0,-1 0 0,1 1 0,-1 0 0,6 10 0,-6-10 0,0 0 0,1 0 0,0-1 0,0 0 0,1 0 0,-1-1 0,2-1 0,10 7 0,10 5 0,41 18 0,-50-29 0,0 0 0,1-2 0,-1 0 0,1-1 0,0-2 0,0 0 0,1-1 0,-1-1 0,0-1 0,0-1 0,0-1 0,25-7 0,20-5 0,-50 12 0,0 0 0,0-1 0,-1-1 0,19-8 0,28-12 0,-44 18 0,-1-1 0,1 0 0,31-20 0,-4-2 0,-22 15 0,0-1 0,23-20 0,78-86 0,-113 108 0,-1 0 0,0 0 0,-1-1 0,-1 0 0,0-1 0,-2 0 0,10-24 0,-10 18 0,0 1 0,-2-2 0,0 1 0,-2-1 0,2-40 0,-4 58 0,-1 0 0,0 0 0,0 0 0,-1 0 0,1 0 0,-1 0 0,0 0 0,-1 0 0,1 0 0,-1 0 0,0 1 0,0-1 0,-1 1 0,1-1 0,-1 1 0,0 0 0,0 0 0,0 0 0,0 0 0,-1 1 0,0-1 0,0 1 0,0 0 0,0 0 0,0 1 0,-1-1 0,1 1 0,-8-3 0,8 3 0,0 1 0,-1 0 0,1 0 0,0 1 0,0 0 0,0-1 0,-1 1 0,1 0 0,0 1 0,0-1 0,-1 1 0,1 0 0,0 0 0,-7 3 0,0 1 0,-1 1 0,1 1 0,-15 11 0,-15 8 0,26-19 0,12-6 0,1 0 0,-1 0 0,0 0 0,1 0 0,-1 1 0,1-1 0,-1 1 0,1-1 0,0 1 0,0 0 0,0 0 0,0 0 0,0 0 0,0 0 0,0 1 0,1-1 0,-1 0 0,1 1 0,-2 3 0,1 0 0,1-1 0,-1 1 0,1-1 0,-2 0 0,1 1 0,0-1 0,-1 0 0,0-1 0,0 1 0,-6 7 0,4-4 0,0 1 0,1 0 0,0 1 0,0-1 0,1 1 0,0-1 0,1 1 0,-2 15 0,-6 19 0,9-41 0,1 0 0,-1 0 0,1 0 0,0 0 0,0 0 0,0-1 0,0 1 0,1 0 0,-1 0 0,1 0 0,-1 0 0,1 0 0,0 0 0,0-1 0,2 5 0,7 29 0,-10-32 0,1 0 0,-1-1 0,1 1 0,0-1 0,0 1 0,1 0 0,-1-1 0,1 0 0,-1 1 0,1-1 0,0 0 0,1 0 0,-1 0 0,0 0 0,1 0 0,-1-1 0,6 5 0,17 21 0,-23-27 0,0 1 0,0-1 0,0 1 0,0-1 0,0 0 0,0 1 0,0-1 0,0 0 0,0-1 0,1 1 0,-1 0 0,0-1 0,1 1 0,-1-1 0,0 1 0,1-1 0,-1 0 0,1 0 0,-1 0 0,0-1 0,1 1 0,-1-1 0,1 1 0,2-2 0,8-5 0,-12 6 0,1 1 0,-1-1 0,1 0 0,0 0 0,-1 0 0,0 0 0,1 0 0,-1 0 0,1-1 0,-1 1 0,0 0 0,0-1 0,0 1 0,2-3 0,23-28 0,-22 28 0,0 0 0,0-1 0,0 1 0,0-1 0,-1 0 0,0 0 0,4-8 0,-3 4 0,-1 0 0,1 0 0,1 0 0,6-9 0,-10 16 0,-1 1 0,1 0 0,0 0 0,0-1 0,-1 1 0,1 0 0,-1-1 0,1 1 0,-1-1 0,0 1 0,1-1 0,-1 1 0,0-1 0,0 1 0,0-1 0,-1-1 0,3-10 0,-2 11 0,1 0 0,-1 0 0,1 0 0,0 0 0,0 1 0,0-1 0,0 0 0,0 0 0,0 1 0,0-1 0,1 1 0,-1-1 0,1 1 0,-1-1 0,1 1 0,-1 0 0,1 0 0,0 0 0,0 0 0,-1 0 0,1 0 0,0 0 0,0 1 0,0-1 0,0 1 0,0-1 0,0 1 0,0 0 0,0 0 0,0 0 0,0 0 0,0 0 0,0 0 0,0 0 0,0 1 0,3 0 0,5 4 0,0 0 0,0 0 0,0 1 0,0 1 0,14 12 0,31 19 0,-35-28 0,12 6 0,2 0 0,0-2 0,1-2 0,0-1 0,37 7 0,-60-16 0,0 1 0,-1-2 0,1 0 0,0 0 0,0-1 0,0 0 0,0-1 0,0 0 0,0-1 0,0-1 0,-1 0 0,1 0 0,19-9 0,-23 7 0,0 0 0,0-1 0,0 0 0,-1 0 0,1-1 0,-2 0 0,1 0 0,-1-1 0,0 1 0,0-1 0,-1-1 0,0 1 0,-1-1 0,0 0 0,0 0 0,-1 0 0,0 0 0,2-10 0,0-16 0,-1 0 0,-1 1 0,-5-65 0,1 27 0,1 69 0,-1-1 0,1 1 0,-1 0 0,1 0 0,-1 0 0,0-1 0,0 1 0,-1 0 0,-1-3 0,2 3 0,-1 0 0,1 1 0,0-1 0,0 0 0,0 0 0,1 0 0,-1 0 0,1 0 0,-1-4 0,1 11 0,-1 23 0,1-1 0,4 40 0,12 5 0,15 83 0,-9-72 0,-5-19 0,-9-10 0,-5-32 0,0-1 0,8 27 0,61 187 0,-67-214 0,0 0 0,3 35 0,-1-3 0,6 11 0,-3-19 0,-2 0 0,3 73 0,-11 140-245,-9-211-2198,7-40 1147,0 1 1,0-1-1,1 1 1,0-1 0,-1 10-1,3-14 963,-1-1 1,0 1-1,0-1 0,0 1 0,-1-1 0,1 1 0,0-1 1,0 1-1,-1 0 0,1-1 0,-1 0 0,0 1 1,1-1-1,-1 1 0,0-1 0,0 0 0,0 1 0,0-1 1,0 0-1,0 0 0,0 0 0,0 0 0,0 0 1,-1 0-1,1 0 0,0 0 0,-1 0 0,1-1 0,0 1 1,-1 0-1,-1 0 0,-17 1-4632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26.4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169 92 15047,'0'-38'14373,"0"14"-11370,0 23-2992,0 0 1,0 0-1,0 0 1,0 0-1,1 0 1,-1-1-1,0 1 1,1 0-1,-1 0 1,0 0-1,1 0 1,0 0-1,-1 0 0,1 0 1,-1 0-1,1 0 1,0 0-1,0 1 1,0-1-1,-1 0 1,1 0-1,0 1 1,0-1-1,0 0 1,0 1-1,0-1 1,0 1-1,0-1 1,3 0-1,0 0 0,1 0 0,0 1-1,0-1 1,-1 1 0,1 0 0,0 1-1,9 0 1,0 2-28,-1 0 0,1 1-1,-1 0 1,21 10 0,-23-7 17,-1-1 0,0 2 0,0-1 0,-1 1 0,0 0 0,14 17 0,-2-1 0,-10-15 0,-1 2 0,-1-1 0,0 1 0,-1 0 0,0 1 0,0 0 0,-1 0 0,-1 1 0,0 0 0,5 17 0,-8-11 0,-1 0 0,0-1 0,-2 1 0,-1 25 0,-1 0 0,2-32 0,-2 0 0,1-1 0,-1 1 0,-1 0 0,-1 0 0,1-1 0,-2 0 0,1 0 0,-2 0 0,1 0 0,-1-1 0,-1 0 0,-8 10 0,-3 2 0,-1-1 0,-1-1 0,-1-1 0,-35 25 0,38-32-479,0-2 1,-1 0-1,0-1 1,-1-1-1,-39 11 1,-27 10-2592,48-20-2516,8-7-909,9-2-38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26.97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1 137 3169,'0'-112'14073,"0"88"-2016,0 25-11925,0 0 1,0 0-1,0 0 1,0 1 0,1-1-1,-1 0 1,1 0-1,-1 0 1,0 0-1,1 0 1,0 0 0,-1 0-1,1 0 1,0 0-1,-1 0 1,1 0-1,0 0 1,0-1 0,0 1-1,1 1 1,9 10 364,-9-8-471,-1 0-1,0 0 1,0 0 0,-1 0-1,1 0 1,-1 0-1,0 0 1,0 6 0,2 23-70,1-20 44,1 0 0,-1 1 0,-1 0 0,2 29 0,-3-27 0,0 1 0,2-1 0,0 1 0,1-1 0,7 18 0,9 48 0,27 143 0,-34-152 0,3 0 0,4-2 0,30 74 0,-28-62 0,-18-60 0,2 0 0,15 37 0,-17-49 0,0 0 0,-1 0 0,-1 1 0,3 22 0,2 6 0,6 12-603,-5-22-1020,-1-1 1,-2 1-1,4 58 0,-9 31-17844,0-106 13389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27.2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49 374 7924,'0'-19'2988,"-2"-1"1,0 1-1,-7-27 0,-20-50 3576,27 84-6185,0 0 0,0 0 0,2 0 0,-1-1 0,3-18 0,-1 4-201,-1 25-150,0 1-1,0-1 1,1 0-1,-1 1 1,1-1-1,-1 0 1,1 1-1,0-1 0,-1 1 1,1-1-1,0 1 1,0-1-1,0 1 1,0 0-1,0-1 1,1 1-1,-1 0 1,0 0-1,1 0 1,-1 0-1,1 0 1,2-1-1,37-15 1638,-32 14-1048,-6 3-562,0-1-1,0 1 1,0-1 0,0 1 0,0 0 0,0 0 0,0 0 0,0 1 0,0-1 0,0 1 0,0-1 0,-1 1 0,1 0 0,0 0 0,0 1 0,4 1 0,3 2-29,-2-3-26,-1 1 0,0 0 0,1 0 0,-1 1 0,-1 0 0,1 0 0,0 1 0,-1 0 0,0 0 0,0 0 0,-1 1 0,1 0 0,-1 0 0,0 0 0,-1 1 0,7 12 0,8 8 0,-10-12 0,-1 0 0,-1 1 0,0 0 0,9 31 0,6 17 0,-17-46 0,0 0 0,-1 0 0,0 0 0,-2 1 0,0-1 0,-1 1 0,-1 0 0,0-1 0,-5 23 0,2-19 0,-2 1 0,0 0 0,-1-1 0,-1 0 0,-2 0 0,0-1 0,-12 21 0,10-27 0,0-1 0,0-1 0,-2 1 0,1-2 0,-2 0 0,-27 20 0,-15 13 0,50-40-430,-1 0 1,0 0-1,0-1 0,0 0 0,0 0 1,-1-1-1,0 0 0,1-1 1,-1 1-1,0-1 0,0-1 0,0 1 1,-12-1-1,16-1-3233,3-15-8633,1 13 11930,0-1-1,0 1 1,0 0-1,0 0 1,1 0-1,-1 0 1,1 0-1,-1 0 0,1 0 1,1-2-1,22-14-2871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27.44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 16 6307,'-3'-16'19938,"3"19"-19553,0 0 0,0 0 1,1-1-1,-1 1 0,0 0 1,1 0-1,0-1 0,0 1 1,0 0-1,1 2 0,5 4 99,-5-7-381,-1 1 0,1-1 0,0 0 0,-1 0 1,0 1-1,1-1 0,-1 0 0,0 1 0,0 0 1,-1-1-1,1 1 0,0-1 0,-1 1 0,0 0 0,1 2 1,0 7-83,0-1 0,2 0 1,-1 0-1,1 0 1,1-1-1,0 1 1,6 10-1,4 14-43,3 29 22,-14-50 0,0 0 0,1 0 0,0 0 0,2-1 0,7 16 0,7 21 31,-19-44-47,1-1 0,-1 1 0,1-1 0,1 0 0,-1 0 1,1 0-1,0 0 0,0 0 0,4 4 0,10 10-541,4 7-3186,2-2 0,31 26-1,-49-46 2275,1 0 0,-1 0-1,1 0 1,-1 0 0,1-1-1,0 0 1,9 3-1,2 4-1830,-14-7 592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27.83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1 163 2449,'0'-4'679,"0"1"0,1-1 0,-1 1-1,1 0 1,0-1 0,0 1 0,1 0-1,2-5 1,4-23 9894,-7 35-10053,-1 0 0,0 0-1,1-1 1,0 1 0,0 0-1,0 0 1,0-1 0,1 1-1,0 0 1,3 4-1,-3-4-351,-1-1-1,1 0 0,0 1 0,-1 0 1,0-1-1,0 1 0,0 0 0,0-1 0,0 1 1,0 6-1,-1-1 59,1 0 0,0 0 0,1 0 0,0 0 0,1 0 0,0-1 0,0 1-1,1-1 1,0 0 0,0 0 0,1 0 0,8 10 0,-10-14-144,0 0 1,0 1-1,-1-1 0,1 0 0,-1 1 1,0-1-1,0 1 0,1 5 0,-2-5-32,1-1-1,0 0 1,0 1-1,0-1 1,0 0-1,0 0 1,1 0-1,0 0 1,3 4-1,43 58 400,-7-25-199,-40-40-239,1 0-1,0 0 1,-1 0-1,1-1 0,-1 1 1,1-1-1,0 0 1,-1 0-1,1 1 0,0-2 1,0 1-1,-1 0 0,5-2 1,-1 2 17,2-29 180,-5 23-162,1 0 0,-1-1 1,0 1-1,-1-1 0,0 1 0,0-1 1,0 0-1,-1 0 0,0 0 0,0 0 1,0 0-1,-1 0 0,0 0 0,-2-9 1,3-16 34,0 18-71,-1 0 1,0 0-1,-1 0 1,-5-26-1,5 34-10,-4-10 0,0 1 0,1-1 0,1 0 0,1 0 0,-1-31 0,3 40 0,-1-15 0,1 0 0,6-39 0,6 72 0,-1 1 0,0 0 0,0 0 0,-1 1 0,-1 0 0,13 24 0,-19-30 0,1 1 0,0-1 0,1-1 0,0 1 0,0-1 0,0 1 0,1-2 0,0 1 0,10 7 0,29 32 0,-18-10 0,26 31 0,-48-60 0,0-1 0,1 0 0,0 0 0,0 0 0,0-1 0,0 0 0,1 0 0,12 5 0,113 45-9812,-122-54 6439,58-28-6194,-36 17 6147,-29 10 3158,0 1 1,0-1-1,0 0 0,0 0 1,0 0-1,-1-1 0,1 1 1,0-1-1,-1 1 0,1-1 1,3-3-1,66-59-2491,-50 37 2243,5-12 366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28.16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854 346 304,'12'-19'1404,"0"-1"0,-2 0 0,0 0 0,-2-1 0,0-1 1,10-43-1,-13 52-485,-3 10-613,-1 0-1,1 0 0,-1-1 1,0 1-1,0 0 1,0-1-1,0 1 0,0-1 1,-1 1-1,0 0 0,1-1 1,-1 1-1,-1-1 0,1 1 1,0-1-1,-1 1 1,-1-6-1,-1 3 205,0 1 1,0 0 0,-1 0-1,1 0 1,-1 0-1,0 1 1,0 0-1,-1-1 1,1 2-1,-1-1 1,0 0-1,0 1 1,0 0 0,0 0-1,-1 0 1,-7-2-1,5 3 70,0 0 0,-1 1 0,1 0 0,0 0 0,-1 1 0,1 0 0,-1 0-1,1 1 1,0 0 0,-1 1 0,1 0 0,-15 5 0,-21 7-580,25-9 0,1 1 0,0 1 0,0 1 0,0 0 0,-20 14 0,37-21 0,-70 51 0,67-49 0,0 1 0,0-1 0,1 1 0,-1 0 0,1-1 0,0 2 0,0-1 0,1 0 0,-1 0 0,1 1 0,0-1 0,0 1 0,0 0 0,1 0 0,0 0 0,-1 5 0,2-7 0,1 0 0,-1 0 0,1 0 0,0-1 0,0 1 0,0 0 0,0 0 0,0-1 0,1 1 0,-1-1 0,1 1 0,-1-1 0,1 0 0,0 0 0,3 3 0,41 33 0,-19-16 0,-16-14 0,0 0 0,0-1 0,1 0 0,-1 0 0,27 9 0,63 16 0,-85-26 0,-2 1 0,1 0 0,-1 1 0,0 0 0,-1 1 0,1 1 0,-2 0 0,0 1 0,0 0 0,-1 0 0,0 2 0,17 26 0,-25-35 0,0 1 0,-1-1 0,0 1 0,0 0 0,0 0 0,-1 0 0,1 0 0,0 7 0,4 18 0,7 11 0,-4-15 0,-1 0 0,-1 0 0,-2 1 0,-1 0 0,2 39 0,-5-47 0,0-11 0,-1 0 0,0 0 0,0 0 0,-1 0 0,0 0 0,0 0 0,-3 9 0,-50 128 0,51-140 0,1-1 0,-1 1 0,1 0 0,-1-1 0,0 0 0,-1 0 0,1 0 0,-1 0 0,0 0 0,0-1 0,-8 6 0,-52 31 0,64-39 0,-16 6 0,-1 1 0,1-2 0,-1 0 0,0-1 0,-1-1 0,1-1 0,-1 0 0,1-1 0,-1-1 0,0-1 0,0 0 0,0-2 0,1 0 0,-1 0 0,-30-10 0,-116-32-5928,98 23 717,36 12 729,-51-23 0,-33-23-3665,44 16 3646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28.27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235 338 1809,'-47'-42'4738,"28"15"1441,-28 1-192,19-1-881,10 12-1536,-11 4-1185,11-5-1073,-10 6-607,28-6-321,0 5-448,0-4-385,0 4-591,28-15-641,-10 10-1248,11 0-1217,-11 5-1040,29-15-305,0 10 353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28.43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33 9941,'66'10'12245,"9"6"-5442,-28-16-3393,0 11-3042,-1 4-368,1-15 0,-19 0 0,19 0 0,-19 0 0,19 0 0,-28-15 0,28 15-2241,-19-11-1217,-9 11-655,9-16-402,-9 6 33,9-6 160,-28 0 433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35.22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 69 11125,'-2'-19'11042,"-3"0"-5845,-7-11-2513,13 42-2474,1 1 0,0-1 0,1 0 0,0 0 0,1 0 0,7 17 0,5 14 359,15 56 111,-7-6-680,-1-3 0,-9-51 0,17 53 0,5-2 0,71 132 0,-92-185 0,-13-32 0,-1-1 0,0 0 0,1 1 0,0-1 0,0 0 0,0 0 0,1 0 0,-1 0 0,1-1 0,0 1 0,0-1 0,4 4 0,3-1 0,-9-6 0,0 1 0,0-1 0,0 1 0,0-1 0,0 1 0,0-1 0,0 1 0,0 0 0,-1-1 0,1 1 0,0 0 0,0 0 0,0 0 0,-1 0 0,1 0 0,0 0 0,-1 0 0,1 0 0,-1 0 0,1 0 0,-1 0 0,0 0 0,1 0 0,-1 0 0,0 2 0,0-2 0,0-1 0,0 1 0,-1 0 0,1-1 0,0 1 0,0-1 0,0 1 0,0-1 0,0 1 0,0 0 0,0-1 0,0 1 0,1-1 0,-1 1 0,0 0 0,0-1 0,0 1 0,1-1 0,-1 1 0,0-1 0,0 1 0,1-1 0,-1 1 0,0-1 0,1 1 0,-1-1 0,1 0 0,-1 1 0,1-1 0,-1 1 0,1-1 0,-1 0 0,1 0 0,-1 1 0,1-1 0,-1 0 0,1 0 0,-1 0 0,1 1 0,0-1 0,-1 0 0,1 0 0,-1 0 0,1 0 0,-1 0 0,1 0 0,0 0 0,-1 0 0,1 0 0,-1-1 0,1 1 0,-1 0 0,1 0 0,0 0 0,-1-1 0,1 1 0,-1 0 0,1-1 0,-1 1 0,1 0 0,-1-1 0,0 1 0,1-1 0,0 0 0,1 0 0,0-1 0,0 0 0,-1 0 0,1 0 0,0 0 0,-1 0 0,1 0 0,-1 0 0,0-1 0,1 1 0,-1-1 0,0 1 0,-1-1 0,1 1 0,0-1 0,-1 1 0,1-5 0,0-10 0,2 1 0,-1 0 0,2 0 0,9-26 0,-8 26 0,0-1 0,0 0 0,-2 0 0,3-32 0,13-152 0,-19-241 0,0 440 0,0 0 0,0 1 0,0-1 0,0 0 0,0 0 0,1 1 0,-1-1 0,1 0 0,-1 0 0,1 1 0,0-1 0,0 1 0,0-1 0,0 1 0,0-1 0,0 1 0,0-1 0,0 1 0,0 0 0,1 0 0,2-3 0,1 0 0,-4 3-57,0 0 0,-1 0 0,1 0 0,0 1 0,-1-1 0,1 0 0,0 0-1,-1 0 1,1 0 0,-1 0 0,0 0 0,1 0 0,-1 0 0,0 0 0,0-1 0,1 1 0,-1 0 0,0-1 0,0 1-32,0 1 1,0-1-1,0 0 1,0 1-1,0-1 1,0 0-1,0 1 1,0-1-1,1 0 1,-1 1-1,0-1 1,0 1-1,1-1 1,-1 0-1,1 1 1,-1-1-1,0 1 1,1-1-1,-1 1 1,1-1-1,-1 1 1,1 0-1,-1-1 1,1 1-1,-1-1 1,1 1-1,0 0 1,-1 0-1,1-1 1,0 1-1,-1 0 1,1 0-1,-1 0 1,1 0-1,0 0 1,-1 0-1,2 0 1,4-1-826,-1 1 1,1 0 0,-1 1 0,1-1-1,-1 1 1,0 0 0,1 0 0,-1 1 0,0 0-1,1 0 1,-1 0 0,0 0 0,-1 1-1,1 0 1,0 0 0,-1 0 0,0 0-1,1 1 1,3 4 0,7 4-1389,14 13-1337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35.6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143 268 2561,'4'2'711,"-1"0"0,1 0 0,0 0 0,0-1 0,-1 0 0,1 1 1,0-1-1,1 0 0,-1-1 0,4 1 0,19 0 8386,-26-1-8781,-1-11 1595,0 9-1021,1 0 0,-1-1 0,0 1 0,0-1 0,0 1 1,0 0-1,-1-1 0,1 1 0,0-1 0,-1 1 0,-1-4 0,-3 6-853,0 0-1,0 1 0,1-1 1,-1 1-1,0 0 1,0 0-1,1 1 1,-1-1-1,1 1 0,-1 0 1,1 0-1,-5 4 1,-1 2-61,0 0 0,1 1 1,-14 16-1,15-17 24,1 0 0,0 0 0,1 1 0,0 0 0,0 0 0,1 0 0,0 1 0,1-1 0,-6 20 0,-2 8 0,8-25 0,0-1 0,1 1 0,0 0 0,1-1 0,0 1 0,0 15 0,2-25 0,1 1 0,-1 0 0,0 0 0,1 0 0,0-1 0,-1 1 0,1 0 0,0 0 0,0-1 0,1 1 0,-1-1 0,1 1 0,2 2 0,-3-2 0,1-1 0,-1 0 0,1 0 0,-1 1 0,0-1 0,0 1 0,0 0 0,0-1 0,0 1 0,-1-1 0,1 1 0,-1 0 0,1 4 0,0-1 0,0 0 0,0 0 0,1 0 0,0 0 0,0 0 0,1 0 0,0-1 0,0 1 0,0-1 0,1 0 0,-1 1 0,1-2 0,0 1 0,1 0 0,-1-1 0,1 0 0,6 5 0,-1-2 0,-1 1 0,2-1 0,-1-1 0,1 0 0,0 0 0,0-1 0,22 6 0,-23-9 0,1-1 0,-1-1 0,1 1 0,0-2 0,-1 0 0,1 0 0,-1 0 0,18-6 0,76-30 0,-89 31 0,-10 4 0,-1-1 0,1 1 0,0-1 0,-1 0 0,0 0 0,0 0 0,0-1 0,0 1 0,0-1 0,-1 0 0,0 0 0,3-5 0,22-22 0,-18 22 0,0-1 0,0 0 0,-1 0 0,-1-1 0,0 0 0,0-1 0,-1 0 0,0 0 0,5-14 0,-3 0 0,0 0 0,7-41 0,-6 23 0,-7 32 0,-1-1 0,0 1 0,-1-1 0,0 1 0,-1-1 0,0 0 0,-1 1 0,-1-1 0,0 1 0,0-1 0,-1 1 0,-1 0 0,0 0 0,-1 0 0,0 1 0,0-1 0,-15-20 0,19 31 0,-4-8 0,0 2 0,0-1 0,-1 0 0,0 1 0,-1 0 0,1 1 0,-1-1 0,-1 1 0,1 1 0,-1-1 0,-15-7 0,-72-19 0,84 29 0,0 0 0,0 1 0,0 1 0,0 0 0,-1 0 0,-21 2 0,-4 4 0,24-4 0,0 1 0,0 0 0,0 0 0,1 1 0,-25 10 0,26-7 0,-8 4 0,0 2 0,-22 17 0,36-25 0,0 0 0,1 0 0,0 1 0,0-1 0,0 1 0,0 0 0,1 0 0,0 1 0,0-1 0,0 1 0,0-1 0,-2 12 0,-10 31 18,11-40-33,1 1 1,1-1-1,0 1 0,0 0 0,0 0 0,0 11 1,2-2-158,-1-14-134,1 1-1,0 0 1,0-1-1,0 1 1,0-1-1,1 1 1,0-1-1,0 1 1,2 4-1,24 71-5442,-26-76 5304,1 0 0,0-1-1,0 1 1,0 0 0,0 0 0,0-1-1,1 1 1,0-1 0,0 0-1,0 0 1,0 0 0,6 4 0,45 26-5048,-39-25 4406,-9-5 431,1 0 1,0 0-1,0-1 1,0 0-1,0 0 0,0-1 1,0 0-1,0 0 1,0-1-1,15 0 0,-12 0 182,14 0-1311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35.88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1 518 1745,'14'-25'1691,"-7"13"-633,0 0 1,-1-1-1,-1 1 0,7-22 0,9-83 5646,-17 85-4163,-1 0 0,-2-1-1,-4-48 1,1 3 3768,2 50-5509,0 20-733,0 18-70,0-9 3,0 1 0,0-1 0,0 1 0,-1 0 0,1-1 0,0 1 0,-1-1 0,1 1 0,-1 0 0,0-1 0,1 1 0,-1-1 0,0 0 0,-1 3 0,-6 11 0,6-2 0,0 0 0,1 1 0,1-1 0,0 0 0,0 0 0,2 1 0,-1-1 0,6 17 0,-3-8 0,-1-1 0,1 25 0,-5-22 0,2 0 0,1-1 0,1 1 0,0-1 0,2 1 0,8 23 0,-5-22 0,-2 1 0,4 31 0,-7-33 0,2 1 0,10 33 0,-7-33 0,8 51 0,-13-54 0,2 0 0,10 32 0,-7-30 0,0 1 0,4 31 0,4 13 0,-3-2-1592,-12-55 708,1 0 0,1-1 0,6 22 0,6 2-2577,-10-27 1715,-1 1 0,0 0 0,-1 0 0,0 0 0,0 0 0,-1 0 0,1 13 0,-3-5-2525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36.18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25 309 10229,'-3'-18'13730,"-8"5"-7670,2 6-4697,8 7-1332,1-1-1,0 0 1,0 1-1,-1-1 1,1 0-1,0 1 1,0-1-1,0 0 1,0 1-1,0-1 1,0 0-1,0 1 1,0-1-1,0 0 1,1 1-1,-1-1 1,0 0-1,0 1 1,0-1-1,1 1 1,-1-1-1,0 0 1,1 1-1,-1-1 1,1 1-1,-1-1 1,0 1-1,1-1 1,-1 1-1,1-1 1,0 1-1,-1 0 1,1-1-1,-1 1 1,1 0-1,-1-1 1,1 1-1,0 0 1,-1 0-1,2-1 1,35-18 103,88-22-134,-9 5 0,-81 25 0,61-11 0,4-1 0,-47 11 0,-34 8 0,-1-1 0,1-1 0,19-8 0,3 1 0,-27 9 0,-1 0 0,0 0 0,23-12 0,-32 14 0,-1 0 0,1 0 0,0 0 0,0 1 0,0-1 0,0 1 0,1 0 0,-1 1 0,7-1 0,-10 1 0,0 0 0,1 0 0,-1 0 0,0 0 0,0 0 0,0 1 0,0-1 0,0 0 0,0 1 0,0-1 0,0 1 0,0-1 0,0 1 0,0 0 0,0-1 0,0 1 0,0 0 0,0 0 0,-1 0 0,1-1 0,0 1 0,-1 0 0,1 0 0,0 0 0,-1 0 0,1 0 0,-1 0 0,0 0 0,1 0 0,-1 1 0,0-1 0,0 0 0,1 0 0,-1 0 0,0 0 0,0 0 0,0 1 0,-1 0 0,1 277 0,1-266 0,1 0 0,0 0 0,0 0 0,2 0 0,-1 0 0,2-1 0,10 23 0,14 42 0,-27-68-3,0-1 1,1 0-1,1 1 0,-1-1 1,9 14-1,-11-20-111,0-1-1,0 1 1,0 0 0,-1-1-1,1 1 1,-1 0-1,1-1 1,-1 1 0,0 0-1,1 0 1,-1-1 0,0 1-1,-1 3 1,3 10-2482,6-3-1027,-2 0-2687,-4 3-5388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36.9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30 286 12678,'-3'-38'11661,"2"36"-11287,0 1-1,0 0 1,0-1-1,0 1 1,0 0-1,-1-1 1,1 1-1,0 0 1,0 0-1,-1 0 1,1 0-1,-1 0 1,1 1-1,-3-2 1,-1-6 1757,6 18-1616,-1-8-506,0 0 0,0 0-1,1-1 1,-1 1 0,1 0-1,-1 0 1,1 0 0,0 0-1,-1-1 1,1 1 0,0 0-1,0-1 1,0 1 0,1-1-1,1 3 1,-1-2-7,-1-1-1,1 1 1,-1 0-1,0-1 1,0 1 0,0 0-1,0 0 1,0 0-1,0 0 1,-1 0-1,1 0 1,0 0-1,-1 0 1,0 0 0,1 0-1,-1 2 1,0 5-6,1-1 0,0 1 0,1-1 0,3 15 0,-2-16-2,-1 1 0,0 0 1,-1 0-1,1 14 1,-1-11 11,0 0 1,1 0-1,1 0 1,0 0-1,0-1 1,8 18 0,8 27 8,16 48-15,-32-95 0,0 0 0,1 0 0,0-1 0,0 1 0,11 12 0,-9-11 0,-4-6 0,1 0 0,-1 0 0,1 0 0,0-1 0,0 1 0,0-1 0,0 1 0,5 2 0,-7-5 0,-1 0 0,0 1 0,1-1 0,-1 0 0,1 1 0,-1-1 0,1 0 0,-1 0 0,1 1 0,-1-1 0,1 0 0,-1 0 0,1 0 0,-1 0 0,1 0 0,-1 0 0,1 0 0,-1 0 0,1 0 0,0 0 0,-1 0 0,1 0 0,-1 0 0,1 0 0,-1 0 0,1 0 0,-1-1 0,1 1 0,-1 0 0,1 0 0,-1-1 0,1 1 0,-1 0 0,0-1 0,1 1 0,-1 0 0,1-1 0,-1 1 0,0-1 0,1 1 0,-1-1 0,0 1 0,0-1 0,1 1 0,-1-1 0,0 1 0,0-1 0,0 1 0,0-1 0,1 1 0,-1-1 0,0 1 0,0-1 0,0 1 0,0-1 0,0 1 0,-1-2 0,1 1 0,1 0 0,-1 0 0,0 0 0,0 0 0,0 0 0,1 0 0,-1 0 0,0 0 0,1 0 0,-1 0 0,1 0 0,-1 0 0,1 0 0,0 0 0,-1 1 0,1-1 0,0 0 0,-1 0 0,1 1 0,0-1 0,0 1 0,0-1 0,0 0 0,1 0 0,7-6 0,-6 1 0,0 0 0,0-1 0,-1 1 0,0 0 0,0-1 0,2-12 0,5-16 0,0 13 0,-7 17 0,1-1 0,-1 1 0,-1 0 0,1-1 0,-1 0 0,1 1 0,-2-1 0,1-8 0,18-160 0,-19 28 0,0 146 0,0-1 0,0 1 0,0 0 0,0 0 0,-1 0 0,1-1 0,0 1 0,0 0 0,0 0 0,0 0 0,0-1 0,0 1 0,0 0 0,0 0 0,0 0 0,0-1 0,0 1 0,0 0 0,0 0 0,0 0 0,0-1 0,0 1 0,0 0 0,0 0 0,0 0 0,0-1 0,1 1 0,-1 0 0,0 0 0,0 0 0,0-1 0,0 1 0,0 0 0,1 0 0,-1 0 0,0 0 0,0 0 0,0-1 0,0 1 0,1 0 0,-1 0 0,0 0 0,0 0 0,0 0 0,1 0 0,-1 0 0,0 0 0,0 0 0,0 0 0,1 0 0,-1 0 0,10 10 0,0 1 0,-10-10 0,1 0 0,0 0 0,0 0 0,-1 0 0,1 0 0,-1 1 0,1-1 0,-1 0 0,1 0 0,-1 1 0,0-1 0,1 0 0,-1 0 0,0 1 0,0-1 0,0 0 0,0 1 0,-1 1 0,2 10 0,7 9 0,-5-11 0,1 0 0,1 0 0,-1-1 0,2 1 0,7 10 0,-9-13 0,0 1 0,0-1 0,0 1 0,4 16 0,-6-16 0,0 0 0,1-1 0,1 0 0,7 15 0,11 10-82,1 0 0,1-2-1,2-1 1,48 44 0,-68-69-840,1 1 0,0-1 0,0 0 0,0 0 0,0-1 0,1 0-1,-1 0 1,1-1 0,0 0 0,0 0 0,0-1 0,1 0 0,-1-1 0,0 1 0,1-1-1,-1-1 1,1 0 0,15-2 0,8-4-1477,-18 4 1666,0-1 0,-1 0-1,1-1 1,-1-1 0,0 0 0,17-9 0,18-15-904,-29 18 1306,0 0-1,-1-2 1,0 0-1,-1 0 1,-1-2 0,22-23-1,-9 7 949,-24 26-464,-1 1-1,1-1 1,-1 0 0,1 0-1,-2 0 1,1-1 0,0 1 0,-1-1-1,0 0 1,-1 0 0,5-12-1,-5 11 46,0 1 1,0 0-1,1 0 0,0 0 0,1 0 0,-1 1 1,8-9-1,-8 10-14,1-1 0,-1 1 0,0-1 0,0 1 0,-1-1 0,1 0 0,-1 0 0,0 0 0,0 0 0,-1 0 0,0-1 0,1 1 0,-2-1 0,1-5 0,-1-158 7847,0 163-7549,-1 1 1,-1-1-1,1 1 1,-1 0-1,1 0 1,-2 0 0,1 0-1,0 0 1,-1 0-1,0 0 1,0 1-1,-7-8 1,-7-12 1770,13 20-1989,0 0 0,0 0 0,0 1-1,0-1 1,-1 1 0,0 0 0,0 1-1,1-1 1,-2 1 0,1 0 0,0 0 0,0 0-1,-1 1 1,1 0 0,-1 0 0,1 0-1,-1 1 1,1 0 0,-1 0 0,1 0-1,-1 0 1,-6 2 0,1 2-264,-1 0 0,1 1 0,0 0 0,0 0 0,0 1 0,1 1 0,0 0 0,-11 10 0,-11 10 0,-28 32 0,4 24 0,42-69 0,10-11 0,1 1 0,-1-1 0,1 1 0,0 0 0,0 0 0,0 0 0,1 0 0,-1 0 0,1 1 0,0-1 0,0 1 0,0-1 0,-1 9 0,-19 39 0,19-47 0,0 0 0,0 1 0,1-1 0,0 1 0,0-1 0,0 1 0,1-1 0,-1 1 0,1 0 0,0 7 0,1-5 0,1 1 0,0 0 0,0-1 0,0 1 0,1-1 0,1 0 0,-1 1 0,1-1 0,1 0 0,0 0 0,0-1 0,0 1 0,1-1 0,0 0 0,0 0 0,1 0 0,0-1 0,0 0 0,11 8 0,-14-12 0,0 0 0,0 0 0,0-1 0,0 0 0,0 1 0,0-1 0,1 0 0,-1 0 0,0-1 0,1 1 0,5 0 0,45-1 0,-40 0 0,-5 0 0,0-2 0,0 1 0,-1-1 0,1 0 0,-1-1 0,1 1 0,12-8 0,-9 5 0,-1 1 0,-1-1 0,0 0 0,0-1 0,10-7 0,21-13 0,2-3 0,-29 19 0,0 0 0,1 1 0,18-8 0,23-12 0,-46 22 0,0 1 0,1 1 0,0 0 0,0 0 0,0 1 0,12-3 0,48-5 0,-68 12 0,1-1 0,-1 1 0,1 0 0,-1 0 0,1 0 0,-1 1 0,1-1 0,-1 1 0,1 0 0,-1 0 0,0 0 0,1 0 0,-1 0 0,0 1 0,0 0 0,0-1 0,0 1 0,0 0 0,0 1 0,0-1 0,-1 0 0,1 1 0,-1 0 0,4 5 0,-2-3 0,0 0 0,-1 1 0,0-1 0,0 1 0,0 0 0,-1 0 0,0 1 0,0-1 0,0 0 0,-1 1 0,0-1 0,1 9 0,-2-9 0,1 1 0,0 0 0,0 0 0,1-1 0,0 1 0,5 11 0,-5-11 0,1-1 0,-1 1 0,0-1 0,-1 1 0,1 0 0,0 13 0,-3 34 0,3-1 0,12 77 0,-11-111 0,-1 1 0,-1 0 0,-3 23 0,1-9 0,1-27 0,0 0 0,-1 0 0,0 1 0,0-1 0,-5 12 0,4-12 0,0 0 0,0 0 0,1 0 0,0 0 0,0 14 0,1-17 0,-1 0 0,1 0 0,-1 0 0,0 0 0,0 0 0,0 0 0,-1-1 0,1 1 0,-1 0 0,0-1 0,0 1 0,0-1 0,-1 1 0,-3 3 0,-13 22 0,17-26-326,0 0 0,0 0 0,-1 0 0,1 0-1,-1-1 1,0 1 0,1-1 0,-1 0 0,0 1 0,0-1 0,-1-1 0,1 1-1,0 0 1,-1-1 0,1 0 0,-1 0 0,1 0 0,-1 0 0,1 0 0,-6-1 0,-5 2-1764,0-2-1,-1 0 1,1 0 0,-17-4 0,-13-5-5038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37.09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310 174 20826,'-65'-26'7747,"18"-16"-4289,0 15-2722,0 17-736,0-17 0,19 12 0,28 4-2625,-28-5-3234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37.5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22 11 7251,'-4'-2'15123,"-11"-7"-6840,14 50-7177,0-22-855,0 0 0,2-1 0,4 32 0,1-29-251,-4-12 0,1 0 0,-2 0 0,1 0 0,0 13 0,-2-16 0,1 0 0,-1 0 0,1-1 0,1 1 0,-1 0 0,1-1 0,0 1 0,0-1 0,1 1 0,5 7 0,-4-6 0,-1 0 0,1 0 0,-1 0 0,-1 0 0,3 12 0,0-1-42,-1-1 0,2 0 1,0 0-1,1-1 0,17 29 0,-4-4-1786,13 22-6103,11 20-8020,-39-70 9177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37.86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19 356 12582,'-9'-46'12714,"7"40"-11484,0-1 0,0 0 0,1 1 0,0-1 0,-1-9 0,3 9-1135,3 16-77,7 15-40,4-5 22,2 0 0,0-2 0,21 17 0,-20-18 0,-14-12 0,1 0 0,0-1 0,1 1 0,-1-1 0,1 0 0,-1-1 0,10 4 0,-10-5 0,0 1 0,-1 0 0,1 1 0,0-1 0,-1 1 0,1 0 0,4 4 0,-5-4 0,1 0 0,-1-1 0,0 0 0,1 0 0,-1 0 0,1 0 0,0-1 0,0 0 0,-1 0 0,1 0 0,0 0 0,0-1 0,0 0 0,0 0 0,0 0 0,9-2 0,13 1 0,-26 1-2,0 0-1,1 0 1,-1 0 0,0 0-1,0 0 1,0 0 0,1-1 0,-1 1-1,0 0 1,0-1 0,0 1-1,0-1 1,1 1 0,-1-1-1,0 0 1,0 1 0,0-1 0,0 0-1,0 0 1,-1 0 0,1 0-1,0 0 1,0 0 0,-1 0-1,1 0 1,0 0 0,-1 0-1,1-1 1,17-20-123,-13 17 125,0 0 1,0 0-1,0-1 1,-1 0-1,0 0 1,0 0-1,0-1 1,-1 1-1,0-1 1,0 0-1,0 0 1,-1 0-1,-1 0 1,1 0-1,1-14 1,-1-15 49,0 0 0,-5-41 1,0 7-18,3-11-33,0 74 0,1 19 0,2 21 0,14 16 0,12 62 0,-27-104 0,0-1 0,0 0 0,1 0 0,-1 0 0,1 0 0,5 7 0,10 22 0,-12-3 0,-5-25 0,0 0 0,1 0 0,-1 0 0,2-1 0,-1 1 0,0-1 0,5 7 0,-5-9 1,6 8-369,-1 1 1,0-1 0,-1 1 0,6 19-1,8 31-8307,-6-27 794,2-9 1558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37.98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47 122 6899,'0'-26'4674,"-28"15"-2497,28-15-2689,-19 10-1377,19 0-176,0 6-256,0-6-336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38.8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79 974 10293,'0'1'259,"0"-1"0,0 1 1,0-1-1,0 0 1,0 1-1,0-1 0,0 1 1,0-1-1,0 0 1,0 1-1,0-1 0,0 1 1,0-1-1,0 0 1,0 1-1,0-1 0,0 0 1,1 1-1,-1-1 1,0 0-1,0 1 0,2 0 1038,-2 0-1037,0-1-1,1 0 0,-1 0 1,0 0-1,1 1 1,-1-1-1,0 0 0,1 0 1,-1 0-1,0 0 1,1 0-1,-1 1 0,1-1 1,18-10 1946,21-29-2060,-35 34 42,-1 1 0,1 0 0,0 1 0,0-1 1,0 1-1,8-4 0,16-10 845,44-47 3012,-60 52-3689,-1-1 1,0-1-1,-1 1 1,-1-2-1,0 1 1,0-1-1,8-21 0,5-5-115,-14 26-241,-1 0 0,-1 0 0,10-28 0,-15 36 0,0 0 0,-1 0 0,0 0 0,0 0 0,0-1 0,-1 1 0,-1 0 0,1 0 0,-1 0 0,0-1 0,-3-9 0,0 4 0,-1 1 0,-1 0 0,0 0 0,-12-18 0,16 27 0,0 1 0,0 0 0,-1 0 0,1-1 0,-1 1 0,1 1 0,-1-1 0,0 0 0,1 1 0,-1-1 0,0 1 0,0 0 0,0 0 0,0 0 0,0 0 0,0 1 0,0-1 0,-1 1 0,1 0 0,0 0 0,0 0 0,0 0 0,-1 0 0,1 1 0,0-1 0,0 1 0,0 0 0,0 0 0,0 0 0,-4 3 0,-14 5 0,2 0 0,-1 2 0,-24 17 0,22-13 0,10-6 0,0 2 0,1-1 0,0 1 0,0 1 0,1 0 0,1 1 0,-9 15 0,1-4 0,6-8 0,1 0 0,1 1 0,0 0 0,1 0 0,1 1 0,0 0 0,1 1 0,-3 21 0,7-27 0,0-1 0,1 1 0,1-1 0,0 1 0,0-1 0,1 0 0,1 1 0,0-1 0,1 0 0,0 0 0,1 0 0,1 0 0,5 11 0,4 6 0,2-1 0,30 40 0,-40-61 0,0 0 0,1 0 0,-1 0 0,2-1 0,-1 0 0,1 0 0,0-1 0,0 0 0,1 0 0,-1-1 0,1 0 0,14 4 0,-9-3 0,0-1 0,0 0 0,0-1 0,1-1 0,-1 0 0,1-1 0,-1-1 0,1 0 0,0-1 0,-1-1 0,20-4 0,-7 0 0,-1-2 0,1-1 0,28-14 0,-42 17 0,1-1 0,-2-1 0,1 0 0,-1 0 0,0-1 0,-1-1 0,0 0 0,11-12 0,0-8 0,-2-1 0,0-1 0,-3-1 0,19-45 0,43-147 0,-75 211 0,4-21 0,-2-1 0,-2 0 0,-1 0 0,-3-70 0,-1 55 0,1 30 0,-1-1 0,-1 1 0,-1-1 0,-1 1 0,0 0 0,-2 0 0,-1 1 0,-17-38 0,21 53 0,0 1 0,1 0 0,-2 0 0,1 0 0,0 1 0,-1-1 0,0 1 0,-4-4 0,7 7 0,0-1 0,0 0 0,0 1 0,1-1 0,-1 1 0,0-1 0,0 1 0,0-1 0,0 1 0,0-1 0,0 1 0,0 0 0,0 0 0,0 0 0,0-1 0,0 1 0,0 0 0,0 0 0,0 0 0,0 0 0,0 1 0,0-1 0,0 0 0,0 0 0,0 1 0,0-1 0,0 0 0,0 1 0,0-1 0,0 1 0,0-1 0,1 1 0,-1 0 0,0-1 0,0 1 0,1 0 0,-1 0 0,0-1 0,1 1 0,-1 0 0,1 0 0,-1 0 0,1 0 0,-2 1 0,-3 16 0,1 0 0,0 0 0,1 0 0,1 0 0,1 0 0,0 1 0,4 33 0,-1 5 0,-2-40 0,-1 4 0,1 0 0,1-1 0,1 1 0,0 0 0,2-1 0,8 28 0,88 209 0,-90-234 0,1 1 0,1-2 0,1 1 0,1-2 0,0 0 0,22 23 0,-24-30 0,2-1 0,0 0 0,0 0 0,1-2 0,1 0 0,0 0 0,0-2 0,1 0 0,27 10 0,-15-9 0,1-2 0,34 6 0,-49-12 0,0 0 0,1-1 0,-1-1 0,0 0 0,1-1 0,-1-1 0,17-4 0,-3-2 0,52-22 0,-70 25 0,0 0 0,-1-1 0,0 0 0,0-1 0,0 0 0,0 0 0,14-16 0,-2-7 0,-1 0 0,-1-1 0,26-60 0,-9 19 0,-32 58 0,0 1 0,0-1 0,-1 0 0,-1 0 0,0-1 0,-1 1 0,-1-1 0,0 1 0,-2-27 0,1 21 0,0 18 0,0-1 0,0 0 0,-1 1 0,1-1 0,-1 0 0,1 1 0,-1-1 0,0 1 0,0-1 0,0 1 0,0-1 0,-1 1 0,1 0 0,0 0 0,-3-3 0,-5-8 0,4 3 0,5 8 0,-1 0 0,0 1 0,1-1 0,-1 1 0,0-1 0,0 1 0,0-1 0,0 1 0,0 0 0,0 0 0,0-1 0,-1 1 0,1 0 0,0 0 0,-1 0 0,1 0 0,-1 0 0,1 1 0,-1-1 0,1 0 0,-1 1 0,0-1 0,1 1 0,-1-1 0,0 1 0,1 0 0,-1 0 0,0 0 0,1 0 0,-1 0 0,0 0 0,1 0 0,-4 1 0,0-1 0,0 1 0,-1-1 0,1 1 0,0 0 0,0 0 0,0 1 0,0-1 0,0 1 0,0 0 0,0 1 0,0-1 0,1 1 0,-1 0 0,1 0 0,0 0 0,0 1 0,0-1 0,1 1 0,-1 0 0,1 0 0,0 1 0,0-1 0,0 1 0,0-1 0,1 1 0,0 0 0,0 0 0,0 0 0,-1 6 0,-3 12 0,1 0 0,1 1 0,1 0 0,2 0 0,0 27 0,2-41 2,0 0 1,1 0-1,0 0 0,1-1 0,0 1 1,0 0-1,1-1 0,0 0 0,11 17 1,1-1-41,1-1 0,26 29 0,-34-44-909,1-1-1,-1 0 0,2 0 1,-1-1-1,1-1 1,0 1-1,0-2 0,20 8 1,-5-4-3253,1-1 1,45 8-1,-68-16 3701,0 1 0,0-1 0,0 1 0,1-1 0,-1 0-1,0-1 1,0 1 0,0-1 0,1 0 0,-1 0 0,6-2 0,4-2-736,33-10-2994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39.21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186 838 480,'8'-16'855,"-2"0"-1,0-1 1,-1 0 0,-1 0-1,0 0 1,1-19-1,1-2 1731,-4 25-1534,-1 0 0,0 0 0,-1 0 0,0 0 0,-4-19 0,4 28-733,-1 0 1,1-1-1,-1 1 1,0 0 0,-1 0-1,1 0 1,-1 0-1,1 0 1,-1 0 0,-1 1-1,1-1 1,0 0-1,-1 1 1,0 0 0,1 0-1,-1 0 1,-1 0-1,1 0 1,-5-3 0,-9-6 1177,16 11-1379,0 0 1,0 0 0,0 0 0,0 0-1,0 0 1,0 0 0,0 0 0,0 0-1,-1 1 1,1-1 0,0 1 0,0-1-1,-1 1 1,1-1 0,0 1 0,-1 0-1,1-1 1,-1 1 0,1 0 0,0 0-1,-1 0 1,1 0 0,-2 1 0,-4 1-20,-1 2 0,1-1-1,0 1 1,0 0 0,1 0 0,-1 1 0,1 0 0,0 0 0,0 0 0,1 1 0,-1 0 0,1 0 0,1 1 0,-1-1 0,1 1 0,0 0 0,1 0 0,-1 0 0,1 1 0,1-1 0,0 1 0,0-1 0,0 1 0,0 10 0,-7 40 138,7-50-221,0-1 1,0 1 0,1-1 0,0 1 0,1 0 0,0 0 0,1 14 0,5 15-77,3-1 0,0 0 0,2 0 0,2 0 0,28 53 0,-33-78-235,0 0 1,1-1-1,0 0 0,0-1 1,1 0-1,0 0 0,1-1 1,0 0-1,0-1 1,15 7-1,-22-12 43,1 0 1,0 0-1,-1-1 1,1 1-1,0-1 1,0 0-1,0 0 1,0-1-1,0 1 1,0-1-1,0 0 1,0-1-1,7 0 1,58-20-3630,-57 17 3373,-6 0 231,1 0 1,-1 0-1,1-1 1,-1 1-1,-1-1 0,1-1 1,-1 0-1,0 0 1,7-9-1,6-4 44,-11 11 195,1-1 0,-1 0-1,-1 0 1,1-1 0,-2 0 0,1 0 0,-2-1-1,6-12 1,-1-4 345,12-54 0,3-9 201,-15 55-405,-1-1 1,-2 0 0,4-52-1,2-12 411,-4 57-32,-6 32-140,0-1-1,-1 1 0,0-1 1,-1 0-1,0 1 0,-1-1 1,-2-21-1,-8-8 1167,6 28-694,1 0 1,1 0-1,0 0 0,-1-17 0,-6-30 2519,6 50-2319,1-1 1,0 1-1,0-21 0,2 30-988,0 0 1,0-1-1,0 1 0,0-1 1,0 1-1,-1 0 0,1-1 1,0 1-1,-1 0 0,1-1 1,-1 1-1,1 0 0,-1 0 1,1-1-1,-1 1 0,0 0 1,0 0-1,0 0 1,0 0-1,0 0 0,0 0 1,0 0-1,0 0 0,-2-1 1,-5-4-49,3-3 23,2 18 0,1-6 0,0 0 0,0 1 0,1-1 0,-1 1 0,1 0 0,0-1 0,0 1 0,0 0 0,0 0 0,1 0 0,-1 0 0,1 7 0,9 52 0,1 7 0,-10-55 0,2 1 0,0-1 0,1 0 0,1 0 0,6 17 0,-3-10 0,-1 1 0,3 25 0,-3-5 0,18 74 0,-15-83 19,7 63 1,-11-58-117,12 47 0,-11-57-829,5 55 1,-3-13-1951,9 15-2325,-9-49 177,-1 0 0,3 70-1,-10-50-2474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39.4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1 168 20489,'-1'-17'2492,"4"-26"4197,-2 41-6517,-1 0 0,1 0 0,0 0 0,0 1 0,0-1 0,0 0 0,0 0 0,0 1 0,0-1 0,1 0 1,-1 1-1,0-1 0,1 1 0,0 0 0,-1 0 0,1-1 0,2 0 0,15-9-172,-6 3 0,0 0 0,0 1 0,1 1 0,0 0 0,1 1 0,-1 0 0,1 1 0,16-2 0,4 2 0,-17 1 0,0 0 0,0 2 0,1 0 0,-1 1 0,0 1 0,30 6 0,-39-5 0,1 0 0,0 0 0,0 1 0,0 0 0,14 7 0,-19-6 0,1 0 0,-1 0 0,-1 1 0,1 0 0,0-1 0,-1 2 0,0-1 0,4 8 0,2 3 0,-2 1 0,1 0 0,-2 0 0,5 19 0,14 30 0,-23-58 0,0-1 0,0 1 0,-1-1 0,1 1 0,-2 0 0,1 0 0,-2 0 0,1 0 0,-1 9 0,7 43 0,1-32 0,-4-16 0,-1-1 0,0 1 0,-1-1 0,1 22 0,-2-26 0,-1 1 0,1-1 0,0 0 0,0 0 0,1 0 0,0 0 0,5 13 0,-5-14 0,1 0 0,-1 1 0,0 0 0,-1-1 0,1 1 0,-1 0 0,0 13 0,-1 20-2661,0 56-10781,-5-72 7249,-19-11 940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39.60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66 237 13590,'-18'-52'8756,"18"15"-4434,-28-5-3041,9 15-1649,19 1-1217,19-1-1120,-19 12-1153,28 15-1008,19-11-193,-29 11 769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40.09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94 0 3682,'44'36'3743,"-41"-32"-3118,-1-1-1,1 2 1,-1-1 0,0 0 0,0 0-1,0 1 1,-1-1 0,1 1 0,-1-1 0,0 1-1,0 0 1,-1-1 0,0 1 0,1 0 0,-2 6-1,1-2-153,-1 0 1,0 1-1,0-1 0,-1 0 0,0 1 0,-1-1 0,0 0 0,-1-1 0,1 1 0,-2 0 1,1-1-1,-1 0 0,0 0 0,-1-1 0,0 1 0,-10 9 0,13-13-247,0 0 0,0 0 0,0 0-1,1 0 1,0 1 0,0-1 0,0 1 0,-2 9-1,2-7 137,-1 0-1,1-1 0,-1 1 1,0-1-1,-7 11 0,4-8-172,1 0 0,0 1 0,0 0 0,1 0-1,0 0 1,1 1 0,0-1 0,-3 20 0,3 5 510,1 52 0,3-50-606,-1-35-91,0 0 0,1 0 0,0 0 0,-1 0 0,1 0 0,0 0 0,0 0 0,0 0 0,0 0 0,0-1 0,0 1 0,1 0 0,-1 0 0,1-1 0,-1 1 0,1-1 0,-1 0 0,1 1 0,0-1 0,0 0 0,0 0 0,-1 0 0,1 0 0,0 0 0,0-1 0,1 1 0,-1-1 0,0 1 0,0-1 0,0 0 0,0 1 0,0-1 0,0 0 0,0-1 0,1 1 0,-1 0 0,0 0 0,0-1 0,0 0 0,0 1 0,0-1 0,0 0 0,0 0 0,0 0 0,0 0 0,-1 0 0,1 0 0,0-1 0,-1 1 0,1-1 0,0 1 0,-1-1 0,2-1 0,22-40 0,-15 29 0,0 0 0,12-24 0,9-13 0,-9 16 0,-2 0 0,25-60 0,-28 56 0,1 2 0,27-42 0,-28 48 0,-17 29 0,1 0 0,-1 0 0,1 0 0,0 0 0,0 1 0,0-1 0,0 0 0,0 1 0,0-1 0,0 0 0,1 1 0,-1-1 0,0 1 0,1 0 0,-1 0 0,1-1 0,0 1 0,-1 0 0,1 0 0,0 0 0,0 1 0,0-1 0,-1 0 0,1 1 0,0-1 0,0 1 0,0 0 0,0-1 0,0 1 0,0 0 0,0 0 0,0 0 0,2 1 0,-2-1 0,-1 0 0,1 0 0,-1 0 0,1 0 0,-1 0 0,1 1 0,-1-1 0,0 0 0,1 1 0,-1-1 0,1 1 0,-1 0 0,0-1 0,0 1 0,1 0 0,-1 0 0,0 0 0,0 0 0,0 0 0,0 0 0,0 0 0,0 0 0,0 1 0,0-1 0,0 0 0,0 2 0,12 14 0,-7-9 0,0 0 0,-1 0 0,1 1 0,-2 0 0,1 0 0,-2 1 0,5 14 0,16 78 0,-21-85 0,2 4 0,4 24 0,-1 0 0,2 69 0,-10 89 0,-1-199 0,0-16 0,6-25 0,-2 29 0,-1 2 0,1-1 0,-1 1 0,-1-1 0,1 0 0,-1 1 0,0-13 0,1 3 0,1-1 0,1 1 0,0 0 0,1 1 0,0-1 0,2 1 0,15-29 0,0-1 0,28-87 0,7-15 0,-47 126 0,1 0 0,0 1 0,2 1 0,25-32 0,-21 27 0,3-2 0,-14 28 0,-3 19 0,-3-19 0,0 0 0,0 0 0,1-1 0,-1 1 0,1 0 0,-1 0 0,1 0 0,0 0 0,-1-1 0,1 1 0,0 0 0,0-1 0,0 1 0,1-1 0,1 3 0,-1-2 0,-1-1 0,0 1 0,1 0 0,-1-1 0,0 1 0,0 0 0,0 0 0,0 0 0,0 0 0,-1 0 0,1 0 0,0 0 0,-1 0 0,0 0 0,1 0 0,-1 2 0,0 4 0,1 0 0,0 0 0,0 1 0,5 13 0,-3-14 0,-1 1 0,-1-1 0,1 0 0,0 17 0,-2-14 0,1 0 0,0 0 0,1 0 0,1 0 0,5 16 0,8 35 0,5 2 0,-14-48 0,-1 1 0,7 31 0,-10-30-104,0 0 1,1-1-1,2 1 1,-1-1-1,16 30 0,-16-37-1417,0 0-1,0 0 1,4 19-1,2 2-4222,7 3-3358,5-9 3860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40.61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199 343 4002,'26'-42'11769,"-9"13"-5999,-17 29-5546,1-1 0,-1 0 0,1 1 1,0-1-1,-1 0 0,1 0 1,-1 1-1,0-1 0,1 0 1,-1 0-1,1 0 0,-1 0 1,0 1-1,0-1 0,0 0 1,1 0-1,-1 0 0,0 0 1,0 0-1,0 0 0,0 0 1,-1 1-1,1-1 0,0 0 1,0 0-1,0 0 0,-1 0 1,1 0-1,0 0 0,-1 0 1,-13-1 4424,2 7-5066,-1 4 426,0 0 1,1 1-1,0 1 1,-17 20-1,-3 2-16,22-23 7,2 0 0,-1 0 0,1 0 0,-12 24 0,-3 3 0,18-29 0,1-1 0,0 1 0,1 1 0,0-1 0,0 0 0,1 1 0,0 0 0,0-1 0,1 1 0,0 0 0,1 0 0,0-1 0,1 13 0,-1-3 0,1-13 0,0 1 0,0-1 0,0 1 0,1-1 0,0 1 0,0-1 0,0 0 0,0 0 0,1 0 0,0 0 0,0 0 0,0-1 0,1 1 0,4 4 0,9 13 0,-10-14 0,0 0 0,0 0 0,0-1 0,1 0 0,0 0 0,1-1 0,-1-1 0,1 1 0,0-1 0,1 0 0,-1-1 0,1 0 0,0-1 0,0 0 0,14 2 0,-9-2 0,-1-1 0,1 0 0,0-1 0,0-1 0,0-1 0,0 0 0,-1 0 0,1-2 0,27-7 0,-36 7 0,1 1 0,-1-1 0,0-1 0,0 1 0,0-1 0,0 0 0,-1 0 0,1-1 0,-1 0 0,0 0 0,-1 0 0,9-12 0,-5 4 0,-1-1 0,0 0 0,10-29 0,-16 40 0,-1 0 0,1 0 0,-1 0 0,1 0 0,-1 0 0,0 0 0,0 0 0,-1 0 0,1 0 0,-1-1 0,1 1 0,-1 0 0,0 1 0,0-1 0,0 0 0,-1 0 0,1 0 0,-3-3 0,-5-14 0,0-10 0,7 22 0,0 0 0,0 0 0,-1 0 0,0 1 0,-1-1 0,0 1 0,0-1 0,-1 1 0,1 1 0,-8-9 0,-8-6 0,0 2 0,-1 0 0,-36-24 0,-11-1 0,62 40 0,-1 0 0,1 0 0,-1 0 0,0 1 0,-7-3 0,-16-7 0,-9-4-9071,58 24 5803,-18-6 2985,0 0 0,1 0 0,-1-1 1,0 1-1,1 0 0,-1 0 0,1-1 0,-1 1 1,1-1-1,0 1 0,-1-1 0,1 0 1,-1 0-1,4 0 0,73-7-3558,33-23 3101,-58 14 874,-44 12 308,1-1 1,-1 1-1,0-2 1,-1 1 0,1-1-1,-1 0 1,0-1-1,-1 0 1,1 0 0,-1-1-1,-1 0 1,7-9-1,37-38 5962,-45 50-5418,1-1 0,-1 1-1,0-1 1,-1 0-1,0 0 1,0-1 0,0 1-1,4-11 1,-7 20-986,-1 0 0,1 1 0,-1-1 0,1 1 0,0-1 0,1 0 0,-1 0 0,1 0 0,1 4 0,0-3 0,-1 0 0,0 1 0,0-1 0,-1 1 0,1-1 0,-1 1 0,0 0 0,0 0 0,0 8 0,0 7 0,1-1 0,1 0 0,7 30 0,6 30 0,-14-59 0,38 211 0,-16-87 0,-1-4 0,-1-58 0,-8-31 0,14 84 0,-26-108 0,2 0 0,1 0 0,13 40 0,-13-51 11,-1 0-1,4 33 1,0 0-198,2-14-352,-7-25-235,0 0 1,0 0-1,-1 0 1,-1 0-1,1 11 0,-2 88-16191,0-95 12006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40.7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29 286 5266,'0'-43'9093,"0"33"-722,-28-17-2336,28 12-2209,0-1-3650,0 5-176,0-5 0,0 6 0,0-6 0,28 16 0,-9-10 0,9 10 0,-9-16-1024,9 5-3539,19-5-1119,-1-10-193,29 15 113,-9-20 895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41.08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50 1 5571,'-3'16'6823,"-7"-1"-2882,-8 15 702,12-7-4253,2-1 0,0 1 1,1 0-1,2 0 0,0 0 1,3 24-1,-1 4-204,3 16-112,2 1-1,18 76 1,5 36-87,-9-26-141,0-7-2380,-10 2-5102,-10-96 3370,0-9 2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41.33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0 164 17640,'40'-72'11732,"-20"23"-8337,-19 46-3395,0 0 0,1 1 0,-1-1 0,1 1 0,-1-1 0,1 1 0,0 0 0,0 0 0,0 0 0,0 0 0,0 0 0,1 0 0,-1 0 0,1 1 0,-1-1 0,1 1 0,-1 0 0,1 0 0,0 0 0,0 0 0,0 0 0,-1 0 0,1 1 0,0-1 0,0 1 0,0 0 0,0 0 0,0 0 0,0 0 0,0 1 0,0-1 0,0 1 0,3 1 0,9 2 0,-1 0 0,0 1 0,0 0 0,0 1 0,14 9 0,-7-1 0,-1 0 0,-1 2 0,0 0 0,-1 1 0,-1 1 0,-1 1 0,0 0 0,23 39 0,-34-49 0,-1 1 0,1 0 0,-2 0 0,1 0 0,-1 1 0,-1-1 0,0 1 0,-1 0 0,1 11 0,1 3 0,-2-15 0,1 1 0,0 0 0,-1-1 0,0 1 0,-1 0 0,0 0 0,-1 0 0,0 0 0,-1 0 0,-6 20 0,-7 12 20,-2-1 0,-34 61 1,38-80-72,-1-2 1,-2 1-1,0-2 0,-1 0 1,-38 33-1,-23 8-3133,-11 9-7489,45-41 450,40-14 6085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41.86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310 612 10389,'22'-21'6469,"0"-1"1,29-39 0,-25 36-4429,-24 24-1997,0 0 0,0 0 1,0-1-1,0 1 0,0-1 0,-1 0 0,1 0 1,0 1-1,-1-1 0,1 0 0,-1 0 0,0 0 1,0 0-1,0-1 0,0 1 0,0 0 0,0 0 0,-1-1 1,1 1-1,0-4 0,-1 4-44,-1 1 0,1-1 0,-1 1 0,1-1 0,-1 1 0,1 0 0,-1-1 0,0 1 0,0 0 0,0-1 0,1 1 0,-1 0 0,0 0 0,-1 0 0,1 0 0,0 0 0,0 0 0,0 0 0,-1 0 0,1 0 0,0 1 0,-1-1 0,1 0 0,0 1 0,-1-1 0,1 1 0,-1 0 0,1-1 0,-1 1 0,1 0 0,-1 0 0,1 0 0,-1 0 0,1 0 0,-4 1 0,-1-1 0,0 0 0,0 1 0,0 0 0,0 0 0,1 0 0,-1 0 0,0 1 0,-6 3 0,-29 17 0,28-16 0,0 1 0,1 0 0,0 1 0,0 0 0,0 1 0,-18 19 0,-83 92 0,106-110 0,-1 0 0,1 1 0,1 0 0,0 0 0,0 0 0,1 1 0,0 0 0,1 0 0,1 0 0,-3 17 0,-7 22 0,6-30 0,3-10 0,1-1 0,0 0 0,1 1 0,0 0 0,-1 19 0,3 153 0,1-178 0,-1-1 0,0 0 0,1 0 0,0 0 0,0 0 0,0 0 0,1 0 0,-1 0 0,1 0 0,0 0 0,0 0 0,0-1 0,1 1 0,-1-1 0,1 0 0,0 1 0,0-1 0,0 0 0,0-1 0,1 1 0,5 3 0,-8-6 0,0 0 0,0 0 0,0 1 0,0-1 0,1 0 0,-1 0 0,0-1 0,0 1 0,0 0 0,0 0 0,0 0 0,0-1 0,0 1 0,0-1 0,0 1 0,0-1 0,0 1 0,0-1 0,0 1 0,0-1 0,0 0 0,0 0 0,1 0 0,22-29 0,-1 2 0,-7 10 0,-2-1 0,0-1 0,-1 0 0,-1 0 0,-1-2 0,0 1 0,8-28 0,-8 23 0,10-45 0,-18 56 0,1 0 0,0 1 0,10-22 0,11-41 0,-16 63 0,-7 11 0,0 1 0,-1-1 0,1 0 0,-1 0 0,1 0 0,-1-1 0,0 1 0,0 0 0,-1 0 0,1-1 0,0 1 0,-1 0 0,0-7 0,2 0 0,2 11 0,7 20 0,-5-9 0,4-1 0,-8-9 0,-1 0 0,1 0 0,0-1 0,-1 1 0,0 0 0,0 0 0,1 1 0,-1-1 0,0 0 0,-1 0 0,1 0 0,0 1 0,0 2 0,4 6 0,0 1 0,0-1 0,1 0 0,1 0 0,0 0 0,12 13 0,19 31 0,-12-15 0,1 0 0,39 42 0,-53-63-190,-12-17 155,0 0-1,-1 0 1,1 0 0,0 0 0,0-1-1,0 1 1,0-1 0,1 1-1,-1 0 1,0-1 0,1 0 0,-1 1-1,1-1 1,-1 0 0,1 0-1,-1 0 1,1 0 0,0 0-1,0 0 1,0 0 0,-1-1 0,1 1-1,0 0 1,0-1 0,0 0-1,0 1 1,0-1 0,0 0 0,0 0-1,0 0 1,0 0 0,0-1-1,3 0 1,2-1-76,-4 1 69,1 0 0,-1 0 0,0 0 0,0 0 0,0-1 0,0 1 0,0-1 0,0 0 0,0 0 1,0 0-1,-1 0 0,5-4 0,10-15-14,-13 17 59,0 0 0,0-1-1,0 1 1,-1-1 0,0 0 0,0 0 0,0-1 0,0 1 0,-1-1 0,2-7 0,35-67 117,-34 33 75,-2-2 165,4-11-81,-2 1 0,-3-1 0,-2 1 0,-14-97 0,11 91-279,-2-5 0,-4 35 0,5 27 0,2-1 0,-1 0 0,2 0 0,-1 0 0,1 0 0,0-12 0,1 11 0,-1 0 0,0 1 0,-1-1 0,0 1 0,0-1 0,-6-13 0,3 2 0,5 20 0,0 0 0,0 0 0,0 0 0,0 0 0,0 0 0,0 0 0,0 0 0,0 0 0,0 0 0,-1 0 0,1 0 0,0 0 0,-1 0 0,1 0 0,-1 0 0,1 1 0,-1-1 0,0 0 0,1 0 0,-1 0 0,0 1 0,1-1 0,-1 0 0,0 1 0,0-1 0,0 1 0,0-1 0,1 1 0,-1-1 0,0 1 0,0-1 0,0 1 0,0 0 0,0 0 0,0-1 0,-1 1 0,-26 61 0,26-56 0,0 0 0,1 0 0,0 0 0,0 1 0,1-1 0,-1 0 0,1 0 0,0 1 0,2 8 0,-1 7 0,-2 24 0,0-20 0,1 0 0,1 0 0,5 29 0,2-19 0,-4-17 0,0-1 0,-1 1 0,1 32 0,-3-27 0,1-1 0,9 36 0,-6-36 0,-1 1 0,1 39 0,-3-1 23,0-41-250,-1 0 0,-1 0 0,-1 1 0,-1-1 0,-5 21 0,0-12-1216,3-15-36,0-1-1,1 1 1,1 0 0,-1 19 0,3-26 232,-1 1-1,0 0 1,-1 0-1,0 0 1,0-1 0,-5 13-1,4-14 190,1 0 0,0 0 0,0 0 0,1 0 0,0 0 0,-1 9 0,2 1-5281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42.21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282 28 3650,'0'-1'258,"0"0"-1,0 0 1,0 0 0,0 0 0,0 0 0,0 0 0,0 0-1,0 0 1,-1 0 0,1-1 0,0 1 0,-1 0 0,1 0-1,0 1 1,-1-1 0,0 0 0,1 0 0,-1 0 0,1 0-1,-1 0 1,0 1 0,0-1 0,1 0 0,-1 0 0,0 1-1,0-1 1,-1 0 0,0 0 98,0 1 0,0 0 0,0 0 0,0 0 0,0 0 0,0 0 0,0 0 0,0 0 0,0 1 0,0-1 0,0 1 0,0-1 0,-3 2 0,-8 4 586,1 1-1,0 0 1,-14 10-1,23-15-975,-2 2 333,0 1-1,-1 0 1,2 0-1,-1 0 1,0 0 0,1 1-1,0 0 1,-6 12 0,-23 29 1116,24-37-1160,2-4-67,1 0-1,0 1 1,0 0 0,1 0-1,-1 0 1,2 1 0,-1 0-1,1 0 1,-5 12 0,0 21 372,3 1-1,1 0 1,2 0 0,3 44-1,0-73-538,2-1-1,0 0 0,0 0 1,1 0-1,0-1 0,1 1 0,1-1 1,0 0-1,0 0 0,13 18 1,-13-21-10,0 0 1,0-1-1,1 0 1,0 0-1,0-1 1,1 0 0,0 0-1,0 0 1,1-1-1,-1 0 1,1 0-1,0-1 1,0 0-1,1-1 1,11 4 0,-9-4 11,0-1 0,-1 0 0,1-1 0,0-1 0,0 1 1,0-2-1,0 1 0,0-2 0,-1 1 0,1-1 0,0-1 1,-1 0-1,0-1 0,0 0 0,0 0 0,0-1 0,0 0 1,16-13-1,-14 8 52,-1-1 0,0 0 0,0 0 0,-1-2 0,-1 1 0,0-1-1,0 0 1,-2-1 0,0 0 0,11-29 0,29-53 115,-13 38 114,-20 9 168,-11 37-200,0 1 0,0-1 0,10-20 0,-4 14-225,-2 0 0,0-1 0,-1 0 0,-1-1 0,-1 1-1,0-1 1,-1 0 0,-1-27 0,-3 72-47,0 0 0,2 0 0,5 34 0,-4-50 0,3 7 0,0 0 0,-1 0 0,-2 0 0,1 0 0,-1 28 0,-1-10 0,1 1 0,11 54 0,-5 8-104,1-68-208,-6-22-207,0-1 1,-1 1-1,0 0 0,-1 0 1,0 0-1,0 0 1,0 7-1,1 25-4389,-1-31 2969,0 0 0,1 0-1,0-1 1,0 1 0,4 7 0,-3 2-3637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42.4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25 10469,'1'-17'8812,"4"10"-5327,13 10-3335,-10 1 358,-7-4-509,1 0 94,0 1 0,0-1 0,0 1-1,0 0 1,0-1 0,0 1 0,0 0-1,0 0 1,0 0 0,-1 0-1,1 1 1,0-1 0,-1 0 0,1 1-1,-1-1 1,1 1 0,-1 0 0,0-1-1,0 1 1,1 0 0,-1 0 0,-1-1-1,1 1 1,0 0 0,0 0-1,-1 0 1,2 4 0,-3-5 60,1 0 1,1 0-1,-1 0 0,0 0 1,0 0-1,0 0 0,1 1 1,-1-1-1,0-1 0,1 1 1,-1 0-1,1 0 0,-1 0 1,1 0-1,-1 0 1,1 0-1,0 0 0,-1-1 1,1 1-1,0 0 0,0 0 1,0-1-1,0 1 0,-1-1 1,3 2-1,6 5 974,-8-5-1007,0 0 1,-1 0-1,1 0 0,0 0 0,-1 0 0,1 0 1,-1 0-1,0 0 0,0 0 0,0 0 1,0 3-1,3 22 70,1-14-190,-1-4 0,-1 0 0,0 0 0,0 0 0,-1 0 0,0 10 0,1-6 0,1-1 0,0 1 0,0-1 0,2 0 0,-1 0 0,1 0 0,1-1 0,0 0 0,8 11 0,9 19 0,-6-4 0,2-1 0,1-1 0,2-1 0,42 51 0,-59-79 0,1-1 0,-1 1 0,-1 0 0,1 1 0,-1-1 0,0 1 0,-1 0 0,5 11 0,10 24 0,-10-29 0,-7-11 0,-1-1 0,0 1 0,1 0 0,-1-1 0,0 1 0,0 0 0,0-1 0,0 1 0,0 0 0,-1-1 0,1 1 0,0 0 0,-1-1 0,0 1 0,1-1 0,-1 1 0,0-1 0,1 1 0,-1-1 0,0 1 0,0-1 0,-3 3 0,2-2 0,0 1 0,0-1 0,0 1 0,-1-1 0,1 0 0,-1 0 0,1 0 0,-1-1 0,0 1 0,0-1 0,0 1 0,-5 1 0,-21 0-1376,0 0 0,0-2 0,0-1 0,-46-7 0,67 5 214,0-1 1,0 1 0,0-1-1,1-1 1,-1 0 0,-9-6 0,-33-15-5843,-4 1 1853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42.64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1 8804,'-1'1'15613,"1"15"-12607,3 16-4987,0-20 3647,7 20-1179,-1 0-1,-2 1 1,-1 0-1,-1 0 1,0 39-1,-4-48-294,1 0 0,9 36-1,-6-37-140,-1 0 0,1 36 0,-5-21-39,-3 99-2204,1-112 571,-1-1 1,-1 1-1,-11 32 1,-32 81-9463,27-74 5996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43.06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1 193 9268,'26'-21'6738,"-24"18"-6399,1 0 1,0 1-1,0-1 1,1 0-1,-1 1 1,0 0-1,1 0 1,-1 0-1,1 0 1,0 1-1,0-1 1,0 1-1,6-1 1,71-13 249,-31 5-407,0 1-1,78-1 1,34-7 2598,-101 9-1385,32-9 2789,-56 8-1890,-36 9-2284,0 0 0,0 0 0,1-1 1,-1 1-1,0 0 0,0-1 0,0 1 1,0 0-1,0-1 0,0 1 0,0-1 1,0 0-1,0 1 0,0-1 0,0 0 1,-1 1-1,1-1 0,0 0 0,0 0 1,-1 0-1,1 0 0,0 0 0,-1 0 1,1 0-1,-1 0 0,1-2 0,-1 2-12,0 0 0,-1-1 0,1 1 0,-1 0 0,1 0 0,-1 0 0,1 0 0,-1 0 0,0 0 0,1 0 0,-1 0 0,0 0 0,0 0 0,0 0 0,0 1 0,0-1-1,0 0 1,0 1 0,0-1 0,0 0 0,0 1 0,0-1 0,0 1 0,0 0 0,-1-1 0,-1 1 0,-1-2 2,-1 1 0,1 0 0,0 1 0,-1-1 0,1 1 0,-1 0 0,1 0 0,-1 0 0,-4 1 0,-6 0 0,1-1 0,0 1 0,1 0 0,-1 1 0,1 1 0,-1 0 0,1 1 0,0 0 0,0 1 0,0 0 0,1 1 0,0 1 0,0 0 0,-21 16 0,-1 6 0,23-22 0,2 1 0,-1 0 0,1 1 0,0 0 0,1 0 0,0 0 0,0 1 0,1 1 0,0-1 0,-6 15 0,10-17 0,-5 14 0,1 1 0,0 0 0,-2 24 0,8-42 0,0 0 0,1 0 0,-1 1 0,1-1 0,0 0 0,1 0 0,-1 0 0,1 0 0,0 0 0,1 0 0,-1 0 0,1 0 0,0 0 0,0-1 0,0 1 0,1-1 0,0 1 0,-1-1 0,2 0 0,2 4 0,29 31 0,-30-33 0,0 1 0,1-1 0,-1 0 0,1 0 0,1-1 0,-1 0 0,15 9 0,-14-10 0,-5-2 0,1 0 0,-1 0 0,1 0 0,0-1 0,0 1 0,-1-1 0,1 1 0,0-1 0,0 0 0,0 0 0,1-1 0,-1 1 0,0-1 0,0 1 0,0-1 0,0 0 0,0 0 0,1 0 0,-1-1 0,0 1 0,0-1 0,0 0 0,0 0 0,0 0 0,0 0 0,0 0 0,3-3 0,15-7 0,-14 8 0,0 0 0,0-1 0,0 0 0,-1 0 0,0-1 0,1 0 0,-2 0 0,1 0 0,9-12 0,-4 1 0,-4 7 0,-1 0 0,0 0 0,0-1 0,-1 0 0,0 0 0,-1-1 0,4-13 0,51-159 0,-57 176 0,-1-1 0,0 1 0,0 0 0,-1 0 0,0 0 0,-1-9 0,0-7 0,1 18 0,0 25 0,-1-14 0,1 1 0,1-1 0,-1 1 0,1-1 0,3 11 0,5-4 0,-7-11 0,-1 1 0,1-1 0,-1 0 0,0 0 0,1 1 0,-1-1 0,0 1 0,0-1 0,-1 1 0,1-1 0,0 1 0,-1-1 0,0 1 0,1 3 0,5 43-2402,20 22-6153,-8-28 3582,-3-16-2100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43.35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22 11189,'0'-1'837,"0"-1"1,0 1-1,0 0 1,1 0-1,-1-1 0,0 1 1,1 0-1,-1 0 0,1 0 1,0 0-1,-1 0 0,1-1 1,0 1-1,-1 0 1,1 0-1,1-1 0,5 2 3797,-4 12-2795,-4-2-1539,1-7-246,0 1 1,0 0-1,0-1 0,0 1 1,0-1-1,1 1 0,-1-1 1,1 1-1,2 5 0,1-2-52,0 0 0,-1 1 0,0-1 1,-1 1-1,0 0 0,0-1 0,0 1 0,-1 0 0,0 0 0,-1 0 0,1 0 0,-2 8 0,11 55-2,-7-59 0,0-1 0,-1 1 0,-1-1 0,0 1 0,0 0 0,-1-1 0,-1 1 0,0 0 0,-3 13 0,0-8 0,0 0 0,1 0 0,1 1 0,0 20 0,1-32 0,1-15 0,4-21 0,2 16 0,-2 4 0,0 0 0,1 0 0,0 0 0,0 1 0,1 0 0,0 0 0,1 0 0,14-13 0,-7 10 0,-3 3 0,0 0 0,-1-1 0,17-20 0,-1 1 0,1 2 0,2 1 0,1 1 0,64-41 0,-71 51 0,30-19 0,-51 33 0,-1 0 0,1 1 0,-1-1 0,0 1 0,1-1 0,-1 1 0,1 0 0,-1-1 0,1 1 0,0 0 0,-1 0 0,1 0 0,-1 0 0,1 0 0,-1 0 0,1 1 0,-1-1 0,1 0 0,-1 1 0,1-1 0,-1 1 0,1 0 0,-1-1 0,0 1 0,1 0 0,-1 0 0,0 0 0,0 0 0,0 0 0,2 2 0,-1 3 0,0 0 0,-1-1 0,0 1 0,0 0 0,-1 0 0,0 0 0,0 0 0,0 0 0,-2 8 0,2-2 0,-1-4 0,0 0 0,-1 0 0,0 0 0,0-1 1,-1 1-1,0 0 0,0-1 0,-1 0 0,0 0 0,-5 7 0,-6 13-89,12-20 51,-41 77-4174,33-67 1108,0 0 1,-21 23-1,-15 13-5209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44.3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852 1741 3538,'-333'28'11706,"68"-19"-9326,44 6-2481,191-15-303,27 0-44,19 0 289,405-23 190,-125 2-110,-36-5 79,-42 1 16,483-50-30,-313 29 233,21 3 299,1229-141 829,131-15-1221,-1235 143-105,173-20-106,1286-141 116,-1520 162 12,456-50 149,472-30 1083,-1181 115-1006,2176-176 4806,-2293 189-4819,1336-79 2628,-122 19-1998,-1009 53-892,567-22-1573,-469 17-5587,-381 18 5837,-1-1-1,0 0 1,0-2 0,0-1-1,-1-1 1,26-10 0,-29 2-1697,-17 2-725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44.4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141 69 7395,'-28'0'12246,"9"0"-4771,-9-16-4337,9 5-3138,-9-5-1569,9 6-1024,19-6-1569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0.29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44 13 6803,'0'-1'453,"-1"0"-1,1 1 1,0-1-1,-1 0 1,1 0-1,-1 1 1,1-1-1,-1 0 1,0 1 0,1-1-1,-1 1 1,0-1-1,1 1 1,-1-1-1,0 1 1,1-1-1,-1 1 1,0 0-1,0-1 1,0 1-1,1 0 1,-1 0 0,0 0-1,0-1 1,0 1-1,0 0 1,1 0-1,-1 0 1,0 0-1,0 0 1,0 1-1,0-1 1,-1 0-1,-15 7 8028,15 1-6382,5-2-2098,-1 0 0,0 0 0,-1 1 0,1-1 0,0 11 0,7 27 0,-1-22 0,-5-17 0,-1 0 0,0 1 0,0-1 0,0 1 0,-1-1 0,0 1 0,0 0 0,0 8 0,-1-5 0,1-1 0,0 1 0,1 0 0,0-1 0,0 1 0,1-1 0,0 1 0,6 11 0,10 29 0,-14-28 0,0 1 0,1 25 0,6 34 0,35 102 0,-43-162 0,-2 0 0,0 0 0,-1 0 0,-3 34 0,0-4 0,3 7-904,1-39-333,-2 1 1,0 0 0,-1 0-1,-6 28 1,-40 115-13637,43-123 10068,4 2-1134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0.6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0 775 2433,'43'-174'7433,"-33"120"-5659,5-11-283,6-5 355,-18 55-1211,1 0 1,1 0-1,0 1 0,1 0 1,0 0-1,1 0 0,12-16 1,7-1 717,-10 11 326,0 0 1,18-32 0,-19 30-417,1 1 0,0 0 0,2 1 0,33-29 0,-39 36-1263,3 1 0,-14 12 0,1 1 0,-1-1 0,1 0 0,0 0 0,-1 1 0,1-1 0,-1 1 0,1 0 0,-1-1 0,0 1 0,1 0 0,-1 0 0,1 0 0,0 1 0,-1-1 0,1 0 0,-1-1 0,0 1 0,1 0 0,-1 0 0,0 1 0,0-1 0,0 0 0,0 0 0,0 1 0,0-1 0,-1 0 0,1 1 0,0-1 0,-1 1 0,1-1 0,-1 0 0,1 1 0,-1 0 0,0-1 0,1 4 0,5 19 0,1-9 0,-5-10 0,1 1 0,-1-1 0,0 1 0,0-1 0,0 1 0,-1 0 0,0 0 0,0-1 0,-1 8 0,0 539 0,1-545 0,-1 0 0,1 0 0,0 0 0,1 0 0,-1 0 0,2 0 0,-1 0 0,6 10 0,5 16 0,-10-27 0,0 0 0,0 0 0,1-1 0,0 1 0,0-1 0,1 0 0,-1 0 0,1 0 0,0-1 0,1 1 0,-1-1 0,1 0 0,-1-1 0,9 4 0,-8-4 0,-1 0 0,1 0 0,0-1 0,0 0 0,0 0 0,0-1 0,0 1 0,0-1 0,1-1 0,-1 1 0,0-1 0,1 0 0,-1 0 0,0-1 0,10-2 0,-8 0 0,1 0 0,-1 0 0,0-1 0,0-1 0,14-8 0,-20 11 0,1-1 0,-1 1 0,1 0 0,-1-1 0,0 0 0,1 1 0,-2-1 0,1 0 0,0 0 0,0 0 0,-1 0 0,0 0 0,1-1 0,-1 1 0,0 0 0,-1 0 0,1-1 0,-1 1 0,1-6 0,18-68 0,-28 36 0,7 33 0,-1 0 0,2 0 0,-1 0 0,0-13 0,1 13 0,0 0 0,0 0 0,0 0 0,-1 0 0,-1 0 0,1 0 0,-1 1 0,-1-1 0,1 1 0,-1 0 0,0 0 0,-1 0 0,0 1 0,-7-9 0,-7-11 0,10 14 0,-1 0 0,0 0 0,0 1 0,-1 1 0,-1 0 0,0 0 0,0 1 0,-1 1 0,0 0 0,0 0 0,-1 2 0,0-1 0,0 2 0,0 0 0,-1 1 0,1 0 0,-1 1 0,0 1 0,-1 0 0,-16 1 0,24 1-32,-1 1 1,1 0-1,-1 0 1,1 1-1,0 0 0,0 1 1,0 0-1,0 0 1,0 0-1,1 1 0,0 1 1,-13 8-1,20-13-64,0 1 1,0-1-1,-1 0 0,1 1 0,0-1 0,0 1 0,0-1 1,-1 0-1,1 1 0,0-1 0,0 1 0,0-1 1,0 0-1,0 1 0,0-1 0,0 1 0,0-1 1,0 1-1,0-1 0,0 1 0,0-1 0,0 0 1,1 1-1,-1-1 0,0 1 0,0-1 0,0 0 0,1 1 1,-1-1-1,0 1 0,0-1 0,1 0 0,-1 1 1,0-1-1,1 0 0,-1 0 0,0 1 0,1-1 1,0 0-1,13 11-2727,-1 3-4899,0-1 3200,14-2-947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0.93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72 24459,'23'-24'6347,"-4"4"-4386,-10 7-1961,2-1 0,-7 48 0,-4 339 0,-19-146 0,18-202 0,-1 1 0,-9 37 0,6-38 0,1 0 0,-1 39 0,4-8 0,-14 98 0,12-126 17,1 1 0,3 38 0,0-15-684,0-32-1860,1 1 0,9 35 0,-9-46 1322,-2-5 400,1-1 0,0 1-1,0 0 1,1 0-1,-1-1 1,1 1 0,0-1-1,0 0 1,1 0-1,-1 1 1,1-1 0,0-1-1,0 1 1,0 0 0,0-1-1,1 0 1,0 1-1,6 3 1,-9-6 556,26 24-3483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1.3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499 524 3858,'16'-38'3776,"30"-84"6744,-42 109-9725,-1 0 0,-1 0 1,0 0-1,0-17 0,-2-3 178,1 23-682,0 0 1,-1 1-1,0-1 1,0 0-1,-1 0 1,-1 0-1,0 0 1,0 1-1,-1-1 1,0 1-1,0-1 1,-10-16-1,2 8 476,-26-33 1778,34 48-2365,0 0 1,0 0-1,0 0 1,0 0-1,-1 1 1,1-1 0,-1 1-1,1 0 1,-1 0-1,0 0 1,0 0-1,-5-1 1,-5 1-172,-1 1-1,1 0 1,0 1-1,0 1 1,-1 0 0,1 1-1,0 0 1,0 1 0,0 1-1,0 0 1,1 1 0,0 0-1,0 1 1,0 1 0,1 0-1,0 0 1,0 2-1,0-1 1,1 1 0,1 1-1,0 0 1,0 0 0,1 1-1,-12 17 1,14-17-9,0 0 0,-1 0 0,-16 15 0,15-16 0,0 1 0,0-1 0,-11 22 0,15-22 0,0 1 0,1-1 0,1 1 0,0 1 0,0-1 0,1 0 0,0 1 0,1-1 0,1 1 0,1 21 0,-1-30 0,0 0 0,0-1 0,0 0 0,1 1 0,-1-1 0,0 1 0,1-1 0,0 0 0,0 0 0,-1 1 0,2-1 0,-1 0 0,0 0 0,0 0 0,0 0 0,1 0 0,-1 0 0,1 0 0,0-1 0,0 1 0,3 2 0,15 17 0,-18-19 0,1 0 0,-1 0 0,1 0 0,0 0 0,0 0 0,0 0 0,0-1 0,0 0 0,0 1 0,0-1 0,0 0 0,0-1 0,1 1 0,-1 0 0,0-1 0,1 0 0,-1 0 0,0 0 0,1 0 0,-1-1 0,0 1 0,1-1 0,-1 0 0,0 1 0,5-3 0,1 0 0,1 0 0,-1-1 0,0 0 0,0 0 0,0-1 0,-1 0 0,14-10 0,-18 11 0,0 0 0,0 1 0,1 0 0,0 0 0,-1 0 0,1 1 0,8-4 0,13-9 0,-17 5 0,-1 0 0,0 0 0,-1-1 0,0 0 0,0 0 0,5-14 0,4-6 0,-4 9 0,1-3 0,2-1 0,1 2 0,22-27 0,-35 48 0,-1 1 0,0 0 0,0 0 0,0 0 0,0-1 0,-1 1 0,1 0 0,-1-1 0,1 1 0,-1-1 0,0 0 0,0 1 0,0-1 0,0 0 0,0 0 0,-1 0 0,1-5 0,2-6 0,3 12 0,-5 3 0,0 0 0,0 1 0,0-1 0,0 0 0,0 1 0,0-1 0,-1 0 0,1 1 0,-1-1 0,1 1 0,-1-1 0,0 1 0,1-1 0,-1 1 0,0-1 0,0 1 0,0-1 0,0 3 0,0 635 0,0-625 0,2 0 0,0 0 0,0 0 0,6 17 0,-4-17 0,-1 0 0,0 0 0,-1 0 0,0 18 0,-3 3 80,0-17-242,1-1-1,0 1 0,5 30 0,7 24-7606,-8 3-8846,-4-63 12709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2.0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123 97 4322,'0'-10'6304,"1"-14"-930,-1 22-5242,1 1 0,-1-1 0,0 1 0,0-1 0,0 1 0,0-1 0,-1 1 0,1-1 0,0 1 0,-1-1 0,1 1 0,-1-1 0,1 1 0,-1 0 0,0-1 0,1 1 0,-2-2 0,-6 2-19,8 1-108,-1 0 0,0 0-1,1 0 1,-1 0-1,1 0 1,-1 0-1,0-1 1,1 1 0,-1 0-1,1 0 1,-1 0-1,1 0 1,-1-1 0,0 1-1,1 0 1,-1-1-1,1 1 1,0 0 0,-1-1-1,1 1 1,-1-1-1,1 1 1,-1-1 0,1 1-1,0-1 1,-1 1-1,1-1 1,0 1-1,0-1 1,-1 1 0,1-1-1,0 1 1,0-1-1,0 0 1,0 1 0,0-1-1,0-2 47,0 3-26,1 0 0,0 0 0,-1 0 1,1 0-1,0-1 0,-1 1 0,1 0 0,0 0 0,-1 0 1,1-1-1,-1 1 0,1 0 0,0-1 0,-1 1 0,1 0 0,-1-1 1,1 1-1,-1-1 0,1 1 0,-1-1 0,1 1 0,0-2 1,-1 1 41,0 1 1,1-1 0,-1 1-1,1-1 1,-1 1-1,1-1 1,-1 1 0,1-1-1,-1 1 1,1 0 0,-1-1-1,1 1 1,-1 0 0,1-1-1,0 1 1,-1 0-1,1 0 1,0-1 0,-1 1-1,4 0 2553,19 0 1273,-19 0-3659,-1-1-114,1 1 0,-1 0 0,0 0 0,0 0 0,0 0 1,0 1-1,0-1 0,1 1 0,2 1 0,52 26 1059,-55-26-1128,1 1-1,-1 0 1,0 0 0,-1 0-1,1 0 1,0 0-1,-1 0 1,0 1-1,1-1 1,-1 1-1,2 5 1,9 15 361,-11-20-284,1 1 0,-1-1 0,0 1-1,0 0 1,-1-1 0,1 1-1,0 7 1,7 21 609,-1-13-558,-6-16-176,0 0-1,0 1 1,-1-1 0,1 1 0,-1-1 0,0 1-1,0 0 1,0 0 0,-1 0 0,0-1 0,0 1 0,0 0-1,0 0 1,-2 7 0,-9 35-3,4-10 0,-1 0 0,-2-1 0,-2 0 0,-1 0 0,-22 41 0,8-38 0,-16 28 0,33-50 0,-1 0 0,0-1 0,-23 25 0,24-31 0,1 1 0,0 1 0,1 0 0,0 0 0,0 0 0,-10 26 0,15-13 0,-2-6 0,0-15 0,4-4 0,0 0 0,0 1 0,0-1 0,0 0 0,0 1 0,0-1 0,0 1 0,1-1 0,-1 1 0,0 0 0,0-1 0,0 1 0,1 0 0,-1-1 0,0 1 0,1 0 0,-1 0 0,1 0 0,-1-1 0,1 1 0,0 0 0,-1 0 0,1 0 0,0 0 0,-1 0 0,1 0 0,0 0 0,0 0 0,0 0 0,0 0 0,0 0 0,0 0 0,0 0 0,0 0 0,0 0 0,0 0 0,1 0 0,-1 0 0,0 0 0,1 0 0,-1-1 0,1 1 0,-1 0 0,1 1 0,3 1 0,0 0 0,0-1 0,0 0 0,0 1 0,0-1 0,1-1 0,-1 1 0,1-1 0,-1 1 0,1-1 0,-1-1 0,1 1 0,0 0 0,-1-1 0,1 0 0,0 0 0,-1-1 0,1 1 0,-1-1 0,1 0 0,0 0 0,-1-1 0,0 1 0,6-4 0,179-74 0,-170 70 0,-1-1 0,0 0 0,-1-2 0,0 0 0,17-16 0,32-23 0,-47 39 0,-7 5 0,0-1 0,-1 0 0,0-1 0,0-1 0,-1 1 0,0-2 0,-1 1 0,11-16 0,39-46 0,-37 46 0,-1 0 0,21-34 0,-36 50 0,-1 0 0,0-1 0,0 0 0,-1 1 0,-1-1 0,0-1 0,0 1 0,-1 0 0,-1-1 0,1-15 0,-2 27 0,0 0 0,-1 1 0,1-1 0,0 1 0,0-1 0,-1 0 0,1 1 0,0-1 0,0 0 0,-1 1 0,1-1 0,-1 0 0,1 0 0,0 1 0,-1-1 0,1 0 0,0 0 0,-1 0 0,1 0 0,-1 1 0,1-1 0,-1 0 0,1 0 0,0 0 0,-1 0 0,1 0 0,-1 0 0,1 0 0,-1 0 0,1 0 0,-1 0 0,1 0 0,0-1 0,-1 1 0,1 0 0,-1 0 0,1 0 0,0 0 0,-1-1 0,1 1 0,-1 0 0,1 0 0,0-1 0,-1 1 0,1 0 0,0-1 0,0 1 0,-1 0 0,1-1 0,0 1 0,-1-1 0,1 3 0,-1 1 0,1 0 0,-1 0 0,0-1 0,0 1 0,0-1 0,0 1 0,-1-1 0,1 1 0,-1-1 0,0 0 0,1 1 0,-1-1 0,0 0 0,-3 2 0,-15 24 0,7 4 0,9-25 0,2 0 0,-1-1 0,1 1 0,0 0 0,0 0 0,1 1 0,0-1 0,-1 11 0,0 37 0,0-37 0,1 0 0,1 1 0,0-1 0,1 0 0,8 36 0,-3-36 0,1 0 0,1-1 0,13 21 0,-18-31 0,1-1 0,0-1 0,1 1 0,-1-1 0,1 1 0,0-1 0,0 0 0,1-1 0,0 0 0,-1 1 0,2-2 0,-1 1 0,7 3 0,5-1 0,-1-1 0,1 0 0,1-1 0,-1-1 0,24 1 0,-35-4 0,1 0 0,0 0 0,0-1 0,-1 0 0,1-1 0,-1 1 0,1-2 0,-1 1 0,0-1 0,1 0 0,-1 0 0,-1-1 0,1 0 0,0 0 0,9-9 0,-3 1 0,0 0 0,-1-1 0,0-1 0,-1 0 0,-1 0 0,0-1 0,-1 0 0,-1-1 0,0 0 0,-1 0 0,-1-1 0,0 1 0,-1-1 0,-1-1 0,-1 1 0,0-1 0,-1 1 0,-1-1 0,-2-19 0,1 35 0,1-15 0,-2 0 0,0 0 0,-7-33 0,7 45 0,0 1 0,0 0 0,-1 0 0,1 0 0,-1 0 0,0 0 0,0 0 0,-1 1 0,1-1 0,-1 1 0,1 0 0,-1-1 0,0 1 0,-1 0 0,1 1 0,0-1 0,-1 1 0,0-1 0,1 1 0,-1 0 0,-6-2 0,9 4 0,-15-6 0,0 0 0,0 2 0,-1 0 0,-32-3 0,3 8-1417,0 2 1,0 3-1,-84 20 0,-127 62-7659,213-66 2471,13-5 853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2.5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66 11 16263,'0'16'8356,"-18"-16"-4338,-10 0-4050,9 0-2209,19-16-10005,19 6 3330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2.6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16 3634,'19'0'2481,"28"-16"-2065,-19 16-2257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2.76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27 7011,'46'0'4050,"-27"0"-3330,9-11-3313,19-5-1217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2.9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7283,'0'10'20570,"28"-10"-21435,-9 0-12517,9-10 7764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3.3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64 150 12854,'-7'-24'13108,"-17"0"-7735,13 15-4210,10 8-1154,0 0 1,1-1 0,-1 1 0,0 0 0,1-1 0,-1 1 0,1 0 0,-1-1 0,1 1 0,0-1 0,0 1-1,0 0 1,0-1 0,0 1 0,0-1 0,0 1 0,0-1 0,0 1 0,1 0 0,-1-1 0,0 1-1,1-1 1,-1 1 0,1 0 0,0 0 0,-1-1 0,1 1 0,0 0 0,0 0 0,0 0 0,0 0 0,0 0-1,1-2 1,3-2-21,-1 0 0,1 0 0,0 1-1,0 0 1,9-6 0,-11 8 11,0 0 0,1 0 0,0 1 0,-1-1 0,1 1 0,0 0 0,0 0 0,-1 1 0,1-1 0,0 1 0,0-1 0,0 1 0,0 0 0,0 1 0,0-1 0,0 1 0,0 0 0,-1 0 0,1 0 0,0 0 0,-1 1 0,5 1 0,-5-1 0,-1 0 0,0 0 0,1 0 0,-1 0 0,0 0 0,0 1 0,0-1 0,-1 0 0,1 1 0,0 0 0,-1-1 0,0 1 0,1 0 0,-1 0 0,0 0 0,-1 0 0,1 0 0,0 0 0,-1 0 0,0 0 0,0 0 0,0 0 0,0 0 0,0 0 0,0 0 0,-1 0 0,1 0 0,-1 0 0,-1 3 0,-3 9 0,2-9 0,1 0 0,1 0 0,-1 0 0,1 0 0,0 0 0,1 0 0,-1 7 0,-2 8 0,-1 0 0,0 0 0,-2-1 0,-1 1 0,0-1 0,-13 24 0,18-40 0,1 1 0,0 0 0,0-1 0,0 1 0,0 0 0,1-1 0,0 1 0,0 0 0,1 7 0,0 2 0,-1-11 0,1 1 0,-1 0 0,1-1 0,0 1 0,0 0 0,1-1 0,-1 0 0,1 1 0,-1-1 0,1 0 0,0 1 0,1-1 0,-1 0 0,3 3 0,43 38 0,-22-21 0,-18-15 0,1-1 0,0 0 0,0 0 0,0-1 0,0 0 0,1-1 0,0 0 0,18 7 0,35 18 0,-47-22 0,0 0 0,1-1 0,30 9 0,3 1 0,-49-16 0,1-1 0,-1 1 0,0-1 0,1 1 0,-1 0 0,0-1 0,1 1 0,-1 0 0,0 0 0,0 0 0,0 0 0,0 0 0,0 0 0,0 0 0,0 0 0,0 1 0,0-1 0,0 0 0,-1 1 0,1-1 0,0 0 0,-1 1 0,0-1 0,1 1 0,-1-1 0,0 1 0,1-1 0,-1 1 0,0-1 0,0 1 0,0-1 0,0 1 0,-1-1 0,1 1 0,0-1 0,-1 0 0,1 1 0,-1-1 0,1 1 0,-1-1 0,0 0 0,1 1 0,-1-1 0,0 0 0,0 0 0,0 0 0,0 1 0,0-1 0,0 0 0,0 0 0,0 0 0,-1-1 0,1 1 0,0 0 0,-1 0 0,1-1 0,0 1 0,-3 0 0,-56 16 0,32-8 0,-1-1 0,-50 6 0,20-7 0,-61 4 0,-10-11-2180,130 0 1990,-1 0 0,1 0 0,-1 0 0,1 1 0,-1-1 0,1 0 0,-1 0 0,1 0 0,-1 0 1,1 0-1,0-1 0,-1 1 0,1 0 0,-1 0 0,1 0 0,-1 0 0,1 0 0,-1-1 0,1 1 0,0 0 0,-1 0 0,1-1 0,0 1 0,-1 0 0,1-1 0,0 1 0,-1 0 0,1-1 0,0 1 0,-1 0 0,1-1 0,8-11-7311,14-5 88,-9 10 5401,7-5-1296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3.5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0 191 3890,'95'-134'15159,"-74"113"-12481,-19 20-2347,0 0 0,0-1 0,0 1-1,-1-1 1,1 1 0,0-1 0,-1 0 0,1 0 0,-1 0-1,0 0 1,1 0 0,-1 0 0,0 0 0,0 0 0,1-4-1,-2 5-191,1 1 0,0 0 0,0-1 1,0 1-1,-1 0 0,1-1 0,0 1 0,0 0 0,0 0 0,0 0 0,-1 0 0,1 0 0,0 0 0,0 0 0,0 0 0,0 0 0,0 0 0,-1 0 0,1 1 0,0-1 0,0 0 0,0 0 0,1 1 0,0 0 500,-1 0-546,0 1 1,0-1-1,-1 1 1,1-1-1,0 1 1,-1 0 0,1-1-1,-1 1 1,0 0-1,1-1 1,-1 1 0,0 0-1,0-1 1,0 1-1,0 2 1,2 21 180,5-10-274,-4-10 0,0 0 0,-1 0 0,0 1 0,0-1 0,-1 1 0,0 0 0,0-1 0,0 1 0,0 10 0,18 153 0,-18-151 0,0 0 0,2 0 0,6 25 0,-5-26 0,0 0 0,-2 0 0,2 26 0,-5 5 33,-1-21-117,2 0 0,6 45 0,5 0-3594,-6 4-6882,-1-35 4026,20-3 777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3.6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1 137 6259,'18'-16'8868,"-18"6"-2577,0-6-3490,0 5-2161,29 11-1280,-29-15-961,0 4-976,18-5-1072,10 6-385,-9-6 144,-19 0 480,28 16-1568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3.7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43 1793,'19'0'2449,"9"0"-400,19 0-961,-28 0-848,9 0-624,19-16-448,-1 5-497,-27 11-351,37-16 63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3.8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27 4034,'19'16'3169,"9"-16"-1312,-9 0-1072,9 0-882,19-16-543,-19 16-688,19-11-657,0 11-224,0-16-1345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3.99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2241,'19'11'7892,"-19"5"-4771,28-16 913,-9 0-2241,-19 10-481,28-10-591,-9 0-257,9 0-592,-9 0-1505,9 0-400,0 0-912,-28-10-4979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5.43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 37 16,'0'-11'0,"-28"-4"64,28 4-96,-19 11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6.03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263 34 288,'-1'0'200,"-1"0"-1,1 0 1,-1 0-1,1 0 1,-1-1 0,1 1-1,-1 0 1,1-1-1,-1 1 1,1-1-1,-1 1 1,1-1 0,0 0-1,-1 0 1,-1-1-1,1 1 22,1 0 0,0 0 0,-1 0-1,1 1 1,0-1 0,-1 0 0,1 1 0,-1-1-1,1 1 1,-1-1 0,1 1 0,-1 0 0,1 0-1,-1 0 1,-2 0 0,-35 0 1732,35 0-990,0 0 240,-62 0 8393,61 0-7475,-13-3 7673,18 2-9788,1 0-1,0 0 0,-1 0 1,1 0-1,0 0 0,0 0 1,0 1-1,-1-1 0,1 0 1,0 0-1,0 1 0,0-1 1,0 0-1,1 1 0,-1-1 0,0 1 1,0 0-1,0-1 0,0 1 1,0 0-1,1 0 0,-1-1 1,0 1-1,0 0 0,1 0 1,-1 1-1,2-1 0,57 0-20,-33 1 4,14 0 11,79 11 0,-115-11 0,1 0 0,-1 0 0,1-1 0,0 0 0,-1 0 0,9-2 0,-9 2 0,-1-1 0,0 1 0,1 0 0,-1 0 0,0 0 0,1 1 0,-1-1 0,0 1 0,8 2 0,7 3 0,-13-5 0,0 0 0,0 1 0,0 0 0,-1 0 0,1 1 0,0-1 0,-1 1 0,0 0 0,0 0 0,9 8 0,-2 4 0,8 14 0,-19-28 0,-1 0 0,1 1 0,-1-1 0,0 1 0,1-1 0,-1 0 0,0 1 0,0-1 0,0 1 0,0-1 0,0 0 0,-1 1 0,1-1 0,0 1 0,-1-1 0,1 0 0,-1 1 0,1-1 0,-1 0 0,0 0 0,1 1 0,-1-1 0,-1 1 0,-8 9 0,8-9 0,1 0 0,-1 0 0,0 1 0,1-1 0,-1 0 0,1 0 0,0 1 0,0-1 0,0 1 0,-2 4 0,-3 5 0,-1-1 0,0 0 0,0 0 0,-1 0 0,-1-1 0,0 0 0,0-1 0,-1 0 0,-21 15 0,-2 3 0,21-18 0,0 1 0,-1-2 0,0 0 0,-22 9 0,-2 2 0,38-19 0,-1 0 0,0 0 0,0 0 0,0 0 0,1 0 0,-1 0 0,0 1 0,0-1 0,0 0 0,1 0 0,-1 0 0,0 0 0,0 0 0,0 0 0,0 1 0,1-1 0,-1 0 0,0 0 0,0 0 0,0 0 0,0 1 0,0-1 0,0 0 0,0 0 0,1 0 0,-1 1 0,0-1 0,0 0 0,0 0 0,0 0 0,0 1 0,0-1 0,0 0 0,0 0 0,0 0 0,0 1 0,0-1 0,0 0 0,0 0 0,0 0 0,0 1 0,-1-1 0,1 0 0,0 0 0,0 0 0,0 1 0,0-1 0,0 0 0,0 0 0,-1 0 0,1 0 0,0 1 0,0-1 0,0 0 0,0 0 0,0 0 0,-1 0 0,1 0 0,0 0 0,0 0 0,0 1 0,-1-1 0,1 0 0,0 0 0,33 4 0,63-3 0,-77-1 0,4 0 0,1-1 0,0 2 0,43 6 0,-62-7 0,-1 1 0,1 0 0,-1 0 0,0 1 0,0-1 0,1 1 0,-1 0 0,0 0 0,0 0 0,0 1 0,-1-1 0,1 1 0,-1 0 0,1 0 0,-1 0 0,0 1 0,0-1 0,0 1 0,-1-1 0,4 7 0,0 2 0,-5-10 0,1 0 0,-1 1 0,0-1 0,0 0 0,0 0 0,-1 1 0,1-1 0,-1 0 0,1 1 0,-1-1 0,0 1 0,0 3 0,1 5 0,-2 0 0,1 0 0,-1-1 0,-1 1 0,0 0 0,0-1 0,-1 1 0,-1-1 0,0 0 0,0 0 0,-1 0 0,0-1 0,-10 14 0,-11 12 0,18-22 0,0-2 0,-1 1 0,-1-1 0,0-1 0,0 0 0,-1 0 0,-22 15 0,-4-7 0,-2-1 0,0-1 0,0-3 0,-61 13 0,90-24-143,0-1-1,0 0 1,1 0 0,-1-1 0,0 0-1,0-1 1,0 0 0,0-1 0,1 0-1,-1 0 1,1-1 0,-14-6 0,-28-7-2050,50 16 1921,0 0-1,0 0 1,0-1 0,0 1-1,0 0 1,0-1 0,1 1 0,-1-1-1,0 1 1,0-1 0,0 1 0,0-1-1,1 0 1,-1 1 0,0-1 0,1 0-1,-1 0 1,0 1 0,1-1-1,-1 0 1,1 0 0,0 0 0,-1 0-1,1 0 1,-1 0 0,1 0 0,0 0-1,0-1 1,-6-11-3344,-13-4-2192,15 6 531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6.64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310 46 4514,'-2'-16'8167,"-4"2"-4110,5 13-3954,1 0 0,-1 0 0,0 0 0,0 0 0,0 0 0,0 0 0,0 0 0,-1 0 0,1 0 0,0 0 0,0 1 0,-1-1 0,1 0 0,0 1 0,-1-1 0,1 1 0,0 0 0,-1-1 0,1 1 0,-1 0 0,1 0 0,0 0 0,-1 0 0,1 0 0,-1 0 0,1 0 0,-1 1 0,1-1 0,0 0 0,-1 1 0,1-1 0,-3 2 0,-1 1 115,1 0-1,-1 0 0,1 0 1,0 0-1,-1 1 0,2-1 0,-1 1 1,0 0-1,1 1 0,0-1 1,0 1-1,-3 4 0,0 2 487,0 0-1,1 0 0,0 1 1,-6 21-1,9-17-30,1 1 1,0-1-1,1 0 1,1 0-1,0 1 1,2-1-1,4 20 1,-2-13-297,-3-6-197,-1-8-142,1 0 0,0 0 0,0 0 1,0 0-1,1-1 0,1 1 0,-1-1 0,10 15 0,25 32-38,90 100 0,-19-34 0,-105-118 0,1 1 0,-1 0 0,0 0 0,-1 0 0,1 1 0,-1-1 0,0 1 0,0 0 0,0 0 0,-1 0 0,0 0 0,0 0 0,0 0 0,0 1 0,-1-1 0,0 1 0,1 10 0,-2-14 0,0-1 0,0 0 0,-1 0 0,1 0 0,0 0 0,-1 1 0,1-1 0,-1 0 0,1 0 0,-1 0 0,0 0 0,1 0 0,-1 0 0,0 0 0,0 0 0,0 0 0,1 0 0,-1-1 0,0 1 0,0 0 0,0-1 0,0 1 0,-1 0 0,1-1 0,0 1 0,-2 0 0,-39 8 0,35-8 0,-41 3 0,0-1 0,-94-10 0,123 4-898,-1-1 0,-23-8 0,-12-2-3179,51 14 3306,0-1 1,1 0-1,-1 1 1,1-1-1,-1 0 0,1-1 1,0 1-1,-1-1 1,1 1-1,0-1 1,0 0-1,0 0 0,0 0 1,0-1-1,-3-3 1,-10-8-2706,-11 0-1064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6.78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1 270 7635,'28'-27'5987,"-9"1"-1361,9 10-1888,0-10-866,-9 15-383,9-15-384,-10 10-577,11 5-320,-11-4-240,10 4-352,-9-5-385,9 6-751,19-6-657,-28 0-753,9 5-623,0 11-369,-9-15-208,9 15-2577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6:59.86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356 358 656,'19'0'5341,"-14"0"-4479,3 0 13,14 0 4619,-21 0-5349,-1 0 1,0 0-1,1 0 0,-1 0 1,1 0-1,-1 0 1,1 0-1,-1 0 1,1 0-1,-1 0 1,1-1-1,-1 1 1,1 0-1,-1 0 1,0-1-1,1 1 1,-1 0-1,0 0 1,1-1-1,-1 1 1,0-1-1,1 1 0,-1 0 1,0-1-1,1 1 1,-1 0-1,0-1 1,0 1-1,0-1 1,1 1-1,-1-1 1,0 1-1,0-3 1697,5 3-217,-2 0-1620,-3 0 91,1 0-1,-1 1 1,1-1-1,0 0 1,-1 0 0,1 0-1,0 0 1,-1 0-1,1 0 1,0 0-1,-1 0 1,1 0-1,0 0 1,-1-1-1,1 1 1,0 0-1,-1 0 1,1-1-1,-1 1 1,1 0-1,-1-1 1,1 1-1,0 0 1,-1-1 0,1 1-1,-1-1 1,0 1-1,1-1 1,-1 1-1,1-1 1,-1 1-1,0-1 1,1 1-1,-1-1 1,0 0-1,0 1 1,1-1-1,-1 0 1,0 1-1,0-2 1,0 1-46,0 1 0,0 0 0,0-1 0,0 1 0,1 0-1,-1-1 1,0 1 0,0 0 0,0-1 0,0 1 0,0 0 0,1-1 0,-1 1 0,0 0 0,0 0 0,1-1 0,-1 1 0,0 0-1,0 0 1,1-1 0,-1 1 0,0 0 0,1 0 0,-1 0 0,0-1 0,1 1 0,-1 0 0,0 0 0,1 0 0,-1 0 0,0 0-1,1 0 1,-1 0 0,1 0 0,0 0 0,-1 0 4,0 0 0,1 0 0,-1 0 0,0 0 0,1 0 0,-1 0-1,0 0 1,1 0 0,-1 0 0,0-1 0,1 1 0,-1 0 0,0 0 0,1 0 0,-1 0 0,0-1 0,1 1-1,-1 0 1,0 0 0,1 0 0,-1-1 0,0 1 0,0 0 0,0-1 0,1 1 0,-1 0 0,0-1-1,0 1 1,0 0 0,0-1 0,1 1 0,-1 0 0,0-1 0,0 1 0,0-1 0,0 0 37,0 0 1,0 0-1,1 0 1,-1 0-1,0 0 1,1 0-1,-1 0 0,1 0 1,-1 1-1,1-1 1,-1 0-1,1 0 1,0 0-1,-1 1 1,1-1-1,0 0 1,0 1-1,-1-1 1,1 0-1,0 1 1,1-1-1,-1 0-18,0 1 0,0-1-1,0 0 1,0 1 0,0-1-1,0 0 1,0 0 0,-1 1 0,1-1-1,0 0 1,0 0 0,-1 0 0,1 0-1,-1 0 1,1 0 0,-1-1-1,1 1 1,-1 0 0,0 0 0,1 0-1,-1-2 1,0 1-73,0 1 0,0-1 0,1 0 0,-1 1 0,0 0 0,1-1 0,-1 1 0,1-1 0,-1 1 0,1-1 0,0 1 0,0 0 0,0 0 0,1-2 0,-1 1 0,0 1 0,0-1 0,0 0 0,0 1 0,0-1 0,0 0 0,-1 0 0,1 0 0,-1 0 0,1 0 0,-1 1 0,0-1 0,1 0 0,-1-3 0,1-26 0,-1-32 0,-1 59 0,1 0 0,-1 1 0,0-1 0,0 0 0,0 1 0,0-1 0,-1 1 0,1-1 0,-1 1 0,0 0 0,0 0 0,0 0 0,-1 0 0,-2-3 0,-34-34 0,33 35 0,0 1 0,0 1 0,-1-1 0,0 1 0,0 0 0,0 0 0,0 1 0,0 0 0,0 0 0,-12-1 0,7 1 0,-2 1 0,0 1 0,0 1 0,0 0 0,1 1 0,-1 0 0,0 1 0,1 1 0,-21 7 0,30-9 0,0 0 0,0 0 0,0 0 0,0 0 0,0 1 0,0-1 0,1 1 0,-1 0 0,-4 5 0,-24 19 0,11-15 0,12-7 0,0 1 0,0-1 0,1 1 0,0 1 0,0 0 0,-11 11 0,14-12 0,1 1 0,-1-1 0,1 1 0,0 1 0,1-1 0,0 0 0,0 1 0,0 0 0,-2 13 0,2 3 0,1-1 0,1 30 0,3-43 0,-1 0 0,2-1 0,-1 1 0,1-1 0,1 1 0,0-1 0,0 0 0,1-1 0,0 1 0,0-1 0,7 8 0,14-5 0,-10-6 0,-9-1 0,0 0 0,0 0 0,0-1 0,0 0 0,0 0 0,1 0 0,-1-1 0,1-1 0,0 1 0,-1-1 0,1 0 0,0-1 0,12 0 0,-7-1 0,1 0 0,-1-1 0,0-1 0,0 0 0,19-7 0,17-4 0,-45 13 0,1-1 0,-1 0 0,0 0 0,0 0 0,0 0 0,0-1 0,0 1 0,0-1 0,-1 0 0,1 0 0,-1-1 0,0 1 0,0-1 0,3-3 0,-3 2 0,1 1 0,0 0 0,0-1 0,0 2 0,0-1 0,8-4 0,-8 5 0,0-1 0,-1 1 0,1-1 0,0 0 0,-1 0 0,0 0 0,0 0 0,0 0 0,2-6 0,2-2 0,2-7 0,-8 16 0,0 0 0,0 0 0,0 1 0,1-1 0,-1 0 0,0 1 0,1-1 0,0 1 0,0 0 0,3-4 0,0 1 0,-3 4 0,-1 0 0,1 0 0,-1 0 0,0-1 0,0 1 0,1 0 0,-1-1 0,0 1 0,0-1 0,0 1 0,0-1 0,-1 0 0,1 1 0,0-1 0,-1 0 0,1 0 0,-1 1 0,0-1 0,1 0 0,-1-2 0,0 3 0,0 0 0,0 0 0,0 0 0,0 0 0,0 0 0,0 0 0,0 0 0,0 0 0,1 0 0,-1 0 0,0 1 0,1-1 0,-1 0 0,1 0 0,-1 0 0,1 0 0,-1 1 0,1-1 0,-1 0 0,1 0 0,0 1 0,-1-1 0,3-1 0,-3 2 0,1-1 0,0 1 0,-1-1 0,1 1 0,0-1 0,-1 0 0,1 1 0,-1-1 0,1 0 0,-1 1 0,1-1 0,-1 0 0,0 0 0,1 1 0,-1-1 0,0 0 0,0 0 0,0 0 0,1 0 0,-1 1 0,0-1 0,0 0 0,0-2 0,0-6 0,1 11 0,-5 18 0,1-15 0,1-1 0,0 1 0,0 0 0,0 1 0,1-1 0,0 0 0,0 0 0,0 1 0,1-1 0,0 0 0,0 1 0,1 5 0,-1-3 0,0 0 0,0 0 0,-1 0 0,0 0 0,-4 14 0,-4 0 0,7-17 0,0 0 0,-1 1 0,2-1 0,-1 1 0,1 0 0,0-1 0,0 1 0,0 7 0,1 118 0,0-124 0,1-1 0,-1 1 0,1 0 0,1-1 0,0 0 0,4 13 0,-3-12 0,0 0 0,-1 0 0,0 0 0,0 0 0,-1 1 0,1-1 0,-1 10 0,-2 17 0,0-20 0,0 0 0,1 0 0,1 0 0,4 25 0,0-22 0,-2 0 0,0 0 0,-1 1 0,1 22 0,-3-38 0,0 0 0,0 0 0,0 0 0,0 0 0,1 0 0,-1 0 0,0-1 0,1 1 0,0 0 0,0 0 0,-1 0 0,1-1 0,0 1 0,0 0 0,0-1 0,1 1 0,-1-1 0,3 3 0,-3-3 0,0 0 0,0 0 0,0 0 0,0 1 0,0-1 0,0 0 0,0 0 0,0 1 0,-1-1 0,1 1 0,0-1 0,-1 1 0,1-1 0,-1 1 0,0-1 0,0 1 0,1-1 0,-1 3 0,0 8 0,2 26 2,-2-37-2,0-1-1,0 1 1,0-1 0,1 1 0,-1-1 0,0 1-1,0-1 1,0 1 0,1-1 0,-1 1 0,0-1-1,1 1 1,-1-1 0,0 0 0,1 1 0,-1-1 0,0 0-1,1 1 1,-1-1 0,1 0 0,-1 1 0,1-1-1,-1 0 1,1 0 0,-1 1 0,1-1 0,-1 0-1,1 0 1,-1 0 0,1 0 0,-1 0 0,1 0-1,0 0 1,-1 0 0,1 0 0,-1 0 0,1 0-1,-1 0 1,1 0 0,-1 0 0,1-1 0,-1 1-1,1 0 1,-1 0 0,1-1 0,-1 1 0,1 0-1,-1 0 1,1-2 0,4-6-1502,-5-29-15469,0 25 14101,3-12-2316,13-3-1028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00.12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79 4706,'0'-19'6338,"0"-21"-1823,0 21-41,0 37 5779,0-15-10068,0-1 0,1 0 0,-1 1 0,0-1 0,1 0 0,0 1-1,-1-1 1,1 0 0,0 0 0,0 0 0,2 3 0,4 12 13,-4-2-185,-1 0 1,-1 0-1,0 0 0,-1 0 1,-3 27-1,1-26-16,1 0 1,0 0-1,2 0 0,0 0 1,5 27-1,0-21 3,-2-8 0,0 1 0,-1-1 0,0 1 0,0 25 0,-3-7 0,-1-15 0,1 0 0,1 0 0,4 25 0,4-8 0,-5-22 0,-1 1 0,0 0 0,-1 0 0,0 18 0,-1-12-109,0 1-1,2 0 1,0 0-1,1-1 1,1 1 0,1-1-1,17 37 1,-11-21-3586,1 0-4890,10-1 498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01.52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24 2305,'5'-24'30299,"-4"25"-30291,1 0 0,-1 0 0,1 0 0,-1 0-1,0 0 1,0 0 0,0 0 0,1 1 0,-1-1-1,0 0 1,-1 1 0,1-1 0,0 1 0,0-1-1,0 1 1,-1-1 0,1 1 0,-1-1 0,1 1 0,-1 0-1,0-1 1,0 1 0,0 0 0,0 1 0,7 27-41,-2-16 33,-3-11 0,-1 1 0,1-1 0,-1 1 0,0 0 0,0 0 0,0-1 0,-1 1 0,1 0 0,-1 5 0,1-3 0,-1 1 0,2 0 0,-1 0 0,1-1 0,0 1 0,4 9 0,-3-9 0,-1 0 0,0 0 0,0 0 0,0 0 0,-1 1 0,1 11 0,17 111 0,-21-88 0,1-32 0,0 1 0,1 0 0,0-1 0,1 1 0,0 0 0,1-1 0,3 12 0,0-8 0,-1 0 0,0 0 0,-1 0 0,0 0 0,-1 1 0,-1-1 0,0 20 0,-1 111 0,0-143 0,0 1 0,0-1 0,0 0 0,-1 0 0,1 1 0,-1-1 0,1 0 0,-1 0 0,0 0 0,0 0 0,0 0 0,0 0 0,0 0 0,0 0 0,-1 0 0,-1 2 0,1-2 0,1-1 0,0 1 0,-1 0 0,1 0 0,0-1 0,0 1 0,0 0 0,0 0 0,1 0 0,-1 0 0,1 0 0,-1 0 0,1 0 0,-1 0 0,1 0 0,0 3 0,0 5 63,-1-5-149,0 1-1,1-1 0,0 1 1,0-1-1,0 1 1,0-1-1,1 1 0,0-1 1,4 11-1,4-15-3174,17-12-15830,-14 6 17723,-8-4-2474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01.9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254 36 6819,'14'-9'7875,"-14"9"-7675,-1 0 0,0 0 0,1-1 0,-1 1-1,0 0 1,1 0 0,-1 0 0,1-1 0,-1 1 0,0 0 0,1-1 0,-1 1 0,1 0 0,-1-1 0,1 1 0,-1-1 0,1 1 0,-1-1 0,1 1 0,0-1 0,-1 1 0,1-1 0,-1 0 0,1 1 0,0-1 0,0 1 0,-1-1-1,1 0 1,0 1 0,0-1 0,0-1 0,-24-9 3010,17 13-2665,0 1-1,0 0 1,0 1 0,1-1 0,-1 1 0,1 0 0,-10 9-1,14-10-302,-1 0 0,0 0-1,1 0 1,0 1-1,0-1 1,0 1-1,0-1 1,1 1-1,-1 0 1,1 0 0,0 0-1,0-1 1,0 1-1,1 0 1,-1 0-1,1 8 1,0 2-242,0 0 0,0 0 0,1 0 0,4 22 0,-4-31 0,1 0 0,0 0 0,0 0 0,0-1 0,0 1 0,1 0 0,0-1 0,0 0 0,0 1 0,1-1 0,-1 0 0,7 4 0,29 23 0,-30-25 0,-1 1 0,1 0 0,-1 0 0,-1 1 0,13 14 0,-15-16 0,1-1 0,0 1 0,0-1 0,0 0 0,1-1 0,0 1 0,0-1 0,0-1 0,12 6 0,-9-5 0,0 0 0,0 1 0,-1 1 0,16 12 0,9 5 0,-31-21 0,1-1 0,-1 1 0,0 0 0,0-1 0,1 1 0,-1 1 0,-1-1 0,1 0 0,0 1 0,-1 0 0,1-1 0,-1 1 0,0 0 0,0 0 0,0 0 0,0 1 0,0-1 0,-1 0 0,1 1 0,-1-1 0,0 1 0,0-1 0,0 8 0,-1-10 0,0 0 0,0 0 0,0 0 0,0 1 0,-1-1 0,1 0 0,-1 0 0,1 0 0,0 0 0,-1 0 0,0 0 0,1 0 0,-1 0 0,0 0 0,1 0 0,-1 0 0,-1 1 0,1-1 0,0 0 0,0-1 0,1 1 0,-1 0 0,0 0 0,1 0 0,-1 0 0,0 0 0,1 0 0,-1 1 0,1-1 0,0 0 0,-1 0 0,1 0 0,0 0 0,0 1 0,0 0 0,-1-1 0,1 1 0,0-1 0,0 0 0,-1 0 0,1 0 0,0 1 0,-1-1 0,1 0 0,-1 0 0,0 0 0,1 0 0,-1 0 0,0 0 0,0 0 0,1 0 0,-1 0 0,0 0 0,0 0 0,0-1 0,0 1 0,-2 1 0,-13 13 0,7-6 0,-1-1 0,0 0 0,-1 0 0,0-1 0,0-1 0,0 0 0,-17 7 0,-7 4 0,22-9 0,-2 0 0,1-1 0,-1-1 0,0-1 0,0 0 0,0-1 0,-1 0 0,0-1 0,1-1 0,-26 0 0,39-2-83,1 0 0,-1 0-1,1 0 1,-1 0 0,0-1 0,1 1-1,-1 0 1,1-1 0,0 1 0,-1-1-1,1 0 1,-1 1 0,1-1 0,-3-2 0,-18-7-3191,13 8 796,0-1 0,1 0 1,-1 0-1,1-1 0,-1 0 0,1-1 0,-9-7 1,2-3-1224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02.10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1 228 4738,'-1'-5'1185,"1"0"0,0 0 0,0 0 0,1 0 0,0 0 0,0 0 0,0 1 0,0-1 0,1 0 0,-1 1 0,1-1 0,4-6 0,-4 0 1188,-2 10-2215,0 0 0,0 0 0,0 1 0,0-1 0,0 0 0,0 0 0,1 0 0,-1 0 0,0 1 0,0-1 0,1 0 0,-1 0 0,0 1 0,1-1 0,-1 0 0,1 0 0,-1 1 0,1-1 0,0 0 0,12-12 551,1 2 0,0 0 0,1 0 0,0 2 0,1 0 1,0 0-1,0 2 0,1 0 0,31-9 0,-24 9-709,-18 5 0,0 0 0,0 0 0,0 0 0,1 1 0,-1 0 0,11 0 0,121-9-165,-102 10-3556,17 0-10753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06.2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106 335 10501,'-37'15'13763,"-16"-4"-7637,37-10-8015,29-1 1434,34-3 867,-11-7 262,1 2 0,-1 2 0,44-3 0,70-11 939,264-57-1613,-334 63 0,276-31 0,291-34 0,-457 60 0,-119 10 0,48-13 0,89 3 0,-204 18-22,3 1-749,0-1-1,1 0 1,-1 0-1,0-1 1,0 0-1,0 0 1,0 0-1,0-1 1,6-4-1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06.5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456 0 4418,'-12'9'1269,"-1"-2"1,0 1-1,0-2 0,0 1 1,-1-2-1,-23 7 1,-32 13 1713,45-14-2221,-168 72 1262,179-78-1839,-25 14 439,37-18-504,1-1 0,-1 1 1,1 0-1,-1 0 0,1 0 1,0 0-1,0 0 0,-1 0 0,1 0 1,0 0-1,0 0 0,0 0 0,0 0 1,0 0-1,0 0 0,0 0 1,1 0-1,-1 0 0,0 0 0,6 8 1204,-5-8-1204,4 2 488,1 1 1,-1-2-1,1 1 1,-1 0-1,1-1 0,0 0 1,0-1-1,10 2 1,-10-1-2,15 1 44,1-2 1,-1 0-1,33-2 1,-8-1-305,315-11-347,-123-1 0,380-39 0,-436 36 0,130-18 0,-253 24 0,-20 3 0,79-4 0,-69 7 0,-31 1 0,-1 1-1235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07.5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232 29 6435,'-75'-9'9299,"58"8"-7810,-1-1 0,1 0 0,-27-8 0,36 8-1029,0 1-1,0 0 1,0 0 0,-21 3 1913,65-1 1248,114 14-377,319-6-3244,87-4 0,-298-8 0,517 3-61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07.8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53 0 6515,'-52'42'13762,"53"-41"-13646,148-9 10368,-86 2-8946,153-5-1186,140 7-352,-186 6 0,1 11 0,11 1 0,7-4 0,-172-10-140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14.1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21 417 7812,'0'-1'666,"-1"0"1,1 0 0,0-1-1,0 1 1,0 0 0,-1 0 0,1 0-1,0 0 1,-1 0 0,1 0 0,-1 0-1,0 0 1,1 0 0,-1 0-1,0 0 1,1 0 0,-2-1 0,1 1-365,0 0 0,0 0 1,0 0-1,0 0 0,1-1 0,-1 1 1,0 0-1,1 0 0,-1-1 1,1 1-1,-1 0 0,1-1 1,-1 1-1,1-1 0,0 1 1,0 0-1,0-3 0,-1-5-41,1 14-73,4 17 385,2-13-45,-1 1 1,0 0-1,0 1 0,5 18 1,7 17 956,-7-22-712,-1 1 0,11 50 0,15 45-728,-34-115-45,1 0 0,0 0 0,0-1 0,0 1 0,1-1 0,0 1 0,4 4 0,10 20 0,0 19 0,-13-36 0,0-1 0,0 1 0,1-1 0,1 0 0,9 15 0,9 3 0,-23-28 0,0 0 0,0 0 0,-1-1 0,1 1 0,0 0 0,0 0 0,0 0 0,0-1 0,0 1 0,0-1 0,0 1 0,0 0 0,0-1 0,0 0 0,0 1 0,0-1 0,0 0 0,1 1 0,-1-1 0,0 0 0,0 0 0,0 0 0,1 0 0,-1 0 0,0 0 0,0-1 0,0 1 0,0 0 0,0 0 0,1-1 0,0 0 0,3-5 0,0-1 0,0 0 0,0 0 0,-1 0 0,0 0 0,-1-1 0,0 1 0,0-1 0,0 0 0,-1 0 0,2-15 0,-3 19 0,27-105 0,19-91 0,0-39 0,-46 230 0,0 2 0,0 0 0,0 0 0,1 0 0,-1 1 0,2-1 0,-1 0 0,1 1 0,0-1 0,0 1 0,5-7 0,19-38 0,-2 4 0,-24 46 0,-1-1 0,1 1 0,0-1 0,0 1 0,0 0 0,0 0 0,0-1 0,0 1 0,0 0 0,1 0 0,-1 0 0,0 0 0,1 0 0,-1 0 0,0 1 0,1-1 0,-1 0 0,1 1 0,2-1 0,-2 1 0,0 1 0,0-1 0,-1 1 0,1 0 0,-1 0 0,1 0 0,-1 0 0,1 0 0,-1 1 0,1-1 0,-1 0 0,0 0 0,2 3 0,12 11 0,-7-7 0,-1 1 0,0 0 0,0 1 0,-1 0 0,5 11 0,16 23 0,72 117 0,-9-12 0,-87-145 0,5 6 0,-1 1 0,-1 0 0,0 0 0,7 17 0,21 57 0,-19-46 0,-14-37 0,-1-1 0,1 0 0,-1 0 0,1 1 0,0-1 0,0 0 0,-1 0 0,1 0 0,0 0 0,0 0 0,0 0 0,0 0 0,0 0 0,1 0 0,-1-1 0,0 1 0,0 0 0,0-1 0,1 1 0,-1-1 0,0 1 0,2-1 0,-1-4 0,-1 0 0,0-1 0,0 1 0,0-1 0,-1 0 0,0 1 0,0-1 0,0 0 0,-1-7 0,1 5 0,-1-6 0,1 9 0,0 0 0,-1 0 0,1 0 0,1 0 0,-1-1 0,1 1 0,0 0 0,0 0 0,1-5 0,3-1 0,-1 0 0,-1 0 0,0-1 0,0 1 0,-1-1 0,0 1 0,-1-1 0,0-19 0,-3-4 0,2-42 0,0 74 0,0-1 0,0 0 0,1 0 0,-1 0 0,1 1 0,0-1 0,-1 0 0,1 1 0,1-1 0,-1 0 0,0 1 0,0-1 0,1 1 0,0 0 0,-1-1 0,1 1 0,0 0 0,0 0 0,3-2 0,-3 3 0,-1 1 0,0-1 0,1 1 0,-1-1 0,1 1 0,-1 0 0,0-1 0,1 1 0,-1 0 0,1 0 0,-1 0 0,1 0 0,-1 0 0,1 1 0,-1-1 0,0 0 0,1 1 0,-1-1 0,0 1 0,1-1 0,-1 1 0,0 0 0,1-1 0,-1 1 0,0 0 0,2 1 0,30 34 0,-14-14 0,22 3 0,-36-22 0,0-1 0,0 1 0,0 0 0,0 1 0,0-1 0,-1 1 0,0 0 0,1 0 0,5 8 0,11 18 0,-16-21 0,0-1 0,1-1 0,0 1 0,0-1 0,1 0 0,13 11 0,94 51 0,-101-60 0,1 0 0,-1 0 0,1-1 0,1-1 0,-1 0 0,1-1 0,0-1 0,1 0 0,-1-1 0,1-1 0,0-1 0,0 0 0,0 0 0,20-2 0,-22-1 0,0 0 0,0-1 0,0 0 0,0-1 0,0-1 0,-1 0 0,0-1 0,0-1 0,0 1 0,0-2 0,-1 0 0,0-1 0,-1 0 0,1 0 0,-2-1 0,15-16 0,3-4 0,-19 22 0,-1-2 0,0 1 0,0-1 0,-1 0 0,0-1 0,-1 1 0,10-22 0,-8-1 0,-1 0 0,-2-1 0,-2 0 0,-1 0 0,-3-55 0,1 32 0,0 45 0,-1 1 0,0-1 0,-1 0 0,0 1 0,0-1 0,-1 1 0,0-1 0,-1 1 0,0 0 0,-1 1 0,0-1 0,0 1 0,-1 0 0,-1 0 0,1 0 0,-1 1 0,-1 0 0,1 1 0,-1 0 0,-1 0 0,-17-11 0,22 15 0,-1 0 0,1 1 0,-1 0 0,0 0 0,0 0 0,0 0 0,0 1 0,0 0 0,0 0 0,-9 0 0,-17-4 0,25 4 0,0 1 0,-1 0 0,1 0 0,0 0 0,0 1 0,0 0 0,0 0 0,0 0 0,1 1 0,-1-1 0,0 2 0,0-1 0,1 1 0,0-1 0,-1 1 0,-7 7 0,-1 0 0,0 2 0,0 0 0,2 0 0,-16 20 0,18-20 0,1 1 0,1 1 0,0 0 0,1 0 0,1 0 0,0 1 0,1 0 0,1 0 0,0 1 0,1-1 0,0 1 0,2-1 0,-1 1 0,3 19 0,-2-9 0,0-14 0,1 0 0,1 0 0,-1 1 0,5 18 0,22 76 0,-26-101 0,1 0 0,1-1 0,-1 1 0,1-1 0,-1 0 0,1 0 0,1 0 0,-1 0 0,1 0 0,0-1 0,0 1 0,8 5 0,6 10 0,-6-4 0,1 0 0,0 0 0,1-1 0,0-1 0,1-1 0,1 0 0,0 0 0,18 9 0,-9-8 0,-1-1 0,2-2 0,0 0 0,0-2 0,1-1 0,0-1 0,0-1 0,1-1 0,-1-2 0,43 0 0,-36-3-1991,-1-2 1,1-1-1,-1-1 0,1-2 1,56-18-1,-20-2-2998,-40 16 2697,0-1 0,0-2 1,-1-1-1,44-28 0,-26 13 302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14.59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479 256 2609,'0'-119'11659,"-1"115"-11243,1 0-1,-1 0 1,1 0 0,-1 0 0,-1 0 0,1 0-1,0 0 1,-1 1 0,0-1 0,0 0 0,0 1-1,0-1 1,-1 1 0,1 0 0,-1 0 0,0 0-1,-6-5 1,-4-2 1044,-1 0 0,-29-16 0,29 19-833,9 5-480,0 0 1,0 0 0,-1 0-1,1 0 1,-1 1-1,0 0 1,1 0 0,-1 1-1,0 0 1,1 0-1,-1 0 1,0 0-1,-9 3 1,-2 1 731,1 0 0,-29 12 0,35-11-785,0-1-1,1 2 0,0-1 0,0 1 0,1 1 1,-1 0-1,1 0 0,1 0 0,-1 1 0,1 0 0,1 1 1,-1 0-1,-5 10 0,5-4-93,1-1 0,0 1 0,2-1 0,-1 1 0,2 1 0,-4 22 0,-5 26 0,5-36 0,3-17 0,1 1 0,0-1 0,0 0 0,2 1 0,-1 0 0,2-1 0,-1 1 0,2 0 0,-1-1 0,4 18 0,6-2 0,-8-20 0,1 0 0,-1-1 0,0 1 0,-1 0 0,1 0 0,-1 0 0,0 12 0,-2-12 0,1 0 0,1 0 0,-1 0 0,1 0 0,0 0 0,1 0 0,-1 0 0,1 0 0,1 0 0,0-1 0,4 10 0,9 19 0,-13-27 0,0 0 0,0 0 0,1-1 0,0 1 0,10 12 0,-5-9 0,-4-5 0,0 0 0,0-1 0,1 1 0,11 8 0,-12-11 0,1 0 0,0 0 0,0-1 0,0 1 0,0-2 0,0 1 0,0-1 0,0 0 0,1 0 0,-1 0 0,0-1 0,1 0 0,-1 0 0,0-1 0,0 0 0,1 0 0,-1 0 0,0-1 0,0 0 0,0 0 0,6-4 0,-6 4 0,-1 0 0,0-1 0,0 0 0,-1 0 0,1 0 0,0-1 0,-1 0 0,0 0 0,0 0 0,0 0 0,-1 0 0,1-1 0,-1 0 0,0 0 0,4-8 0,15-39 0,-17 45 0,-2 0 0,1 0 0,-1-1 0,0 0 0,-1 1 0,0-1 0,0 0 0,0 0 0,-1 0 0,0-11 0,0 8 0,0 0 0,1 1 0,0-1 0,6-15 0,-5 15 0,0 0 0,0 0 0,-1 0 0,1-18 0,-3 17 0,0 1 0,-1 0 0,0-1 0,-1 1 0,0 0 0,0 0 0,-2 0 0,-8-21 0,8-10 0,2 8 0,2 34 0,0-1 0,0 0 0,0 1 0,0-1 0,0 0 0,0 1 0,-1-1 0,1 0 0,0 1 0,0-1 0,-1 1 0,1-1 0,0 1 0,-1-1 0,1 0 0,-1 1 0,1-1 0,-1 1 0,1 0 0,-1-1 0,1 1 0,-1-1 0,1 1 0,-1 0 0,0-1 0,1 1 0,-1 0 0,1 0 0,-1 0 0,0-1 0,1 1 0,-2 0 0,2 1 0,-1-1 0,1 1 0,-1-1 0,1 1 0,-1-1 0,1 1 0,-1-1 0,1 1 0,0 0 0,-1-1 0,1 1 0,0 0 0,-1-1 0,1 1 0,0 0 0,0 0 0,0-1 0,0 1 0,0 0 0,0-1 0,0 1 0,0 0 0,0 0 0,0-1 0,0 1 0,0 0 0,1-1 0,-1 1 0,0 0 0,0 0 0,1-1 0,-1 1 0,1-1 0,0 2 0,12 33 0,-11-31 0,5 58 0,2-44 0,22 63 0,-29-70 0,0-4 0,0 0 0,0 1 0,1-1 0,-1-1 0,2 1 0,-1 0 0,6 8 0,-5-10 0,-1 1 0,0-1 0,0 1 0,0 0 0,-1-1 0,3 12 0,-3-13 0,-1 1 0,1-1 0,-1 1 0,1-1 0,1 1 0,-1-1 0,0 0 0,7 8 0,-8-11 0,5 5 0,0 0 0,0 1 0,-1 0 0,0 0 0,0 0 0,-1 1 0,0 0 0,6 14 0,-9-20 2,0 1 0,1 0 0,0-1 1,-1 1-1,1-1 0,0 0 0,0 0 0,0 0 0,0 0 0,3 2 0,12 13-132,-8 0-575,4 4-1510,1-10-2057,-8-9 2368,2 3-1065,-7 7-2817,-1-11 5678,0-1 0,0 1 0,0-1 0,0 0 0,0 1 0,1-1 0,-1 1 0,0-1 0,0 1 0,0-1 0,0 0 0,1 1 0,-1-1 0,0 1 0,0-1 0,1 0-1,-1 1 1,0-1 0,1 0 0,-1 1 0,0-1 0,1 0 0,-1 0 0,0 1 0,1-1 0,-1 0 0,1 0 0,-1 1 0,0-1 0,1 0 0,-1 0 0,1 0 0,-1 0-1,1 0 1,-1 0 0,0 0 0,1 0 0,-1 0 0,1 0 0,-1 0 0,1 0 0,-1 0 0,1 0 0,-1 0 0,0-1 0,1 1 0,-1 0 0,1 0 0,-1 0 0,0-1-1,1 1 1,-1 0 0,1 0 0,-1-1 0,0 1 0,1 0 0,-1-1 0,0 1 0,0 0 0,1-2 0,23-22-5037,-21-1 3758,-3-1-219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14.9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0 252 1249,'1'-9'662,"-1"1"1,2-1 0,-1 1 0,1 0 0,6-17 0,-5 18 247,0-1 1,-1-1 0,0 1 0,0 0-1,0-17 1,-2-44 6706,0 52-2950,0 54-1909,19 78 1569,-19-108-4084,1 0 0,-1 0 0,2 0 0,-1 0-1,1 0 1,0 0 0,4 8 0,3 14 247,-2-1-421,-1 1 0,-1-1-1,1 32 1,-6-54-69,1 0 0,0 1 0,0-1 0,0 0 0,1 0 0,0 0 0,5 10 0,-5-11 0,0 0 0,0 0 0,0 1 0,-1-1 0,0 0 0,0 1 0,1 8 0,-2-12 0,0 0 0,0 0 0,0 0 0,1 1 0,-1-1 0,1 0 0,-1 0 0,1 0 0,0 0 0,0 0 0,0 0 0,0 0 0,2 2 0,-2-2 0,0-1 0,0 0 0,0 1 0,0-1 0,-1 1 0,1-1 0,0 1 0,-1-1 0,0 1 0,1-1 0,-1 1 0,0-1 0,1 3 0,-1-3 0,0-1 0,0 1 0,0 0 0,0-1 0,1 1 0,-1-1 0,0 1 0,0-1 0,1 1 0,-1 0 0,0-1 0,1 1 0,-1-1 0,1 0 0,-1 1 0,1-1 0,-1 1 0,0-1 0,1 0 0,0 1 0,-1-1 0,1 0 0,-1 1 0,1-1 0,-1 0 0,1 0 0,0 0 0,-1 0 0,1 0 0,-1 1 0,1-1 0,0 0 0,-1 0 0,1 0 0,-1 0 0,1-1 0,0 1 0,-1 0 0,1 0 0,-1 0 0,1 0 0,0-1 0,-1 1 0,1 0 0,-1-1 0,1 1 0,-1 0 0,1-1 0,-1 1 0,1 0 0,-1-1 0,0 1 0,1-1 0,-1 1 0,1-1 0,-1 1 0,0-1 0,0 1 0,1-1 0,-1 0 0,0 1 0,0-1 0,0 1 0,1-1 0,-1 0 0,0 1 0,0-1 0,-1-6 0,1 5 0,0 0 0,-1 0 0,1-1 0,0 1 0,0 0 0,0 0 0,1-1 0,-1 1 0,1 0 0,-1 0 0,1 0 0,-1 0 0,1 0 0,1-3 0,5-6 0,-1-1 0,0 0 0,-1 0 0,-1 0 0,0-1 0,4-20 0,38-166 0,-37 154 0,29-84 0,-35 122 0,0 0 0,0-1 0,1 2 0,0-1 0,9-12 0,-13 18 0,1 0 0,-1 0 0,1 0 0,0 0 0,0 1 0,-1-1 0,1 0 0,0 0 0,0 1 0,0-1 0,0 1 0,-1-1 0,1 1 0,0-1 0,0 1 0,0 0 0,0-1 0,0 1 0,0 0 0,1 0 0,-1-1 0,0 1 0,0 0 0,0 0 0,0 0 0,0 1 0,0-1 0,0 0 0,0 0 0,0 0 0,0 1 0,0-1 0,0 1 0,0-1 0,0 1 0,0-1 0,0 1 0,0-1 0,-1 1 0,1 0 0,0-1 0,0 1 0,-1 0 0,1 0 0,0 0 0,-1-1 0,1 1 0,-1 0 0,2 2 0,7 19 0,7 7 0,-10-23 0,0 0 0,-1 1 0,0 0 0,0 0 0,0 0 0,-1 0 0,0 1 0,0 0 0,-1 0 0,0 0 0,0 0 0,2 11 0,3 8 0,2-1 0,2-1 0,24 43 0,-13-27 0,70 120 0,-78-118 0,-5-9 0,7-3-1560,-14-25 760,1-1 0,-1 1 0,-1 0 0,1 0 0,-1 0 0,0 1 0,0-1 0,-1 0 0,1 1 0,-1-1 0,0 10 0,-1-12-1683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18.67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17207 1 432,'29'0'385,"4"0"13198,-71 0-9607,25 0-3518,1 1 0,-1 0 0,1 0 0,0 2 0,-17 4 0,19-5-155,0 0 0,0-1 0,0 0 0,0-1-1,0 0 1,-11-1 0,-37 0 832,-111 23 1546,29-10-1413,-26 3-367,129-11-575,-45-1-1,-18 1-5,6-2-28,73-3-253,-1 1 0,-25 4 0,-7 2 197,-90 1 0,-92 9-71,58-17-122,-452 10 768,459-8-670,-41 3 28,-360 19 188,213-9-357,300-10 0,-61-4 0,11-2 0,-481 2 0,304-16 0,223 17 0,-441-10 0,43 11 0,181 4 0,44 8 0,-69 2 0,-173 20 0,161-20 0,-61 21 0,233-32 0,-304 32 0,299-29 0,-9 0 0,-224 16 0,169-8 0,-70-6 0,90 6 0,-112-7 0,145-5 0,156-3 0,-72 10 0,-84 1 0,76-4 0,5 0 0,39-8 0,1 2 0,-46 9 0,-25-2 0,58-7 0,-65 3 0,77-4 0,-68 8 0,79-5 0,-48 0 0,48-3 0,-47 6 0,-121 8 0,71-8 0,-124-3 0,181-7 0,0 4 0,-95 12 0,138-10 0,1-1 0,-47-3 0,42-1 0,-47 4 0,-17 6 0,48-5 0,-48 8 0,84-9 0,1 0 0,-1-1 0,1 0 0,-21-2 0,-15 1 0,-357 53 0,306-39 0,71-13 0,0 1 0,1 1 0,-36 10 0,39-7 0,0-2 0,0-1 0,-30 2 0,-12 2 0,53-4 0,-1-1 0,0 0 0,-19-1 0,-3-1 0,-30 0 0,-80 9 0,106-6 0,-67-2 0,74-3 0,0 2 0,-1 1 0,1 2 0,-31 6 0,49-7 0,0-1 0,0 0 0,-21-1 0,-29 1 0,-106 20 0,29-9 0,-4 3 0,134-13 0,-1-1 0,0 0 0,1 0 0,-20-2 0,-14 1 0,-29 9 0,70-9 0,0 0 0,0 0 0,-1 0 0,1 1 0,0-1 0,0 1 0,0 0 0,0 0 0,0 0 0,-3 2 0,3-2 0,0 1 0,0-1 0,0 0 0,-1 0 0,1-1 0,0 1 0,-1-1 0,1 1 0,0-1 0,-5 0 0,-7 0 0,0 1 0,0 1 0,1 0 0,-22 6 0,29-6 0,1 0 0,-1-1 0,0 0 0,0 0 0,-14 0 0,-18 2 0,-15 3 0,45-6 0,1 1 0,0 0 0,0 0 0,0 0 0,-12 4 0,8-2 0,-1-1 0,1-1 0,-1 0 0,1 0 0,-1-1 0,-15-3 0,-21 1 0,-65 13-24,80-11-122,0 3 0,-38 7 0,63-8 76,0-1-1,0 0 1,0-1-1,0 1 1,-10-2-1,-11 1-63,-7 5-45,-68-1 0,50 5-103,16-2 116,-5-7 126,-53 9 0,-3 5-96,5-2 136,49-5 44,0-1-1,-54-1 1,-17-5 28,116 0-69,0-1 0,0 1 0,0 0 0,0 0 0,0 0 0,0 0 0,0-1 0,0 1 1,0 0-1,0-1 0,0 1 0,0-1 0,0 1 0,1-1 0,-1 1 0,0-1 0,0 0 0,-1-1 0,-4-3 8,-63-6 0,65 10-22,0 0 1,1 0 0,-1 1-1,0-1 1,0 1-1,0 0 1,0 0 0,0 0-1,-4 2 1,4-2-6,-1 0-38,-18 0-327,22 0 378,0 0 1,0 0-1,0 0 0,1 0 1,-1 0-1,0 0 0,0 0 1,0 0-1,0 0 0,0 0 1,1 0-1,-1 1 0,0-1 1,0 0-1,0 1 0,1-1 1,-1 0-1,0 1 0,0-1 1,1 1-1,-1 0 0,0-1 1,1 1-1,-1-1 0,1 1 1,-1 0-1,1-1 0,-1 1 1,1 0-1,-1 0 0,1-1 1,0 1-1,-1 0 0,1 0 1,0 0-1,0 0 0,0-1 1,-1 1-1,1 0 0,0 0 1,0 0-1,0 0 0,0 0 1,1-1-1,-1 1 0,0 2 1,0-2 4,0 0 0,0 0 0,0 1 1,0-1-1,0 0 0,0 0 0,0 0 1,-1 1-1,1-1 0,-1 0 0,1 0 1,-1 0-1,1 0 0,-1 0 0,0 0 1,1 0-1,-1 0 0,0 0 1,0 0-1,0 0 0,0 0 0,0 0 1,-1 0-1,1 0 0,-1 0 0,1 0 0,0 0 0,0 0 0,0-1 0,1 1 0,-1 0 0,0 1 1,0-1-1,0 0 0,1 0 0,-1 0 0,1 0 0,-1 1 0,1-1 0,-1 0 0,1 0 0,0 1 0,-1-1 0,1 0 0,0 1 0,0-1 1,0 3-1,0 5-19,-1 1 0,0-1 0,-1 1 1,0-1-1,0 0 0,-5 11 0,5-12 25,0 0-1,1 0 1,0 0-1,0 0 1,1 0-1,0 0 1,2 14-1,-1 13 19,-1 269 83,19-145-32,-19-133-61,-1-13 2,1-1 0,0 1-1,1 0 1,4 20-1,3-6 35,-4-17-39,-1 1 1,-1-1 0,0 0-1,0 1 1,0 15 0,-2 0 40,-1-14-42,1 1 0,0 0 0,1-1 0,4 19 1,34 131 107,-25-100-81,-9-43-23,-1 1-1,0 1 1,0 29-1,-2-27-12,0 0 1,1-1-1,1 1 0,9 26 1,-6-28 2,-2 0 0,-1 0 0,-1 1 1,1 24-1,-3-1-3,2-1-1,9 50 1,-10-76 35,0-1-1,-3 34 1,1-27-42,0-21 4,0 0 0,0 0 0,1 0 0,-1 0 0,1-1 0,0 1 0,0 0 0,0 0 0,0 0 0,0-1 0,0 1 0,1-1 0,3 5 0,-4-5 0,1 0 0,-1 1 0,1-1 0,-1 0 0,0 1 0,0-1 0,0 1 0,0-1 0,-1 1 0,1-1 0,-1 1 0,1 0 0,-1 4 0,1-2 9,0 1 0,0-1 1,1 1-1,-1-1 0,1 0 0,0 0 0,1 0 0,-1 0 0,1 0 0,0 0 0,0 0 0,1-1 0,5 6 0,4 8 3,8-1 106,-18-16-106,0 1 0,-1-1 1,1 1-1,-1 0 0,1 0 0,-1 0 0,0 0 1,0 1-1,2 1 0,1 1-6,-1-1-1,1 0 0,0 0 1,0 0-1,1-1 1,-1 0-1,1 0 1,0 0-1,6 1 0,21 12 35,-29-14-34,0 0 0,0 0 0,0-1 1,0 0-1,1 0 0,-1 0 0,0 0 1,7 0-1,-6-1 9,0 1 1,0 0-1,-1 0 0,1 0 1,0 0-1,0 1 1,-1 0-1,8 3 0,-2 0-10,0-1 0,0-1 0,1 0 0,-1 0 0,1-1 0,20 1 0,66 0 38,-93-3-41,713 0-2,-533-11 22,-120 9-51,69-14 0,-47 5 1,277-27 127,-57 11-352,525-106 44,-679 98 197,57-9 30,-101 25-16,165-21-23,-58 10 38,-6 0-50,17 3 156,2 1-91,180-9-101,-80 9 119,272-12 65,-84-3-24,-205 6 356,-19 1-86,14 1-361,289-9 0,-329 31 0,10 10 0,37-2 0,386-12 0,-490 16 0,150 15 0,640-16 0,-760-16 0,756 16 0,-732-10 0,187 10 0,-207 10 0,-61 4 0,-15-3 0,-46-9 0,-86-3 0,51 4 0,200 12 0,-75-8 0,73-3 0,-160-6 0,21 18 0,513-16 0,-532-16 0,-85 16 0,-2 1 0,0-1 0,56-10 0,-52 10 0,-39 1 0,1-1 0,-1 1 0,1-1 0,0 0 0,0-1 0,-1 1 0,1-1 0,-1 0 0,8-2 0,6-1 0,0 0 0,0 2 0,0 0 0,28 1 0,23-10 0,-61 11 0,-1-1 0,1 0 0,-1-1 0,1 0 0,10-4 0,-10 3 0,1 0 0,-1 1 0,1 0 0,-1 0 0,16 0 0,-20 1 0,0 1 0,0-1 0,0 0 0,-1 0 0,1 0 0,0-1 0,6-3 0,25-8 0,-22 9 0,-1-1 0,1 0 0,-1-1 0,0 0 0,0-1 0,-1 0 0,0-1 0,0 0 0,-1-1 0,10-11 0,-19 19 0,0 1 0,-1-1 0,1 1 0,-1-1 0,0 0 0,1 1 0,-1-1 0,1 0 0,-1 1 0,0-1 0,0 0 0,1 1 0,-1-1 0,0 0 0,0 0 0,0 0 0,0 1 0,0-1 0,0 0 0,0 0 0,0 1 0,0-1 0,0 0 0,0 0 0,-1 0 0,1 0 0,0 0 0,-1 0 0,1 1 0,0-1 0,0 0 0,0 0 0,0 1 0,0-1 0,0 0 0,0 0 0,0 1 0,0-1 0,1 0 0,-1 0 0,0 1 0,0-1 0,1 0 0,-1 0 0,0 1 0,1-1 0,-1 0 0,1 1 0,-1-1 0,1 1 0,0-2 0,1 0 0,0 0 0,0 0 0,0 0 0,-1 0 0,1 0 0,-1-1 0,1 1 0,-1-1 0,0 1 0,0-1 0,0 1 0,1-6 0,1-44 0,-3 43 0,1-8 0,0 11 0,-1 0 0,0 0 0,0 0 0,0 0 0,-1 0 0,0-1 0,0 1 0,-2-7 0,-5-3 0,5 12 0,1 1 0,0-1 0,1 0 0,-1 0 0,1 0 0,0 0 0,0 0 0,0 0 0,0 0 0,1 0 0,-1-6 0,1-243 0,-1 240 0,0 1 0,-1 0 0,0-1 0,-6-15 0,5 16 0,-1-1 0,2 0 0,0 0 0,-1-19 0,3-303 0,-19 110 0,18 208 0,-1-1 0,0 1 0,-10-34 0,-2-8 0,12 47 0,0-6 0,-2 1 0,1 0 0,-2 0 0,0 1 0,-1-1 0,-9-16 0,10 23 0,0 0 0,0-1 0,2 0 0,-4-11 0,4 12 0,0 0 0,0 0 0,-10-17 0,-16-12 0,23 33 0,1 0 0,0 0 0,1-1 0,0 0 0,-7-13 0,8 13-310,0 0-1,0 1 1,0-1 0,-1 1-1,0 0 1,-1 0 0,1 1-1,-1-1 1,0 1 0,-6-6-1,-5-1-2131,0 1 0,-29-16-1,20 10-6612,5-7-3900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19.4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402 311 9204,'1'-2'581,"-1"1"0,0 0 0,1-1 0,-1 1 0,1-1 1,0 1-1,-1 0 0,1-1 0,0 1 0,0 0 0,-1 0 0,1 0 0,0 0 0,0 0 0,1 0 0,-1 0 0,1-1 0,0 1-387,-1 0 1,0 1-1,0-1 0,0 0 0,0 0 0,0 0 1,0 0-1,0 0 0,-1 0 0,1 0 0,0 0 1,0 0-1,-1 0 0,1-1 0,-1 1 0,1 0 1,-1 0-1,1-1 0,-1 1 0,0 0 0,0-1 1,0 1-1,0 0 0,0-1 0,0 1 0,0 0 1,0-1-1,0 1 0,0 0 0,-1 0 0,1-1 1,-1 1-1,1 0 0,-1 0 0,1-1 0,-1 1 1,0 0-1,1 0 0,-2-1 0,-5-5 551,5 6-633,1 0 0,0 0 0,0 0-1,0 0 1,0 0 0,0-1 0,0 1-1,0 0 1,0 0 0,0-1 0,0 1 0,1-1-1,-1 1 1,0 0 0,1-1 0,0 1-1,-1-1 1,1 0 0,0 1 0,-1-1 0,1-2-1,1-4 307,-1 4-277,1 1-1,-1-1 1,0 1 0,0 0 0,-1-1 0,1 1-1,0-1 1,-1 1 0,0-1 0,-2-5 0,-36-45 24,34 47-165,1 0 0,-1 0 0,0 1 0,-1 0 0,1 0 0,-1 0 0,0 1 0,-1-1 0,1 2 0,-1-1 0,0 1 0,0 0 0,-16-6 0,14 6 0,7 3 0,0 0 0,1 0 0,-1 0 0,0 0 0,0 0 0,0 1 0,0-1 0,1 1 0,-1-1 0,0 1 0,0 0 0,0 0 0,0 0 0,0 0 0,0 0 0,0 0 0,-4 1 0,-30 10 0,-33 12 0,65-21 0,1 0 0,0-1 0,-1 2 0,1-1 0,0 0 0,0 0 0,1 1 0,-1 0 0,0 0 0,1-1 0,0 1 0,-1 1 0,1-1 0,1 0 0,-4 7 0,-18 28 0,19-33 0,1 0 0,-1 0 0,1 1 0,0-1 0,-4 10 0,4-9 0,1 1 0,0-1 0,0 0 0,0 1 0,1 0 0,0-1 0,0 1 0,0 0 0,1-1 0,0 1 0,1 0 0,0 7 0,4 1 0,0 0 0,1 0 0,1 0 0,14 23 0,-16-30 0,0-1 0,0 0 0,1 0 0,0 0 0,0-1 0,0 0 0,1 0 0,0 0 0,1-1 0,9 6 0,72 29 0,-81-37 0,0 0 0,0 0 0,0 0 0,0-1 0,0-1 0,0 0 0,0 0 0,1 0 0,-1-1 0,0 0 0,1-1 0,-1 1 0,0-2 0,0 1 0,1-1 0,-1-1 0,-1 1 0,10-5 0,9-7 0,-9 5 0,0-1 0,24-18 0,-36 24 0,0-1 0,0 0 0,0 0 0,-1-1 0,1 1 0,-1-1 0,-1 0 0,1 0 0,-1 0 0,4-12 0,-1 4 0,-4 11 0,-1-1 0,1 0 0,-1 1 0,0-1 0,0 0 0,0 0 0,0-7 0,-1 9 0,0 0 0,0 0 0,1 0 0,-1 0 0,1-1 0,-1 1 0,1 0 0,0 0 0,-1 0 0,1 0 0,0 0 0,1 0 0,-1 1 0,0-1 0,3-3 0,-2 3 0,-1 1 0,0-1 0,1 0 0,-1 0 0,0 1 0,0-1 0,0 0 0,0 0 0,-1 0 0,1 0 0,0 0 0,-1 0 0,1-1 0,-1 1 0,0-4 0,0-62 0,-1 86 0,0 0 0,1-1 0,1 1 0,3 21 0,0-28 0,-2-6 0,1 1 0,-2 0 0,1 0 0,-1-1 0,0 1 0,1 11 0,-2-13 0,0 0 0,1 0 0,-1 0 0,1 0 0,0 1 0,0-1 0,1-1 0,-1 1 0,1 0 0,3 5 0,4 12 0,-3-4 0,-1 0 0,-1 0 0,-1 0 0,0 1 0,0 17 0,-3-27 0,1-1 0,0 0 0,0 0 0,1 0 0,0 0 0,5 11 0,-4-11 0,-1-1 0,0 1 0,0 0 0,0 0 0,-1 0 0,1 12 0,-2-4 0,2-1 0,5 30 0,-4-29 0,0 0 0,-1 1 0,0 15 0,-2 39-1885,0 94-8041,23-162-3704,-18-2 10210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19.8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170 149 5667,'0'-52'13778,"0"-30"-701,-5 67-12864,-6 18-128,-16 26-116,18-18 9,1-4 22,7-7 0,0 1 0,-1 0 0,1 0 0,0 0 0,0 0 0,0 0 0,1 0 0,-1 0 0,0 0 0,0 0 0,0 0 0,1 1 0,-1-1 0,1 0 0,-1 0 0,1 1 0,-1-1 0,1 0 0,0 1 0,0-1 0,-1 0 0,1 1 0,0-1 0,1 3 0,-2 2 0,1 0 0,-1 0 0,0 0 0,-1 0 0,1 0 0,-4 7 0,3-9 0,1 1 0,-1-1 0,1 1 0,0 0 0,0 0 0,1-1 0,-1 1 0,1 0 0,0 0 0,0 0 0,0 0 0,1 0 0,2 8 0,-1-5 0,0 2 0,1-1 0,-1 1 0,2-1 0,-1 0 0,1 0 0,1 0 0,-1 0 0,2-1 0,-1 1 0,1-1 0,0-1 0,11 11 0,23 19 0,110 96 0,-119-108 0,-22-16 0,1-1 0,1 0 0,-1-1 0,16 8 0,-23-14 0,5 3 0,0-1 0,0 1 0,-1 1 0,1-1 0,-1 1 0,0 1 0,0-1 0,-1 1 0,0 0 0,7 8 0,4 10 0,-15-23 0,-1 0 0,0 0 0,0 0 0,0 0 0,0 0 0,0 0 0,0 1 0,0-1 0,-1 0 0,1 1 0,0-1 0,-1 1 0,1-1 0,-1 1 0,0-1 0,1 1 0,-1-1 0,0 1 0,0-1 0,0 1 0,0 2 0,-1 0 0,0 0 0,0 0 0,0 0 0,-1 0 0,0 0 0,0-1 0,0 1 0,0 0 0,0-1 0,-1 1 0,1-1 0,-1 0 0,0 0 0,0 0 0,0 0 0,-1-1 0,1 1 0,0-1 0,-1 0 0,0 0 0,1 0 0,-1 0 0,0-1 0,0 1 0,-5 0 0,-41 9 0,30-6 0,0-1 0,-1 0 0,-40 0 0,19-2-225,19-1-670,0 0-1,-1-2 1,-28-4-1,0-18-10013,-12-4 675,38 16 6323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20.0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0 418 4914,'0'-5'1083,"1"0"0,0 1 0,0-1 0,0 1 0,0 0 0,0-1 0,4-5-1,-1 1-272,1 1-1,0-1 0,0 1 1,10-11-1,0 2 293,1 1-1,1 0 1,0 2-1,0 0 1,2 1-1,-1 0 1,2 2-1,31-14 1,86-35 4058,-58 25-5076,-33 17-99,18-1 15,-53 17 0,1 0 0,-1-1 0,0-1 0,-1 0 0,13-7 0,-13 7-863,-1 0 1,1 0-1,0 1 1,0 1-1,0-1 1,0 2-1,16-2 1,81 1-10364,-68 3 8711,-17 1-1559,4 6 440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20.26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213 0 5619,'19'0'8433,"-15"0"-5520,15 9 8458,-19-9-11243,-7 2 375,6-2-442,0-1 0,1 1 1,-1 0-1,0 1 0,1-1 0,-1 0 1,1 0-1,-1 0 0,0 0 0,1 0 1,-1 1-1,1-1 0,-1 0 0,1 0 1,-1 1-1,1-1 0,-1 0 0,1 1 1,-1-1-1,1 1 0,-1-1 0,1 1 1,-1-1-1,1 1 0,0-1 0,-1 1 1,1-1-1,0 1 0,0-1 0,-1 1 1,1-1-1,0 1 0,0 0 0,0-1 1,0 1-1,0-1 0,0 1 0,0 1 1,-2 2 27,1 0 1,0 1-1,-1-1 1,0 0-1,0 0 1,0 0-1,-1 0 1,1-1-1,-1 1 1,0-1-1,0 1 0,-5 3 1,4-3-55,0 1 1,0-1-1,0 1 1,1 0-1,0 0 1,-4 8-1,-16 36-35,19-43 0,1 1 0,0-1 0,0 0 0,0 1 0,0 0 0,1 0 0,1 0 0,-1 0 0,1 0 0,-1 12 0,1-10 0,0-1 0,0 1 0,-1-1 0,-1 0 0,1 1 0,-1-1 0,-1 0 0,-6 12 0,5-12 0,1 1 0,0-1 0,1 1 0,0 0 0,0 0 0,1 0 0,0 0 0,-1 17 0,-16 81 0,19 14 0,0-119 0,0 0 0,0 0 0,0 0 0,0 0 0,-1-1 0,1 1 0,0 0 0,-1 0 0,0 0 0,1-1 0,-1 1 0,0 0 0,0-1 0,0 1 0,0-1 0,0 1 0,0-1 0,-1 1 0,-1 0 0,2-1 0,0 1 0,0-1 0,0 0 0,0 0 0,0 1 0,0-1 0,0 0 0,0 1 0,1-1 0,-1 1 0,0-1 0,1 1 0,-1 0 0,1-1 0,0 1 0,-1 0 0,1-1 0,0 1 0,0 1 0,0 9-595,1-8-405,-1 0-1,0 0 1,1 0-1,-1 0 0,-1 0 1,1 0-1,-1 0 0,1 0 1,-1 0-1,-1 0 0,1-1 1,0 1-1,-1 0 1,0-1-1,0 1 0,-3 4 1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20.4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76 79 9476,'-28'-10'14919,"28"-6"-6851,-19 5-7764,19-4-304,-28 15 0,28-16 0,0 5-1553,28 11-9540,-9 0 5667,9 0-3650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20.60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9348,'18'10'10245,"10"17"-4018,-9-27-3314,-19 16-1664,28-16-753,-28 10-816,19-10-1073,9 0-1456,-56-10-9893,9-6 6755,-9 16 2946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21.2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160 560 11189,'-1'1'604,"0"0"0,-1-1 0,1 1 0,0 0 0,0 0 0,0 0 0,0 0 0,0 0-1,0 1 1,0-1 0,1 0 0,-1 0 0,0 1 0,1-1 0,-2 3 0,-5 8 2504,-5-4-1452,11-7-1605,0-1 1,0 1-1,1-1 1,-1 1-1,0-1 1,0 1 0,1-1-1,-1 1 1,0 0-1,1 0 1,-1-1-1,1 1 1,-1 0-1,1 0 1,-1 0-1,1-1 1,-1 1-1,1 0 1,0 0 0,0 0-1,-1 0 1,1 0-1,0 0 1,0 0-1,0 0 1,0 0-1,0 0 1,0-1-1,0 1 1,0 0-1,1 0 1,-1 2 0,0-2-38,1 0 1,-1 0 0,0 1-1,0-1 1,1 0 0,-1 0-1,1 0 1,-1 0 0,1 1 0,0-1-1,-1 0 1,1 0 0,0 0-1,-1 0 1,1 0 0,0 0-1,0-1 1,0 1 0,0 0 0,0 0-1,2 0 1,13 14 136,-13-12-95,0-1 0,1 0-1,-1 0 1,1-1-1,-1 1 1,1-1-1,0 0 1,0 0 0,-1 0-1,1 0 1,0-1-1,0 1 1,0-1-1,0 0 1,0 0 0,0-1-1,6 0 1,6 0 592,-13 1-471,0-1 1,0 0-1,0 0 0,0 0 0,0 0 0,0 0 1,0-1-1,-1 0 0,1 1 0,0-1 0,-1 0 1,1 0-1,1-3 0,23-14 669,-25 18-846,0 0 0,0 0 0,0 0 0,0-1 0,-1 1 0,1-1 0,0 1 0,-1-1 0,1 1 0,-1-1 0,0 0 0,0 0 0,0 0 0,0 1 0,0-1 0,0 0 0,0 0 0,0 0 0,-1-1 0,1 1 0,-1 0 0,1 0 0,-1 0 0,0 0 0,0-1 0,0 1 0,0 0 0,0 0 0,-1 0 0,0-3 0,1-7 0,0-1 0,1 9 0,-1 0 0,1-1 0,-1 1 0,0 0 0,0-1 0,-1 1 0,1 0 0,-1 0 0,0-1 0,0 1 0,-1 0 0,1 0 0,-1 0 0,0 0 0,0 0 0,0 0 0,0 1 0,-1-1 0,1 1 0,-5-4 0,-11-7 0,-2 0 0,1 2 0,-2 0 0,0 2 0,0 0 0,-1 1 0,0 1 0,0 2 0,-26-6 0,44 11 0,-1 1 0,1-1 0,-1 1 0,0 0 0,1 0 0,-1 0 0,1 0 0,-1 1 0,1 0 0,-1 0 0,1 0 0,0 1 0,-5 1 0,13 0-95,1 0 1,-1-1-1,1 0 0,0 0 0,0 0 1,0-1-1,7 2 0,31-2-2437,-1-2 0,1-1-1,-1-2 1,71-17 0,-87 14 2122,-8 2 394,0 0 0,-1 0-1,0-2 1,0 0 0,0-1 0,25-16 0,-21 10 378,27-22 2241,-46 33-2378,0 1 0,0-1 0,0 1 0,0-1 1,-1 0-1,1 0 0,-1 0 0,1 0 0,-1 0 0,0 0 0,0 0 0,0 0 1,-1-1-1,1 1 0,-1 0 0,0-4 0,1 0 626,-1 0 0,1 0 0,1 0 0,-1 0 0,5-9 0,2-27 998,-7 40-1838,-1 0 0,0 0 0,0 0 0,0 0-1,-1-1 1,1 1 0,-1 0 0,1 0 0,-1 0-1,0 0 1,0 0 0,0 0 0,-1 0 0,1 0 0,-1 1-1,0-1 1,-1-2 0,-1-31-11,-19 51 0,21-11 0,1 0 0,0 0 0,0 0 0,0 0 0,0 0 0,1 0 0,0 0 0,-1 0 0,2 0 0,-1 0 0,1 8 0,0 11 0,-1 375 0,2-374 0,0-1 0,8 36 0,-5-36 0,-1 1 0,1 37 0,-1-2-2340,3 0-1,2 0 0,33 114 1,-33-141 1244,-7-23-348,-1 1 0,1-1 0,-2 1-1,1-1 1,-2 12 0,0-2-1054,1 19-2437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21.42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29 159 15383,'-29'-11'9252,"29"-4"-4321,0 4-2818,0-5-1633,0 6-1345,29-6-287,-11 5-3042,10-5 1409,-9 16-609,9-10-432,0-6-256,-9 6 401,9-6 223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21.69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0 137 8612,'23'-14'9594,"-9"15"-4425,-12 2-4936,-1-1 0,1 0 0,-1 1-1,1-1 1,-1 1 0,0-1-1,0 1 1,0 0 0,-1-1-1,1 1 1,0 3 0,0 0 97,1 0 0,-1 0 0,1-1-1,0 1 1,1-1 0,3 6 0,0 0 280,0 0 1,-1 0-1,7 21 0,12 24 1034,-1 11-1388,1 3-307,19 57 51,-35-72 0,-5-47 0,-1-1 0,1 0 0,0-1 0,1 1 0,0 0 0,0-1 0,0 0 0,8 8 0,-5 4 0,-7-18 0,0 1 0,0-1 0,0 0 0,0 0 0,0 1 0,0-1 0,0 0 0,0 1 0,0-1 0,0 0 0,0 1 0,0-1 0,0 0 0,0 1 0,0-1 0,0 0 0,0 1 0,0-1 0,0 0 0,0 1 0,0-1 0,1 0 0,-1 0 0,0 1 0,0-1 0,0 0 0,1 0 0,-1 1 0,0-1 0,0 0 0,1 0 0,-1 0 0,0 1 0,0-1 0,1 0 0,-1 0 0,0 0 0,0 0 0,1 0 0,-1 1 0,0-1 0,1 0 0,-1 0 0,0 0 0,1 0 0,-1 0 0,0 0 0,1 0 0,-1 0 0,0 0 0,1 0 0,-1 0 0,0-1 0,1 1 0,-1 0 0,0 0 0,0 0 0,1 0 0,-1 0 0,0-1 0,1 1 0,-1 0 0,0 0 0,0 0 0,0-1 0,1 1 0,-1 0 0,0 0 0,1-1 0,0-1 0,-1 0 0,1 0 0,0 0 0,-1 0 0,1 0 0,-1 0 0,1 0 0,-1 0 0,0 0 0,0 0 0,0 0 0,0-1 0,-1-2 0,4-29 0,1 28 0,-1-1 0,0 1 0,0-1 0,-1 1 0,1-1 0,-2 0 0,1 0 0,-1 0 0,0 0 0,0 0 0,-1 0 0,0-8 0,0 4 0,1-1 0,1 1 0,4-19 0,-3 18 0,-1 0 0,0 0 0,1-21 0,-3-266 0,0 293 14,0 0 0,1 1 0,-1-1 0,1 0 0,1 1 1,-1-1-1,1 1 0,0 0 0,3-7 0,-2 8-85,-1-1 1,-1 1-1,1-1 0,0 0 1,-1 0-1,0 1 0,0-1 1,-1 0-1,1-6 0,-1 10-329,0 0-1,0-1 0,1 1 0,-1 0 0,1 0 0,-1-1 0,1 1 0,-1 0 0,1 0 1,-1 0-1,1 0 0,0 0 0,0 0 0,0 0 0,0 0 0,0 0 0,0 0 1,0 0-1,0 0 0,0 1 0,0-1 0,0 0 0,0 1 0,1-1 0,-1 1 0,0-1 1,0 1-1,1 0 0,-1 0 0,0-1 0,1 1 0,-1 0 0,0 0 0,0 0 1,1 0-1,-1 1 0,0-1 0,1 0 0,-1 0 0,0 1 0,2 0 0,6 3-2858,-7-3 2554,1 1 1,-1-1 0,1 0 0,-1 1 0,1 0 0,-1-1 0,0 1 0,0 0 0,4 4 0,9 9-1783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22.7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405 530 3426,'1'-2'4832,"-5"-10"-2829,-3 10-829,7 2-1121,0 0 0,-1 0 0,1 0 0,-1 0 0,1 0 0,0-1 0,-1 1 0,1 0 0,0 0 0,-1 0 0,1 0 0,0-1 0,-1 1 0,1 0-1,0 0 1,-1-1 0,1 1 0,0 0 0,-1-1 0,1 1 0,0 0 0,0-1 0,0 1 0,-1 0 0,1-1 0,0 1 0,0 0 0,0-1 0,0 1 0,0-1-1,-1 1 1,1 0 0,0-1 0,0 1 0,0-1 0,0 1 0,0 0 0,0-1 0,1 0 0,-2 0 61,1 0 0,-1 0 0,1 0 0,-1 0 1,1 0-1,-1 0 0,0-1 0,0 1 0,1 1 0,-1-1 0,0 0 1,0 0-1,0 0 0,0 0 0,0 1 0,0-1 0,0 0 0,0 1 1,0-1-1,0 1 0,-1-1 0,1 1 0,0-1 0,0 1 0,0 0 1,-3 0-1,-13-8 2428,12 6-2091,1 0 1,0 0-1,-1 1 1,0-1-1,1 1 1,-1 0-1,0 0 1,0 1 0,0-1-1,0 1 1,1 0-1,-1 0 1,0 1-1,0-1 1,0 1-1,1 0 1,-1 1-1,0-1 1,-5 3-1,0 0-78,0-1-1,1 1 1,-1 1-1,1 0 1,0 0-1,0 1 1,1 0-1,0 0 1,-9 9-1,-14 23 37,-34 52 0,46-61-392,15-22-17,0 0 0,0 0 0,1 0 0,0 1 0,1-1 0,0 1 0,0 0 0,0 0 0,1 0 0,0 0 0,1 0 0,0 0 0,1 13 0,-1-3 0,0-11 0,0 0 0,1 1 0,0-1 0,0 0 0,0 0 0,1 0 0,0 0 0,1 0 0,-1 0 0,1-1 0,1 1 0,-1-1 0,1 0 0,0 0 0,0 0 0,10 9 0,-3-3 0,-9-9 0,1-1 0,-1 1 0,1-1 0,-1 0 0,1 1 0,0-1 0,0 0 0,0-1 0,0 1 0,6 2 0,0-1 0,1 0 0,0-1 0,-1 0 0,12 1 0,-18-3 0,1 0 0,-1 0 0,1 0 0,-1 0 0,1-1 0,-1 1 0,1-1 0,-1 0 0,0 0 0,1 0 0,-1 0 0,0-1 0,0 1 0,0-1 0,0 0 0,3-3 0,43-30 0,-42 32 0,0-1 0,-1 0 0,1 0 0,-1 0 0,0-1 0,0 0 0,-1-1 0,0 1 0,0-1 0,0 0 0,0 0 0,-1 0 0,0-1 0,0 0 0,4-12 0,-3 3 0,-2 1 0,2 0 0,-1 1 0,9-16 0,-9 23 0,-1-1 0,0 1 0,-1-1 0,0 1 0,0-1 0,1-12 0,3-12 0,2 4 0,-4 15 0,-1 0 0,0 0 0,-1 0 0,1-23 0,-3-204 0,0 226 0,-1 0 0,-1 0 0,0 0 0,-1 0 0,-6-17 0,-5-19 0,11 39 0,-1 0 0,0-1 0,-1 2 0,-8-14 0,-5-11 0,16 30 0,-1 1 0,1 1 0,-1-1 0,0 0 0,0 1 0,-1-1 0,-4-3 0,-3-3 0,11 9 0,0 1 0,-1-1 0,1 1 0,0-1 0,-1 1 0,1 0 0,-1-1 0,1 1 0,0-1 0,-1 1 0,1 0 0,-1 0 0,1-1 0,-1 1 0,1 0 0,-1 0 0,1-1 0,-1 1 0,1 0 0,-1 0 0,0 0 0,1 0 0,-1 0 0,1 0 0,-1 0 0,1 0 0,-1 0 0,1 0 0,-1 0 0,0 0 0,1 1 0,-2-1 0,-10 19 0,-4 44 0,13-45 0,0-1 0,0 0 0,2 1 0,0-1 0,1 0 0,2 21 0,1 28 0,-1-26 0,2 0 0,1-1 0,2 0 0,2 0 0,2-1 0,24 60 0,128 208 0,-159-299-390,1 0 0,1 0 0,-1-1 0,1 1 0,0-1 0,12 8 0,25 26-3440,-34-32 2462,0-1 0,1 0 0,-1-1 1,1 0-1,0 0 0,1-1 1,0-1-1,-1 1 0,1-2 0,1 0 1,-1 0-1,0-1 0,1 0 0,14 0 1,16-2-1315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23.2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338 703 6147,'0'-9'1335,"1"1"0,0 0 0,1-1 0,0 1 0,0 0 1,4-9-1,-3 9-39,-1 1 1,1-1-1,-1 0 1,-1 0-1,0 0 1,1-8 0,-2 12-939,0 1 1,-1 0 0,1 0-1,-1 0 1,0 0 0,1 0-1,-1 0 1,0 0 0,-1 0 0,1 0-1,-1 0 1,-2-4 0,-6-10 906,3 0-698,0 1 1,-2 0-1,-16-25 1,23 39-568,1 0 0,-1 0 0,1 0 0,-1 0 0,0 0 0,0 1 0,0-1 0,0 1 0,0-1 0,-1 1 0,1 0 0,0 0 0,-1 0 0,1 0 0,-1 0 0,1 0 0,-1 0 0,1 1 0,-1 0 0,1-1 0,-5 1 0,1 1 0,1 0 0,-1 0 0,1 0 0,-1 0 0,1 1 0,0 0 0,-1 0 0,1 1 0,-8 5 0,-1 1 0,1 1 0,0 0 0,1 1 0,0 1 0,1 0 0,-17 22 0,25-29 0,1 0 0,-1 0 0,1 0 0,0 0 0,1 0 0,-1 0 0,0 9 0,-6 18 0,-1-10 0,6-17 0,1 1 0,0-1 0,0 0 0,1 1 0,-1 0 0,1-1 0,0 1 0,0 8 0,1-6 0,-1-1 0,0 0 0,0 1 0,-1-1 0,0 0 0,-5 11 0,4-11 0,1-1 0,0 1 0,0-1 0,0 1 0,1 0 0,-1 10 0,2-10 0,0 1 0,1-1 0,0 1 0,0-1 0,1 1 0,-1-1 0,2 0 0,-1 0 0,1 0 0,7 12 0,-9-17 0,-1-1 0,1 1 0,0-1 0,-1 1 0,1-1 0,0 1 0,-1-1 0,0 1 0,1 0 0,-1-1 0,0 1 0,0 0 0,0-1 0,0 3 0,3 11 0,-2-13 0,1 0 0,-1 0 0,1 0 0,-1-1 0,1 1 0,0 0 0,0-1 0,-1 1 0,1-1 0,0 0 0,1 1 0,-1-1 0,0 0 0,0 0 0,0 0 0,1-1 0,-1 1 0,3 0 0,-2-3 0,0 1 0,0 0 0,0-1 0,0 0 0,0 0 0,-1 1 0,1-1 0,-1-1 0,1 1 0,-1 0 0,0-1 0,0 1 0,0-1 0,0 0 0,0 1 0,-1-1 0,1 0 0,-1 0 0,2-6 0,-1 4 0,-1-1 0,2 1 0,-1 0 0,0 0 0,1 0 0,0 1 0,0-1 0,8-8 0,-9 11 0,0-1 0,0 0 0,0 0 0,0 0 0,-1 0 0,1-1 0,-1 1 0,0 0 0,0-1 0,0 1 0,1-7 0,4-13 0,33-55 0,-22 34 0,-15 41 0,0-1 0,0 0 0,0 0 0,-1 0 0,0-1 0,0 1 0,0 0 0,0 0 0,-1-1 0,1-5 0,-1 9 0,0 1 0,0-1 0,0 0 0,0 0 0,0 0 0,0 0 0,0 0 0,0 0 0,1 0 0,-1 0 0,0 0 0,1 0 0,-1 0 0,1 0 0,-1 1 0,1-1 0,-1 0 0,1 0 0,-1 1 0,1-1 0,0 0 0,-1 1 0,3-2 0,-3 1 0,1 1 0,0-1 0,-1 1 0,1-1 0,0 1 0,-1-1 0,1 0 0,-1 1 0,1-1 0,-1 0 0,1 0 0,-1 1 0,0-1 0,1 0 0,-1 0 0,0 1 0,0-1 0,1 0 0,-1 0 0,0 0 0,0 0 0,0 0 0,0-1 0,0 2 0,-1-1 0,1 1 0,0-1 0,0 1 0,0-1 0,0 1 0,0-1 0,0 1 0,0-1 0,0 1 0,0-1 0,0 1 0,0-1 0,0 1 0,0-1 0,1 1 0,-1-1 0,0 1 0,0-1 0,0 1 0,1 0 0,-1-1 0,0 1 0,1-1 0,-1 1 0,0 0 0,1-1 0,-1 1 0,0 0 0,1-1 0,-1 1 0,1 0 0,-1 0 0,0-1 0,1 1 0,-1 0 0,1 0 0,-1 0 0,1 0 0,-1 0 0,1 0 0,-1-1 0,1 1 0,-1 0 0,1 0 0,-1 0 0,1 1 0,-1-1 0,1 0 0,-1 0 0,1 0 0,-1 0 0,0 0 0,1 1 0,-1-1 0,1 0 0,-1 0 0,1 1 0,-1-1 0,0 0 0,1 0 0,0 1 0,1 1 0,1 0 0,0 0 0,-1 0 0,1 1 0,-1-1 0,0 1 0,0-1 0,3 6 0,11 23 0,2-1 0,0-1 0,35 42 0,-32-39 0,-19-29 0,-1 1 0,1-1 0,0 0 0,1 1 0,-1-1 0,0 0 0,1 0 0,0-1 0,3 4 0,41 32 0,-22-18 0,5 3 0,-29-22 0,1-1 0,-1 1 0,1-1 0,-1 1 0,1-1 0,-1 0 0,1 0 0,0 1 0,-1-1 0,1 0 0,0 0 0,-1-1 0,1 1 0,-1 0 0,1-1 0,0 1 0,-1 0 0,1-1 0,-1 0 0,1 1 0,0-2 0,0 1 0,0-1 0,0 1 0,-1-1 0,1 1 0,-1-1 0,0 0 0,1 0 0,-1 1 0,0-1 0,0 0 0,0 0 0,0 0 0,-1 0 0,1 0 0,0-1 0,-1 1 0,1 0 0,-1 0 0,0 0 0,0 0 0,0-1 0,0-1 0,8-32 0,0 21 0,0-1 0,-2-1 0,1 1 0,-2-1 0,0 0 0,-1 0 0,-1-1 0,-1 1 0,1-33 0,-2 4 0,0 22 0,-1-1 0,-1 1 0,-5-30 0,-2 18 0,4 23 0,0-1 0,2 1 0,0-1 0,-1-19 0,4 5 0,0 14 0,-1 1 0,-1-1 0,0 1 0,-4-21 0,-4 6 0,6 20 0,1 1 0,-1-1 0,2 0 0,-1 1 0,1-1 0,-1-13 0,2 15 0,0 0 0,-1 0 0,0 0 0,0 0 0,0 0 0,-1 0 0,0 1 0,0-1 0,-4-6 0,5 9 0,0 0 0,0 0 0,0 0 0,0 0 0,1 0 0,-1 0 0,1 0 0,0 0 0,0-5 0,0 8 0,0 0 0,0 0 0,0 0 0,0 0 0,0 0 0,0 0 0,0 0 0,0 0 0,1 0 0,-1 0 0,0 0 0,0 0 0,0 0 0,0 0 0,0 0 0,0 0 0,0 0 0,0 0 0,0 0 0,0 0 0,0 0 0,0 0 0,0 0 0,0 0 0,0 0 0,1 0 0,-1 0 0,0 0 0,0 0 0,0 0 0,0 0 0,1 25 0,-2 43 0,-1-26 0,8 83 0,-1-94 0,0-3 0,1 51 0,-4-38 0,2 0 0,18 74 0,-13-74 0,-1 0 0,3 79 0,8 115-528,-19-91-7364,0-4-6248,0-111 9680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23.6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46 229 6995,'-3'-4'1494,"1"0"0,0 1 0,0-1 0,0 0 0,1 0 0,-1 0 0,1 0 0,0 0 0,0 0-1,0-1 1,1-4 0,-1-15 3299,1 22-4663,0 1 0,0-1 0,-1 1 1,1-1-1,0 1 0,-1-1 0,1 1 0,-1-1 1,1 1-1,-1-1 0,0 1 0,1 0 0,-1-1 0,0 1 1,0 0-1,0-1 0,0 1 0,0 0 0,0 0 1,-1 0-1,0-1 0,-6-5 21,8 7-150,0-1 0,-1 1 1,1-1-1,0 1 0,0-1 1,-1 0-1,1 1 0,0-1 0,0 1 1,0-1-1,-1 0 0,1 1 1,0-1-1,0 1 0,0-1 1,0 0-1,0 1 0,0-1 1,0 0-1,1 1 0,-1-1 0,0 1 1,0-1-1,0 0 0,1 1 1,-1-1-1,0 1 0,1-1 1,-1 1-1,0-1 0,1 1 1,0-2-1,20-12 0,-4 3-8,-15 9 7,1 0 0,0 0 0,-1 0 0,1 0 0,0 0 0,0 0 0,1 1 0,-1-1 0,0 1 0,0 0 0,5-1 0,49-11 0,-34 9 0,0-1 0,0 1 0,1 2 0,28 0 0,-49 2 0,1 0 0,-1-1 0,0 1 0,1-1 0,-1 1 0,0-1 0,1 0 0,-1 0 0,5-3 0,-5 3 0,0 0 0,-1 0 0,1 0 0,0 0 0,0 0 0,0 1 0,0-1 0,0 1 0,5 0 0,63 0 0,-70 0 0,-1-1 0,1 1 0,-1 0 0,1 0 0,-1 0 0,1 0 0,-1 0 0,1 0 0,-1 0 0,1 0 0,0 0 0,-1 0 0,1 0 0,-1 0 0,1 0 0,-1 0 0,0 1 0,1-1 0,-1 0 0,1 0 0,-1 0 0,1 1 0,-1-1 0,1 0 0,-1 1 0,0-1 0,1 0 0,-1 1 0,0-1 0,1 1 0,-1-1 0,0 0 0,1 1 0,-1-1 0,0 1 0,0-1 0,0 1 0,1-1 0,-1 1 0,0-1 0,0 1 0,0-1 0,0 1 0,0-1 0,0 1 0,0-1 0,0 1 0,0-1 0,0 1 0,0-1 0,0 1 0,-1-1 0,1 1 0,0-1 0,0 1 0,-1 0 0,-22 32 0,10-15 0,4 4 0,8-18 0,0-1 0,0 0 0,-1 0 0,1 0 0,-1 0 0,1-1 0,-1 1 0,-3 4 0,0-1 0,0 0 0,0 0 0,1 0 0,0 1 0,0 0 0,1 0 0,0 0 0,0 0 0,1 0 0,0 1 0,0-1 0,0 1 0,0 9 0,1-12 0,0 1 0,0 0 0,-1 0 0,1-1 0,-1 1 0,-4 7 0,3-7 0,0 0 0,1 0 0,0 0 0,0 1 0,0-1 0,0 8 0,2-12 0,0-1 0,0 1 0,0-1 0,0 1 0,1-1 0,-1 1 0,1-1 0,-1 1 0,1-1 0,-1 0 0,1 1 0,0-1 0,-1 0 0,1 1 0,0-1 0,0 0 0,0 0 0,0 0 0,0 0 0,1 0 0,-1 0 0,0 0 0,0 0 0,1 0 0,-1 0 0,0-1 0,1 1 0,-1 0 0,1-1 0,2 1 0,-3-1 0,0 0 0,0 1 0,0-1 0,1 0 0,-1 0 0,0 0 0,0 0 0,0 0 0,1-1 0,-1 1 0,0 0 0,0 0 0,0-1 0,0 1 0,0-1 0,0 1 0,0-1 0,0 1 0,0-1 0,0 0 0,0 0 0,0 1 0,0-1 0,1-2 0,22-29 0,-8 8 0,-11 18 0,-1 1 0,0-1 0,-1 0 0,0-1 0,0 1 0,3-9 0,13-26 0,-3 19 0,-12 18 0,0-1 0,-1 1 0,0-1 0,0 0 0,0 0 0,4-9 0,-3 0 0,1 0 0,0 1 0,1 0 0,1 0 0,0 0 0,13-17 0,-13 8 0,-8 20 0,0 14 0,10 24 0,-8-32 0,1 1 0,0-1 0,-1 1 0,0 0 0,0-1 0,0 1 0,0 7 0,-1-5 0,1-1 0,-1 0 0,1 0 0,1 0 0,-1 0 0,1 0 0,1 0 0,-1 0 0,6 10 0,-3-7 0,-1 0 0,0 0 0,-1 0 0,4 17 0,-3-9 0,0 0 0,1-1 0,1 0 0,1 0 0,0 0 0,12 19 0,-9-19 0,1 0 0,0 0 0,1-1 0,1-1 0,19 18 0,-11-6 0,-18-21 0,0-1 0,0 1 0,1-1 0,-1 1 0,1-1 0,0 0 0,7 5 0,2 0-308,-5-3-732,-1 0 0,1-1 0,0 0-1,0 0 1,1 0 0,-1-1 0,1-1-1,0 1 1,0-2 0,0 1 0,1-1 0,-1 0-1,14 0 1,21-2-7044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29.6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216 1 14359,'0'0'10468,"-18"0"-4945,-10 16-3106,9-16-2417,-9 0 0,0 0-480,9 0-241,-9 0 17,9 10-1329,-9-10-4770,28-10-960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50.7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0 396 28294,'2232'-305'0,"-2497"215"0,530 180 0,-496 68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52.7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264 1490 800,'-23'7'2587,"22"-7"-2448,0 0 1,0 0 0,0 0-1,0 0 1,0 0-1,0 1 1,0-1 0,0 0-1,0 1 1,0-1 0,0 0-1,0 1 1,0-1 0,0 1-1,0 0 1,1-1 0,-1 1-1,0 0 1,0-1 0,1 1-1,-1 0 1,0 0-1,1 0 1,-1 0 0,0 0-1,1-1 1,-1 3 0,-18 3 1874,19-6-1985,0 0 0,0 1 0,1-1 0,-1 0 0,0 1-1,0-1 1,0 0 0,0 1 0,0-1 0,0 1 0,0-1 0,0 0 0,0 1 0,-1-1 0,1 0 0,0 1 0,0-1-1,0 0 1,0 1 0,0-1 0,-1 0 0,1 1 0,0-1 0,0 0 0,0 1 0,-1-1 0,1 0 0,0 0 0,-1 1 0,1-1-1,0 0 1,0 0 0,-1 1 0,1-1 0,0 0 0,-1 0 0,1 0 0,0 0 0,-1 0 0,1 0 0,-1 0 0,1 1-1,0-1 1,-1 0 0,1 0 0,0 0 0,-1 0 0,1-1 0,-1 1 0,1 0 0,0 0 0,-1 0 0,1 0 0,-17 2 1602,17-33 10750,-5 21-10299,4 10-2015,0 0 1,-1-1-1,1 1 0,0-1 0,0 1 1,-1-1-1,1 0 0,0 1 0,0-1 1,0 0-1,0 0 0,0 0 1,0 0-1,0 0 0,0 0 0,1 0 1,-2-2-1,-1-31 2190,3 28-1953,0 5-244,0 0 0,0 0 0,-1 0 0,1 0 0,0-1 0,0 1 0,-1 0 0,1 0 0,0 0 0,-1 0 0,1 0 0,-1 0 0,0 1 0,1-1 0,-1 0 0,0 0 0,1 0 0,-2 0 0,1 0-17,0 0 0,0 0 0,0 0 0,1 0 0,-1 0 0,0 0 0,1-1 0,-1 1 0,0 0 0,1 0-1,0 0 1,-1-1 0,1 1 0,0 0 0,-1 0 0,1-1 0,0 1 0,0-2 0,0 2-39,0-1 0,0 1 0,0 0 0,0-1 0,-1 1 1,1 0-1,0 0 0,-1-1 0,1 1 0,-1 0 0,0 0 0,1 0 0,-1 0 0,0 0 0,1 0 0,-1 0 1,0 0-1,0 0 0,0 0 0,0 0 0,-2-1 0,2 1-5,0 0 0,0 1 1,0-1-1,0 0 0,0 0 0,0 0 0,0 0 0,0 0 1,1 0-1,-1 0 0,0-1 0,1 1 0,-1 0 1,1 0-1,-1-1 0,1 1 0,0 0 0,-1 0 0,1-1 1,0 1-1,0-3 0,-8-30 1,6 30 0,0-1 0,0 1 0,1-1 0,0 1 0,0-1 0,0 0 0,0-9 0,1 12 0,0 0 0,-1 0 0,1 0 0,-1 0 0,1 0 0,-1 0 0,0 0 0,0 0 0,0 0 0,0 0 0,0 0 0,0 0 0,0 1 0,-3-3 0,3 2 0,-1 0 0,1 1 0,0-1 0,-1 0 0,1 0 0,0 1 0,0-1 0,1 0 0,-1 0 0,0 0 0,1 0 0,-1 0 0,1-1 0,-1-2 0,1 3 0,0 1 0,0-1 0,0 0 0,0 1 0,0-1 0,0 1 0,-1-1 0,1 0 0,-1 1 0,1-1 0,-1 1 0,0-1 0,1 1 0,-1 0 0,0-1 0,0 1 0,-1-2 0,1 2 0,0-1 0,0 1 0,0 0 0,0-1 0,0 1 0,0-1 0,1 1 0,-1-1 0,1 1 0,-1-1 0,1 1 0,0-1 0,-1 1 0,1-1 0,0 0 0,0 1 0,0-3 0,1-7 0,-1 7 0,1-1 0,-1 0 0,0 1 0,0-1 0,-1 0 0,1 1 0,-1-1 0,0 1 0,-2-7 0,-8-1 0,10 10 0,-1 1 0,1-1 0,0 0 0,0 0 0,0 0 0,0 1 0,0-1 0,0 0 0,0 0 0,0 0 0,1 0 0,-1-1 0,1 1 0,-1 0 0,1 0 0,0 0 0,0 0 0,0 0 0,0-1 0,1-3 0,-1-234 0,0 237 0,0 0 0,1 0 0,-1 1 0,1-1 0,-1 0 0,1 0 0,0 1 0,0-1 0,0 1 0,1-1 0,-1 1 0,0-1 0,3-2 0,-2 3 0,0 0 0,-1-1 0,0 1 0,1-1 0,-1 1 0,0-1 0,0 1 0,0-1 0,-1 0 0,1 0 0,0 1 0,-1-1 0,0-3 0,-1-23 0,0 20 0,0 0 0,1 0 0,1 0 0,-1 0 0,1 0 0,3-14 0,2 9 0,-4 11 0,-1-1 0,1 1 0,-1-1 0,0 0 0,0 0 0,0 1 0,-1-1 0,1-6 0,-1 6 0,1 0 0,-1 0 0,1-1 0,0 1 0,0 0 0,1 0 0,-1 0 0,1 0 0,0 0 0,3-4 0,10-28 0,-10 19 0,0 0 0,2 0 0,0 0 0,0 1 0,2 0 0,0 1 0,0 0 0,24-27 0,-12 11 0,-20 27 0,1 1 0,1-1 0,-1 0 0,0 1 0,1-1 0,0 1 0,0 0 0,5-5 0,23-19 0,-21 17 0,1 0 0,1 1 0,18-12 0,64-48 0,-50 52 0,-37 15 0,1-1 0,-1 1 0,0-1 0,0-1 0,10-5 0,-11 5 0,1 0 0,-1 0 0,1 1 0,0 0 0,0 1 0,1-1 0,-1 1 0,0 1 0,1-1 0,-1 1 0,1 1 0,-1-1 0,1 1 0,0 0 0,7 2 0,5-2 0,-19 0 0,0 0 0,-1 0 0,1 0 0,-1 0 0,1-1 0,0 1 0,-1 0 0,1 0 0,-1 0 0,1 0 0,0 0 0,-1 0 0,1 0 0,-1 1 0,1-1 0,0 0 0,-1 0 0,1 0 0,-1 1 0,1-1 0,-1 0 0,1 1 0,-1-1 0,1 0 0,-1 1 0,1-1 0,-1 0 0,1 1 0,-1-1 0,1 1 0,-1-1 0,0 1 0,1-1 0,-1 1 0,0 0 0,0-1 0,1 1 0,-1-1 0,0 1 0,0-1 0,0 1 0,0 0 0,0-1 0,0 1 0,0-1 0,0 1 0,0 0 0,0-1 0,0 1 0,0 0 0,0-1 0,0 1 0,-1 0 0,1 0 0,-1 0 0,1-1 0,0 1 0,0 0 0,0 0 0,0-1 0,0 1 0,0 0 0,0 0 0,0-1 0,0 1 0,0 0 0,0-1 0,0 1 0,1 0 0,-1 0 0,0-1 0,0 1 0,1 0 0,-1-1 0,0 1 0,1 0 0,-1-1 0,1 1 0,-1-1 0,1 1 0,-1-1 0,1 1 0,0 0 0,9 3 0,-9-4 0,0 0 0,0 1 0,-1-1 0,1 0 0,0 0 0,0 1 0,-1-1 0,1 1 0,0-1 0,-1 1 0,1-1 0,-1 1 0,1-1 0,0 1 0,-1-1 0,1 1 0,-1 0 0,0-1 0,1 1 0,-1 0 0,0-1 0,1 1 0,-1 0 0,0 0 0,1-1 0,-1 1 0,0 0 0,0 0 0,0 0 0,0-1 0,0 1 0,0 0 0,0 0 0,0 0 0,0-1 0,0 1 0,-1 1 0,9 22 0,-6-22 0,-1 0 0,0 0 0,0 0 0,0 0 0,0 1 0,0-1 0,0 0 0,-1 0 0,1 1 0,-1-1 0,0 0 0,1 4 0,-1-2 0,1 0 0,-1 0 0,1 1 0,0-1 0,1 0 0,-1 0 0,1 0 0,4 7 0,-4-7 0,0 0 0,0 0 0,-1 0 0,1 0 0,-1 0 0,0 1 0,0-1 0,1 9 0,-2-10 0,0 0 0,0 0 0,1-1 0,-1 1 0,1 0 0,0 0 0,0 0 0,0-1 0,0 1 0,2 3 0,-1-4 0,-1 1 0,0-1 0,0 1 0,0 0 0,0-1 0,0 1 0,-1 0 0,1-1 0,-1 1 0,1 4 0,-2 5 0,1-8 0,-1-1 0,1 1 0,0 0 0,0 0 0,1 0 0,-1-1 0,1 1 0,0 0 0,0 0 0,1 3 0,7 7 0,-7-12 0,-1 0 0,1 0 0,-1 0 0,1 1 0,-1-1 0,0 1 0,0-1 0,0 1 0,-1-1 0,1 1 0,0-1 0,0 6 0,-1-6 0,0 0 0,0 0 0,0 0 0,1 0 0,-1 0 0,1 0 0,-1-1 0,1 1 0,0 0 0,0 0 0,0 0 0,0-1 0,0 1 0,0-1 0,0 1 0,2 2 0,-1-3 0,-1 1 0,1-1 0,-1 1 0,0-1 0,0 1 0,0 0 0,0 0 0,0 0 0,0 0 0,-1-1 0,1 1 0,-1 0 0,1 0 0,-1 0 0,1 0 0,-1 4 0,0 2 0,0 0 0,0 1 0,1-1 0,0 0 0,1 0 0,0 0 0,0 0 0,5 12 0,-4 7 0,-3-24 0,0-1 0,0 1 0,0 0 0,0-1 0,0 1 0,1 0 0,-1-1 0,1 1 0,0-1 0,1 5 0,8 4 0,-9-10 0,0 0 0,0 0 0,1 1 0,-1-1 0,0 0 0,0 1 0,-1-1 0,1 1 0,0-1 0,0 1 0,-1 0 0,1-1 0,-1 1 0,1-1 0,-1 1 0,0 0 0,1 0 0,-1-1 0,0 4 0,-1-2 0,1 0 0,0 0 0,0 1 0,1-1 0,-1 0 0,1 0 0,-1 0 0,1 0 0,0 0 0,0 0 0,1 0 0,-1 0 0,0 0 0,1 0 0,3 4 0,-4-6 0,-1-1 0,1 0 0,-1 0 0,1 1 0,-1-1 0,0 0 0,1 1 0,-1-1 0,0 1 0,1-1 0,-1 0 0,0 1 0,1-1 0,-1 1 0,0-1 0,0 1 0,0-1 0,1 1 0,-1-1 0,0 1 0,0-1 0,0 1 0,0-1 0,0 1 0,0-1 0,0 1 0,0-1 0,0 1 0,0-1 0,0 1 0,0-1 0,0 1 0,-1-1 0,1 1 0,0-1 0,0 1 0,0-1 0,-1 1 0,1-1 0,0 1 0,-1-1 0,1 0 0,0 1 0,-1-1 0,1 1 0,-1-1 0,1 0 0,0 0 0,-1 1 0,1-1 0,-1 0 0,1 0 0,-1 1 0,1-1 0,-1 0 0,1 0 0,-1 0 0,1 0 0,-1 0 0,1 0 0,-1 0 0,1 0 0,-2 0 0,0 0 0,-1 0 0,1 0 0,0 0 0,-1-1 0,1 1 0,-1-1 0,1 1 0,0-1 0,0 0 0,-1 0 0,-3-3 0,-12-12 0,4 4 0,0-1 0,1 0 0,-11-15 0,5 15 0,18 13 0,-1-1 0,1 1 0,0-1 0,-1 1 0,1-1 0,0 0 0,0 1 0,0-1 0,0 0 0,0 0 0,0 1 0,0-1 0,0 0 0,0 0 0,0 0 0,0-1 0,0 1 0,1 0 0,-1 0 0,0 0 0,1 0 0,-1-1 0,1 1 0,-1 0 0,1-3 0,-1 2 0,0 0 0,0 1 0,0-1 0,0 0 0,0 1 0,0-1 0,0 0 0,-1 1 0,1-1 0,0 1 0,-1 0 0,1-1 0,-1 1 0,0 0 0,1 0 0,-1 0 0,0 0 0,0 0 0,0 1 0,-3-2 0,-12-7 0,16 8 0,1 1 0,0 0 0,-1 0 0,1-1 0,0 1 0,-1 0 0,1 0 0,0 0 0,-1 0 0,1-1 0,0 1 0,-1 0 0,1 0 0,0 0 0,-1 0 0,1 0 0,-1 0 0,1 0 0,0 0 0,-1 0 0,1 0 0,-1 0 0,1 1 0,0-1 0,-1 0 0,1 0 0,0 0 0,-1 0 0,1 0 0,0 1 0,-1-1 0,1 0 0,0 0 0,0 1 0,-1-1 0,1 0 0,0 1 0,0-1 0,-1 0 0,1 0 0,0 1 0,0-1 0,0 0 0,-1 1 0,1-1 0,0 1 0,0-1 0,0 0 0,0 1 0,0-1 0,0 0 0,0 1 0,0-1 0,0 1 0,0-1 0,0 0 0,0 1 0,0-1 0,0 0 0,0 1 0,1-1 0,-1 1 0,0-1 0,0 0 0,0 1 0,0-1 0,1 0 0,-1 1 0,6 7 0,-5-7 0,0 0 0,0 0 0,0 1 0,0-1 0,0 0 0,0 1 0,-1-1 0,1 1 0,-1-1 0,1 1 0,-1-1 0,1 1 0,-1 0 0,0-1 0,0 1 0,0-1 0,0 1 0,0 2 0,0-3 0,0 0 0,0 0 0,0 0 0,0 0 0,0 0 0,0-1 0,0 1 0,1 0 0,-1 0 0,0 0 0,1-1 0,-1 1 0,0 0 0,1 0 0,-1-1 0,1 1 0,-1 0 0,1-1 0,0 1 0,-1-1 0,1 1 0,0-1 0,-1 1 0,1-1 0,0 1 0,-1-1 0,1 1 0,0-1 0,1 1 0,-2-1 0,1 0 0,0 0 0,0 1 0,0-1 0,-1 1 0,1-1 0,0 1 0,0-1 0,-1 1 0,1-1 0,0 1 0,-1 0 0,1-1 0,-1 1 0,1 0 0,-1 0 0,1-1 0,-1 1 0,0 0 0,1 0 0,-1 0 0,0 0 0,0-1 0,1 1 0,-1 0 0,0 0 0,0 0 0,0 0 0,0 1 0,0 1 0,1 0 0,0 0 0,0 0 0,0 0 0,0 0 0,1 0 0,-1-1 0,1 1 0,0 0 0,-1-1 0,1 1 0,0-1 0,1 0 0,-1 1 0,0-1 0,5 3 0,12 14 0,-17-17 0,-1 0 0,1-1 0,0 1 0,0-1 0,0 0 0,0 0 0,1 0 0,-1 0 0,0 0 0,0 0 0,1 0 0,-1-1 0,0 1 0,1-1 0,-1 0 0,0 1 0,1-1 0,-1 0 0,1-1 0,-1 1 0,0 0 0,1-1 0,-1 1 0,0-1 0,1 0 0,2-1 0,0 1 0,0-1 0,0 0 0,0 0 0,0-1 0,-1 1 0,1-1 0,-1 0 0,1-1 0,-1 1 0,0-1 0,4-4 0,9-12 0,-13 17 0,0-2 0,0 1 0,0 0 0,-1-1 0,0 1 0,5-10 0,-7 12 0,1 0 0,-1-1 0,1 1 0,0 0 0,-1 0 0,1 0 0,0 1 0,0-1 0,5-2 0,10-12 0,-14 11 0,0 0 0,0-1 0,0 0 0,-1 0 0,0 0 0,0 0 0,0 0 0,1-11 0,-3 16 0,0 0 0,0 0 0,0 0 0,0 0 0,1 0 0,-1 0 0,0 0 0,1 0 0,-1 0 0,0 0 0,1 0 0,-1 0 0,1 0 0,-1 0 0,1 0 0,0 0 0,-1 1 0,1-1 0,0 0 0,0 0 0,-1 1 0,1-1 0,0 1 0,0-1 0,2 0 0,6-7 0,-2-31 0,0 32 0,-6 6 0,-1 0 0,1 1 0,0-1 0,-1 0 0,1 0 0,0 1 0,-1-1 0,1 0 0,-1 0 0,1 0 0,-1 0 0,1 0 0,-1 0 0,0 0 0,0 0 0,1 0 0,-1 0 0,0 0 0,0-2 0,0 3-14,0-1 0,0 0 0,0 0 0,0 0 1,0 1-1,0-1 0,1 0 0,-1 0 0,0 1 0,0-1 0,1 0 0,-1 0 1,0 1-1,1-1 0,-1 0 0,1 1 0,-1-1 0,1 1 0,-1-1 0,1 0 1,0 1-1,-1-1 0,1 1 0,0-1 0,-1 1 0,1 0 0,0-1 0,-1 1 1,1 0-1,1-1 0,-1 1-58,0 0 0,-1-1 0,1 1-1,0 0 1,0-1 0,-1 1 0,1 0 0,0-1 0,-1 1 0,1-1 0,-1 1 0,1-1 0,0 0-1,-1 1 1,1-1 0,-1 1 0,0-1 0,1 0 0,-1 1 0,1-1 0,-1 0 0,0 0 0,0 1-1,1-1 1,-1 0 0,0 0 0,0 0 0,0 1 0,0-1 0,0-1 0,0-1-1007,0 0 1,0 0 0,1 0-1,-1 1 1,1-1-1,-1 0 1,1 0 0,0 0-1,0 1 1,0-1-1,1 1 1,-1-1 0,1 1-1,-1-1 1,1 1 0,0 0-1,0 0 1,4-4-1,17-9-3459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53.1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99 54 4498,'-8'-14'11779,"-12"0"-5660,-18-1 1848,38 15-7928,0-1 0,0 1 0,0-1-1,-1 1 1,1-1 0,0 0 0,-1 1-1,1-1 1,0 1 0,-1-1 0,1 1-1,-1-1 1,1 1 0,0 0 0,-1-1 0,1 1-1,-1-1 1,0 1 0,1 0 0,-1 0-1,1-1 1,-1 1 0,1 0 0,-1 0-1,0 0 1,1-1 0,-1 1 0,1 0 0,-1 0-1,0 0 1,1 0 0,-1 0 0,0 0-1,1 0 1,-1 1 0,1-1 0,-1 0 0,0 0-1,1 0 1,-1 1 0,1-1 0,-1 0-1,1 0 1,-1 1 0,1-1 0,-1 1-1,1-1 1,-1 0 0,1 1 0,-1-1 0,1 1-1,0-1 1,-1 1 0,1-1 0,0 1-1,-1-1 1,1 1 0,0 0 0,0-1-1,-1 1 1,1 0 0,-2 29-39,1-21 0,0-1 0,1 0 0,0 0 0,0 0 0,0 0 0,1 1 0,1-1 0,-1 0 0,4 9 0,0-8 0,-3-5 0,1 1 0,-1 0 0,0-1 0,0 1 0,0 0 0,-1 0 0,1 0 0,-1 0 0,0 1 0,-1-1 0,0 0 0,0 8 0,-1 23 0,-1-23 0,2 1 0,0-1 0,0 0 0,1 1 0,4 20 0,0-16 0,-1 1 0,-1-1 0,-1 1 0,0 0 0,-2 20 0,0 253-9877,0-265-1795,0-16 6521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53.6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95 325 9620,'-1'-3'673,"1"1"0,0 0 0,0 0 0,-1 0 0,0 0 0,1-1-1,-1 1 1,0 0 0,0 0 0,0 0 0,-1-2 0,-30-30 3335,10 12-2020,11 7-642,9 12-949,-1 1-1,1-1 1,0 0 0,1 0 0,-1 0-1,0 0 1,1 0 0,0 0 0,0 0-1,0-1 1,0 1 0,0 0-1,1-1 1,-1 1 0,1-1 0,0 1-1,0 0 1,1-5 0,-1 5-386,0 0-1,0 0 1,0 0-1,0 0 1,1 0 0,-1 0-1,1 0 1,0 0-1,0 0 1,0 0 0,0 1-1,0-1 1,1 0-1,0 1 1,-1-1 0,1 1-1,0-1 1,0 1-1,0 0 1,3-2 0,14-18-42,-17 19 31,0 1 0,1-1 0,0 1 0,-1 0 0,1 0 0,0 0 0,0 0 0,0 0 0,1 0 0,-1 1 0,0 0 0,1-1 0,3 0 0,24-10 0,-17 5 0,0 1 0,0 1 0,0 0 0,30-5 0,-28 7 0,40-1 0,-54 4 0,1 0 0,-1-1 0,0 1 0,0 0 0,0 0 0,0 0 0,0 0 0,0 1 0,0-1 0,0 1 0,0-1 0,0 1 0,0-1 0,0 1 0,0 0 0,0 0 0,-1 0 0,1 0 0,0 1 0,-1-1 0,3 2 0,-4-2 0,0 0 0,0 0 0,1 0 0,-1 0 0,0 0 0,0 0 0,0 0 0,1 0 0,-1 0 0,1-1 0,-1 1 0,0 0 0,1 0 0,0 0 0,-1-1 0,1 1 0,-1 0 0,1-1 0,1 2 0,-1-1 0,0 0 0,0-1 0,-1 1 0,1 0 0,0 0 0,-1 0 0,1-1 0,0 1 0,-1 0 0,1 0 0,-1 0 0,0 0 0,1 0 0,-1 0 0,0 0 0,1 0 0,-1 1 0,0-1 0,0 0 0,0 1 0,0 13 0,-1-1 0,0 1 0,-1 0 0,0-1 0,-8 24 0,9-14 0,1-20 0,0 0 0,0 0 0,0 1 0,-1-1 0,1 0 0,-1 0 0,0 0 0,-2 6 0,-13 36 0,12-32 0,0 0 0,-2-1 0,-8 19 0,-16 34 0,7-12 0,-6 32 0,14-39 0,7 23 0,3-52 0,3-15 0,0 1 0,1 0 0,-1 0 0,1 1 0,0-1 0,0 0 0,1 0 0,-1 0 0,1 1 0,0-1 0,0 0 0,1 0 0,-1 1 0,3 6 0,3 2 0,-5-10 0,1 0 0,-1 0 0,0 0 0,0 0 0,0 0 0,0 0 0,-1 1 0,1-1 0,-1 0 0,0 0 0,0 6 0,1-8 0,-1 0 0,0 1 0,1-1 0,-1 0 0,1 1 0,0-1 0,-1 0 0,1 0 0,0 0 0,0 0 0,0 0 0,0 0 0,0 0 0,0 0 0,0 0 0,0 0 0,0-1 0,0 1 0,0 0 0,1-1 0,-1 1 0,0-1 0,0 1 0,1-1 0,-1 1 0,3-1 0,43 7 0,-39-8 0,0 0 0,0 0 0,0 0 0,-1-1 0,1 0 0,0-1 0,-1 0 0,0 0 0,0 0 0,7-5 0,4-3 0,-1-1 0,25-24 0,-36 30 0,-1-1 0,0 0 0,0-1 0,-1 1 0,6-16 0,-1 4 0,-7 14 0,0 1 0,-1-1 0,0 0 0,0 0 0,0 0 0,0 0 0,-1-1 0,0 1 0,0 0 0,-1 0 0,0-7 0,-1-16 0,1 22 0,0 0 0,0 0 0,-1 0 0,0 0 0,0 0 0,0 0 0,-1 0 0,1 1 0,-1-1 0,-1 1 0,1 0 0,-1 0 0,0 0 0,0 0 0,-7-5 0,1 1 0,0 0 0,0 1 0,-1 0 0,0 0 0,0 2 0,-22-11 0,1 7-1505,-55-11-1,45 12-1534,-13-1-4590,-15 8-555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58.6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305 375 1345,'-4'3'2910,"-43"13"2507,-41-3-3128,37-5-1871,14-4 484,34-4-771,0 0 0,1 0 0,-1 0 0,1 1 0,-1-1 0,1 1 0,-1 0 0,1-1 0,-1 1 0,-3 2-1,-31 1 5021,28-5-1237,29 0-1952,48-10 658,28-4-211,-70 13-1962,1 0 0,51-12 0,30-4 202,-55 13-649,89-22 0,180-23 0,-99 21 0,324-34 0,-77 21 0,102-11 0,-376 23 0,-171 23 0,18 1 0,29-5 0,-68 11-346,-1 0 0,1-1 1,-1 1-1,0-1 0,1 0 0,-1 0 1,0 0-1,0 0 0,0 0 0,6-4 1,-7 4-222,19-10-14054,-19-7 4943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59.5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405 652 6979,'68'-17'11205,"-22"5"-6205,-15-14-2679,-30 26-2305,0-1 0,0 1 0,0 0 0,0-1 0,-1 1 0,1-1 0,0 1 0,0-1-1,0 1 1,-1-1 0,1 1 0,0-1 0,-1 0 0,1 0 0,-1 1 0,1-1 0,-1 0 0,1 0 0,-1 0 0,1-1 0,-16-10 151,13 11-100,-1 0 1,0 0-1,1 0 1,-1 0-1,0 1 1,1-1-1,-1 1 1,0 0-1,0 0 1,0 0-1,1 0 1,-1 1-1,-3 0 1,-3 0 230,1-1-28,-1 1 0,1 0 0,-1 1 0,1 0 1,-1 0-1,1 1 0,-8 3 0,-24 8 914,22-10-714,12-3-294,-1 0 0,1 1 0,0 0 0,0 0 0,0 1 0,1 0 0,-1 0 1,-7 5-1,-3 1-130,-1-1 0,-26 10 1,31-14-49,-1 1-1,1 0 1,0 0 0,0 2 0,0-1 0,1 1 0,0 1-1,0 0 1,-17 19 0,12-9 2,2 2 0,0 0 0,-15 30 0,25-43 0,1 0 0,0 1 0,0-1 0,1 1 0,-1-1 0,2 1 0,-1 0 0,1 0 0,1 0 0,-1-1 0,1 1 0,0 0 0,1 0 0,3 15 0,1-6 0,1 1 0,1-1 0,1-1 0,14 26 0,-16-34 0,-1 0 0,1-1 0,0 0 0,1 0 0,0 0 0,0-1 0,0 0 0,1 0 0,-1-1 0,13 7 0,11 2 0,-1 0 0,2-2 0,0-1 0,44 8 0,-53-15 0,0-1 0,0-2 0,0 0 0,0-1 0,0-2 0,-1 0 0,28-6 0,-15 0 0,3 2 0,0-3 0,-1-1 0,0-1 0,-1-3 0,45-22 0,-41 10 0,54-44 0,-76 55 0,-1 0 0,-1-2 0,0 0 0,25-36 0,-17 15 0,-9 16 0,-1-2 0,0 1 0,16-44 0,6-29 0,-16 46 0,14-56 0,-31 92 0,0-1 0,-1-1 0,-1 1 0,-1 0 0,-2-22 0,0-18 0,4 17 0,-1 26 0,0 0 0,-1-1 0,0 1 0,-1-1 0,0 1 0,-6-21 0,-32-70 0,22 68 0,15 33 0,1 0 0,-1-1 0,1 1 0,0 0 0,0-1 0,0 1 0,0-1 0,0 1 0,0-1 0,0 0 0,1 1 0,-1-5 0,1 6 0,0 0 0,1 0 0,-1 0 0,0 1 0,0-1 0,-1 0 0,1 0 0,0 0 0,0 0 0,0 0 0,-1 0 0,1 0 0,0 0 0,-1 0 0,1 0 0,-1 0 0,1 1 0,-1-1 0,0-1 0,-12 6 0,-11 26 0,21-21 0,1-1 0,1 0 0,-1 1 0,1-1 0,0 1 0,1 0 0,0-1 0,1 1 0,1 11 0,0 16 0,-2-15 0,-1-10 0,1 1 0,1-1 0,0 1 0,3 15 0,5 1 0,-6-21 0,0 1 0,-1 0 0,0 0 0,0 0 0,-1 0 0,0 14 0,2 12 0,1 0 0,1 1 0,2-2 0,12 38 0,6 28 0,-22-85 0,-2-5 0,1-1 0,0 0 0,0 0 0,1 0 0,0 0 0,0 0 0,1-1 0,4 8 0,28 42 0,-18-27 0,39 49 0,-51-71 0,1 0 0,1-1 0,-1 0 0,1 0 0,0-1 0,1 0 0,0-1 0,0 0 0,0 0 0,14 5 0,-17-9 0,-1 0 0,0 0 0,1-1 0,-1 1 0,1-1 0,-1 0 0,1-1 0,-1 1 0,1-1 0,-1 0 0,0-1 0,1 1 0,-1-1 0,0 0 0,0 0 0,0-1 0,0 1 0,0-1 0,-1 0 0,0-1 0,1 1 0,-1-1 0,0 0 0,4-5 0,9-10 0,-1 0 0,-1-1 0,23-39 0,-31 44 0,0 0 0,-1 0 0,7-26 0,-2 5 0,-6 20 0,0-1 0,-1 0 0,-1-1 0,0 1 0,-1-1 0,-1-26 0,-4 38 0,-4 16 0,6-9 0,0 0 0,1 1 0,-1-1 0,0 1 0,1-1 0,-1 1 0,1 0 0,0-1 0,-1 1 0,1-1 0,0 1 0,0 0 0,0-1 0,0 4 0,1-4 0,1 1 0,0 0 0,-1 1 0,1-1 0,-1 0 0,1 1 0,-1 0 0,0-1 0,0 1 0,0 0 0,-1-1 0,1 1 0,-1 0 0,1 0 0,-1 0 0,0-1 0,0 1 0,0 0 0,-1 4 0,2-2 0,0 0 0,0-1 0,0 1 0,1 0 0,0-1 0,0 1 0,0-1 0,0 1 0,1-1 0,-1 0 0,1 0 0,7 7 0,10 15 0,-18-22 0,1 1 0,0 0 0,1 0 0,-1 0 0,1-1 0,0 0 0,1 1 0,-1-1 0,1-1 0,6 5 0,9 1 0,-14-7 0,0 0 0,0 1 0,-1 0 0,1 0 0,-1 1 0,1 0 0,4 4 0,-1-3 0,-1 1 0,1-2 0,0 0 0,1 0 0,-1 0 0,0-1 0,1-1 0,0 0 0,12 2 0,-3-1 0,-8-1 0,1-1 0,0 0 0,0-1 0,0 0 0,-1-1 0,1-1 0,0 0 0,-1 0 0,1-1 0,-1-1 0,0 1 0,14-8 0,16-7 0,-35 16 0,-1 0 0,1 0 0,-1 0 0,0-1 0,0 0 0,0 0 0,0 0 0,0 0 0,-1-1 0,0 0 0,0 0 0,0 0 0,0 0 0,3-5 0,87-148 0,-87 144 0,-1 0 0,0-1 0,-1 1 0,-1-1 0,0 0 0,0 0 0,1-25 0,0-108 0,-5 106 0,0 41 0,0 0 0,0-1 0,0 1 0,0 0 0,0-1 0,1 1 0,-1 0 0,0-1 0,0 1 0,0-1 0,0 1 0,0 0 0,0-1 0,0 1 0,0-1 0,0 1 0,0 0 0,-1-1 0,1 1 0,0 0 0,0-1 0,0 1 0,0 0 0,0-1 0,-1 1 0,1 0 0,0-1 0,0 1 0,-1 0 0,1-1 0,0 1 0,0 0 0,-1 0 0,1-1 0,0 1 0,-1 0 0,1 0 0,0 0 0,-1 0 0,1-1 0,-1 1 0,1 0 0,0 0 0,-1 0 0,1 0 0,0 0 0,-1 0 0,1 0 0,-1 0 0,1 0 0,-1 0 0,0 1 0,0 0 0,0 0 0,0 0 0,1 1 0,-1-1 0,0 0 0,1 0 0,-1 1 0,1-1 0,-1 0 0,1 1 0,-1-1 0,1 0 0,0 1 0,0-1 0,0 1 0,-1-1 0,2 1 0,-1 0 0,1 28 0,1 0 0,10 47 0,-9-31 0,2 11 0,18 2 0,1 3 0,-14 4 0,5 13 0,-2-39 0,-4-17 0,-2 1 0,6 36 0,11 64 0,-14-86 0,3 42 0,1 6 0,-7-53 0,-2 1 0,0 37 0,14 118 0,-19-153 0,-1-1 0,-3 1 0,-6 34 0,9-44-290,2-22 77,0 0 1,-1-1-1,0 1 0,0 0 0,0-1 1,0 1-1,-1 0 0,0-1 0,1 1 1,-1 0-1,0-1 0,-1 1 1,-1 4-1,-16 11-4541,-1-12-4797,-6-9 6285,15-4-2263,1-12 3663,7 4-362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59.8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122 85 7363,'7'-12'2270,"17"-23"10363,-9 24-10280,3-4 146,-18 14-2422,1 0 0,0 0 0,0 0 0,0 0 1,-1 1-1,1-1 0,0 0 0,0 1 0,0-1 0,0 0 1,0 1-1,0-1 0,0 1 0,0 0 0,1-1 0,-1 1 0,0 0 1,0-1-1,0 1 0,0 0 0,0 0 0,1 0 0,-1 0 0,0 0 1,0 1-1,0-1 0,0 0 0,0 0 0,1 1 0,0 0 1,12 2 97,-1 1 0,0 1 0,0 0 0,0 0 0,0 2 1,-1-1-1,0 2 0,0-1 0,-1 2 0,15 14 0,-10-8 15,-1 1 1,-1 1-1,-1 0 0,0 1 0,-1 1 0,11 24 0,-19-35-190,-1-1 0,0 1 0,-1 0 0,1 0 0,-1 0 0,-1 0 0,0 0 0,0 0 0,0 1 0,-1-1 0,-1 0 0,1 0 0,-1 0 0,-1 1 0,1-1 0,-1 0 0,-1 0 0,1-1 0,-7 13 0,0-5 0,5-5 0,-1-1 0,0 0 0,-1 0 0,0 0 0,0-1 0,-1 0 0,0 0 0,0-1 0,-1 0 0,0 0 0,0-1 0,-1 0 0,-16 9 0,-2-4-291,-2 2-1936,-2-1-1,1-1 0,-1-2 1,-1-1-1,0-1 0,0-2 0,-34 1 1,20-6-4152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7:59.9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159 96 18809,'-18'-11'9332,"-10"11"-5282,9-16-4354,-9 6-2258,28-6-783,-19 6-449,-9-6-528,9 0-5794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00.4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544 55 23211,'-1'-3'448,"1"0"0,-1 1-1,0-1 1,0 0 0,-1 1 0,1-1 0,-1 1 0,1-1 0,-1 1 0,0-1 0,0 1 0,0 0 0,0 0 0,0 0 0,-4-3 0,5 4-363,0 0 1,0 0-1,-1 0 0,1 0 1,0 0-1,0 0 0,-1 0 0,1 0 1,0 1-1,-1-1 0,1 1 1,-1-1-1,1 1 0,-1-1 1,1 1-1,-1 0 0,0-1 1,1 1-1,-1 0 0,1 0 1,-1 0-1,1 1 0,-1-1 1,0 0-1,1 0 0,-1 1 1,-1 0-1,-7 8-85,7-7 0,0 0 0,0 0 0,1 0 0,-1 1 0,1-1 0,-1 1 0,1 0 0,0-1 0,0 1 0,-2 6 0,-4 8 0,0 0 0,0 0 0,-16 22 0,13-23 0,1 1 0,0 1 0,-10 26 0,9-16 0,-25 43 0,23-48 0,1 1 0,-16 45 0,-20 58 0,35-98 0,2 0 0,0 1 0,2 0 0,-10 57 0,15-49 0,-1 0 0,-15 50 0,7-35 0,-7 66 0,9-49 0,6 17 0,2-15 0,-3-30 0,-4 63 0,9-86 0,0-1 0,-2 0 0,-6 22 0,5-24 0,0 1 0,2 0 0,-2 20 0,4 114-10800,0-149 10320,1 0-1,-1 0 1,0 1-1,1-1 1,-1 0-1,1 0 1,0 0-1,0 0 1,0 0-1,0 0 1,0 0-1,0 0 1,0 0-1,1-1 1,-1 1-1,1 0 1,-1-1-1,1 1 1,0-1-1,-1 1 1,1-1-1,0 0 1,3 2-1,9 7-2911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00.7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406 432 4594,'4'-10'1254,"0"1"0,1 0 0,0 1 1,0-1-1,1 1 0,0 0 0,0 1 0,13-13 0,-16 17-978,3-6 283,0 0 1,0 0 0,-1-1-1,0 1 1,-1-1 0,0 0-1,-1-1 1,0 1-1,0-1 1,-1 1 0,-1-1-1,1-17 1,-2-91 5760,0 117-6213,-1 0-1,1 0 1,-1 0-1,1 0 1,-1 1-1,0-1 1,1 0-1,-1 0 1,0 1-1,0-1 1,0 1-1,-1-1 1,1 1-1,0-1 1,0 1-1,-1 0 1,1-1-1,-1 1 1,1 0-1,-1 0 1,0 0-1,-2-1 1,-19-18 458,21 18-565,-1 0 0,1 1 0,-1-1 0,0 0 0,0 1 0,1-1 0,-1 1 0,0 0 0,0 0 0,0 0 0,0 0 0,0 1 0,0-1 0,-1 1 0,1 0 0,0 0 0,0 0 0,0 0 0,0 0 0,0 1 0,-1-1 0,1 1 0,-4 2 0,-9 1 0,1 0 0,0 1 0,-17 9 0,24-9 0,0 0 0,1 0 0,0 0 0,0 1 0,-8 8 0,-11 10 0,5-6 0,0 1 0,2 2 0,0-1 0,1 2 0,2 1 0,-17 27 0,-5 6 0,32-44 0,0 0 0,0 0 0,1 1 0,1 0 0,0-1 0,0 2 0,2-1 0,-2 16 0,-2 1 0,4-13 0,0 0 0,1 0 0,0 1 0,3 17 0,-1 5 0,0-28 0,1-1 0,-1 1 0,2-1 0,0 1 0,0-1 0,1 0 0,0 0 0,1-1 0,0 1 0,1-1 0,0 0 0,10 12 0,-7-11 0,0 0 0,0-1 0,1 0 0,0-1 0,0 0 0,1 0 0,1-1 0,-1-1 0,1 0 0,14 6 0,-2-3-137,0 0 0,0-2-1,1 0 1,0-2 0,1-1 0,37 3 0,-33-7-2500,0-2 1,0-1 0,0-2 0,0-1-1,0-1 1,55-19 0,61-30-4938,-56 15 4772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01.3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357 360 1569,'8'-6'1149,"-1"0"0,1-1 1,-1 0-1,0 0 0,10-15 0,7-29 7630,-20 42-7320,-3 7-1146,0 1-1,-1-1 1,1 1 0,0-1 0,0 0 0,-1 1 0,1-1 0,-1 0-1,0 1 1,1-1 0,-1 0 0,0 0 0,0 1 0,0-1 0,0 0-1,0 0 1,-1 1 0,1-1 0,0 0 0,-1 0 0,1 1 0,-1-1-1,0 1 1,1-1 0,-1 0 0,0 1 0,0-1 0,0 1 0,0 0-1,0-1 1,-1 1 0,1 0 0,-2-2 0,1 1-193,-1-1 1,0 1-1,0 0 1,0 0-1,0 0 0,-1 0 1,1 0-1,-1 1 1,1 0-1,-1-1 1,1 1-1,-1 0 1,1 1-1,-1-1 0,0 1 1,0 0-1,1-1 1,-7 2-1,-2 1 95,1 1-1,0 0 1,1 1-1,-21 10 1,6-3-148,5 0-67,0 1 0,1 1 0,0 0 0,1 2 0,0 0 0,2 1 0,-18 21 0,25-28 0,0 1 0,1 0 0,0 0 0,1 1 0,0 0 0,-9 22 0,2 0 0,11-27 0,1 0 0,-1 0 0,1 0 0,0 1 0,0-1 0,1 1 0,0-1 0,0 1 0,1 10 0,0 92 0,-1-109 0,1 1 0,0-1 0,0 1 0,0-1 0,0 1 0,0-1 0,0 1 0,0-1 0,0 1 0,0-1 0,1 0 0,-1 1 0,0-1 0,0 1 0,0-1 0,0 1 0,1-1 0,-1 0 0,0 1 0,0-1 0,1 1 0,-1-1 0,0 0 0,1 1 0,-1-1 0,0 0 0,1 1 0,-1-1 0,1 0 0,-1 0 0,0 0 0,1 1 0,-1-1 0,1 0 0,-1 0 0,1 0 0,-1 0 0,1 0 0,-1 0 0,1 0 0,-1 0 0,1 0 0,-1 0 0,0 0 0,1 0 0,-1 0 0,1 0 0,-1 0 0,1 0 0,-1 0 0,1-1 0,-1 1 0,0 0 0,1 0 0,-1-1 0,1 1 0,-1 0 0,0 0 0,1-1 0,-1 1 0,0 0 0,1-1 0,-1 1 0,1-1 0,22-21 0,-4-1 0,-15 19 0,-1 0 0,1 0 0,-1 0 0,0 0 0,0-1 0,-1 1 0,4-9 0,17-31 0,-19 38 0,0-1 0,-1 1 0,1-1 0,-1 0 0,3-11 0,-3 7 0,0 0 0,0 0 0,1 1 0,0-1 0,1 1 0,0 0 0,1 0 0,0 1 0,10-12 0,-14 18 0,1 1 0,-1 0 0,0 0 0,1 0 0,-1 0 0,1 1 0,0-1 0,0 1 0,-1-1 0,1 1 0,0 0 0,0 0 0,0 0 0,0 1 0,1-1 0,3 1 0,-2 0 0,-1 1 0,0-1 0,1 1 0,-1 1 0,0-1 0,1 1 0,-1-1 0,0 1 0,0 0 0,0 1 0,-1-1 0,1 1 0,0-1 0,-1 1 0,4 3 0,108 84 0,-67-54 0,-1-4 0,-46-32 0,13 8 0,0 0 0,1-1 0,0-1 0,0 0 0,1-1 0,-1-1 0,1 0 0,0-2 0,0 1 0,24-1 0,-36-3 0,0 0 0,-1 0 0,1 0 0,0-1 0,0 0 0,-1 0 0,1 0 0,-1 0 0,0 0 0,1-1 0,-1 1 0,0-1 0,0 0 0,4-6 0,9-6 0,-15 14 0,1-1 0,0 0 0,-1 0 0,1 1 0,-1-1 0,1 0 0,-1 0 0,0 0 0,0-1 0,0 1 0,0 0 0,0 0 0,0-1 0,0-3 0,5-13 0,12-11 0,-8-7 0,-2 18 0,-6 14 0,1 0 0,-1 0 0,0-1 0,-1 1 0,1-1 0,-1 1 0,0-1 0,-1 0 0,1-6 0,-1-241 0,0 250 0,0 1 0,0-1 0,-1 1 0,1 0 0,-1-1 0,1 1 0,-1 0 0,0-1 0,0 1 0,0 0 0,0 0 0,0 0 0,-1 0 0,1 0 0,-3-3 0,3 4 0,-1-1 0,1 0 0,0 1 0,0-1 0,0 0 0,0 0 0,0 0 0,0 0 0,0 0 0,1 0 0,-1 0 0,1 0 0,-1 0 0,1 0 0,0-3 0,0 259 0,1-234 0,1-1 0,1 0 0,1 0 0,9 29 0,8 44 0,-1 27 0,48 161 0,-33-146 0,-15-50 0,12 100 0,-11-90 0,-15-76 0,-1 1 0,-1 0 0,-1 0 0,1 26 0,-4 140 0,0-182-230,0-1 1,0 1-1,0-1 0,-1 0 1,1 1-1,-1-1 0,0 0 1,0 1-1,0-1 0,0 0 0,0 0 1,0 0-1,0 0 0,-1 0 1,-2 3-1,3-3-122,-1-1 0,1 0 0,0 1 0,0 0 0,0-1 1,0 1-1,0-1 0,1 1 0,-1 0 0,0 0 0,1-1 0,-1 1 0,1 0 0,0 0 0,-1 2 0,1-4 63,0 1 0,0-1 1,0 1-1,0-1 0,0 1 0,0-1 0,0 1 0,0-1 0,-1 1 0,1-1 0,0 1 0,0-1 0,-1 1 0,1-1 0,0 0 0,-1 1 0,1-1 0,0 1 0,-1-1 0,1 0 0,0 1 0,-1-1 0,1 0 0,-1 0 0,1 1 1,-1-1-1,1 0 0,-1 0 0,1 0 0,-1 0 0,1 1 0,-1-1 0,1 0 0,-1 0 0,1 0 0,-1 0 0,1 0 0,-1 0 0,1 0 0,-1 0 0,1-1 0,-1 1 0,1 0 0,-1 0 0,-23-8-4435,22 7 4336,-3-14-2301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01.4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159 186 5715,'7'-8'2056,"-1"0"-1,-1 0 1,0 0 0,0 0 0,0-1 0,-1 0 0,3-11 0,13-32 5775,7 9-5070,-25 41-2761,-1 1 1,1 0 0,0 0-1,0 0 1,0 0 0,-1 0 0,1 0-1,0 0 1,0 0 0,0 1-1,0-1 1,1 1 0,-1 0-1,0 0 1,0-1 0,0 1-1,0 0 1,0 1 0,0-1 0,0 0-1,0 1 1,1-1 0,2 2-1,0-1 0,1 1 0,-1 0-1,1 0 1,-1 0-1,0 1 1,0-1 0,0 1-1,7 5 1,18 18 0,-23-21 0,0 0 0,0 0 0,-1 1 0,0 0 0,0 1 0,-1-1 0,0 1 0,0 0 0,5 8 0,-4-2 0,0-2 0,0 1 0,0 0 0,-1 0 0,-1 0 0,0 1 0,-1-1 0,0 1 0,2 23 0,-4-21 0,-1-1 0,-1 0 0,0 1 0,0-1 0,-2 0 0,0 0 0,0 0 0,-2 0 0,-6 15 0,2-9 0,-1-1 0,-2 0 0,-14 20 0,18-30 0,0 0 0,-1-1 0,0 0 0,-1 0 0,0-1 0,-21 12 0,-59 28-2016,73-39 735,-1-1 0,1-1 0,-1 0-1,0-1 1,-35 4 0,3-5-6005,3 9 264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01.9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279 69 23211,'-122'37'7167,"4"-13"-4778,79-14-2389,40-7 0,9-1 0,62 1 0,195-16 0,-76-1 0,85-11 0,14-3 0,-76 0-5776,-67 0-6883,-80 16 6683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02.2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95 60 4450,'0'-2'1592,"0"-1"-1,0 1 1,0 0 0,-1 0 0,1 0-1,-1-1 1,1 1 0,-1 0-1,1 0 1,-1 0 0,0 0-1,-2-3 1,-5-4 1636,-2-3-381,10 11-2816,0 1 0,-1-1 0,1 1 0,0 0 0,0-1 0,0 1 0,-1 0 0,1-1 0,0 1 0,0 0 0,-1-1 0,1 1 0,0 0 0,0 0 0,-1-1 0,1 1 0,0 0 0,-1 0 0,1 0 0,-1-1 0,1 1 0,0 0 0,-1 0 0,1 0 0,0 0 0,-1 0 0,1 0 0,-1 0 0,1 0 0,0 0 0,-1 0 0,1 0 0,-1 0 0,1 0 0,0 0 0,-1 0 0,1 0 0,-1 0 0,1 1 0,0-1 0,-1 0 0,1 0 0,0 0 0,-1 1 0,1-1 0,0 0 0,-1 0 0,1 1 0,-1-1 0,-27 29-31,27-28 0,1 0 0,-1 0 0,0 1 0,0-1 0,1 1 0,-1-1 0,1 0 0,-1 1 0,1-1 0,0 1 0,0-1 0,-1 1 0,1-1 0,0 1 0,0-1 0,1 1 0,-1-1 0,0 1 0,1 1 0,0 7 0,-10 45 0,6-43 0,0 0 0,1-1 0,0 19 0,2 319 0,19-179 0,-19-161 0,1 0 0,0-1 0,1 1 0,0 0 0,0-1 0,4 9 0,-3-9 0,0 0 0,-1-1 0,0 1 0,-1 0 0,2 16 0,-3-20 0,0 0 0,1 0 0,-1 0 0,1 0 0,0 0 0,0 0 0,0 0 0,1 0 0,0 0 0,3 5 0,-3-5 0,0 0 0,0-1 0,-1 1 0,1 0 0,-1 0 0,0 0 0,0 0 0,0 0 0,-1 0 0,1 7 0,-1-3 1,-1-2-161,1 1-1,0-1 0,0 0 1,1 0-1,-1 0 1,1 0-1,1 0 0,-1 0 1,1 0-1,0 0 0,6 11 1,-8-15-719,1 0 1,0 0 0,0 0-1,-1 1 1,1-1-1,-1 0 1,0 1 0,0-1-1,0 0 1,0 1 0,0-1-1,-1 5 1,1-1-1984,23-19-11943,-18-3 13082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02.5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122 868 656,'1'-13'513,"1"1"0,0 0 0,1 0 0,0 0 0,1 0 0,1 0 0,-1 1 0,11-17 0,-7 11 494,0 0 0,8-26 0,-9 16 382,-2-2 0,0 1-1,1-50 1,-5 65-726,0 1 0,1-1 0,0 1 1,6-20-1,-4 21 68,-1 0 1,-1-1 0,0 0-1,1-18 1,-5-23 2436,1 35-1623,0 1 1,1-1-1,1 1 1,5-33 0,1 29-833,2-26-378,-9 44-335,0 0 0,0 1 0,1-1 0,-1 0 0,1 1 0,0-1 0,0 1 0,0-1 0,0 1 0,0-1 0,0 1 0,1 0 0,-1-1 0,1 1 0,2-3 0,10-16 0,-11 17 0,1 0 0,-1 1 0,1 0 0,-1 0 0,1 0 0,0 0 0,0 0 0,0 1 0,1 0 0,-1 0 0,1 0 0,-1 0 0,1 1 0,0-1 0,-1 1 0,1 1 0,0-1 0,6 0 0,-3 8 0,9 1 0,-14-7 0,0 1 0,0-1 0,0 1 0,0 0 0,0 0 0,0 0 0,-1 0 0,1 0 0,-1 0 0,1 1 0,-1-1 0,0 1 0,0 0 0,0-1 0,0 1 0,1 5 0,23 56 0,-14-30 0,-8-24 0,0-1 0,-1 1 0,-1 0 0,0 0 0,0 0 0,1 18 0,-3 6 0,1-15 0,0 0 0,-2 1 0,-5 33 0,-33 92 0,38-138 0,0-1 0,0 1 0,-1-1 0,0 0 0,0 1 0,0-1 0,-1 0 0,0 0 0,0 0 0,0-1 0,-5 7 0,2-5 0,1 0 0,1 0 0,0 0 0,0 1 0,0 0 0,1-1 0,0 1 0,0 1 0,1-1 0,-2 10 0,1 9 0,1 53 0,2-65 0,0-12 0,1 1 0,-1-1 0,1 0 0,0 0 0,0 0 0,1 0 0,-1 0 0,1 0 0,-1 0 0,1 0 0,0 0 0,0-1 0,0 1 0,0-1 0,1 1 0,-1-1 0,1 0 0,-1 0 0,1 0 0,0 0 0,4 2 0,3 1 0,1 1 0,-1-2 0,1 1 0,0-2 0,13 4 0,-22-7 0,0 1 0,1-1 0,-1 1 0,0-1 0,0 0 0,0 0 0,1 0 0,-1 0 0,0 0 0,0-1 0,0 1 0,1 0 0,-1-1 0,0 0 0,0 0 0,0 1 0,0-1 0,0 0 0,0-1 0,0 1 0,-1 0 0,1-1 0,0 1 0,-1-1 0,1 1 0,-1-1 0,1 1 0,-1-1 0,0 0 0,1 0 0,-1 0 0,0 0 0,0 0 0,-1 0 0,1 0 0,0 0 0,-1 0 0,1-5 0,0 3 0,0-1 0,-1 0 0,1 1 0,-1-1 0,-1 0 0,1 1 0,0-1 0,-1 0 0,0 1 0,0-1 0,-1 1 0,1 0 0,-1-1 0,0 1 0,0 0 0,0 0 0,-5-6 0,-19-24 0,17 23 0,0 0 0,0 0 0,-15-13 0,3 9 0,-1 0 0,0 2 0,-31-14 0,32 19 50,-1 2 0,-30-6 0,-13-3-904,-9 2-5948,-2 11-5656,29 2-249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05.6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1475 1813 2673,'5'3'506,"-1"-1"-1,1 1 1,0 0 0,-1 0-1,0 1 1,0-1-1,0 1 1,0 0-1,4 5 1,-3-3-325,1 1-1,0-2 1,0 1-1,0-1 1,13 8-1,7-2 341,0-1 1,0-1-1,1-1 1,0-2-1,1-1 0,52 4 1,-15-2 1327,-53-5-1365,1-1 0,0-1 0,-1 0 1,1 0-1,-1-2 0,21-4 0,35-4 1889,91-19 2443,-60 8-2418,-22 3-1533,-1-3 0,-1-4 0,-1-3 0,-1-4-1,72-42 1,-121 60-835,-1-1-1,0-1 0,-1-1 1,-1 0-1,-1-2 1,-1 0-1,24-31 1,-23 21-21,0-1 0,-2 0 0,-2-1 1,-1-1-1,14-41 0,-24 57-9,-1-1 0,0 1 0,1-21 0,2-12 0,-2 23 0,0 4 0,0-1 0,-2 0 0,0-1 0,-2 1 0,-1 0 0,-3-38 0,-12-4 0,-25-67 0,26 88 0,5 18 0,-1-1 0,-1 1 0,-1 1 0,-2 0 0,0 1 0,-20-24 0,9 18 0,-1 1 0,-1 1 0,-58-45 0,22 26 0,-2 2 0,-1 3 0,-102-47 0,117 67 0,-1 2 0,-1 2 0,-1 2 0,0 3 0,-97-10 0,59 18 0,0 5 0,-177 21 0,187-9 0,0 3 0,1 4 0,1 3 0,-96 40 0,20-1 0,-103 45 0,198-77 0,1 3 0,-67 47 0,73-41 0,1 3 0,2 2 0,-85 94 0,118-117 0,1 2 0,2 0 0,0 1 0,1 0 0,1 1 0,1 1 0,1 0 0,2 0 0,0 1 0,2 0 0,0 1 0,-2 31 0,6-35 0,1 1 0,1 0 0,1 0 0,2-1 0,0 1 0,1 0 0,1-1 0,2 0 0,0 0 0,1 0 0,13 25 0,-6-17 0,1-1 0,1 0 0,2-2 0,1 0 0,1-1 0,1-1 0,28 26 0,-9-15 0,3-2 0,0-1 0,88 50 0,-66-55 0,1-3 0,2-3 0,84 19 0,-38-20 0,136 9 0,-163-28 0,149-15 0,-156 6 0,154-28 0,-196 28 0,-1-1 0,58-21 0,-79 22 0,-27 7 0,6 0 0,-1 0 0,0-1 0,0 1 0,1-1 0,-1-1 0,-8 0 0,9-1-809,1 0 0,-1 1 0,1 0 0,-1 0 0,0 0 1,1 0-1,-1 1 0,0 0 0,-5 0 0,10-14-9354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14.3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244 140 864,'0'-81'12345,"-23"76"-9264,23 5-2882,-1 0-1,1-1 1,-1 1 0,1-1-1,-1 1 1,1-1 0,0 1-1,-1-1 1,1 1 0,0-1-1,-1 1 1,1-1 0,0 1-1,0-1 1,0 1 0,0-1-1,-1 1 1,1-1 0,0 0-1,0 1 1,0-1 0,0 1-1,0-1 1,0 0-1,0 1 1,1-1 0,-1 1-1,0-1 1,0 1 0,1-2-1,-1 1 258,0 0 0,0 0 1,1 0-1,-1 1 0,0-1 0,0 0 0,0 0 0,0 0 0,0 0 0,0 0 0,0 0 0,-1 0 0,1 0 0,0 0 0,0 0 0,-1 1 0,1-1 0,-1 0 0,1 0 0,0 0 0,-2 0 1,-1-2-418,-1 1 1,1 1-1,-1-1 1,0 1 0,0-1-1,0 1 1,0 0 0,-7 0-1,11 0-40,-1 1-1,0-1 0,0 1 0,0 0 0,0 0 1,0 0-1,0 0 0,0 0 0,0 0 1,0 0-1,0 0 0,0 0 0,0 0 0,0 0 1,0 0-1,0 1 0,0-1 0,0 0 0,1 1 1,-1-1-1,0 1 0,0-1 0,0 1 1,0-1-1,1 1 0,-1 0 0,0-1 0,1 1 1,-1 0-1,0-1 0,1 1 0,-1 0 0,1 0 1,-1 0-1,1 0 0,-1-1 0,1 1 1,0 0-1,-1 1 0,0 2 2,0 1 0,-1-1 0,1 0 0,-1-1 0,0 1 0,0 0 0,-1 0 0,1-1 0,-1 0 0,-5 7 0,-7 9 0,-10 50 0,18-52 0,0 1 0,1 0 0,1 1 0,-5 34 0,-5 19 0,6-43 0,6-23 0,1 1 0,0-1 0,0 1 0,0 0 0,1 0 0,0 0 0,0 0 0,0 0 0,1 0 0,0 0 0,1-1 0,0 1 0,2 13 0,36 89 0,-37-104 0,-1 0 0,1 1 0,0-1 0,1 0 0,-1 0 0,1 0 0,0 0 0,0-1 0,1 1 0,-1-1 0,1 0 0,0 0 0,0 0 0,0 0 0,1-1 0,-1 0 0,1 0 0,0 0 0,0 0 0,9 3 0,11 3 0,2-1 0,-1-2 0,1 0 0,52 3 0,-47-11-52,0 0-1,0-2 1,0-2 0,-1-1-1,0-1 1,0-1-1,39-19 1,-60 23-947,0-1 0,0 0-1,-1-1 1,1 1 0,9-11-1,25-17-4169,78-46-6844,-78 52 8816,-13-7 377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15.4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360 247 736,'5'-1'510,"0"0"-1,-1 0 1,1 0-1,0 0 1,-1 0-1,1-1 1,8-4-1,14-5 2117,-23 10-2448,-3 1-129,-1 0-1,1 0 1,-1 0-1,1 0 1,0 0-1,-1 0 1,1 0 0,-1 0-1,1 0 1,0 0-1,-1 0 1,1 0-1,-1-1 1,1 1-1,-1 0 1,1 0 0,-1-1-1,1 1 1,-1 0-1,1-1 1,-1 1-1,1-1 1,-1 1 0,1 0-1,-1-1 1,0 1-1,1-1 1,-1 1-1,0-1 1,0 1-1,1-1 1,-1 0 0,0 1-1,0-1 1,0 1-1,1-1 1,-1 1-1,0-1 1,0 0 0,0 0-1,0 0 4,0 1 1,0 0-1,1-1 1,-1 1-1,0-1 0,0 1 1,1-1-1,-1 1 0,0 0 1,1-1-1,-1 1 1,1-1-1,-1 1 0,0 0 1,1 0-1,-1-1 0,1 1 1,-1 0-1,1 0 0,-1-1 1,1 1-1,-1 0 1,1 0-1,-1 0 0,1 0 1,-1 0-1,1 0 0,-1 0 1,1 0-1,-1 0 1,2 0-1,-2 0 32,1 0 1,-1 0-1,1 0 0,-1 0 1,1 0-1,-1 0 0,1 0 1,0 0-1,-1 0 1,1 0-1,-1 0 0,1 0 1,-1-1-1,0 1 0,1 0 1,-1 0-1,1 0 0,-1-1 1,1 1-1,-1 0 0,1-1 1,-1 1-1,0 0 1,1-1-1,-1 1 0,0-1 1,1 1-1,-1-1 0,0 1 1,0 0-1,1-2 0,-1 1 185,0 0 0,0 0 0,0 0 0,0 1 0,0-1 0,0 0 0,1 0 0,-1 0 0,0 0 0,1 0 0,-1 0 0,0 0 0,1 1 0,-1-1 0,1 0 0,-1 0 0,1 1 0,0-1 0,-1 0 0,1 1 0,0-1 0,-1 1 0,1-1 0,0 0 0,1 0 0,11-11 3026,-10-6 1711,-4 16-4823,0 0 0,0 1-1,-1-1 1,1 0 0,0 0-1,-1 1 1,1-1-1,-1 1 1,0 0 0,1-1-1,-1 1 1,0 0 0,0 0-1,0 0 1,-2-1 0,-21-15 384,19 12-567,0 0 0,-1 0 0,0 1 0,0 0 0,0 0 0,-1 1 0,1 0 0,-1 0 0,0 1 0,0 0 0,0 0 0,0 1 0,0 0 0,0 0 0,0 1 0,0 0 0,0 1 0,0-1 0,-14 4 0,-2 5 0,1 0 0,0 1 0,1 2 0,-31 20 0,44-26 0,0 0 0,1 1 0,0 0 0,0 0 0,1 1 0,0 0 0,0 0 0,1 1 0,0 0 0,1 0 0,0 0 0,0 1 0,-5 16 0,-30 93 0,38-112 0,1 0 0,-1 0 0,1 0 0,0 0 0,1 0 0,0 1 0,0-1 0,0 0 0,4 14 0,18 56 0,-22-77 0,2 5 0,-1 1 0,0 0 0,0-1 0,-1 1 0,1 0 0,-1 6 0,2 19 0,1-18 0,-2-9 0,0 1 0,0 0 0,0 0 0,1 0 0,0-1 0,0 1 0,0-1 0,0 1 0,1-1 0,0 0 0,-1 0 0,2 0 0,-1-1 0,7 8 0,20 17 0,10 9 0,-38-35 0,1-1 0,-1 0 0,1 1 0,0-1 0,0 0 0,-1 0 0,1-1 0,0 1 0,0-1 0,0 1 0,0-1 0,-1 0 0,1 0 0,0 0 0,0 0 0,5-2 0,5 0 0,-10 2 0,0 0 0,0-1 0,0 1 0,0-1 0,-1 0 0,1 1 0,0-1 0,0 0 0,-1-1 0,1 1 0,0 0 0,-1-1 0,1 1 0,-1-1 0,0 0 0,0 0 0,4-4 0,-5 3 0,0 0 0,1 1 0,-1-1 0,0 0 0,1 1 0,0-1 0,0 1 0,-1-1 0,1 1 0,1 0 0,-1 0 0,0 0 0,0 0 0,4-2 0,-4 3 0,-1-1 0,1 1 0,-1-1 0,0 1 0,1-1 0,-1 0 0,0 0 0,0 0 0,0 0 0,0 0 0,0 0 0,0 0 0,-1 0 0,2-4 0,5-16 0,7-1 0,-10 18 0,0 0 0,-1 0 0,0-1 0,0 0 0,0 1 0,2-8 0,21-62 0,-24 70 0,0 0 0,-1-1 0,1 1 0,-1 0 0,-1-1 0,1 1 0,-1-1 0,0 1 0,0-1 0,-2-8 0,0-14 0,2-40 0,0 68 0,0-1 0,0 1 0,0 0 0,0 0 0,0 0 0,0-1 0,0 1 0,0 0 0,0 0 0,0-1 0,0 1 0,0 0 0,0 0 0,0 0 0,0-1 0,0 1 0,1 0 0,-1 0 0,0 0 0,0-1 0,0 1 0,0 0 0,0 0 0,1 0 0,-1 0 0,0-1 0,0 1 0,0 0 0,0 0 0,1 0 0,-1 0 0,0 0 0,0 0 0,0 0 0,1 0 0,-1 0 0,0-1 0,0 1 0,0 0 0,1 0 0,-1 0 0,0 0 0,0 0 0,1 0 0,-1 0 0,0 0 0,0 1 0,0-1 0,1 0 0,15 9 0,21 24 0,-30-26 0,18 12 0,1-1 0,1-1 0,29 14 0,-21-11 0,-22-15 0,0 0 0,0-1 0,0 0 0,1 0 0,0-2 0,-1 0 0,1 0 0,0-1 0,0-1 0,0 0 0,0-1 0,17-4 0,-25 3 0,-1 0 0,1 0 0,0-1 0,-1 1 0,0-1 0,0-1 0,0 1 0,0-1 0,0 0 0,-1 0 0,1 0 0,-1-1 0,0 1 0,5-9 0,6-5 0,-10 11 0,1-1 0,-1 0 0,0 0 0,-1 0 0,0-1 0,0 1 0,-1-1 0,0 0 0,0 0 0,-1 0 0,0-1 0,0-9 0,-2-235 0,0 253 0,0-1 0,0 0 0,0 0 0,0 1 0,-1-1 0,1 0 0,-1 0 0,1 1 0,-1-1 0,1 0 0,-1 1 0,0-1 0,0 1 0,0-1 0,0 1 0,0-1 0,0 1 0,0 0 0,-1-1 0,1 1 0,-3-2 0,-1-2 0,4 4 0,0-1 0,0 1 0,0-1 0,0 1 0,1-1 0,-1 0 0,0 1 0,1-1 0,0 0 0,-1 1 0,1-1 0,0 0 0,0 0 0,0-3 0,2 2 0,-1 25 0,-3 12 0,1-22 0,1-1 0,0 1 0,0 0 0,1 0 0,0 0 0,5 15 0,0-9 0,-3-7 0,1-1 0,-1 0 0,-1 1 0,0 0 0,-1 0 0,1 11 0,-1 13 0,2 0 0,1 0 0,2 0 0,1 0 0,17 47 0,-13-47 0,11 69 0,-11-43 0,-2-12 0,-2 0 0,-2 0 0,-2 58 0,-3-95 0,1 1 0,1-1 0,1 1 0,5 17 0,-5-18 0,0-1 0,0 1 0,-1 0 0,1 17 0,-1 17 77,-1-33-162,0 1 0,-1-1-1,0 0 1,-1 1-1,0-1 1,-6 24 0,-4-22-1115,1 1-1614,8 0-2390,2-10 2896,1 12-2055,-6-6-1657,-10 3 852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15.7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188 108 6371,'0'-68'19806,"0"67"-19699,0 0-1,0 0 1,0 0-1,0 0 1,1 0-1,-1 0 0,1 0 1,-1 0-1,1 0 1,-1 0-1,1 0 1,-1 0-1,1 0 1,0 0-1,-1 0 0,1 0 1,0 1-1,0-1 1,0 0-1,0 1 1,0-1-1,0 0 1,-1 1-1,1 0 0,2-1 1,3-3 247,-5 2-304,1 1-1,-1 0 1,1 0 0,-1 0-1,1 0 1,-1 0 0,1 0 0,0 0-1,-1 0 1,1 1 0,0-1 0,0 1-1,0-1 1,-1 1 0,1 0 0,0 0-1,0-1 1,0 1 0,0 1 0,0-1-1,0 0 1,-1 0 0,5 2 0,0 0 136,0 1 0,0 0 1,0 0-1,0 1 0,7 5 1,2 2 299,-6-6-378,-4-2-79,1 0 1,-1 0-1,0 0 1,0 1 0,0 0-1,0 0 1,-1 0-1,0 0 1,0 1 0,0 0-1,0 0 1,-1 0-1,1 0 1,-1 0 0,-1 1-1,1-1 1,-1 1-1,2 6 1,11 38-30,-12-43 0,0 0 0,0 1 0,-1-1 0,0 1 0,0 0 0,-1 0 0,0 0 0,-1-1 0,1 1 0,-1 0 0,-1 0 0,0 0 0,0 0 0,-2 8 0,-5 1 0,0-1 0,0 0 0,-13 17 0,-3 7 0,17-28 0,-1-1 0,-1 1 0,1-2 0,-2 1 0,1-1 0,-1 0 0,-1-1 0,0 0 0,-20 12 0,3-5 0,-2-1 0,0-1 0,-35 11 0,40-15 101,18-6-218,-1 0 1,1-1 0,-1-1-1,0 1 1,-15 2-1,18-5-3017,27-29-18014,-17 27 20008,15-9-2245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16.4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376 497 3986,'26'-6'8569,"-5"1"2572,-16 2-9585,14-7-745,-19 10-781,0 0 0,1-1 0,-1 1 0,0 0 0,1 0 0,-1 0 0,0 0 1,0-1-1,1 1 0,-1 0 0,0 0 0,0-1 0,1 1 0,-1 0 1,0 0-1,0-1 0,0 1 0,1 0 0,-1-1 0,0 1 0,0 0 0,0-1 1,0 1-1,0 0 0,0-1 0,0 1 0,1 0 0,-1-1 0,0 1 0,0-1 1,-1 1-1,1 0 0,0-1 0,0 1 0,0 0 0,0-1 0,0 1 0,0 0 1,0-1-1,0 1 0,-1 0 0,1-1 0,0 1 0,0 0 0,0 0 0,-1-1 1,1 1-1,0 0 0,-1 0 0,1-1 0,0 1 0,0 0 0,-1 0 1,1 0-1,0-1 0,-1 1 0,1 0 0,-22-25 2601,20 22-2340,0 0 0,-1 0-1,1-1 1,-1 1 0,1 1 0,-1-1-1,-5-4 1,-2 4-291,0 0 0,-1 0 0,1 1 0,-1 0 0,1 1 0,-1 1 0,1-1 0,-19 3 0,3-2 0,19 0 0,0 1 0,-1-1 0,1 1 0,0 0 0,0 1 0,0 0 0,0 0 0,0 1 0,0 0 0,0 0 0,1 0 0,0 1 0,0 0 0,0 0 0,0 0 0,0 1 0,-5 6 0,-12 6 0,13-11 0,1 1 0,0 0 0,1 0 0,-1 0 0,1 1 0,1 0 0,0 1 0,0 0 0,-8 14 0,8 0 0,2-1 0,0 2 0,1-1 0,2 0 0,0 1 0,3 39 0,-1-40 0,1-19 0,0 0 0,0 1 0,0-1 0,0 0 0,1 0 0,0 0 0,0 0 0,0 0 0,0-1 0,0 1 0,1-1 0,0 1 0,-1-1 0,6 4 0,9 15 0,-14-20 0,0 1 0,0-1 0,0 1 0,0-1 0,0 0 0,0 0 0,0 0 0,1 0 0,-1-1 0,1 1 0,0-1 0,-1 0 0,1 0 0,6 0 0,-3 0 0,0 0 0,0 0 0,0-1 0,0 0 0,13-1 0,-9-2 0,0-1 0,0 1 0,0-2 0,-1 1 0,0-1 0,0-1 0,0 0 0,14-11 0,-1-3 0,40-46 0,-57 57 0,1 0 0,-2 0 0,1-1 0,4-12 0,0 2 0,-7 13 0,1 0 0,-1 0 0,0 0 0,0 0 0,-1 0 0,0 0 0,1-12 0,-3 18 0,0 0 0,0 0 0,0 1 0,0-1 0,0 0 0,0 0 0,0 0 0,0 1 0,0-1 0,1 0 0,-1 0 0,0 0 0,1 1 0,-1-1 0,0 0 0,1 1 0,-1-1 0,1 0 0,-1 1 0,1-1 0,-1 0 0,1 1 0,-1-1 0,1 1 0,0-1 0,-1 1 0,1-1 0,0 1 0,0-1 0,-1 1 0,1 0 0,0 0 0,0-1 0,-1 1 0,1 0 0,0 0 0,0 0 0,0 0 0,0 0 0,-1 0 0,1 0 0,0 0 0,0 0 0,0 0 0,1 1 0,0-1 0,1 1 0,0 0 0,-1 0 0,0 0 0,1 0 0,-1 0 0,0 1 0,1-1 0,-1 1 0,0-1 0,0 1 0,0 0 0,3 3 0,8 10 0,1 0 0,1-1 0,0 0 0,1-2 0,1 0 0,0 0 0,33 15 0,-41-22 0,0-1 0,1 0 0,-1-1 0,17 4 0,-23-6 0,0-1 0,0 1 0,0 0 0,0-1 0,0 0 0,1 0 0,-1 0 0,0 0 0,0 0 0,0-1 0,0 1 0,0-1 0,1 0 0,-1 0 0,0 0 0,-1 0 0,1-1 0,4-2 0,-6 4 0,2-3 0,1 0 0,-1 0 0,0 0 0,0 0 0,0-1 0,0 1 0,-1-1 0,1 0 0,-1 0 0,0 0 0,0 0 0,0 0 0,-1 0 0,1-1 0,-1 1 0,0 0 0,-1-1 0,2-8 0,-2 7 0,0 0 0,1 0 0,1 0 0,-1-1 0,1 1 0,0 0 0,3-6 0,-2 5 0,-1 1 0,0-1 0,0 0 0,0-1 0,-1 1 0,0 0 0,1-10 0,-2-141 0,-1 145 0,0 0 0,-1 1 0,0-1 0,-7-20 0,6 22 0,0 0 0,0-1 0,1 1 0,0-19 0,1 16 0,0 0 0,-1 0 0,-4-17 0,-3-32 0,9 61 0,0 0 0,0 0 0,0 0 0,-1 0 0,1 0 0,-1 0 0,1 0 0,-1 1 0,1-1 0,-1 0 0,0 0 0,0 1 0,0-1 0,0 0 0,0 1 0,0-1 0,0 1 0,-3-3 0,2 3 0,1 0 0,0 0 0,0 0 0,0-1 0,0 1 0,0 0 0,1-1 0,-1 1 0,0 0 0,0-1 0,1 1 0,-1-1 0,1 1 0,0-1 0,-1 1 0,1-1 0,0 1 0,0-4 0,0 5 0,0-1 0,0 1 0,0-1 0,0 1 0,0-1 0,1 1 0,-1-1 0,0 1 0,0-1 0,-1 0 0,1 1 0,0-1 0,0 1 0,0-1 0,0 1 0,0-1 0,0 1 0,-1-1 0,1 1 0,0-1 0,-1 1 0,1-1 0,0 1 0,-1-1 0,1 1 0,0-1 0,-1 1 0,1 0 0,-1-1 0,1 1 0,-1 0 0,1-1 0,-1 1 0,1 0 0,-1 0 0,1 0 0,-1-1 0,1 1 0,-1 0 0,1 0 0,-1 0 0,1 0 0,-1 0 0,1 0 0,-1 0 0,0 0 0,1 0 0,-1 0 0,1 0 0,-1 0 0,1 0 0,-1 1 0,1-1 0,-1 0 0,1 0 0,-1 1 0,1-1 0,-1 0 0,0 1 0,0 0 0,0 0 0,0 0 0,0 0 0,1 0 0,-1 0 0,0 0 0,1 0 0,-1 0 0,1 0 0,-1 1 0,1-1 0,-1 0 0,1 0 0,0 1 0,0-1 0,-1 0 0,1 0 0,0 1 0,0-1 0,0 0 0,0 0 0,1 1 0,-1-1 0,0 0 0,0 0 0,1 1 0,-1-1 0,1 0 0,-1 0 0,1 0 0,0 0 0,-1 0 0,2 2 0,1 0 0,0 1 0,-1 0 0,0 0 0,1 0 0,-2 0 0,1 0 0,0 0 0,-1 1 0,0-1 0,0 0 0,0 1 0,0-1 0,0 9 0,-1-6 0,1 0 0,-1 0 0,2 0 0,-1 0 0,1 0 0,0 0 0,4 7 0,3 13 0,0 19 0,7 20 0,-10-47 0,0 0 0,4 31 0,-6-29 0,0 1 0,13 33 0,7 11 0,-2 1 0,21 117 0,-29-111 0,-8-49 0,-2 0 0,-1-1 0,1 37 0,-5-50-643,0 1-1,-1-1 1,0 1-1,-1-1 1,-7 19 0,-2 7-2503,4-18 164,0 8-3926,3-16 2037,-10-8 2317,12-2 1679,-2 0-2153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16.5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1 201 3842,'1'-30'4555,"-1"21"-2304,1 1 0,1 0-1,-1 1 1,1-1 0,1 0 0,2-7-1,2-13 2184,-7 27-4324,0 0 0,0 0 0,0 0 0,0 0 0,0 0 0,0 0 0,0 0 0,0 0 0,1 0 0,-1 0 0,0 1 0,1-1 0,-1 0 0,1 0 0,-1 0 0,1 0 0,-1 1 0,1-1 1,0 0-1,-1 0 0,1 1 0,0-1 0,0 0 0,-1 1 0,1-1 0,0 1 0,0-1 0,0 1 0,0 0 0,0-1 0,0 1 0,0 0 0,-1 0 0,1-1 0,0 1 0,0 0 0,2 0 0,56-11-1886,0 3 0,1 2 0,73 3-1,-104 2-4217,59-12 0,-18 2-677,-23 10 3142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16.7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61 6003,'21'-25'13498,"-21"24"-12791,1-1 0,0 1-1,0 0 1,0-1 0,0 1 0,0 0-1,0 0 1,0 0 0,0 0 0,0 0-1,1 0 1,-1 0 0,0 0 0,1 0-1,-1 1 1,3-2 0,-3 2-677,-1 0 1,0 0 0,1-1-1,-1 1 1,1 0 0,-1 0-1,0 0 1,1 0 0,-1-1-1,0 1 1,1 0 0,-1 0-1,0-1 1,1 1 0,-1 0-1,0 0 1,0-1 0,1 1-1,-1 0 1,0-1 0,0 1-1,0-1 1,1 1 0,-1 0-1,0-1 1,0 1 0,0 0-1,0-1 1,0 1 0,0-1-1,0 1 1,0 0 0,0-1-1,0 1 1,0-1 0,0 1-1,0 0 1,0-1 0,0 1-1,0-1 1,-1 1 0,1 0-1,0-1 1,0 1 0,0 0-1,-1-1 1,1 1 0,0 0-1,0-1 1,-1 1 0,-3 1-188,11 18 1,-4-12 156,0-1 0,-1 1 0,0 0 0,0 0 0,-1 0 0,1 0 0,-2 0 0,1 0 0,-1 0 0,0 8 0,0-7 0,1 0 0,0 0 0,1 0 0,0 1 0,0-2 0,4 9 0,-3-8 0,-1 0 0,1-1 0,-1 1 0,-1 1 0,0-1 0,1 8 0,-1 0 0,0 0 0,6 29 0,3 27 0,-10-59 0,2-1 0,-1 1 0,2-1 0,5 19 0,-5-20 0,0 1 0,0-1 0,-1 1 0,1 18 0,-3-7 0,1 0 0,1 0 0,1 0 0,6 23 0,-5-24-1707,-1 1 0,-2-1 0,0 1 0,-4 34 0,0 6-2286,3-6-10358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17.1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113 561 4818,'-3'-68'9115,"-10"6"-4986,11 52-3861,0-1 0,1 1 0,0 0 0,1 0 0,0-1 0,2-14 0,-1-11 435,-1 30-561,1 1-1,-1-1 1,1 1-1,0 0 1,1-1-1,3-9 1,-3 10 111,-1 0 0,1 0 0,-1 0 0,0-1 0,0 1 0,0-11 0,-1 13-83,0 0-1,1 0 1,-1 1 0,1-1 0,-1 0 0,1 1 0,0-1-1,0 0 1,0 1 0,1-1 0,-1 1 0,0-1 0,3-2-1,-2 3 26,-1 0-1,1-1 0,-1 1 0,1-1 0,-1 1 0,0-1 0,0 1 1,0-1-1,-1 0 0,1 1 0,-1-1 0,1 0 0,-1-3 0,1 1 63,0 0-1,0 0 0,0 0 1,1 0-1,-1 0 0,1 1 1,0-1-1,1 1 0,-1-1 1,1 1-1,0 0 0,0 0 0,3-4 1,13-19 423,-16 24-680,-1 1 0,1 0 0,0-1 0,0 1 0,0 0 0,0 1 0,0-1 0,1 0 0,-1 1 0,0 0 0,1 0 0,-1 0 0,6-1 0,6-2 0,-9 2 0,0 0 0,0 0 0,0 1 0,0 0 0,0 0 0,1 1 0,-1 0 0,0 0 0,0 0 0,0 1 0,0 0 0,1 0 0,-1 0 0,8 4 0,9 0 0,-21-5 0,0 1 0,0-1 0,0 0 0,0 1 0,0-1 0,0 1 0,0 0 0,0-1 0,0 1 0,0 0 0,0 0 0,0 0 0,-1 1 0,1-1 0,0 0 0,-1 1 0,1-1 0,-1 1 0,1-1 0,-1 1 0,0 0 0,1 2 0,7 15 0,-5-12 0,-1-1 0,0 1 0,0 0 0,-1 0 0,0 0 0,0 1 0,-1-1 0,0 0 0,1 14 0,-1 11 0,0-24 0,-1 0 0,0 0 0,0 0 0,0 0 0,-1-1 0,0 1 0,-4 13 0,-5 1 0,-7 23 0,-30 74 0,45-113 0,0 1 0,-1-1 0,1 0 0,-2 0 0,-4 8 0,3-8 0,2 1 0,-1-1 0,1 1 0,0-1 0,0 1 0,-1 8 0,-2 1 0,4-10 0,0 0 0,1 0 0,-1 0 0,1 0 0,0 1 0,0 6 0,0-9 0,1 0 0,-1-1 0,0 1 0,0 0 0,-1 0 0,1-1 0,-1 1 0,0-1 0,-2 5 0,2-7 0,1 1 0,-1 0 0,1 0 0,0 0 0,-1 0 0,1 0 0,0 0 0,0 0 0,1 0 0,-1 1 0,0-1 0,1 0 0,0 0 0,-1 1 0,1-1 0,0 0 0,0 1 0,0-1 0,0 0 0,1 1 0,-1-1 0,1 0 0,-1 1 0,1-1 0,0 0 0,2 4 0,6 2 0,-8-8 0,0 1 0,0-1 0,0 1 0,0-1 0,-1 1 0,1-1 0,0 1 0,0 0 0,-1-1 0,1 1 0,0 0 0,-1 0 0,1-1 0,-1 1 0,1 0 0,-1 0 0,0 0 0,1 0 0,-1 0 0,0 0 0,1 0 0,-1 0 0,0 0 0,0 0 0,0 0 0,0-1 0,0 3 0,1 0 0,0-1 0,-1 1 0,2 0 0,-1 0 0,0-1 0,0 1 0,1-1 0,0 1 0,-1-1 0,1 1 0,0-1 0,0 0 0,0 0 0,1 0 0,-1 0 0,0 0 0,1-1 0,-1 1 0,1-1 0,0 0 0,-1 1 0,1-1 0,0 0 0,0-1 0,-1 1 0,1 0 0,0-1 0,0 1 0,0-1 0,0 0 0,0 0 0,0 0 0,0-1 0,0 1 0,0-1 0,5-1 0,-6 0 0,0 1 0,0-1 0,0 0 0,0 0 0,0 0 0,-1 0 0,1 0 0,-1 0 0,1-1 0,-1 1 0,0 0 0,0-1 0,0 1 0,0-1 0,0 1 0,-1-1 0,1 1 0,-1-1 0,1 0 0,-1 1 0,0-5 0,0 0 0,1-1 0,-1 1 0,-1-1 0,1 0 0,-1 1 0,-4-14 0,1 12 0,0 0 0,-1 0 0,-1 1 0,1 0 0,-2 0 0,-8-10 0,-3-3 0,8 10-258,-1 0-1,0 1 1,0 0 0,-1 1 0,-1 0-1,1 1 1,-1 1 0,-1 0 0,-18-7-1,5 4-1089,1 1-1,-2 2 0,1 0 0,-34-2 0,15 0-7348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20.3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2 736,'0'0'1993,"-5"0"262,2-1-2632,2 1 582,0 0 0,1 0 1,-1 0-1,1-1 0,-1 1 0,0 0 0,1 0 1,-1 0-1,0 0 0,1 0 0,-1 0 1,0 0-1,1 0 0,-1 1 0,0-1 0,1 0 1,-1 0-1,1 0 0,-1 1 0,1-1 1,-1 0-1,0 1 0,1-1 0,-1 1 0,1-1 1,-1 0-1,1 1 0,0-1 0,-1 1 1,1-1-1,-1 1 0,1-1 0,0 1 0,-1 0 1,1 2 1544,0-13 1456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26.4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1313 2352 2913,'-11'4'730,"1"0"0,0-1-1,-1 0 1,0-1-1,0 0 1,1-1 0,-1-1-1,0 1 1,0-1-1,-14-3 1,-8 2-397,29 1-18,4 1-294,0-1 1,0 0 0,0 0-1,0 1 1,0-1 0,0 0 0,1 0-1,-1 1 1,0-1 0,0 0-1,0 0 1,0 1 0,0-1-1,0 0 1,-1 0 0,1 1 0,0-1-1,0 0 1,0 1 0,0-1-1,0 0 1,0 0 0,0 0 0,0 1-1,-1-1 1,1 0 0,0 0-1,0 1 1,0-1 0,-1 0-1,1 0 1,0 0 0,0 0 0,0 1-1,-1-1 1,1 0 0,-1 0 54,0 1 0,0-1 0,0 1 0,0-1 0,0 1 0,0-1 0,0 1 0,0 0 0,1-1 0,-1 1 0,0 0 0,0 0 0,1 0 0,-1-1 0,1 1 0,-1 0 0,0 0 0,1 0 0,0 0 0,-1 0 0,1 0 0,0 0 0,-1 0 0,1 0 0,0 0 0,0 0 0,0 0 0,0 0 0,0 0 0,0 1 0,0-1 0,0 0 0,0 0 0,1 1 0,13 11 1145,-12-12-1023,0 9 261,-2-9-432,0 0 1,0 0-1,0 0 1,0-1-1,0 1 1,0 0-1,0 0 1,0 0-1,1-1 1,-1 1-1,0 0 0,0 0 1,1-1-1,-1 1 1,1 0-1,-1-1 1,1 1-1,-1 0 1,1 0-1,5 4 44,-1 1-1,1 0 1,-1-1-1,-1 2 1,0-1-1,6 9 1,-9-11-62,1-1-1,0 0 1,0 0-1,0-1 1,0 1 0,0 0-1,1-1 1,-1 1-1,1-1 1,3 3 0,18 18 85,-9-7-2,1 0-1,1-1 1,1-1-1,-1 0 0,2-1 1,0-1-1,1-1 1,0-1-1,37 14 0,12-1 926,116 25 0,-152-41-770,65 16 439,1-5 0,1-3 0,104 0 0,-90-13-2,150-6 1241,-165-18-1042,-84 20-791,30-4 446,1-1-1,59-20 1,131-68 1684,-204 81-2079,0-2-1,-2-2 1,0 0-1,33-27 1,103-97 393,-156 131-536,-1 0 0,-1 0 0,0-1 0,0 0 0,7-18 0,3-2 0,123-210 0,-132 223 0,-1 0 0,8-30 0,-5 16 0,-8 20 0,-1 1 0,0-1 0,-1 1 0,0-1 0,-1 1 0,-3-22 0,2-8 0,2-1 0,1 27 0,-1 0 0,-1-1 0,0 1 0,-2 0 0,-5-31 0,-32-87 0,27 83 0,3 9 0,-1-1 0,-3 2 0,-20-48 0,11 29 0,19 48 0,-1 1 0,-1-1 0,-8-15 0,-23-27 0,26 39 0,-1 0 0,2-1 0,-15-32 0,17 31 0,0 0 0,-1 0 0,0 1 0,-15-21 0,6 12 0,10 14 0,0 0 0,0 1 0,-1 0 0,0 1 0,-15-14 0,5 6 0,1 0 0,0-1 0,-20-31 0,0-1 0,-46-48 0,81 96 0,-5-6 0,-1 1 0,0-1 0,0 2 0,-10-7 0,-27-24 0,41 32 0,-1 0 0,-1 0 0,1 1 0,-1 0 0,1 0 0,-12-5 0,11 6 0,0 0 0,1 0 0,-1-1 0,1 0 0,0 0 0,-7-8 0,1 2 0,-1 0 0,0 0 0,0 2 0,-1-1 0,0 2 0,0-1 0,-19-6 0,-24-14 0,-30-2 0,60 13 0,21 14 0,0-1 0,0 1 0,0 0 0,-1 1 0,1-1 0,-8-1 0,-371-117 0,340 111 0,0 2 0,-47-3 0,-13-1 0,-31-2 0,-205 5 0,310 9 0,-9 1 0,-56 11 0,58-6 0,-54 1 0,78-6 0,0 0 0,0 1 0,0 0 0,-17 6 0,-32 6 0,-104 24 0,148-33 0,0 1 0,0 0 0,-26 14 0,-25 9 0,-45 12 0,99-36 0,1 0 0,-1 2 0,-14 7 0,-45 20 0,37-19 0,-38 20 0,34-13 0,28-16 0,1 0 0,0 1 0,1 0 0,-1 1 0,2 1 0,-1 0 0,-13 14 0,-10 12 0,24-26 0,1 0 0,0 0 0,0 0 0,1 1 0,0 1 0,1-1 0,0 1 0,-9 22 0,11-18 0,-1-1 0,-1 1 0,-14 23 0,12-25 0,2 1 0,-11 26 0,-10 81 0,19-99 0,6-16 0,1-1 0,0 0 0,0 1 0,0-1 0,1 1 0,0 0 0,0-1 0,0 9 0,1 325 0,0-334 0,1 1 0,0 0 0,0-1 0,0 1 0,0-1 0,1 0 0,4 11 0,-3-10 0,-1 0 0,1 0 0,-1 0 0,-1 1 0,1-1 0,-1 0 0,-1 1 0,1 7 0,0 12 0,1 1 0,11 52 0,-5 14 0,2-64 0,-8-22 0,1 0 0,-1 0 0,0 0 0,-1 0 0,0 0 0,1 13 0,0 4 0,0 1 0,2-1 0,1-1 0,1 1 0,11 30 0,10 41 0,-21-71 0,1 0 0,12 29 0,11 37 0,-28-84 0,1 1 0,0-1 0,0 1 0,0-1 0,1 0 0,0 0 0,6 6 0,-6-7 0,0 0 0,0 1 0,-1 0 0,1 0 0,-1-1 0,2 9 0,1 1 0,0-1 0,0 0 0,1 0 0,1-1 0,0 0 0,1 0 0,13 14 0,27 43 0,-39-55 0,0-1 0,1 0 0,1-1 0,1 0 0,-1-1 0,19 13 0,42 43 0,-69-63 0,1 0 0,0-1 0,0 1 0,0-1 0,1 0 0,-1 0 0,12 5 0,24 17 0,-5-1 0,70 37 0,-7-6 0,-80-47 0,0-1 0,1 0 0,33 7 0,-3 0 0,184 68 0,-124-57 0,-4 1 0,-89-22 0,1 0 0,35 4 0,4 1 0,-29 1 0,-24-9 0,-1 0 0,1 0 0,0-1 0,0 1 0,0-1 0,1 0 0,-1 0 0,0-1 0,7 1 0,-7-1 19,-3 0-31,0 0 0,0 0-1,-1-1 1,1 1 0,0 0 0,0 0-1,-1 0 1,1 0 0,0 0 0,0 0-1,-1 0 1,1 0 0,0 0 0,0 1-1,-1-1 1,1 0 0,0 0 0,-1 1-1,1-1 1,0 0 0,-1 1 0,1-1-1,0 1 1,-1-1 0,1 1 0,-1-1-1,1 1 1,-1-1 0,1 1-1,-1-1 1,1 1 0,-1 0 0,1 0-1,-25 4-7147,19 5 3382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39.7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38 4610,'0'0'8996,"-28"-11"-8500,9-5-3441,38 16-3026,-19-10 3218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39.8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 3249,'0'0'3058,"0"-10"-6388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40.0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16 848,'0'0'273,"19"-16"-546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40.1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 3025,'0'0'3618,"0"-10"-3810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40.3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 3041,'0'16'9301,"0"-32"-10790,19 5-6323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47.5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4006 1219 912,'0'7'25391,"0"-14"-27678,0-31 6593,0 35-4224,0 1 0,0-1 0,0 1-1,0-1 1,0 1 0,0-1 0,-1 1 0,1-1-1,-1 1 1,0-1 0,0 1 0,0-1-1,0 1 1,0 0 0,0 0 0,-1-1 0,1 1-1,-1 0 1,1 0 0,-1 0 0,0 1-1,-4-4 1,5 4-12,1-1 0,-1 1-1,0 0 1,0-1 0,1 1-1,-1 0 1,1-1 0,-1 1-1,1-1 1,0 1 0,0-1 0,-1 1-1,1 0 1,0-1 0,0 1-1,0-1 1,1 1 0,-1-1 0,0-1-1,-1-23 477,-5 18-429,5 6-91,0 1 1,0 0-1,0-1 1,0 1 0,0-1-1,0 1 1,1-1-1,-1 1 1,0-1-1,1 1 1,0-1-1,-1 0 1,1 1-1,0-1 1,0 0-1,0-2 1,0 1-22,-1 0 1,1 0-1,-1 1 0,0-1 1,0 0-1,0 1 0,0-1 1,0 1-1,0-1 0,-1 1 0,1-1 1,-3-2-1,-12-24-18,11 17 13,0 0 0,0 1 0,-1-1 0,0 1 0,-1 1 0,-1-1 0,-14-16 0,-13-24 0,-5-9 0,-79-85 0,111 136 0,0 0 0,0 0 0,-1 0 0,0 1 0,0 0 0,-1 1 0,-18-11 0,-27-21 0,11 4 0,-1 2 0,-2 2 0,-82-40 0,43 24 0,7 13 0,33 16 0,-95-28 0,105 31 0,0 2 0,-1 2 0,-1 1 0,0 2 0,-40-4 0,41 6 0,-62-18 0,57 13 0,-45-7 0,56 13 0,-46-6 0,-90-2 0,154 13 0,-1-1 0,1-1 0,-16-3 0,-24-2 0,-235 7 0,277 0 0,-1 1 0,0 0 0,-20 6 0,-16-1 0,4-4 0,-73 12 0,31-1 0,-3 7 0,19-3 0,19-6 0,-91 34 0,25-7 0,-6 6 0,96-34 0,0 3 0,-50 33 0,22-13 0,-64 46 0,115-75 0,-1-1 0,1 1 0,0 0 0,1 0 0,-1 0 0,1 1 0,-5 7 0,-12 14 0,-4-3 0,17-18 0,1 1 0,0 0 0,0 0 0,0 0 0,-7 13 0,-1 3 0,8-13 0,0 0 0,1 1 0,1-1 0,-1 1 0,1 0 0,-4 17 0,1-3 0,-1-1 0,-13 27 0,18-43 0,2-4 0,0 0 0,0 0 0,0 1 0,0-1 0,1 1 0,0-1 0,-1 0 0,2 6 0,-4 15 0,-1-10 0,0 0 0,2 1 0,-1 0 0,2 0 0,0-1 0,1 16 0,0-6 0,-2 7 0,-5-31 0,-8-13 0,14 11 0,0 0 0,0 1 0,1-1 0,-1 0 0,0 1 0,1-1 0,-1 0 0,1 0 0,0 0 0,-1 0 0,1 0 0,0 1 0,0-1 0,1-3 0,-4-18 0,-6 9 0,7 12 0,1 0 0,-1 0 0,1 0 0,0-1 0,-1 1 0,1 0 0,0-1 0,0 1 0,1-1 0,-1 1 0,0-1 0,1 0 0,-1-3 0,0-4 0,-1 1 0,-1-1 0,0 1 0,0 0 0,-1 0 0,0 0 0,0 0 0,-1 1 0,0-1 0,-11-12 0,-13-12 0,28 31 0,0 1 0,0 0 0,0 0 0,0 0 0,0-1 0,0 1 0,0 0 0,0 0 0,-1 0 0,1 1 0,0-1 0,-1 0 0,1 0 0,-1 1 0,1-1 0,-1 1 0,1-1 0,-1 1 0,1 0 0,-4-1 0,-8 10 0,12-9 0,0 1 0,0-1 0,0 1 0,-1 0 0,1-1 0,0 1 0,0 0 0,0 0 0,1 0 0,-1 0 0,0 0 0,0 0 0,0 0 0,1 0 0,-1 0 0,0 0 0,1 1 0,-1-1 0,1 0 0,-1 0 0,1 0 0,0 1 0,0-1 0,-1 0 0,1 1 0,0-1 0,0 0 0,0 0 0,1 3 0,-2 11 0,0-7 0,1-1 0,-1 1 0,1 0 0,1-1 0,-1 1 0,1-1 0,4 15 0,0-16 0,-1-1 0,1 0 0,0 0 0,0-1 0,1 1 0,-1-1 0,1 0 0,0-1 0,0 1 0,0-1 0,1 0 0,-1-1 0,1 0 0,-1 0 0,1 0 0,0-1 0,0 0 0,0 0 0,0 0 0,0-1 0,10-1 0,13-3 0,0-1 0,-1-1 0,55-19 0,-21 5 0,-36 11 0,0-2 0,0-1 0,-1-1 0,37-24 0,3-2 0,-62 36 0,0 1 0,0-1 0,0 0 0,0 0 0,0 0 0,-1 0 0,0-1 0,1 1 0,-1-1 0,2-4 0,-4 7 0,-1 0 0,1 0 0,-1 0 0,1 0 0,0 0 0,-1 0 0,1 0 0,0 0 0,0 0 0,-1 1 0,1-1 0,0 0 0,0 0 0,0 1 0,0-1 0,0 1 0,0-1 0,0 1 0,2-1 0,14-11 0,-16 10-516,0 0-1,0 0 1,0 1 0,1-1 0,-1 0-1,1 1 1,-1-1 0,1 1-1,0-1 1,0 1 0,-1 0 0,1 0-1,0 0 1,0 0 0,0 0-1,0 0 1,0 1 0,0-1 0,1 0-1,3 1 1,-3-1-29,14 14-8284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48.2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141 55 3426,'0'-1'234,"0"0"1,0 1 0,0-1 0,0 0 0,0 1 0,-1-1 0,1 0 0,0 1 0,0-1 0,-1 0 0,1 1 0,0-1 0,-1 0 0,1 1 0,0-1-1,-1 1 1,1-1 0,-1 1 0,1-1 0,-1 1 0,1-1 0,-1 1 0,1 0 0,-1-1 0,0 1 0,1-1 0,-1 1 0,1 0 0,-1 0-1,0 0 1,1-1 0,-1 1 0,0 0 0,0 0 0,1 0 0,-1 0 0,0 0 0,1 0 0,-1 0 0,0 0 0,1 0 0,-9-5 6797,9 4-6899,-1 1-1,1-1 1,0 0 0,0 0 0,0 0 0,0 0-1,-1 0 1,1 0 0,1 0 0,-1 0 0,0 0-1,0 0 1,0 0 0,0 0 0,1 1 0,-1-1-1,0 0 1,1 0 0,-1 0 0,1 0 0,-1 1-1,1-1 1,0-1 0,11-1 381,-1 0 0,0 1 1,0 1-1,1 0 0,-1 0 0,1 1 0,-1 1 0,1 0 1,-1 0-1,1 1 0,-1 1 0,0 0 0,0 0 0,0 1 1,-1 1-1,1-1 0,11 9 0,-20-12-514,0 0 0,0 1 0,0-1 0,0 1 0,0 0 0,-1-1 0,1 1 0,0 0 0,-1 0 0,0 0 0,1 0 0,-1 0 0,2 4 0,19 25 0,-20-29 0,1 1 0,-1 0 0,1 0 0,-1 0 0,0 0 0,0 0 0,-1 1 0,1-1 0,-1 1 0,0-1 0,0 1 0,0-1 0,0 1 0,0 4 0,1 57 0,-3-38 0,1-23 0,-1 0 0,1 0 0,-1 0 0,-1 0 0,1 0 0,0 0 0,-1 0 0,0 0 0,0-1 0,0 1 0,0-1 0,-5 5 0,-39 44 0,20-26 0,-5 1 0,26-23 0,0-1 0,1 1 0,-1 0 0,1 0 0,0 1 0,0-1 0,-4 7 0,4-6 0,1-1 0,-1 0 0,0-1 0,0 1 0,0-1 0,-1 1 0,1-1 0,-1-1 0,-6 4 0,-8 7 0,21-10 0,11-1 0,-3-1 0,-1 0 0,1 1 0,-1 1 0,13 4 0,10 2 0,-18-6 0,0 1 0,0 0 0,19 9 0,-29-11 0,0 0 0,0 1 0,0-1 0,0 1 0,0-1 0,0 1 0,-1 0 0,1 1 0,-1-1 0,0 0 0,0 1 0,0 0 0,3 7 0,14 18 0,-17-26 0,-1-1 0,0 1 0,1 0 0,-1 0 0,0 0 0,-1 1 0,1-1 0,0 0 0,-1 1 0,0-1 0,0 1 0,1 4 0,-2-6 0,0 0 0,0 0 0,0 0 0,-1-1 0,1 1 0,-1 0 0,1 0 0,-1 0 0,0-1 0,1 1 0,-1 0 0,0-1 0,0 1 0,0-1 0,-1 1 0,1-1 0,-2 3 0,-14 20 0,13-16 0,0-1 0,0 0 0,-1 0 0,0 0 0,0-1 0,-1 0 0,1 0 0,-1 0 0,-1 0 0,1-1 0,-1 0 0,0-1 0,0 1 0,0-1 0,-1-1 0,0 1 0,1-1 0,-1-1 0,-14 3 0,-24 12 0,36-13 0,1 0 0,-2 0 0,1-1 0,0-1 0,-1 0 0,1 0 0,-15 0 0,-93-2-157,103-3-485,14 3 357,1 0 0,-1 0 0,1-1 0,0 1 0,-1 0 0,0-2-1140,1 2 1140,0-1 0,-1 1 0,1-1 0,0 1 0,0 0 1,0-1-1,0 1 0,-1-1 0,1 1 0,0 0 0,0-1 0,0 1 0,0-1 0,0 1 0,0-1 0,0 1 0,0 0 0,1-2 0,6-13-9692,-1 6 6794,-4 7 3358,1-10-4686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48.5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235 64 6339,'10'-17'5467,"-10"17"-5373,1-1 1,0 1-1,-1 0 1,1-1-1,-1 1 1,1-1-1,-1 1 0,1-1 1,-1 1-1,0-1 1,1 1-1,-1-1 1,0 0-1,1 1 1,-1-1-1,0 0 1,0 1-1,0-1 1,1 0-1,-1 1 0,0-1 1,0 0-1,0 1 1,0-1-1,0 0 1,0 1-1,0-1 1,-1 0-1,1 1 1,0-1-1,0 0 1,0 1-1,-1-2 1,-9-10 389,-9 0 8477,4 11-3250,8 12-4886,6-10-759,-1 1-1,1-1 1,0 1-1,0-1 1,0 1-1,0 0 1,0-1-1,1 1 1,-1 0-1,0 0 1,1 0-1,-1 0 0,1 0 1,0-1-1,-1 1 1,1 0-1,0 0 1,0 0-1,0 0 1,1 0-1,-1 0 1,0 0-1,1 0 1,-1 0-1,1-1 1,1 3-1,4 9-65,-5-11 0,1 0 0,-1 0 0,0 1 0,0-1 0,-1 0 0,1 0 0,0 1 0,-1-1 0,1 0 0,-1 1 0,0 3 0,1-1 0,0 0 0,1-1 0,-1 1 0,1-1 0,0 1 0,0-1 0,0 0 0,1 0 0,-1 0 0,1 0 0,0 0 0,0-1 0,1 1 0,-1-1 0,1 0 0,-1 0 0,1 0 0,6 3 0,-4-1 0,0-1 0,-1 1 0,0 0 0,0 0 0,0 0 0,7 11 0,-2 4 0,-7-13 0,0-1 0,1 0 0,-1 0 0,1 0 0,1 0 0,-1 0 0,10 8 0,54 54 0,-45-41 0,1 3 0,-17-25 0,-6-5 0,1 1 0,-1 0 0,0 0 0,0 0 0,1 0 0,-1 0 0,0 0 0,0 1 0,0-1 0,0 0 0,0 1 0,0-1 0,0 0 0,-1 1 0,1-1 0,0 1 0,-1-1 0,1 1 0,-1 0 0,0-1 0,1 1 0,-1-1 0,0 3 0,8 18 0,-7-20 0,0-1 0,0 1 0,0 0 0,0 0 0,0 0 0,0 0 0,0 0 0,-1 0 0,1 0 0,-1 0 0,0 0 0,1 0 0,-1 0 0,0 0 0,0 0 0,0 1 0,-1-1 0,1 0 0,0 0 0,-2 2 0,-3 2 0,5-6 0,-1 1 0,0 0 0,0 0 0,0-1 0,1 1 0,-1 0 0,0 0 0,1 0 0,-1 0 0,1 0 0,-1 0 0,1 0 0,-1 0 0,1 0 0,0 0 0,-1 1 0,1-1 0,0 0 0,0 2 0,0-1 0,-1 0 0,1-1 0,-1 1 0,0 0 0,1 0 0,-1 0 0,0 0 0,0-1 0,0 1 0,0 0 0,0-1 0,-1 1 0,1-1 0,0 1 0,-1-1 0,1 0 0,-1 0 0,1 1 0,-1-1 0,0 0 0,-3 1 0,-40 17 0,44-19 0,-14 6 0,5-3 0,0 1 0,0-1 0,0-1 0,-1 1 0,-16 0 0,-12 5 0,35-7 0,-1 1 0,1-1 0,-1 0 0,1 0 0,-1 0 0,1-1 0,-6 1 0,-7-1 0,7 1 0,0 0 0,0-1 0,0-1 0,0 1 0,-12-4 0,-72-18 0,69 11-3490,22 10 2757,0-1 0,0 1 0,1-1 0,-1 0 0,0 0 0,1-1 1,0 1-1,-1 0 0,1-1 0,0 0 0,0 1 0,1-1 0,-1 0 0,0 0 1,1 0-1,0 0 0,-1 0 0,1 0 0,1 0 0,-2-6 0,2-7-4074,0-1 1794,0 14 2160,0-15-4344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48.8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0 116 5122,'2'-16'7871,"6"7"-1655,-2 6-4728,2-19 3109,10 13-2729,1 1 1,0 1-1,22-6 0,-17 7-1868,-10 2 0,-1 2 0,1-1 0,1 2 0,20-1 0,86-9 0,136 11-3314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00.0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235 110 5154,'-9'-1'4637,"-61"5"10204,68-4-14620,0 0 1,1 0-1,-1 1 1,0-1-1,0 0 1,0 1 0,1-1-1,-1 1 1,0 0-1,0-1 1,1 1-1,-1 0 1,1 0-1,-1 0 1,1 0 0,-1 0-1,1 0 1,-1 1-1,1-1 1,0 0-1,0 1 1,0-1-1,0 1 1,0 0-1,0-1 1,0 1 0,0 0-1,1-1 1,-1 1-1,0 2 1,-9 32 591,9-34-788,-1 1 0,1 0 1,0 0-1,0-1 0,0 1 0,0 0 0,1 0 1,-1 0-1,1 0 0,0 1 0,0-1 1,0 0-1,0 0 0,0 0 0,1 0 1,-1 0-1,2 4 0,0-3-25,1 0 0,-1 0 0,1 0 0,0 0 0,0 0 0,1 0 0,-1-1 0,1 0 0,-1 1 0,1-2 0,0 1 0,0 0 0,1-1 0,-1 1 0,0-1 0,1 0 0,-1-1 0,1 1 0,5 0 0,7 2 0,1-2 0,-1 0 0,33 0 0,-43-3 0,0 1 0,0-2 0,0 1 0,0-1 0,-1 0 0,13-5 0,-17 6 0,0 0 0,0 1 0,0-1 0,0 0 0,1-1 0,-2 1 0,1 0 0,0-1 0,0 1 0,0-1 0,-1 1 0,1-1 0,0 0 0,-1 0 0,0 0 0,1 0 0,-1 0 0,0 0 0,0 0 0,0 0 0,0 0 0,0-4 0,-1-5 0,1 6 0,-1 0 0,0 0 0,0 1 0,0-1 0,0 0 0,-1 0 0,0 0 0,0 0 0,-1 0 0,1 1 0,-1-1 0,0 0 0,0 1 0,0 0 0,-5-7 0,-11-8 0,-1 1 0,0 0 0,-1 1 0,-1 1 0,-1 1 0,-28-14 0,44 25-45,-1 1-1,0 1 1,1-1 0,-1 1-1,-13-2 1,-20-7-1382,36 11 833,1 0 1,0 0 0,0 0 0,0 0 0,0 1 0,0-1 0,0 1 0,0 0 0,0-1-1,0 1 1,0 1 0,-4 1 0,5-2 78,0 0 0,0-1 0,1 1 0,-1 0 0,0 0 0,1 0 0,-1 1 0,1-1 0,-1 0 0,1 0 0,-1 1 0,1-1 0,0 1 0,0 0 0,0-1 0,0 1 0,0 0 0,0-1 0,0 1 0,0 0 0,0 2 0,-2 13-3722,-13 7 625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00.2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54 4642,'14'18'2104,"-9"-10"-929,1-1-1,-1 0 1,-1 1 0,6 12-1,5 12 1484,-12-29-2527,-1 0 0,0 1 0,-1-1 1,1 1-1,-1 0 0,1-1 0,-1 1 0,0 0 0,-1 0 0,1 5 1,0-6-45,0 0 1,0 1 0,0-1-1,0 0 1,0 0-1,0 0 1,1 0 0,0 0-1,-1 0 1,1 0 0,0 0-1,1-1 1,-1 1 0,0-1-1,1 1 1,5 3-1,8 11 1676,-14-16-1572,-1 1 1,1-1-1,-1 0 0,1 0 1,-1 0-1,1 0 1,0-1-1,0 1 0,-1 0 1,1-1-1,0 1 1,0-1-1,0 1 0,-1-1 1,1 0-1,3 0 1,36 0 6863,-28-1-5383,-6-6-856,-4 3-818,-1 2 2,0 1 0,-1-1 0,1 1 0,0-1 0,0 0 0,-1 0 0,1 0 0,-1 0 0,0 0 0,1 0 0,-1 0 0,0-1 0,0 1 0,0 0 0,-1 0 0,1-1 0,-1 1 0,1-1 0,-1 1 0,0-1 0,0 1 0,0 0 0,0-1 0,0 1 0,-1-4 0,2-5 0,-1 6 0,0 1 0,1-1 0,-2 0 0,1 0 0,0 1 0,-1-1 0,0 0 0,-3-7 0,1 4 0,-1 1 0,0 0 0,-1 1 0,1-1 0,-1 1 0,-1 0 0,1 0 0,-1 1 0,0-1 0,0 1 0,-11-6 0,-15-8 6,22 11-263,-1 2-1,0-1 0,0 1 1,0 1-1,-1 0 1,0 1-1,-14-4 1,69 19-27094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00.5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197 43 2977,'0'-13'3256,"-3"0"5517,-6 8-1770,-2 4-7143,10 1 262,0 0 1,0 0-1,0 0 0,0 0 1,0 1-1,0-1 1,0 0-1,0 1 0,1-1 1,-1 0-1,0 1 1,0-1-1,0 1 1,1 0-1,-1-1 0,0 1 1,0-1-1,1 1 1,-1 0-1,1 0 1,-1-1-1,0 1 0,1 0 1,0 0-1,-1 0 1,1 0-1,-1 0 0,1-1 1,0 3-1,-7 8 1726,-2-9-830,8-2-908,0 0 1,0 0-1,1 0 0,-1 0 1,0 1-1,0-1 0,1 0 1,-1 0-1,0 1 0,0-1 1,1 0-1,-1 1 0,0-1 1,1 1-1,-1-1 0,1 1 1,-1-1-1,0 1 0,1-1 1,-1 1-1,1 0 0,-1-1 1,1 1-1,0 0 0,-1-1 0,1 1 1,0 0-1,-1 1 0,-19 21 742,18-21-835,0-1 0,0 1 0,0 0 0,1-1 0,-1 1 1,1 0-1,-1 0 0,1 0 0,0 0 0,-1 0 1,1 0-1,0 0 0,0 0 0,1 1 0,-1-1 1,0 0-1,0 5 0,1-4-17,0 0 0,-1 1 0,0-1 0,1 0 0,-1 0 0,0 0 0,-1 0 0,1 0 0,-2 3 0,2-4 0,0 0 0,0 0 0,0-1 0,0 1 0,0 0 0,0 0 0,1 0 0,-1 0 0,1 0 0,0 1 0,-1-1 0,1 0 0,0 0 0,0 0 0,0 0 0,1 0 0,-1 0 0,0 0 0,1 0 0,1 4 0,4 7 0,-4-11 0,-1 0 0,0 0 0,0 0 0,0 1 0,0-1 0,-1 0 0,1 0 0,-1 0 0,1 1 0,-1 3 0,2-3 0,0-1 0,0 0 0,0 0 0,0 1 0,0-1 0,0-1 0,0 1 0,1 0 0,-1 0 0,1-1 0,-1 0 0,1 1 0,0-1 0,3 1 0,0 1 0,-2-2 0,-1 1 0,1-1 0,-1 0 0,1 0 0,0-1 0,0 1 0,0-1 0,-1 0 0,1 0 0,6 0 0,-9 0 0,0 0 0,0 0 0,1 0 0,-1 0 0,0-1 0,0 1 0,1 0 0,-1 0 0,0-1 0,0 1 0,0-1 0,1 1 0,-1-1 0,0 0 0,0 1 0,0-1 0,0 0 0,0 0 0,0 1 0,0-1 0,0 0 0,-1 0 0,1 0 0,0 0 0,0 0 0,-1 0 0,1-1 0,-1 1 0,1 0 0,-1 0 0,1-3 0,-1 2 0,1 0 0,-1 0 0,0 0 0,1 0 0,-1 0 0,1 0 0,0 0 0,0 0 0,0 0 0,0 1 0,2-4 0,-2 3 0,0 1 0,0-1 0,0 0 0,0 0 0,0 0 0,-1 1 0,1-1 0,0 0 0,-1 0 0,0 0 0,1-4 0,-2 0-400,1 0 0,-2-1 0,1 1 0,-1 0 0,1 0 0,-2 0 0,1 0 0,-1 0 1,0 1-1,0-1 0,0 1 0,-1-1 0,0 1 0,0 0 0,0 1 0,-1-1 0,-9-7 0,-7-4-3382,-1 1-1,-43-24 1,48 29 2418,-15-4-4834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56.8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20 288 4690,'0'-50'4458,"0"-64"-675,0 109-3361,0 0-1,-1 0 1,0 0 0,0 0-1,0 0 1,-3-7 0,1 6 631,2 1 0,-1-1-1,1 0 1,-1 0 0,2 0 0,-1-10 0,1-15 7290,0 52-7172,-2 103-1171,7 192 0,-1-265 0,7 126 0,12 123 0,-13-211 0,2 17 0,18 313 0,-16-247 0,0-2 0,-13-91-213,14 101-1,-9-94-3224,-7 52-8143,-1-45 1709,2-64 6377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57.4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77 287 9556,'-17'-15'3188,"-10"-15"2495,25 25-5421,-1 1 0,1-1-1,-1 1 1,0 0 0,0-1 0,0 1 0,-5-4-1,7 6-248,0 0 0,0 0 0,1-1 0,-1 1-1,0 0 1,1-1 0,0 1 0,-1-1 0,1 1-1,0 0 1,0-1 0,0 1 0,1-1 0,-1 1-1,0 0 1,1-1 0,0 1 0,-1 0 0,3-5 0,15 1 36,1 0 1,-1 1-1,1 1 1,-1 1-1,1 1 1,32-1-1,-22 1 77,188-26 1706,-56 5-276,441-20 1581,-35 16-2443,98 27 162,-537 3-593,149 11 1067,-68 0-391,76 11-29,-154-10-910,-72-9 0,65 14 0,-67-9 0,-32-7 0,1 2 0,0 0 0,-1 2 0,0 0 0,33 17 0,-31-10 0,0 1 0,42 34 0,-59-40 0,0-1 0,-1 1 0,0 0 0,-1 1 0,-1 0 0,1 0 0,-2 1 0,1 0 0,4 14 0,29 51 0,-31-62 0,0-1 0,-1 2 0,-1-1 0,-1 1 0,0 0 0,6 26 0,-4 32 0,-4-37 0,9 41 0,4 15 0,6 113 0,-21-185 0,3 330 0,-7-195 0,1-110 0,-2 0 0,-2 0 0,-2-1 0,-1 1 0,-3-2 0,-21 56 0,27-89 0,-1-1 0,0 1 0,-1-1 0,0-1 0,0 1 0,-1-1 0,0-1 0,-1 1 0,-9 7 0,-18 18 0,16-15 0,-1-1 0,0-1 0,-1-1 0,-1-1 0,-1-1 0,0-1 0,0-1 0,-2-1 0,1-1 0,-1-1 0,0-2 0,-36 6 0,-55 7 0,-241 27 0,-44-31 0,-995 8 0,1157-25 0,-54-16 0,168 6 0,105 10-93,0-1 0,0-1 0,1-1 0,-1 0 0,1-2 0,0-1-1,0 0 1,-18-11 0,36 17-284,1 0-1,-1 0 1,1 0-1,-1 0 1,1-1-1,0 1 0,-1-1 1,1 1-1,0-1 1,0 1-1,0-1 1,0 0-1,0 1 1,0-1-1,1 0 0,-1 0 1,0 0-1,1 0 1,0 1-1,-1-1 1,1 0-1,0 0 1,0 0-1,0 0 0,0-2 1,1 0-293,-1 1 0,1-1 1,0 1-1,0-1 0,0 1 0,1 0 1,-1-1-1,1 1 0,-1 0 1,1 0-1,0 0 0,1 0 0,-1 0 1,3-2-1,37-30-4290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57.7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1 159 23611,'7'4'965,"1"0"1,0-1-1,0 0 0,0 0 1,0-1-1,16 2 1,49-1 1427,-69-3-2388,561-19-5,-197 3 0,1022-36 0,-253 8 0,-570 19 0,-224 10 0,-206 10 0,-2-1 0,-72 4-688,-84 2-14874,-21 0 9066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58.4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3338 1 3137,'-5'9'7986,"-8"-3"-4570,-22 3-3264,15-4 601,11-3-646,1 0-1,0-1 0,-1 0 1,1-1-1,-1 1 1,1-2-1,-14-1 0,-12 0 239,-664 13 10625,207 5-5888,-100 5-4993,303-7-103,-43 5 14,85 8 0,146-19-341,-178 8-3808,268-16 2331,-1 0 1,1-1-1,0-1 1,0 1-1,0-2 1,0 1-1,-13-6 1,14-2-2662,-14-5 487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58.6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25 7652,'36'-23'13537,"-35"22"-13317,-1 1 0,0 0 1,0 0-1,1 0 0,-1 0 1,0 0-1,1-1 0,-1 1 1,0 0-1,0 0 0,1 0 1,-1 0-1,0 0 0,1 0 1,-1 0-1,0 0 0,1 0 0,-1 0 1,0 0-1,0 0 0,1 1 1,-1-1-1,0 0 0,1 0 1,-1 0-1,0 0 0,1 1 221,-1-1-221,2 39 4745,-2-37-4961,0 505-4,14-338 0,0 7 0,-14 454 0,19-403 0,-18-212-21,0 0 0,1 0 0,1 0 0,4 16 0,-3-17-309,-1 0 0,0 0 0,-1 0 0,0 16 0,-2-22-707,0 0 0,1 0 0,0 0 0,0 0 0,0 0 1,1-1-1,1 1 0,-1 0 0,1-1 0,1 1 1,-1-1-1,1 0 0,0 0 0,1-1 0,6 9 1,10 4-5143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8:59.3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169 1 14935,'-4'2'10295,"-10"6"-8809,0 0 0,1 1 0,-14 12 0,23-17-1373,-1 1 1,1-1 0,0 0 0,0 1 0,1 0-1,-1 0 1,1 0 0,0 1 0,1-1 0,-1 1 0,1-1-1,0 1 1,-1 7 0,-6 32-114,1-5 0,1 1 0,-1 56 0,7-17 0,0-15 0,8 87 0,0-102 0,1 11 0,0 68 0,-8 782 0,-5-822-2431,-15 42-6459,2-20 1829,15-40 199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01.2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214 8 6051,'-26'-4'13090,"22"3"-12669,0 0 0,0 1 0,-1-1 0,1 1 0,0-1 0,0 1-1,0 0 1,0 1 0,0-1 0,0 1 0,0 0 0,0 0 0,0 0-1,-6 3 1,2 1 142,0 0-1,1 1 0,0 0 0,0 0 1,-8 10-1,-7 6 63,21-21-566,-1 1-1,1-1 1,-1 1-1,1 0 1,0-1-1,0 1 1,-1 0-1,1 0 1,1 0-1,-1 0 0,0 0 1,0 0-1,1 0 1,-1 0-1,1 0 1,0 0-1,-1 0 1,1 4-1,0-4 3,0 0 1,0 0-1,0 0 0,0 0 1,-1 0-1,1 0 0,-1 0 0,1 0 1,-1 0-1,0 0 0,0 0 1,-2 3-1,-6 3 174,8-8-221,0 1-1,1-1 1,-1 0-1,0 1 0,0-1 1,1 1-1,-1-1 1,0 1-1,1-1 0,-1 1 1,1 0-1,-1-1 0,1 1 1,-1 0-1,1-1 1,-1 1-1,1 0 0,0 0 1,-1-1-1,1 1 1,0 0-1,0 0 0,-1 0 1,1 0-1,0-1 1,0 1-1,0 0 0,0 0 1,0 0-1,0 0 0,0 0 1,0-1-1,1 1 1,-1 0-1,0 0 0,0 0 1,1-1-1,-1 1 1,1 0-1,0 0 0,8 11 158,-7-11-150,-1 1 0,0-1 0,0 0 0,0 0 0,0 1 0,0-1 0,0 1 0,0-1 0,-1 1-1,1-1 1,0 1 0,-1-1 0,1 1 0,-1 0 0,0-1 0,1 1 0,-1 0 0,0 2 0,0-3-19,0 1 0,1 0 1,-1-1-1,1 1 0,-1 0 1,1 0-1,0-1 1,0 1-1,0-1 0,-1 1 1,1-1-1,1 1 0,-1-1 1,0 0-1,0 1 1,0-1-1,1 0 0,-1 0 1,1 0-1,-1 0 0,1 0 1,-1 0-1,1-1 0,-1 1 1,3 0-1,9 8-10,-9-6 8,1 0 0,-1 0 0,0-1 0,1 1 0,0-1 0,0 0 0,0 0 0,0-1 0,0 1 0,0-1 0,0 0 0,10 0 0,-12 0 0,1-1 0,-1 0 0,1 0 0,-1 0 0,0-1 0,1 1 0,-1-1 0,0 1 0,1-1 0,-1-1 0,0 1 0,0 0 0,0-1 0,0 1 0,0-1 0,0 0 0,0 0 0,0 0 0,-1 0 0,5-5 0,-5 3 0,-1 0 0,0 1 0,0-1 0,-1 0 0,1 1 0,-1-1 0,0 0 0,0 0 0,0 1 0,0-1 0,-1-5 0,-1-11 0,3 5 0,-2-36 0,1 49 0,0 1 0,-1-1 0,1 0 0,0 0 0,-1 1 0,0-1 0,1 0 0,-1 0 0,0 1 0,0-1 0,1 1 0,-1-1 0,0 0 0,-1 1 0,1 0 0,0-1 0,0 1 0,-1 0 0,1 0 0,-1 0 0,1-1 0,-3 0 0,-35-15-2374,34 26-5818,2-3 6328,-6 0-431,8-5 1907,0 0-1,0 0 1,0-1 0,0 1-1,0 0 1,0 0 0,0 0-1,0 0 1,0 0 0,1 0-1,-1 0 1,0 1 0,1-1-1,-1 0 1,1 0 0,-1 0-1,1 1 1,0-1 0,-1 0-1,1 1 1,0-1 0,0 0-1,0 1 1,0-1 0,0 0-1,0 0 1,1 3 0,-1 20-2811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01.4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1 119 3442,'3'6'579,"0"1"0,0-1 0,0 1-1,-1 0 1,0 0 0,0 0 0,-1 0 0,0 0 0,0 1 0,-1-1 0,0 0 0,0 0 0,-2 10 0,1 12 434,1-28-978,0 0 0,0-1 0,0 1 1,1 0-1,-1 0 0,0 0 0,0-1 0,0 1 0,1 0 0,-1 0 0,0-1 0,1 1 0,-1 0 0,0-1 0,1 1 0,-1 0 0,1-1 0,-1 1 0,1-1 0,-1 1 0,1 0 0,0-1 0,-1 1 0,1-1 0,0 0 0,-1 1 0,1-1 0,0 0 0,0 1 0,1-1 0,-2 0 29,1 1 0,0-1-1,0 0 1,-1 1 0,1-1-1,0 0 1,-1 1 0,1-1-1,0 1 1,-1-1 0,1 1-1,-1-1 1,1 1 0,0 0-1,-1-1 1,0 1 0,1 0 0,-1-1-1,1 1 1,-1 0 0,0-1-1,1 1 1,-1 0 0,0 0-1,0-1 1,0 1 0,0 0-1,1 0 1,-1 0 0,0 1-1,-1-2 25,1 1-1,0-1 0,0 1 0,0-1 1,1 1-1,-1 0 0,0-1 0,0 1 1,0-1-1,0 1 0,0-1 0,1 1 1,-1-1-1,0 1 0,0-1 0,1 1 1,-1-1-1,0 1 0,1-1 0,-1 1 1,1-1-1,-1 0 0,0 1 0,1-1 1,-1 0-1,1 1 0,-1-1 0,1 0 1,-1 1-1,1-1 0,0 0 0,24 1 6137,-9-1-1134,-14-2-4881,0 1 0,0 0 0,0-1 0,0 1 0,0-1 1,0 0-1,0 0 0,0 0 0,-1 0 0,1 0 0,-1 0 0,2-2 1,11-13 112,-13 14-322,0 0 0,1 0 0,-1 0 0,0 0 0,-1 0 0,1 0 0,-1-1 0,1 1 0,-1 0 0,0 0 0,0-1 0,0 1 0,-1 0 0,0-6 0,-1-9 0,2 14 0,-1 0 0,1 0 0,-1 0 0,0 1 0,0-1 0,-1 0 0,1 0 0,-1 1 0,0-1 0,-3-4 0,-10-23 0,14 27 0,-1 1 0,0 0 0,1 0 0,-1 0 0,0 0 0,-1 0 0,1 0 0,-4-3 0,2 2 0,1 1 0,-1-1 0,1 0 0,0-1 0,1 1 0,-5-8 0,5 8 9,0 1 0,-1-1 0,0 1 0,1 0 0,-1 0 0,0 0 0,-1 0 0,1 1 0,0-1 0,-7-3 0,-11-9-898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01.6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189 95 2369,'-5'-25'13525,"-9"12"-7853,10 12-5230,0 0 0,0 0 0,-1 0 1,1 1-1,0 0 0,0-1 0,-8 2 1,2-1 1399,9 0-1647,0 0 0,-1 0 1,1 1-1,0-1 1,0 0-1,0 0 0,0 1 1,0-1-1,0 1 1,0-1-1,0 1 0,0-1 1,0 1-1,1-1 1,-1 1-1,0 0 0,0 0 1,-1 1-1,-3 3 471,-15 5 147,14-8-723,0 1 0,0 1 0,0-1 0,0 1 0,0 0 0,-7 6 0,9-3-90,1 0 0,-1 0 0,2 0 0,-1 1 0,1-1 0,0 1 0,0-1 0,1 1 0,0 0 0,0-1 0,1 1 0,0 0 0,2 8 0,-2-9 0,0-6 0,0 1 0,1-1 0,-1 1 0,1-1 0,0 0 0,0 0 0,-1 1 0,1-1 0,0 0 0,0 0 0,0 0 0,0 0 0,0 0 0,0 0 0,1 0 0,-1 0 0,0 0 0,0-1 0,1 1 0,-1 0 0,0-1 0,1 1 0,-1-1 0,1 1 0,-1-1 0,0 0 0,1 0 0,-1 0 0,1 0 0,-1 0 0,1 0 0,-1 0 0,1 0 0,-1 0 0,3-1 0,-1 1 0,0 0 0,-1-1 0,1 1 0,0 0 0,0-1 0,-1 0 0,1 0 0,0 0 0,-1 0 0,1 0 0,-1 0 0,1-1 0,-1 1 0,0-1 0,1 1 0,-1-1 0,0 0 0,0 0 0,0 0 0,1-3 0,1-6 0,-1 0 0,0 0 0,-1 0 0,0 0 0,-1-1 0,0 1 0,-1-14 0,0 13-430,1 9-122,-1 0 0,0 1 1,0-1-1,0 0 0,0 0 0,0 1 1,-1-1-1,1 0 0,-1 1 0,1-1 1,-1 1-1,0-1 0,0 1 0,0-1 1,-1 1-1,1-1 0,-1 1 1,1 0-1,-1 0 0,0 0 0,-3-4 1,-20-18-7867,4-3-3331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04.9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16 176,'0'0'512,"0"-15"-352,-29 15-272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09.0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1022 149 9572,'-6'-3'1137,"1"0"0,-1 0 0,1 0 0,0-1-1,0 1 1,-7-7 0,-18-13 955,-21-16-1161,-19 10-624,63 25-229,1 1 0,-1 1 1,0-1-1,0 1 0,0 0 0,0 1 0,-12-2 0,-13-2 711,-52 2 3286,62 3-2998,9 1-736,0 0 0,0 0 0,0 2 0,0-1 0,1 2 0,-1-1 0,-12 7 1,-79 44 2100,76-38-2272,16-8-170,1 1 0,0 0 0,0 1 0,1 0 0,0 0 0,-10 15 0,-15 15 0,17-18 0,1 0 0,1 2 0,1-1 0,-16 33 0,17-28 0,-7 15 0,3 2 0,-22 81 0,20-63 0,8-17 0,1 1 0,3 0 0,2 0 0,1 1 0,3 0 0,2 0 0,2-1 0,2 1 0,2 0 0,2-1 0,2-1 0,26 74 0,-21-74 0,-9-26 0,1 0 0,1 0 0,0 0 0,1-1 0,15 21 0,5 6 0,-21-33 0,-1 0 0,2 0 0,0-1 0,0 0 0,1-1 0,20 18 0,28 28 0,-45-42 0,1-1 0,21 17 0,-9-13 0,0-2 0,1-1 0,1-1 0,1-1 0,42 13 0,-18-11 0,1-3 0,59 7 0,-82-16 0,0-1 0,41-3 0,-17 0 0,-21 0 0,49-7 0,-8-1 0,83-20 0,-126 22 0,4 0 0,0-2 0,-1-1 0,-1-2 0,0-1 0,0-1 0,-1-3 0,58-38 0,-66 37 0,-9 8 0,-1-1 0,0-1 0,-1-1 0,0 0 0,12-16 0,-6 4 0,10-13 0,33-52 0,-54 74 0,0-1 0,-2 0 0,1 0 0,-2 0 0,-1-1 0,7-34 0,8-22 0,-15 59 0,0 0 0,-1-1 0,0 1 0,-2-1 0,2-20 0,-4 3 0,1 15 0,-1 0 0,0-1 0,-6-26 0,-20-89 0,23 120 0,-1 0 0,0 1 0,-1-1 0,-6-13 0,-5-10 0,2 1 0,-2 0 0,-1 1 0,-32-48 0,-78-90 0,114 156 0,-8-7 0,-1 0 0,-1 2 0,-2 0 0,-30-20 0,28 21 0,-15-8 0,-70-35 0,60 36 0,16 10 0,0 2 0,-1 2 0,-65-18 0,50 17 0,24 8-4,-1 1 1,-41-3-1,35 5-345,-10 0-1393,-21 5-7016,25-1 1722,-6 0-328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08.06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1191 346 1008,'1'-20'6579,"-5"-4"-4354,2 23-2202,1 1 65,0-1-1,1 1 1,-1-1-1,0 1 1,0-1-1,0 1 1,1-1 0,-1 0-1,0 1 1,1-1-1,-1 0 1,0 0-1,1 0 1,-1 1-1,1-1 1,-1 0 0,1 0-1,0 0 1,-1 0-1,1 0 1,0 0-1,0 0 1,-1 0-1,1 0 1,0 0 0,0 0-1,0 0 1,0 0-1,1-1 1,-2 1-3,1 0 0,0-1 1,-1 1-1,1 0 0,-1 0 0,0 0 1,1 0-1,-1 0 0,0 0 1,0 0-1,1 0 0,-1 0 0,0 0 1,0 1-1,0-1 0,0 0 1,0 1-1,0-1 0,0 0 0,-1 1 1,1-1-1,-2 0 0,0 0 248,-3-9 1729,4 6-1693,-1 0-30,-1-1 0,0 1 0,0 1 0,0-1 0,0 1 0,-1-1 0,1 1 1,-1 0-1,0 1 0,0-1 0,-8-2 0,-20-11 1701,-14-6 1303,44 20-3260,0 1 0,0-1-1,0 1 1,0 0 0,0 0 0,0 0 0,0 0 0,-1 1 0,1-1-1,0 1 1,0 0 0,-1 0 0,-4 0 0,-35-5 419,20 0-267,0 1 1,0 2-1,0 0 1,-43 2-1,41 0-137,17 0-29,0 1 0,-1 0 0,1 1 1,0 0-1,-13 4 0,-27 7 354,15-5-80,-1 1 1,1 2 0,0 1-1,1 2 1,-53 31-1,14-8-51,61-32-292,0 0 0,1 1 0,0 1 0,0-1 0,1 1 0,0 1 0,0 0 0,-12 16 0,7-6 0,1 1 0,1 0 0,-11 27 0,8-24 0,10-18 0,1 1 0,0-1 0,0 1 0,0-1 0,0 1 0,1 0 0,-2 5 0,2-2 0,-1 4 0,0-1 0,-1 1 0,0-1 0,-10 16 0,7-12 0,0 0 0,1 0 0,-7 27 0,3-7 0,8-30 0,1 1 0,-1 0 0,1 1 0,1-1 0,-1 0 0,2 8 0,-5 24 0,-5-11 0,6-21 0,1 0 0,0 0 0,0 1 0,0-1 0,1 0 0,0 1 0,0 8 0,1 221 0,0-232 0,0 0 0,1 1 0,-1-1 0,1 0 0,0 0 0,0 0 0,1 0 0,-1 0 0,1 0 0,3 5 0,4 11 0,40 137 0,-44-140 0,1 0 0,1-1 0,0 0 0,1 0 0,1 0 0,1-1 0,0-1 0,1 1 0,17 17 0,85 78 0,-10-15 0,-78-74 0,1-1 0,1 0 0,0-2 0,60 28 0,-21-11 0,-34-19 0,1-2 0,0-1 0,1-2 0,1-1 0,38 5 0,43 13 0,-92-22 0,1-2 0,0 0 0,0-1 0,0-2 0,27-1 0,126-18 0,-101 8 0,37-9 0,-91 13 0,-1 0 0,0-1 0,0-2 0,-1 0 0,38-22 0,-17 8 0,-32 18 0,0-1 0,-1-1 0,1 0 0,-2 0 0,1-1 0,11-12 0,32-28 0,-42 40 0,0-1 0,-1-1 0,-1 1 0,0-1 0,0-1 0,11-19 0,1-2 0,-17 29 0,9-13 0,-1 0 0,0-1 0,-1-1 0,0 0 0,-2 0 0,0-1 0,9-34 0,2-31 0,-10 54 0,-2 0 0,-1-1 0,3-60 0,-9-165 0,-2 233 0,-1 0 0,0 0 0,-2 1 0,-12-36 0,-3-18 0,17 68 0,0 1 0,0-1 0,0 1 0,-1 0 0,0 0 0,-5-8 0,4 9 0,1-1 0,0 0 0,0 0 0,0-1 0,1 1 0,-4-15 0,6 12 0,-1 0 0,0 0 0,-1 0 0,0 0 0,-1 0 0,0 1 0,0 0 0,-1 0 0,-1 0 0,-11-16 0,-83-123 0,9 46 0,41 48 0,37 41 0,0 2 0,0-1 0,-1 2 0,-1 0 0,-20-10 0,-31-23 0,57 37 0,0 0 0,0 1 0,-1 0 0,0 0 0,0 1 0,0 1 0,-20-5 0,-18-6 0,27 7 0,-1 2 0,0 1 0,0 0 0,0 2 0,0 0 0,-28 2 0,-134 18 0,154-14 0,4 0 0,1 2 0,-33 11 0,-2 0 0,36-11 0,1 2 0,-1 0 0,-35 19 0,-3 1 0,52-24-201,-1 0-1422,1 0 0,0 1 0,-16 9 0,24-12 1216,0-1 0,0 1 1,0-1-1,0 1 0,1 0 1,-1 0-1,0 0 0,1 0 1,-1 0-1,1 0 0,0 0 1,0 1-1,0-1 0,0 0 0,0 1 1,0-1-1,0 1 0,1-1 1,-1 1-1,1 4 0,0 11-6497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10.9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169 2221 672,'-5'-1'362,"4"1"-286,1 0 1,-1 0 0,0 0-1,0-1 1,1 1 0,-1 0-1,0 0 1,0 0-1,1 0 1,-1 0 0,0 0-1,0 0 1,1 0 0,-1 1-1,0-1 1,0 0-1,1 0 1,-1 1 0,0-1-1,0 0 1,1 1 0,-1-1-1,1 1 1,-1-1-1,0 1 1,1-1 0,-1 1-1,1-1 1,-1 1 0,1-1-1,-1 1 1,1 0-1,-1 0 1,-15 4 3042,11 0-2243,4-5-707,0 1 1,1 0-1,-1 0 0,0-1 1,0 1-1,0-1 1,1 1-1,-1-1 1,0 1-1,0-1 0,0 1 1,0-1-1,0 0 1,0 1-1,0-1 1,0 0-1,0 0 1,0 0-1,0 0 0,-2 0 1,-2 0 3757,1 0-2139,-11-3 223,16 2-1847,-1 1 0,0-1-1,0 0 1,0 0 0,0 0 0,0 0 0,0 1-1,0-1 1,0 0 0,0 0 0,-1 0 0,1 0-1,0 1 1,-1-1 0,1 0 0,0 0 0,-1 1-1,1-1 1,-1 0 0,1 0 0,-1 1 0,1-1-1,-1 1 1,1-1 0,-1 0 0,0 1 0,1-1-1,-1 1 1,0 0 0,0-1 0,1 1 0,-1-1 0,-1 1-1,1-1-86,0 1 1,0 0-1,0-1 0,1 1 0,-1-1 0,0 1 1,0-1-1,0 1 0,1-1 0,-1 0 0,0 0 0,1 1 1,-1-1-1,0 0 0,1 0 0,-1 0 0,1 1 0,-1-1 1,1 0-1,0 0 0,-1 0 0,1 0 0,0 0 0,0 0 1,0 0-1,0 0 0,-1 0 0,1 0 0,0 0 0,1 0 1,-1 0-1,0 0 0,0-1 0,0-7 331,-1 0-1,0 0 0,0 0 1,-1 0-1,0 1 1,-6-17-1,5 14-161,1 0 0,0 0 0,1-1 0,1 1 0,-1 0 0,2-1 0,1-12 0,1-21 478,-2 13-607,0 22-118,0 0 1,-1 0-1,0 0 0,-1 0 0,0 0 1,-5-20-1,1 16 1,0-1 0,1 1 0,1-1 0,0 0 0,1-1 0,1 1 0,0-19 0,2 25 0,0-1 0,1 0 0,0 1 0,0-1 0,4-10 0,-3 11 0,0-2 0,0 1 0,-1 0 0,0 0 0,0-13 0,-1 1 0,1 0 0,1 0 0,1 0 0,0 1 0,2 0 0,9-22 0,0 6 0,2 0 0,33-53 0,-35 69 0,32-36 0,11-12 0,-37 43 0,41-40 0,-7 10 0,85-92 0,-97 105 0,95-74 0,-56 51 0,-63 50 0,33-30 0,3 1 0,2 3 0,113-63 0,-140 89 0,52-36 0,-59 36 0,0 1 0,0 1 0,46-19 0,260-89 0,-245 103 0,-53 14 0,3-1 0,1 2 0,1 1 0,36 2 0,-57 1 0,-4 1 0,0 1 0,-1 0 0,1 0 0,19 7 0,17 4 0,-34-9 0,0 0 0,-1 1 0,1 1 0,-1 0 0,-1 1 0,1 0 0,-1 1 0,0 0 0,-1 1 0,14 15 0,-20-20 0,-1 1 0,0-1 0,0 1 0,0 0 0,-1 0 0,3 7 0,-3-6 0,0-1 0,1 1 0,-1-1 0,1 0 0,1 0 0,4 7 0,-5-8 0,1 0 0,-1 1 0,0-1 0,-1 1 0,1 0 0,-1 0 0,3 9 0,17 32 0,-10-25 0,-1 0 0,-2 0 0,0 1 0,-1 1 0,9 36 0,-5-14 0,1-5 0,13 57 0,-13-48 0,-8-35 0,-1 1 0,-1 1 0,0-1 0,0 18 0,-2-15 0,0 0 0,1-1 0,0 1 0,1-1 0,12 33 0,-8-30 0,-4-13 0,0 0 0,-1 1 0,1-1 0,-2 1 0,1-1 0,-1 1 0,0 9 0,0-6 0,0 0 0,0-1 0,6 21 0,-5-21 0,1 0 0,-2 1 0,2 19 0,-3-24 0,1 0 0,0 0 0,0 0 0,1 0 0,0 0 0,0 0 0,3 8 0,-2-9 0,-1 0 0,0 1 0,0-1 0,-1 1 0,1-1 0,-1 1 0,0 7 0,-3 25 0,1-28 0,1-1 0,-1 0 0,2 0 0,-1 0 0,1 1 0,4 16 0,-1-12 0,0 1 0,-1-1 0,-1 1 0,0 0 0,-1 22 0,-1-34 0,0 1 0,0 0 0,1-1 0,-1 1 0,1-1 0,0 1 0,0-1 0,0 1 0,1-1 0,-1 1 0,1-1 0,0 0 0,0 0 0,3 4 0,-1-1 0,-2-2 0,-1-1 0,0 1 0,0 0 0,0-1 0,0 1 0,-1 0 0,1 0 0,-1-1 0,0 1 0,0 0 0,0 0 0,-2 5 0,1 8 0,1-218 0,0 199 0,0 0 0,-1 0 0,1-1 0,0 1 0,-1 0 0,0 0 0,1 0 0,-1 0 0,0 0 0,0 0 0,0 0 0,0 0 0,-1 0 0,1 0 0,-3-2 0,3 2 0,0 1 0,-1-1 0,1 1 0,0-1 0,0 0 0,0 1 0,0-1 0,0 0 0,1 0 0,-1 0 0,0 1 0,1-1 0,0 0 0,-1 0 0,1-3 0,0 4 0,0-1 0,0 0 0,0 0 0,0 1 0,-1-1 0,1 0 0,-1 1 0,1-1 0,-1 0 0,1 1 0,-1-1 0,0 1 0,0-1 0,0 1 0,-2-3 0,2 2 0,0 1 0,0 0 0,1-1 0,-1 1 0,0-1 0,0 0 0,1 1 0,-1-1 0,0 1 0,1-1 0,0 0 0,-1 1 0,1-1 0,0 0 0,0-3 0,0 3 0,0 1 0,0-1 0,-1 0 0,1 1 0,0-1 0,-1 0 0,1 1 0,-1-1 0,0 0 0,0 1 0,1-1 0,-1 1 0,0-1 0,0 1 0,-1 0 0,1-1 0,-2-1 0,2 2 0,0 0 0,-1 0 0,1-1 0,0 1 0,0 0 0,0-1 0,0 1 0,0-1 0,1 0 0,-1 1 0,0-1 0,1 1 0,-1-1 0,1 0 0,0 1 0,-1-1 0,1-3 0,-1-1 0,0 0 0,0 0 0,-1 0 0,0 0 0,0 0 0,0 0 0,-1 0 0,0 1 0,0-1 0,-1 1 0,1 0 0,-1 0 0,0 0 0,-6-5 0,-7-12 0,13 8 0,0 3 0,-3 10 0,6 1 0,0 0 0,1 0 0,-1 0 0,1 0 0,-1 0 0,0 0 0,1 0 0,-1 0 0,1 0 0,-1-1 0,1 1 0,-1 0 0,0 0 0,1 0 0,-1-1 0,1 1 0,-1 0 0,1-1 0,-1 1 0,1 0 0,-1-1 0,1 1 0,0-1 0,-1 1 0,1-1 0,0 1 0,-1-1 0,1 1 0,0-1 0,-1 1 0,1-1 0,0 1 0,0-1 0,0 1 0,0-1 0,-1 1 0,1-2 0,0 2 0,1-1 0,-1 1 0,0 0 0,0-1 0,0 1 0,0 0 0,0-1 0,0 1 0,1-1 0,-1 1 0,0 0 0,0-1 0,0 1 0,0 0 0,-1-1 0,1 1 0,0-1 0,0 1 0,0 0 0,0-1 0,0 1 0,0 0 0,0-1 0,-1 1 0,1 0 0,0-1 0,0 1 0,-1 0 0,1-1 0,0 1 0,0 0 0,-1 0 0,1-1 0,0 1 0,-1 0 0,1 0 0,0 0 0,-1-1 0,1 1 0,0 0 0,-1 0 0,1 0 0,-1 0 0,1 0 0,0 0 0,-1 0 0,1 0 0,0 0 0,-1 0 0,1 0 0,-1 0 0,0 1 0,0 0 0,0 0 0,0 0 0,0 0 0,1 1 0,-1-1 0,0 0 0,1 0 0,-1 1 0,1-1 0,-1 0 0,1 1 0,0-1 0,0 1 0,-1-1 0,1 0 0,0 1 0,0-1 0,1 2 0,-1 21 0,1-1 0,2 1 0,8 37 0,-8-15 0,-3-41 0,0-1 0,0 0 0,0 0 0,0 0 0,0 1 0,1-1 0,0 0 0,2 7 0,5 6 0,23 65 0,-30-78 0,2 9 0,0-1 0,1 0 0,0 0 0,1-1 0,1 1 0,-1-1 0,16 20 0,-15-22 0,0 0 0,0-1 0,-1 2 0,0-1 0,4 12 0,-4-9 0,-3-8 0,1 1 0,0-1 0,0 1 0,0-1 0,0 0 0,1 0 0,-1 0 0,1-1 0,5 4 0,-9-6 0,1 0 0,0-1 0,0 1 0,0 0 0,0 0 0,0-1 0,1 1 0,-1 0 0,0-1 0,0 1 0,0-1 0,0 0 0,1 1 0,-1-1 0,0 0 0,0 0 0,1 1 0,-1-1 0,0 0 0,1 0 0,-1-1 0,0 1 0,0 0 0,1 0 0,-1-1 0,0 1 0,0 0 0,0-1 0,1 0 0,-1 1 0,0-1 0,0 1 0,0-1 0,0 0 0,0 0 0,0 0 0,1-1 0,36-34 0,-33 32 0,-1 1 0,1-1 0,-1 0 0,1 0 0,-1 0 0,0-1 0,-1 1 0,1-1 0,-1 0 0,0 0 0,3-6 0,6-18 0,3 1 0,0 0 0,1 1 0,22-25 0,-11 13 0,-23 33 0,-1-1 0,0 0 0,0 1 0,0-1 0,1-8 0,-2 9 0,-1 1 0,1-1 0,1 0 0,-1 1 0,1-1 0,0 1 0,0 0 0,5-6 0,1 1 0,0 0 0,-1-1 0,10-15 0,-2 0 0,-14 24 0,-1 0 0,1 0 0,-1 0 0,1 0 0,-1 0 0,0 0 0,0-1 0,0 1 0,0-1 0,0 1 0,0-1 0,-1 1 0,1-6 0,-1 7-374,0-1 0,0 0 0,0 1 0,1-1 0,-1 0 0,0 1 0,1-1 0,-1 0 0,1 1 0,0-1 0,-1 0 0,1 1 0,0-1 0,0 1 0,2-3 0,-2 3-264,0-1 0,0 1 1,0-1-1,0 1 0,-1-1 0,1 1 0,0-1 1,-1 0-1,1 1 0,-1-1 0,1 0 0,-1 1 1,0-1-1,0 0 0,0-3 0,0-18-7504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12.73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2170 2247 2609,'0'0'3623,"0"-8"2546,0-13-4681,0-106 1564,0 122-2840,1 1-1,-1-1 1,1 1 0,0 0-1,0-1 1,0 1 0,0 0-1,3-6 1,-2 6-56,-1 1 0,1-1 1,-1 0-1,0-1 0,0 1 0,-1 0 1,1 0-1,-1-5 0,-1-21 815,0 21-743,1 0 1,0 0-1,0 1 0,1-1 0,0 0 1,4-14-1,4 1 181,-7 17-283,1 0 1,-1-1-1,-1 1 1,1-1-1,-1 1 1,0-1-1,0 0 1,0-8-1,-1-333 5205,-1 330-4867,-1-1-1,0 1 1,-10-34 0,-2-9 215,8 36-556,-1 1-1,-1-1 0,-15-29 0,3 5-77,-52-101-45,67 136 0,-1 1 0,-1 0 0,0 0 0,0 1 0,-17-19 0,-20-27 0,-68-78 0,101 119 0,-9-13 0,-1 0 0,-29-28 0,8 12 0,-132-127 0,143 142 0,21 20 0,-1-1 0,0 1 0,-1 1 0,-23-15 0,-83-41 0,40 13 0,13 20 0,33 16 0,-1 1 0,-52-16 0,62 22 0,18 6 0,-1 1 0,0-1 0,1 2 0,-1-1 0,0 1 0,0-1 0,-6 1 0,-25-3 0,-273-20 0,97 34 0,199-8 0,0 0 0,0 0 0,1 1 0,-1 1 0,0 0 0,1 1 0,-17 9 0,-13 4 0,37-15 0,0 0 0,0 0 0,0 0 0,1 1 0,-1 0 0,1 0 0,0 1 0,0 0 0,0-1 0,0 2 0,1-1 0,-6 10 0,-14 15 0,16-19 0,1 1 0,0 0 0,0 0 0,1 1 0,1 0 0,0 0 0,-3 15 0,-8 19 0,15-43 0,0-1 0,0 1 0,0 0 0,0 0 0,1 0 0,-1 0 0,1 0 0,0 5 0,-2 19 0,-4 8 0,2 0 0,-1 66 0,3-50 0,0-30 0,2 1 0,0-1 0,7 46 0,-1-47 0,-4-12 0,0-1 0,0 1 0,0 0 0,0 16 0,-1-10 0,1 0 0,0-1 0,1 1 0,1-1 0,7 17 0,9 39 0,27 100 0,-12-61 0,-34-104 0,1 0 0,0-1 0,0 1 0,1-1 0,-1 1 0,6 6 0,11 20 0,17 62 0,-31-79 0,-3-11 0,0 1 0,-1-1 0,0 1 0,0 0 0,0-1 0,0 1 0,0 0 0,-1 5 0,1-4 0,0 0 0,0 0 0,0 0 0,0 0 0,1 0 0,0 0 0,0-1 0,0 1 0,0-1 0,1 1 0,3 4 0,-3-6 0,0 1 0,-1 1 0,1-1 0,-1 0 0,0 0 0,0 1 0,-1 0 0,1-1 0,-1 1 0,1 9 0,-2-13 0,0 0 0,0 0 0,0-1 0,0 1 0,0 0 0,0 0 0,0 0 0,1 0 0,-1-1 0,0 1 0,0 0 0,1 0 0,-1 0 0,1-1 0,-1 1 0,0 0 0,1-1 0,-1 1 0,1 0 0,0-1 0,-1 1 0,1 0 0,0-1 0,-1 1 0,1-1 0,0 0 0,-1 1 0,1-1 0,0 1 0,0-1 0,1 1 0,-2-1 0,1 0 0,0 0 0,0 0 0,-1 1 0,1-1 0,0 0 0,-1 1 0,1-1 0,0 1 0,-1-1 0,1 1 0,-1-1 0,1 1 0,-1-1 0,1 1 0,-1 0 0,1-1 0,-1 1 0,0 0 0,1-1 0,-1 1 0,0 0 0,1-1 0,-1 1 0,0 0 0,0 0 0,0-1 0,0 1 0,0 0 0,0 0 0,0 0 0,0 2 0,1 0 0,-1 0 0,0 0 0,1 0 0,0 0 0,0 0 0,0-1 0,0 1 0,2 4 0,-1-4 0,-1 0 0,0 0 0,1 0 0,-1 0 0,0 0 0,-1 0 0,1 0 0,-1 0 0,1 6 0,-1-2 0,1-11 0,0-22 0,0 20 0,-1-1 0,0 0 0,0 0 0,-1 0 0,0 1 0,-3-12 0,2 15 0,0 1 0,1 0 0,-1 0 0,1 0 0,0 0 0,0 0 0,0 0 0,0 0 0,0 0 0,0-1 0,1 1 0,-1 0 0,1 0 0,0-1 0,-1 1 0,1-3 0,0 4 0,0 0 0,0 0 0,0 1 0,0-1 0,0 0 0,0 0 0,0 0 0,-1 1 0,1-1 0,0 0 0,-1 0 0,1 1 0,0-1 0,-1 0 0,1 1 0,-1-1 0,1 0 0,-1 1 0,1-1 0,-1 1 0,1-1 0,-1 1 0,0-1 0,1 1 0,-1-1 0,0 1 0,1 0 0,-1-1 0,0 1 0,-1-1 0,1 1 0,1 0 0,-1 0 0,0-1 0,0 1 0,1 0 0,-1-1 0,0 1 0,1-1 0,-1 1 0,0-1 0,1 1 0,-1-1 0,1 1 0,-1-1 0,1 1 0,-1-1 0,1 0 0,-1 0 0,1 1 0,0-1 0,-1 0 0,1 1 0,0-1 0,0 0 0,-1 0 0,1 0 0,0 1 0,0-1 0,0 0 0,0-1 0,0 1 0,0 0 0,0 0 0,0-1 0,-1 1 0,1 0 0,0 0 0,-1 0 0,1 0 0,0 0 0,-1 0 0,0 0 0,1 0 0,-1 0 0,0 0 0,1 0 0,-1 0 0,-1-1 0,1 1 0,0 0 0,0 1 0,1-1 0,-1 0 0,0 0 0,0 0 0,1-1 0,-1 1 0,1 0 0,-1 0 0,1 0 0,-1 0 0,1 0 0,0-1 0,0 1 0,0 0 0,-1-2 0,1 2 0,0 0 0,0 0 0,0 0 0,0 0 0,0 0 0,0 1 0,0-1 0,-1 0 0,1 0 0,0 0 0,0 0 0,-1 1 0,1-1 0,-1 0 0,1 0 0,-1 1 0,1-1 0,-1 0 0,0 1 0,1-1 0,-1 0 0,0 1 0,1-1 0,-1 1 0,0-1 0,0 1 0,1-1 0,-1 1 0,-1-1 0,1 1 0,0 0 0,1 0 0,-1-1 0,0 1 0,0-1 0,1 1 0,-1-1 0,0 1 0,1-1 0,-1 1 0,0-1 0,1 1 0,-1-1 0,1 0 0,-1 1 0,1-1 0,0 0 0,-1 0 0,1 1 0,-1-1 0,1 0 0,0 0 0,0 0 0,0 1 0,-1-1 0,1 0 0,0 0 0,0 0 0,0-1 0,0 2 0,0-1 0,0 1 0,0 0 0,0-1 0,0 1 0,0-1 0,0 1 0,0-1 0,0 1 0,0-1 0,0 1 0,-1-1 0,1 1 0,0-1 0,0 1 0,-1 0 0,1-1 0,0 1 0,0-1 0,-1 1 0,1 0 0,0-1 0,-1 1 0,1 0 0,-1-1 0,1 1 0,0 0 0,-1 0 0,1 0 0,-1-1 0,1 1 0,-1 0 0,0 0 0,1 0 0,-1 0 0,1-1 0,-1 1 0,1 0 0,-1 0 0,1 0 0,-1-1 0,1 1 0,-1 0 0,1-1 0,-1 1 0,1 0 0,0-1 0,-1 1 0,1 0 0,0-1 0,-1 1 0,1-1 0,0 1 0,0-1 0,-1 1 0,1 0 0,0-1 0,0 1 0,0-1 0,0 1 0,-1-1 0,1 1 0,0-1 0,0 0 0,0 1 0,0-1 0,0 0 0,1 16 0,-1-1 0,2 1 0,0-1 0,0 1 0,7 19 0,-8-32 0,0 1 0,0-1 0,-1 0 0,1 1 0,0-1 0,-1 0 0,0 1 0,0-1 0,1 0 0,-1 1 0,-1-1 0,1 0 0,-1 3 0,1-3 0,0 0 0,-1 1 0,1-1 0,0 0 0,0 0 0,0 0 0,1 0 0,-1 0 0,0 0 0,1 0 0,-1 0 0,1 0 0,1 2 0,7 10 0,-8-12 0,1 0 0,-1 0 0,1 0 0,-1 0 0,0 1 0,0-1 0,0 1 0,0-1 0,0 1 0,0-1 0,-1 1 0,1 0 0,-1-1 0,0 5 0,1 0 0,-1 0 0,1 0 0,1 1 0,-1-1 0,1 0 0,0-1 0,1 1 0,0 0 0,6 11 0,1-6 0,19 33 0,-28-42 0,1 0 0,-1 0 0,1 0 0,0 0 0,0 0 0,0 0 0,0 0 0,0 0 0,1-1 0,2 3 0,-3-3 0,3 14 0,-2-2 0,26 19 0,-28-31 0,0-1 0,0 0 0,0 0 0,0 1 0,0-1 0,1 0 0,-1 0 0,0 0 0,0 0 0,1 0 0,-1-1 0,0 1 0,1 0 0,-1-1 0,1 1 0,-1-1 0,1 1 0,-1-1 0,1 0 0,3 1 0,4-7 0,-7 5 0,-1 1 0,1-1 0,-1 0 0,1 0 0,-1 0 0,1 0 0,-1 0 0,1 0 0,-1 0 0,0-1 0,0 1 0,0 0 0,0-1 0,2-2 0,-3 2 0,0 0 0,0 0 0,1 0 0,-1 0 0,0 1 0,1-1 0,0 0 0,-1 0 0,1 0 0,0 0 0,0 1 0,0-1 0,0 0 0,0 1 0,0-1 0,3-1 0,13-24 0,3-4 0,-16 27 0,-1-1 0,1 1 0,-1-1 0,0 0 0,-1 0 0,1 0 0,2-10 0,34-49 0,-32 41 0,-6 18 0,0 0 0,0 0 0,1 0 0,0 1 0,0-1 0,0 1 0,5-9 0,4-1 0,-6 7 0,1-1 0,-1 0 0,0 0 0,5-12 0,37-84 0,-13 51 0,-26 41-1125,-9 12 986,1 0-1,0 0 0,-1 0 1,1 0-1,-1 0 1,1 0-1,0 0 0,-1 0 1,1 0-1,-1 0 0,1 0 1,0 0-1,-1 0 0,1 0 1,0 0-1,-1-1 0,1 1 1,0 0-1,-1 0 0,1 0 1,0-1-1,-1 1 0,1 0 1,0 0-1,0-1 0,-1 1 1,1 0-1,0 0 0,0-1 1,-1 1-1,1 0 1,0-1-1,0 1 0,0 0 1,0-1-1,-1 1 0,1-1 1,0 1-1,0 0 0,0-1 1,0 1-1,0 0 0,0-1 1,0 1-1,0-1 0,0 1 1,0 0-1,0-1 0,1 1 1,-1 0-1,0-1 0,0 1 1,0-1-1,0 1 0,1 0 1,-1-1-1,0 1 1,0 0-1,0 0 0,1-1 1,-1 1-1,0 0 0,1 0 1,-1-1-1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13.2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116 149 1040,'-3'-2'2258,"2"1"-2078,0 0 0,0 1 0,0-1 1,0 0-1,0 0 0,0 0 1,0 0-1,0 0 0,0 0 1,0 0-1,0 0 0,1-1 1,-1 1-1,0 0 0,1 0 1,-1-1-1,1 1 0,0 0 0,-1-1 1,1 1-1,0 0 0,0-1 1,0 1-1,0 0 0,0-1 1,0 1-1,0-1 0,1-1 1,-1 2-138,0 0 0,0 0 0,0 0 1,0 1-1,-1-1 0,1 0 0,0 0 1,0 0-1,-1 0 0,1 1 1,0-1-1,-1 0 0,1 0 0,-1 1 1,1-1-1,-1 0 0,1 0 0,-1 1 1,1-1-1,-1 1 0,0-1 1,1 1-1,-1-1 0,0 1 0,0-1 1,1 1-1,-1-1 0,-1 1 0,1-1 9,0 1 0,0 0-1,0-1 1,1 1-1,-1-1 1,0 1-1,1-1 1,-1 1 0,0-1-1,1 1 1,-1-1-1,0 1 1,1-1 0,-1 0-1,1 0 1,-1 1-1,1-1 1,0 0-1,-1 0 1,1 1 0,0-1-1,-1 0 1,1 0-1,0 0 1,0 0-1,0 1 1,0-1 0,0-2-1,0 3 9,0-1-1,0 0 1,0 0 0,0 1-1,0-1 1,0 0 0,0 0-1,-1 1 1,1-1 0,0 0-1,0 0 1,-1 1-1,1-1 1,0 0 0,-1 1-1,1-1 1,0 0 0,-1 1-1,1-1 1,-1 0 0,1 1-1,-1-1 1,0 1 0,1-1-1,-1 1 1,-1-1-1,2 0 99,-1 1-1,0 0 1,1-1-1,-1 0 1,0 1-1,1-1 1,-1 1-1,1-1 0,-1 0 1,1 1-1,-1-1 1,1 0-1,0 1 1,-1-1-1,1 0 1,0 0-1,-1 1 1,1-1-1,0 0 0,0 0 1,0 0-1,0 0 1,0 1-1,0-1 1,0 0-1,0-1 1,0 1-82,0 0 1,0 1 0,0-1 0,-1 0 0,1 1 0,0-1 0,0 0 0,-1 1-1,1-1 1,0 0 0,0 1 0,-1-1 0,1 1 0,-1-1 0,1 0 0,-1 1-1,1-1 1,-1 1 0,1-1 0,-1 1 0,1 0 0,-1-1 0,0 1 0,1 0-1,-1-1 1,1 1 0,-1 0 0,0 0 0,1-1 0,-1 1 0,0 0 0,0 0-1,1 0 1,-1 0 0,0 0 0,1 0 0,-1 0 0,0 0 0,1 0 0,-1 0-1,-1 1 1,0-1 115,2 0-143,0 0 0,0 0 1,-1 0-1,1 0 1,0 0-1,0-1 0,-1 1 1,1 0-1,0 0 0,0 0 1,0 0-1,-1 0 1,1 0-1,0-1 0,0 1 1,0 0-1,-1 0 0,1 0 1,0 0-1,0-1 0,0 1 1,0 0-1,0 0 1,-1-1-1,1 1 0,0 0 1,0 0-1,0 0 0,0-1 1,0 1-1,0 0 1,0 0-1,0-1 0,0 1 1,0 0-1,0 0 0,0-1 1,0 1-1,0 0 0,0 0 1,0-1-1,0 1 1,0 0-1,0 0 0,1-1 1,-1 1-19,0 0 1,0 0-1,0-1 0,0 1 1,0 0-1,0 0 1,0 0-1,0-1 1,0 1-1,0 0 1,0 0-1,0 0 0,0-1 1,0 1-1,0 0 1,0 0-1,0 0 1,0-1-1,0 1 1,0 0-1,0 0 0,0 0 1,0-1-1,0 1 1,0 0-1,0 0 1,-1 0-1,1 0 1,0-1-1,0 1 0,0 0 1,0 0-1,0 0 1,-1 0-1,1 0 1,0 0-1,0-1 1,0 1-1,0 0 0,-1 0 1,1 0-1,0 0 1,-1 0-10,0 0-1,0 0 1,0 0 0,0 0 0,1 1 0,-1-1 0,0 0 0,0 1 0,1-1-1,-1 0 1,0 1 0,0-1 0,1 1 0,-1-1 0,0 1 0,1-1 0,-1 1 0,1-1-1,-1 1 1,1 0 0,-1-1 0,1 1 0,-1 0 0,1 0 0,-1-1 0,1 1-1,0 0 1,0 0 0,-1-1 0,1 1 0,0 0 0,0 0 0,0 0 0,0 0-1,0-1 1,0 1 0,0 0 0,0 0 0,0 0 0,0-1 0,1 3 0,11 48 628,-3-17-128,-9-30-417,0 0-1,1 0 1,0 0-1,0-1 1,0 1-1,0 0 1,0 0-1,1-1 1,0 1-1,0 0 1,2 3-1,11 23 651,-11-23-636,0-1 0,0 1 0,1-1 0,-1 0 0,2 0 0,-1 0 0,1-1 0,-1 1-1,9 4 1,18 20 472,40 34 1586,-63-58-2111,0-1 0,1 0 0,-1 0 0,1-1 0,0 0 0,0-1 0,20 4 0,-28-6-66,1-1 0,-1 0 0,1 0 0,-1 0 0,1-1 0,-1 1 0,1-1 0,-1 1 0,1-1 0,-1 0 0,0 0 0,1 0 0,-1 0 0,0 0 0,0 0 0,0-1 0,0 1 0,0-1 0,0 0 0,0 1 0,0-1 0,1-2 0,16-11 0,-12 13 0,-7 2 0,1 0 0,0 0 0,-1 0 0,1 0 0,-1 0 0,1 0 0,0 0 0,-1 0 0,1 0 0,-1 0 0,1 0 0,-1 0 0,1-1 0,-1 1 0,1 0 0,0 0 0,-1-1 0,1 1 0,-1 0 0,0-1 0,1 1 0,-1-1 0,1 1 0,-1-1 0,0 1 0,1-1 0,-1 1 0,0-1 0,1 1 0,-1-1 0,0 1 0,0-1 0,1 1 0,-1-1 0,0 1 0,0-1 0,0 0 0,0-1-11,0 1 0,0 0 0,0 0 0,1 0 1,-1 0-1,0 0 0,1 0 0,-1 0 0,0 0 0,1 0 0,-1 0 0,1 0 1,0 0-1,-1 0 0,1 0 0,0 0 0,-1 0 0,1 1 0,0-1 0,0 0 1,0 1-1,0-1 0,0 0 0,0 1 0,1-1 0,-2 1-138,0-1 1,1 1-1,-1 0 0,1-1 0,-1 1 1,0 0-1,0-1 0,1 1 0,-1-1 1,0 1-1,0 0 0,1-1 0,-1 1 0,0-1 1,0 1-1,0-1 0,0 1 0,0 0 1,0-1-1,1 1 0,-1-1 0,0 1 1,0-1-1,-1 1 0,1-1 0,0 1 1,0-1-1,0 1 0,0-1 0,0 1 0,-1-1 1,1 1 14,0-1 1,0 1 0,0 0-1,0-1 1,-1 1 0,1 0-1,0-1 1,0 1-1,0-1 1,0 1 0,0 0-1,0-1 1,0 1 0,0-1-1,0 1 1,0 0-1,0-1 1,1 1 0,-1 0-1,0-1 1,0 1 0,0 0-1,0-1 1,1 1 0,-1 0-1,0-1 1,0 1-1,0 0 1,1-1 0,-1 1-1,0 0 1,1 0 0,-1-1-1,0 1 1,1 0-1,0-1 1,6 0-1842,-6 1 1753,-1 0-1,1 0 1,0 0-1,-1 0 1,1 0-1,-1 0 0,1 0 1,0-1-1,-1 1 1,1 0-1,-1 0 1,1 0-1,-1-1 0,1 1 1,0 0-1,-1-1 1,1 1-1,-1 0 0,0-1 1,1 1-1,-1-1 1,1 1-1,-1-1 1,0 1-1,1-1 0,-1 1 1,0-1-1,1 1 1,-1-1-1,0 1 1,0-1-1,1 1 0,-1-1 1,0 0-1,0 1 1,0-1-1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14.87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 53 4082,'-28'-16'10671,"27"16"-10460,0-1 0,1 1-1,-1 0 1,0 0-1,1 0 1,-1 0-1,0 0 1,0 0 0,1 0-1,-1 0 1,0 0-1,1 0 1,-1 0-1,0 0 1,1 0 0,-1 0-1,0 1 1,1-1-1,-1 0 1,0 1-1,1-1 1,-1 0 0,1 1-1,-1-1 1,1 1-1,-1-1 1,0 1-1,1 317 11908,9-246-12118,-6-56 0,0-1 0,1 31 0,-4-32 0,2-1 0,0 0 0,1 1 0,0-1 0,9 22 0,-7-21 0,0 0 0,-1 0 0,-1 0 0,0 1 0,1 27 0,-4-41 0,0 0 0,1 1 0,-1-1 0,0 1 0,0-1 0,1 1 0,-1-1 0,0 0 0,1 1 0,0-1 0,-1 0 0,1 0 0,0 1 0,-1-1 0,1 0 0,0 0 0,0 0 0,0 0 0,0 0 0,0 0 0,3 2 0,-3-3 0,0 1 0,-1 0 0,1-1 0,0 1 0,0 0 0,0 0 0,0 0 0,-1 0 0,1 0 0,0 0 0,-1 0 0,1 0 0,-1 0 0,1 0 0,-1 0 0,0 0 0,1 0 0,-1 0 0,0 0 0,0 1 0,1 0 0,-1-350 0,9 264 0,-6 63 0,0-2 0,0-23 0,-4 31 0,1 11 0,-1 0 0,1-1 0,0 1 0,0 0 0,1-1 0,-1 1 0,1 0 0,0 0 0,0-1 0,2-4 0,6-5 0,-8 12 0,1 0 0,-1 0 0,1-1 0,-1 1 0,0 0 0,1-1 0,-2 1 0,1-1 0,0 1 0,0-1 0,-1 1 0,1-1 0,-1-3 0,1 4 0,-1 0 0,0 0 0,1 0 0,-1 1 0,1-1 0,-1 0 0,1 1 0,0-1 0,0 0 0,0 1 0,0-1 0,0 1 0,0-1 0,0 1 0,0-1 0,0 1 0,1 0 0,-1 0 0,1 0 0,-1 0 0,1 0 0,-1 0 0,1 0 0,1-1 0,0 1 0,0 0 0,-1 0 0,1 0 0,0 0 0,0 1 0,0-1 0,-1 1 0,1-1 0,0 1 0,0 0 0,0 0 0,0 1 0,0-1 0,4 1 0,-2 1 0,0 0 0,0 0 0,0 1 0,0-1 0,0 1 0,-1 0 0,1 0 0,-1 1 0,0-1 0,0 1 0,0 0 0,0 0 0,-1 0 0,0 0 0,4 6 0,-5-7 0,1 0 0,0 0 0,-1 0 0,1-1 0,0 1 0,1-1 0,-1 0 0,0 0 0,1 0 0,-1 0 0,6 1 0,-4-1 0,0 1 0,1-1 0,-1 1 0,-1 0 0,1 0 0,0 1 0,-1-1 0,5 6 0,22 23 0,-19-20 0,0 0 0,-1 1 0,0 0 0,17 29 0,-1-12 0,-23-27 0,0 0 0,-1 1 0,1-1 0,-1 1 0,0 0 0,0 0 0,0 0 0,2 5 0,-1-3 0,0 1 0,0 0 0,0-1 0,1 0 0,8 9 0,-13-14 0,1 0 0,0 0 0,0 0 0,-1 0 0,1 0 0,0 0 0,0 0 0,0-1 0,0 1 0,0 0 0,0 0 0,0-1 0,0 1 0,0-1 0,1 1 0,-1-1 0,0 0 0,0 1 0,0-1 0,1 0 0,-1 0 0,0 0 0,0 0 0,1 0 0,-1 0 0,0 0 0,0 0 0,1 0 0,-1 0 0,0-1 0,0 1 0,0-1 0,0 1 0,1-1 0,-1 1 0,0-1 0,0 0 0,0 1 0,0-1 0,0 0 0,0 0 0,-1 0 0,3-1 0,2-4 0,-4 6 0,-1-1 0,1 0 0,0 0 0,0 1 0,0-1 0,-1 0 0,1 0 0,-1 0 0,1 0 0,0 0 0,-1 0 0,1 0 0,-1 0 0,0 0 0,1 0 0,-1 0 0,0-1 0,0 1 0,0-2 0,0 1 0,1 0 0,-1 0 0,0 0 0,1 0 0,-1 0 0,1 0 0,-1 0 0,1 0 0,0 1 0,0-1 0,0 0 0,0 0 0,0 1 0,1-1 0,1-1 0,-2 1 0,1 0 0,-1 0 0,0 0 0,1 1 0,-1-1 0,0 0 0,0 0 0,0-1 0,0 1 0,-1 0 0,1 0 0,-1 0 0,1-1 0,-1 1 0,0-3 0,1-10 0,0 0 0,7-28 0,-5 28 0,-1 0 0,2-30 0,-4-128 0,-1 184 0,0 0 0,1 0 0,0 0 0,1 0 0,0 0 0,4 17 0,1-18 0,-4-6 0,0 0 0,0 0 0,0 0 0,0 0 0,0 0 0,-1 1 0,0-1 0,0 0 0,0 1 0,0-1 0,-1 6 0,0-6 0,1-1 0,-1 1 0,1 0 0,-1 0 0,1 0 0,0-1 0,1 1 0,-1-1 0,1 1 0,-1-1 0,4 5 0,-3-5 0,-1 0 0,1 0 0,0 0 0,-1 0 0,0 1 0,0-1 0,0 0 0,0 1 0,-1-1 0,1 0 0,-1 5 0,1 0 0,0 0 0,0 0 0,0-1 0,1 1 0,0-1 0,1 1 0,0-1 0,0 0 0,0 0 0,1 0 0,0 0 0,1-1 0,8 11 0,8 15 0,-18-27 0,-1-1 0,0 0 0,1 0 0,0 0 0,0 0 0,7 6 0,0-1 0,-6-4 0,1 0 0,0 0 0,1 0 0,-1-1 0,1 0 0,-1 0 0,1-1 0,1 1 0,-1-1 0,0 0 0,1-1 0,-1 0 0,1 0 0,0 0 0,10 1 0,36-9 63,-50 6-84,0-1 0,0 0 0,0 1 0,0-1 0,0-1 0,0 1 0,0 0-1,0-1 1,-1 1 0,1-1 0,0 0 0,-1 0 0,0 0 0,3-2 0,31-73-3404,-25 52 3152,-5 7 410,-1 1 0,-1-1 0,0 0 1,-1 0-1,-1 0 0,-1 0 0,-1 0 0,-1-21 0,0 4 1219,-8-26-331,0-1-689,9 61-336,0-1 0,0 1 0,-1 0 0,1-1 0,0 1 0,-1-1 0,1 1 0,0 0 0,-1-1 0,0 1 0,1 0 0,-1-1 0,0 1 0,1 0 0,-1 0 0,0 0 0,0 0 0,0 0 0,0 0 0,0 0 0,-3-2 0,3 3 0,1-1 0,-1 0 0,0 1 0,0-1 0,0 0 0,0 0 0,0 0 0,1 0 0,-1 0 0,0 0 0,1 0 0,-1 0 0,1 0 0,-1 0 0,1 0 0,0 0 0,-1 0 0,1 0 0,0-1 0,0 1 0,0-2 0,0 3 0,0 0 0,0-1 0,0 1 0,0 0 0,0-1 0,0 1 0,0 0 0,0-1 0,0 1 0,0 0 0,0-1 0,0 1 0,0 0 0,0-1 0,-1 1 0,1 0 0,0-1 0,0 1 0,0 0 0,0-1 0,-1 1 0,1 0 0,0-1 0,0 1 0,0 0 0,-1 0 0,1-1 0,0 1 0,-1 0 0,1 0 0,0 0 0,-1-1 0,1 1 0,0 0 0,0 0 0,-1 0 0,1 0 0,-1 0 0,1 0 0,0 0 0,-1 0 0,1-1 0,0 1 0,-1 0 0,1 1 0,0-1 0,-1 0 0,1 0 0,0 0 0,-1 0 0,1 0 0,0 0 0,-1 0 0,1 0 0,-1 1 0,1-1 0,-1 1 0,0 0 0,1-1 0,-1 1 0,1 0 0,-1 0 0,1-1 0,-1 1 0,1 0 0,0 0 0,0 0 0,-1 0 0,1-1 0,0 1 0,0 0 0,0 0 0,0 0 0,0 0 0,0 0 0,0 0 0,0-1 0,0 1 0,0 0 0,0 0 0,0 0 0,1 0 0,-1 0 0,0-1 0,1 1 0,0 1 0,2 5 0,0 0 0,-1 0 0,0 1 0,0-1 0,-1 0 0,0 1 0,0-1 0,0 13 0,-1-17 0,0 0 0,0 1 0,1-1 0,0 0 0,-1 1 0,1-1 0,0 0 0,1 0 0,-1 0 0,1 0 0,3 6 0,12 28 0,30 95 0,-44-124-124,0 0 0,1 0 0,0 0 0,0-1 0,1 0 0,0 1 0,0-2 0,10 10 0,-9-9-329,0 0 0,-1 0 1,1 0-1,-1 0 0,-1 1 0,1 0 1,3 11-1,-5-13-853,0-1 0,-1 1 0,2 0 1,-1-1-1,1 0 0,6 8 0,8 10-6980,-2-9 3479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15.22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49 164 4658,'0'-6'1678,"0"1"0,-1-1 0,0 1 0,1 0 0,-2-1-1,1 1 1,-1 0 0,1 0 0,-1 0 0,-1 0 0,-2-5 0,-1-2-291,-14-44 5053,18 65-6421,1 1-1,0 0 0,0 1 1,1-1-1,1 0 0,-1 0 1,4 12-1,1-5-18,-3-11 0,0 1 0,0-1 0,0 1 0,-1-1 0,0 14 0,0-9 0,0-1 0,1 0 0,0 0 0,0 1 0,1-1 0,6 12 0,3 14 0,-10-31 0,0 0 0,0 0 0,1 0 0,-1 0 0,1-1 0,0 1 0,4 3 0,8 14 0,-1 20 0,-10-30 0,0 0 0,0 0 0,13 22 0,-16-31 0,1-1 0,-1 0 0,1 1 0,0-1 0,0 0 0,0 0 0,0 0 0,0 0 0,0-1 0,1 1 0,-1-1 0,1 1 0,-1-1 0,1 0 0,-1 0 0,1 0 0,0 0 0,-1 0 0,1 0 0,0-1 0,0 0 0,4 1 0,-6-1 0,0 0 0,1-1 0,-1 1 0,0 0 0,0 0 0,0-1 0,1 1 0,-1-1 0,0 1 0,0-1 0,0 0 0,0 1 0,0-1 0,0 0 0,0 0 0,0 0 0,0 1 0,0-1 0,0 0 0,-1 0 0,1 0 0,0-1 0,0-1 0,13-34 0,-3 5 0,-4 18 0,-5 11 0,0-1 0,0 0 0,0 0 0,0 0 0,-1 0 0,1-1 0,-1 1 0,0 0 0,-1-1 0,1 1 0,-1-6 0,9-56 0,-6 53 0,0 0 0,-1-1 0,0-18 0,-3 12 0,0 13 0,1-1 0,0 1 0,0-1 0,1 0 0,0 1 0,0-1 0,3-7 0,4-5 0,-6 14 0,1 1 0,-1-1 0,0 0 0,0 0 0,-1 0 0,0-1 0,0 1 0,0-12 0,-2 7 0,2-18 0,-1 29 0,0-1 0,1 1 0,-1-1 0,0 1 0,0-1 0,1 1 0,-1-1 0,0 1 0,1-1 0,-1 1 0,0-1 0,1 1 0,-1-1 0,1 1 0,-1 0 0,0-1 0,1 1 0,-1 0 0,1-1 0,-1 1 0,1 0 0,0 0 0,-1-1 0,1 1 0,-1 0 0,1 0 0,-1 0 0,1 0 0,0 0 0,-1 0 0,1 0 0,-1 0 0,1 0 0,-1 0 0,1 0 0,0 0 0,-1 0 0,1 1 0,-1-1 0,1 0 0,-1 0 0,1 1 0,3 1 0,0 0 0,0 1 0,-1 0 0,1-1 0,-1 1 0,0 0 0,0 1 0,0-1 0,0 0 0,0 1 0,-1 0 0,0 0 0,1 0 0,2 7 0,18 26 0,-18-31 0,-1 0 0,0 1 0,0-1 0,0 1 0,-1 0 0,0 0 0,-1 0 0,3 10 0,14 35 0,3-5-3475,-17-32 1136,-1 0 0,0 0 1,-1 1-1,-1-1 0,0 1 0,-1 19 1,-1-9-3748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15.3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234 96 21098,'-18'-27'11237,"-29"12"-10805,0 4-432,19-5 0,9 6 0,-9 10 0,0-16 0,9 16-8036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16.4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15 3137,'0'0'2772,"0"14"2225,9 21-2136,-7-31-2509,0 1 0,-1-1 0,1 1 0,-1-1 0,0 1 0,-1-1 0,1 7 1,-1 3 621,-1-8-572,1-1 0,0 1 0,0-1 1,1 1-1,-1-1 0,1 1 0,3 7 0,0-5 239,0 1 0,-1-1 1,0 1-1,-1 0 0,1 0 0,-2 0 1,1 0-1,-1 0 0,-1 1 0,0 9 1,-1 12 984,0-21-1179,0 1 1,1-1-1,0 0 0,1 0 0,0 0 0,5 19 1,0-12-292,-2-9-153,-2 0 1,1 0-1,-1 0 0,0 0 0,0 0 0,-1 1 0,0 11 0,-1 74-3,-1-130 0,-1-8 0,2 0 0,6-56 0,0 74 0,4-43 0,-10 62 0,1-1 0,0 0 0,0 1 0,0 0 0,1-1 0,1 1 0,2-8 0,-2 8 0,0 0 0,-1-1 0,0 1 0,-1 0 0,0-1 0,0 1 0,0-9 0,18-76 0,-18 89 0,-1 1 0,1-1 0,0 1 0,0 0 0,0 0 0,0 0 0,1 0 0,-1 0 0,1 0 0,-1 0 0,1 0 0,-1 0 0,1 0 0,0 1 0,0-1 0,0 1 0,0 0 0,0-1 0,0 1 0,1 0 0,-1 0 0,0 0 0,0 0 0,1 1 0,-1-1 0,1 1 0,-1-1 0,0 1 0,1 0 0,-1 0 0,1 0 0,-1 0 0,1 1 0,-1-1 0,3 1 0,0 10 0,-2 3 0,16 8 0,-16-19 0,0-1 0,-1 1 0,1 0 0,-1 0 0,0 1 0,1-1 0,-2 0 0,1 1 0,0 0 0,-1-1 0,1 1 0,0 5 0,1 0 0,1 0 0,0 0 0,1-1 0,7 12 0,-6-12 0,-1 1 0,0-1 0,-1 1 0,0-1 0,3 13 0,-5-12 0,0 0 0,0-1 0,1 1 0,0-1 0,1 1 0,0-1 0,8 12 0,-7-10 0,0 0 0,0 0 0,-1 0 0,-1 1 0,0-1 0,0 1 0,2 17 0,13 43 0,21 24 0,-36-74 0,-4-21 0,1 1 0,0-1 0,0 1 0,0 0 0,0-1 0,0 1 0,0 0 0,0-1 0,0 1 0,0 0 0,0-1 0,0 1 0,0 0 0,0-1 0,1 1 0,-1 0 0,0-1 0,0 1 0,1-1 0,-1 1 0,1-1 0,-1 1 0,0-1 0,1 1 0,-1-1 0,1 1 0,0 0 0,12 5 0,-13-6 0,0 0 0,0 1 0,0-1 0,0 0 0,0 0 0,0 0 0,1 1 0,-1-1 0,0 0 0,0 0 0,0 0 0,0 0 0,1 1 0,-1-1 0,0 0 0,0 0 0,0 0 0,1 0 0,-1 0 0,0 0 0,0 1 0,1-1 0,-1 0 0,0 0 0,0 0 0,1 0 0,-1 0 0,0 0 0,0 0 0,1 0 0,-1 0 0,0 0 0,0 0 0,0 0 0,1 0 0,-1 0 0,0-1 0,0 1 0,1 0 0,-1 0 0,0 0 0,0 0 0,0 0 0,1 0 0,-1-1 0,0 1 0,0 0 0,0 0 0,1 0 0,-1-1 0,0 1 0,0 0 0,0 0 0,0 0 0,0-1 0,0 1 0,0 0 0,0 0 0,1-1 0,-1 1 0,0 0 0,0 0 0,0-1 0,0 1 0,0 0 0,0 0 0,0 0 0,0-1 0,-1 1 0,2-2 0,-1 0 0,0 0 0,0 0 0,1 0 0,-1 0 0,1 0 0,0 0 0,0 0 0,-1 1 0,1-1 0,0 0 0,2-1 0,-2 1 0,0 0 0,0 1 0,0-1 0,0 0 0,0 0 0,0 0 0,-1 0 0,1 0 0,-1 0 0,1 0 0,-1 0 0,0-3 0,-1-25 0,0 22 0,1-1 0,0 0 0,0 0 0,1 0 0,0 0 0,4-13 0,0 8 0,0 0 0,-2 0 0,1-1 0,-2 1 0,0-1 0,0 0 0,-2-20 0,9-31 0,-5 50 0,-2 0 0,2-31 0,-3 40 0,-1 1 0,1-1 0,1 0 0,-1 1 0,1-1 0,5-11 0,-4 12 0,-1-1 0,0 1 0,0-1 0,0 0 0,-1 0 0,1-13 0,-2 18 0,0 1 0,0-1 0,0 1 0,0-1 0,0 1 0,1-1 0,-1 1 0,0-1 0,1 1 0,-1 0 0,1-1 0,-1 1 0,1-1 0,0 1 0,0 0 0,-1 0 0,1 0 0,0-1 0,0 1 0,0 0 0,0 0 0,1 0 0,1-1 0,-2 1 0,0 1 0,0 0 0,0-1 0,0 1 0,0 0 0,0 0 0,0-1 0,0 1 0,0 0 0,0 0 0,0 0 0,0 0 0,0 1 0,0-1 0,0 0 0,0 0 0,0 0 0,0 1 0,0-1 0,0 1 0,0-1 0,-1 1 0,1-1 0,0 1 0,1 1 0,-1-2 0,0 1 0,-1-1 0,1 1 0,-1 0 0,0-1 0,1 1 0,-1 0 0,1-1 0,-1 1 0,0 0 0,0 0 0,1 0 0,-1-1 0,0 1 0,0 0 0,0 0 0,0 0 0,0-1 0,0 2 0,2 9 0,14 23 0,-14-30 0,-1 0 0,1 0 0,0 0 0,0 0 0,0 0 0,0 0 0,1-1 0,-1 1 0,1-1 0,4 5 0,-4-5 0,0 0 0,-1 0 0,1 0 0,-1 0 0,0 1 0,0-1 0,0 1 0,0-1 0,-1 1 0,1 0 0,-1-1 0,1 6 0,-1-4 0,1 1 0,0-1 0,0 1 0,0-1 0,1 0 0,0 0 0,3 6 0,-1-4 0,0 2 0,0-1 0,-1 0 0,-1 1 0,0 0 0,5 18 0,9 28 0,-10-38 0,-4-7 0,1 1 0,0-1 0,1 0 0,0 0 0,11 15 0,-11-19-43,-1 0 0,1 1 1,-2 0-1,1 0 0,3 10 0,15 25-1973,-19-39 858,-1 0-1,1 0 1,0 0-1,0 0 1,0 0 0,0-1-1,0 1 1,0-1 0,1 0-1,-1 0 1,1 0 0,0-1-1,0 1 1,-1-1-1,1 0 1,0 0 0,0 0-1,0 0 1,0-1 0,6 0-1,29 0-1744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16.8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358 358 1393,'31'-82'10057,"-19"47"-5945,-11 29-3593,0 1-1,0 0 1,0-1 0,-1 1 0,1-1 0,-1 1 0,0-1-1,-1 0 1,0 1 0,0 0 0,0-1 0,0 1 0,-1-1-1,0 1 1,0 0 0,0 0 0,-1 0 0,-5-8 0,6 10 55,1-1 0,0 1 0,0-1 0,0 1 0,0-1 0,0 0 0,0-6 0,1 7-398,0 0 1,0 0 0,-1 0 0,1 0-1,-1 1 1,0-1 0,0 0 0,0 0-1,0 1 1,0-1 0,0 1 0,-1-1-1,0 1 1,-2-4 0,-7-8-69,10 12-108,-1-1 0,1 1-1,-1 0 1,0 0 0,0 0 0,1 0-1,-2 0 1,1 0 0,0 0 0,0 1-1,0-1 1,-1 1 0,1-1 0,-1 1-1,-3-1 1,-2 0 0,1 0 0,-1 1 0,0-1 0,0 2 0,0-1 0,0 1 0,0 0 0,0 1 0,0 0 0,0 0 0,1 1 0,-1 0 0,0 0 0,1 1 0,-1 0 0,1 0 0,0 1 0,0 0 0,0 0 0,1 0 0,0 1 0,-1 0 0,1 1 0,-10 11 0,-9 13 0,-23 31 0,45-56 0,0 0 0,0 0 0,1 0 0,0 0 0,0 1 0,0-1 0,1 1 0,-1-1 0,1 1 0,0 11 0,-9 63 0,7-66 0,0 0 0,1-1 0,1 1 0,0 1 0,1-1 0,0 0 0,4 21 0,2-14 0,0 0 0,1 0 0,1 0 0,1-1 0,15 24 0,-23-41 0,1-1 0,0 1 0,0-1 0,0 1 0,1-1 0,-1 0 0,0 0 0,1 0 0,-1 0 0,1 0 0,0 0 0,0-1 0,0 1 0,0-1 0,0 0 0,3 1 0,1-1 0,-1-1 0,1 0 0,-1 0 0,0-1 0,1 1 0,-1-2 0,8-1 0,-12 2 0,0 0 0,0 1 0,0-1 0,0 0 0,0 0 0,0-1 0,0 1 0,-1 0 0,1-1 0,0 1 0,-1-1 0,1 1 0,-1-1 0,0 0 0,0 1 0,2-4 0,14-16 0,-10 13 0,0 0 0,0 0 0,-1-1 0,-1 0 0,1 0 0,-1-1 0,-1 1 0,0-1 0,0 0 0,-1 0 0,0-1 0,-1 1 0,0-1 0,-1 1 0,0-20 0,0 23 0,0 0 0,0-1 0,0 1 0,1 0 0,0 1 0,5-13 0,-5 12 0,1 1 0,-1-1 0,0 0 0,-1 1 0,1-1 0,0-13 0,7-43 0,-6 50 0,-1 1 0,0-1 0,0-19 0,-2 25 0,0 24 0,5 27 0,4-33 0,-8-10 0,1 0 0,-1 1 0,0-1 0,0 1 0,0-1 0,0 1 0,0-1 0,0 1 0,0-1 0,0 1 0,-1 0 0,1 0 0,-1-1 0,1 1 0,-1 0 0,0 0 0,0-1 0,0 3 0,2 6 0,-1 0 0,1 0 0,1 0 0,0-1 0,0 0 0,1 1 0,0-1 0,1 0 0,5 8 0,16 37 0,-23-45-18,0 0 0,1 0 0,0-1 1,0 1-1,1-1 0,0 0 0,0 0 0,1 0 0,13 13 0,-2 1-1740,-9-12-4433,6-1 1185,-2-2-1613,1-4 776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17.07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404 62 6947,'0'-9'1635,"0"-28"18091,-3 27-15990,2 10-3711,1-1 0,-1 1 0,1-1 0,-1 1 0,1-1 0,-1 1 0,0 0 0,1-1 0,-1 1 0,1 0 0,-1-1 0,0 1 0,1 0 0,-1 0 0,0 0 1,0 0-1,1 0 0,-1-1 0,0 1 0,1 0 0,-1 0 0,0 1 0,1-1 0,-1 0 0,-1 0 0,-14 15 68,1 0-114,5-7 21,7-6 0,0 0 0,1 1 0,-1-1 0,1 0 0,-1 1 0,1-1 0,0 1 0,0 0 0,0 0 0,-3 5 0,-2 8 0,0 0 0,-1 0 0,-19 26 0,0 1 0,22-33 0,0-1 0,1 1 0,1 0 0,-1 1 0,-1 11 0,2-9 0,0 0 0,-1-1 0,-7 16 0,-4 4 0,1 2 0,2-1 0,-11 52 0,20-76-18,0 8-534,-1 0-1,0 0 0,-2-1 0,0 0 0,-1 0 1,-12 21-1,-31 31-13040,35-51 6907,10-14 5246,2 5-1879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17.24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69 5731,'0'-68'17256,"23"70"-14706,-3 47 3122,-4-18-5220,2-1 0,24 34 0,9 14-250,-32-50-159,2 0 0,42 44-1,0 0-882,-50-55-1244,15 15-4474,-1-12-1979,0-6 1889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4:59:21.42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 87 1153,'0'-1'283,"0"0"0,0 1 0,1-1 1,-1 0-1,0 1 0,0-1 0,0 0 1,0 1-1,0-1 0,0 0 1,0 1-1,0-1 0,0 0 0,0 0 1,-1 1-1,1-1 0,0 0 0,0 1 1,-1-1-1,1 1 0,0-1 1,-1 0-1,1 1 0,-1-1 0,1 1 1,-1-1-1,0 0 0,1 1-267,-2-1 162,1 1-1,0-1 1,-1 0-1,1 0 1,-1 0-1,1 0 1,0 0-1,0 0 1,-1 0 0,1 0-1,0-1 1,0 1-1,0 0 1,0-1-1,1 1 1,-1-1-1,0 1 1,1-1 0,-1 1-1,1-1 1,-1 0-1,1 1 1,0-1-1,-1 0 1,1 1 0,0-1-1,0 0 1,1-2-1,-1 4-108,0-1 0,0 1-1,0-1 1,0 1 0,0 0 0,0-1-1,-1 1 1,1 0 0,0-1 0,0 1 0,0 0-1,0-1 1,0 1 0,-1 0 0,1-1-1,0 1 1,0 0 0,0-1 0,-1 1-1,1 0 1,0 0 0,-1-1 0,1 1-1,0 0 1,0 0 0,-1 0 0,1 0-1,0-1 1,-1 1 0,1 0 0,-1 0-1,1 0 1,0 0 0,-1 0 0,0 0 59,1-1 0,-1 1 1,1 0-1,-1 0 1,0 0-1,1-1 0,-1 1 1,1 0-1,-1-1 0,1 1 1,-1-1-1,1 1 0,-1 0 1,1-1-1,0 1 0,-1-1 1,1 1-1,0-1 1,-1 1-1,1-1 0,0 0 1,0 1-1,-1-1 0,1 1 1,0-1-1,0 1 0,0-1 1,0 0-1,0 1 1,0-1-1,0 0 0,0 1 1,0-1-1,0 0 0,-1 22 3745,2 0 0,2 22 0,2-20-3873,-1 0 0,0 1 0,-2-1 0,-1 32 0,1-19 0,12 65 0,1 4 0,102 697 0,24-218 0,-97-395 0,-41-173-1039,0 0 1,-1 1-1,-1-1 1,0 1-1,-2-1 1,-1 21-1,-1 13-2731,0-56-1379,-9 3 2062,4 1 1047,7 2 1863,1-1 1,-1 1 0,1-1-1,0 1 1,-1 0 0,1-1-1,0 1 1,-1-1 0,1 1 0,0-1-1,0 0 1,-1 1 0,1-1-1,0 1 1,0-1 0,0 1-1,0-1 1,0 1 0,0-1 0,0 0-1,0 1 1,0-1 0,0 0-1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24.4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47 164 1088,'1'-3'244,"-1"0"-1,1 0 0,-1 0 0,0 0 0,0-1 0,-1 1 0,1 0 0,-1 0 0,1 0 0,-1 0 0,0 0 0,0 0 0,-1 0 0,1 1 0,0-1 0,-1 0 0,0 0 0,1 1 0,-1-1 0,0 1 0,-5-5 0,6 5 8,-1-1 1,1 0-1,0 0 0,0 1 1,0-1-1,1 0 0,-1 0 1,1 0-1,0 0 1,-1 0-1,1 0 0,1 0 1,-1 0-1,0 0 0,2-5 1,-1-9 3842,-11-6 3203,2 19-11465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27.7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3854 238 880,'-5'0'1895,"-28"0"6177,-46 0 2288,74 0-9416,-18 0 1567,4 0-2017,14 0 533,-18-2 133,15-1-965,0 0 1,0 1-1,0 0 0,0 0 1,-1 1-1,1 0 0,0 1 0,0 0 1,-10 1-1,-82-17 1192,-87 5-408,141 4-645,39 5-286,-1 0 1,1 0-1,-1 1 1,0 0-1,-8 0 1,-125-9 423,-3-6-464,29 6-8,73 2 0,-10 0 0,-70-3 0,112 11 0,0-1 0,0 0 0,0-1 0,0 0 0,-12-5 0,16 5 0,0 1 0,0 0 0,0 0 0,0 1 0,0 0 0,-1 0 0,1 0 0,-6 2 0,4-2 0,1 1 0,0-1 0,0 0 0,-1 0 0,-10-2 0,-56-7 0,58 9 0,0-1 0,1-1 0,-1-1 0,-15-4 0,26 6 0,0 0 0,0 0 0,1 0 0,-1 1 0,0 0 0,0 0 0,-5 1 0,5 0 0,-1-1 0,1 1 0,-1-1 0,1-1 0,0 1 0,-1-1 0,-6-2 0,1 0 0,-1 0 0,1 1 0,-1 0 0,0 0 0,0 1 0,-12 1 0,-98-10 0,89 2 0,-10 0 0,6 8 0,-64-9 0,80 6 0,0 2 0,0 0 0,-31 3 0,0-1 0,17 1 0,26-1 0,0 0 0,0-1 0,0 0 0,0 0 0,0-1 0,1-1 0,-11-1 0,-8-4 0,-1 2 0,-1 2 0,1 0 0,0 2 0,-1 0 0,-28 5 0,-26-2 0,-611-2 0,693 0 0,-1 0 0,1 1 0,-1-1 0,1 0 0,0 0 0,-1 1 0,1-1 0,-1 0 0,1 1 0,0-1 0,-1 1 0,1 0 0,0 0 0,0-1 0,-2 2 0,2-1 0,0 0 0,0 0 0,-1 0 0,1-1 0,0 1 0,-1 0 0,1-1 0,-1 1 0,1-1 0,0 0 0,-1 1 0,1-1 0,-1 0 0,1 0 0,-3 0 0,-5 2 0,-1 1 0,0 0 0,1 0 0,0 1 0,-1 0 0,1 1 0,1 0 0,-1 0 0,-12 11 0,-11 5 0,21-16 0,10-5 0,0 0 0,0 0 0,0 0 0,0 0 0,0 1 0,0-1 0,1 1 0,-1-1 0,0 0 0,0 1 0,0-1 0,1 1 0,-1 0 0,0-1 0,0 1 0,1 0 0,-1-1 0,0 1 0,1 0 0,-1 0 0,1 0 0,-1-1 0,1 1 0,0 0 0,-1 0 0,1 0 0,0 0 0,-1 1 0,-22 49 0,16-49 0,6-2 0,0 0 0,1-1 0,-1 1 0,1 0 0,-1 0 0,1 1 0,-1-1 0,0 0 0,1 0 0,-1 0 0,1 0 0,-1 0 0,1 1 0,-1-1 0,0 0 0,1 0 0,-1 1 0,1-1 0,-1 0 0,1 1 0,0-1 0,-1 1 0,1-1 0,-1 0 0,1 1 0,0-1 0,-1 1 0,1-1 0,0 1 0,0 0 0,-1-1 0,1 1 0,0-1 0,0 1 0,0-1 0,0 1 0,-1 0 0,1 0 0,0 0 0,0 0 0,0 0 0,0 0 0,0-1 0,0 1 0,0 0 0,-1 0 0,1 0 0,0-1 0,-1 1 0,1 0 0,0 0 0,-1-1 0,1 1 0,-1 0 0,1-1 0,-1 1 0,1 0 0,-1-1 0,0 1 0,1-1 0,-1 1 0,0-1 0,0 1 0,1-1 0,-1 0 0,0 1 0,0-1 0,0 1 0,0-1 0,0 0 0,0 1 0,0-1 0,1 1 0,-1-1 0,0 1 0,1-1 0,-1 1 0,0-1 0,1 1 0,-1 0 0,0-1 0,1 1 0,-1 0 0,1 0 0,0-1 0,-1 1 0,1 0 0,-1 0 0,1 0 0,0-1 0,0 1 0,0 0 0,-1 0 0,1 0 0,0 0 0,0 0 0,0 1 0,0 2 0,0-1 0,-1 1 0,1 0 0,-1 0 0,0 0 0,0 0 0,-4 6 0,3-6 0,1 0 0,-1 0 0,1 1 0,0-1 0,0 0 0,0 0 0,1 1 0,-1 4 0,2-8 0,-1 0 0,-1 0 0,1 0 0,0 0 0,0 0 0,0 0 0,-1 0 0,1 0 0,0 0 0,-1-1 0,1 1 0,-1 0 0,1 0 0,-1 0 0,1 0 0,-1 0 0,0-1 0,1 1 0,-1 0 0,0-1 0,0 1 0,1 0 0,-3 0 0,2 0 0,0 0 0,0 0 0,0 0 0,-1 0 0,1 0 0,0 0 0,0 0 0,1 0 0,-1 0 0,0 1 0,0-1 0,1 0 0,-1 1 0,0-1 0,1 0 0,-1 1 0,1-1 0,0 1 0,-1-1 0,1 1 0,0-1 0,0 1 0,0-1 0,0 2 0,0 114 0,0-115 0,0-1 0,0 1 0,0 0 0,0 0 0,0-1 0,-1 1 0,1 0 0,-1-1 0,1 1 0,-1-1 0,1 1 0,-1 0 0,0-1 0,0 1 0,-2 1 0,2-1 0,0-1 0,0 1 0,0-1 0,0 1 0,0-1 0,1 1 0,-1-1 0,0 1 0,1 0 0,0-1 0,-1 1 0,1 0 0,0-1 0,0 1 0,0 3 0,1 16 0,0-12 0,-1 0 0,1 0 0,-1 0 0,-1 1 0,0-1 0,0 0 0,-4 14 0,-2-11 0,5-9 0,0 0 0,0 1 0,0-1 0,1 0 0,-1 1 0,1-1 0,0 1 0,0 0 0,0-1 0,0 1 0,1 0 0,-1 4 0,1 251 0,1-258 0,-1-1 0,0 0 0,0 1 0,0-1 0,0 1 0,-1-1 0,1 1 0,0-1 0,0 1 0,0-1 0,0 1 0,0-1 0,-1 1 0,1-1 0,0 1 0,0-1 0,-1 0 0,1 1 0,0-1 0,-1 0 0,1 1 0,0-1 0,-1 0 0,1 1 0,0-1 0,-1 0 0,1 1 0,-1-1 0,1 0 0,-1 0 0,1 0 0,0 0 0,-2 1 0,2-1 0,-1 0 0,1 0 0,-1 0 0,1 0 0,-1 1 0,1-1 0,-1 0 0,1 0 0,0 1 0,-1-1 0,1 0 0,-1 1 0,1-1 0,0 0 0,-1 1 0,1-1 0,0 1 0,-1-1 0,1 1 0,0-1 0,0 0 0,-1 1 0,1-1 0,0 1 0,0-1 0,0 1 0,0-1 0,0 1 0,0-1 0,0 1 0,0 0 0,0-1 0,0 1 0,0 78 0,0-78 0,1 0 0,0 0 0,0 0 0,-1 0 0,1 0 0,0 0 0,0 0 0,0-1 0,0 1 0,0 0 0,0-1 0,0 1 0,0-1 0,0 1 0,1-1 0,-1 1 0,0-1 0,0 0 0,0 0 0,1 0 0,-1 1 0,0-1 0,0 0 0,0-1 0,1 1 0,0 0 0,48-1 0,-37 1 0,224 0 0,-148 16 0,110-16 0,-144 7 0,-45-4 0,1-1 0,0-1 0,0 1 0,11-1 0,231-1 0,-126 10 0,56-10 0,-102 16 0,-58-16 0,21 0 0,78 9 0,-99-7 0,-1-2 0,28-1 0,-29 0 0,1 0 0,0 2 0,26 3 0,-2 3 0,1-3 0,73-2 0,-93-2 0,94 11 0,-77-12 0,-21 0 0,0 0 0,0 2 0,0 1 0,0 0 0,33 9 0,-45-9 0,-1 0 0,0-1 0,0 0 0,1-1 0,-1 0 0,14-2 0,9 1 0,492 1 0,-409 10 0,649-10 0,-760 0 0,-1 1 0,0-1 0,0 1 0,0 0 0,0 0 0,0 0 0,0 1 0,7 3 0,14-1 0,-16-4 0,3 0 0,0 0 0,0 0 0,-1 1 0,1 1 0,17 4 0,-26-5 0,-1-1 0,1 1 0,0-1 0,0 1 0,-1-1 0,1 0 0,0 0 0,0 0 0,0-1 0,-1 1 0,1-1 0,0 1 0,0-1 0,3-1 0,-5 1 0,1 1 0,-1-1 0,1 0 0,-1 0 0,0 1 0,1-1 0,-1 0 0,0 0 0,0 0 0,1-1 0,-1 1 0,0 0 0,0 0 0,0-1 0,0 1 0,-1 0 0,1-1 0,0 1 0,0-1 0,-1 1 0,1-1 0,-1 1 0,1-1 0,-1 0 0,0-2 0,0 2 0,0 1 0,0 0 0,0 0 0,0-1 0,0 1 0,1 0 0,-1 0 0,0-1 0,1 1 0,-1 0 0,0 0 0,1 0 0,0-1 0,-1 1 0,1 0 0,0 0 0,-1 0 0,1 0 0,1-1 0,-1 1 0,0 0 0,0 0 0,0 0 0,0-1 0,0 1 0,-1 0 0,1 0 0,0-1 0,-1 1 0,1 0 0,-1-1 0,0 1 0,1 0 0,-1-1 0,0 1 0,0-1 0,0 1 0,0-1 0,0-1 0,0-428 0,-9 374 0,6 48 0,1-1 0,0 1 0,1-1 0,-1-12 0,3 10 0,-1 9 0,1 0 0,-1 0 0,0-1 0,0 1 0,0 0 0,-1-1 0,1 1 0,-1 0 0,0-1 0,0 1 0,-1-4 0,-5-2 0,5 7 0,0 0 0,0-1 0,0 1 0,1-1 0,-1 0 0,1 1 0,0-1 0,0 0 0,0 0 0,0 0 0,0 0 0,1 0 0,-1 0 0,1 0 0,0 0 0,0 0 0,0 0 0,0 0 0,1-3 0,0-11-27,-1-26-442,0 43 422,0-1-1,0 0 1,0 0-1,0 0 1,0 0 0,0 0-1,0 0 1,0 0-1,-1 1 1,1-1 0,0 0-1,-1 0 1,1 0 0,-1 1-1,1-1 1,-1 0-1,1 0 1,-1 1 0,1-1-1,-1 0 1,1 1 0,-1-1-1,0 1 1,0-1-1,1 1 1,-1-1 0,0 1-1,0-1 1,1 1 0,-1 0-1,0-1 1,-1 1-1,13 0-2310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30.6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0 109 1281,'0'-18'5152,"0"-17"-217,29 37-3126,-25 3-1241,1 1 1,0-1 0,0-1-1,0 1 1,0-1 0,11 7-1,-15-11-516,0 0 1,0 1-1,0-1 0,0 0 0,0 1 1,-1 0-1,1-1 0,0 1 0,0-1 1,0 1-1,-1 0 0,1 0 0,0-1 1,0 1-1,-1 0 0,1 0 0,-1 0 1,1 0-1,-1 0 0,1 0 0,-1 0 1,0 0-1,1 0 0,-1 0 0,0 0 1,0 0-1,0 0 0,0 0 0,0 0 1,0 0-1,0 1 0,0 0 80,0 0-1,0-1 1,0 1-1,0 0 1,0 0-1,1 0 1,-1-1-1,1 1 1,-1 0-1,1 0 1,-1-1-1,1 1 1,0 0-1,2 2 1,3 5 401,-4-7-366,0 0 1,0 0 0,-1 0-1,1 1 1,-1-1-1,0 0 1,0 1 0,0-1-1,0 1 1,0 0-1,0-1 1,-1 1 0,1 0-1,-1-1 1,0 4-1,1 0 256,-1 0-1,1-1 1,0 1 0,0 0-1,4 10 1,-3-10-28,0 1 1,0-1 0,-1 0 0,0 1 0,0-1 0,0 8 0,-2 4 497,0 8 783,1-26-1663,0 0 0,0 0-1,0 0 1,0 1 0,0-1-1,-1 0 1,1 0 0,0 0-1,0 1 1,0-1 0,0 0-1,0 0 1,0 0 0,0 0-1,0 1 1,0-1 0,0 0-1,0 0 1,0 0 0,0 1-1,0-1 1,0 0 0,0 0-1,0 0 1,1 1 0,-1-1-1,0 0 1,0 0 0,0 0 0,0 0-1,0 0 1,0 1 0,0-1-1,1 0 1,-1 0 0,0 0-1,0 0 1,0 0 0,0 0-1,1 1 1,-1-1 0,0 0-1,0 0 1,0 0 0,0 0-1,1 0 1,-1 0 0,0 0-1,0 0 1,0 0 0,1 0-1,-1 0 1,0 0 0,0 0 0,0 0-1,1 0 1,-1 0 0,0 0-1,0 0 1,0 0 0,0 0-1,1 0 1,-1-1 0,0 1-1,0 0 1,0 0 0,0 0-1,1 0 1,3-4-13,1 0 0,-1-1 0,0 1 0,0-1 0,0 0 0,-1 0 0,0 0 0,5-10 0,-4 1-61,1 1 1,1 0-1,0 0 1,0 0-1,1 1 0,17-21 1,22-46-6693,-26 46 3394,-19 31 3062,0-1 0,0 0 0,0 1 1,1 0-1,-1-1 0,1 1 0,-1 0 0,1 0 1,0 0-1,0 0 0,0 0 0,0 0 0,0 0 1,3-2-1,20-16-2898,-24 18 3077,0 1 1,0-1-1,0 1 1,1 0-1,-1 0 0,1 0 1,-1 0-1,1 0 1,-1 0-1,1 0 1,-1 0-1,1 0 1,0 1-1,0-1 0,-1 0 1,1 1-1,0 0 1,0-1-1,0 1 1,-1 0-1,1 0 1,3 1-1,3 7-175,0-6 288,-8-2 13,1 0 0,0 0 0,-1 0 0,1 0 0,0 0 0,-1 0 0,1 0 0,-1 0 0,1 0 0,0 1 0,-1-1 0,1 0 0,-1 0 0,1 1 0,-1-1 0,1 0 0,0 1 0,-1-1 0,0 1 0,1-1 0,-1 1 0,1-1 0,-1 1 0,1-1 0,-1 1 0,0-1 0,1 1 0,-1-1 0,0 1 0,0 0 0,0-1 0,1 1 0,-1-1 0,0 1 0,0 0 0,0-1 0,0 1 0,0 0 0,0-1-1,0 1 1,0 1 0,0-1 61,0 1 0,1-1 0,0 1-1,-1-1 1,1 0 0,0 1-1,-1-1 1,1 0 0,0 0-1,0 1 1,0-1 0,0 0 0,0 0-1,1 0 1,-1 0 0,0 0-1,0 0 1,1-1 0,-1 1-1,0 0 1,1-1 0,-1 1 0,3 0-1,12 9 765,-2 5 122,-13-13-741,0 0-1,1 0 0,-1-1 0,1 1 1,0 0-1,-1-1 0,1 1 0,0-1 1,0 0-1,0 1 0,0-1 0,0 0 1,0 0-1,0 0 0,1-1 0,-1 1 1,4 0-1,62 2 6328,-45-4-4118,-21 1-2295,-1 0 1,1 0-1,-1 0 0,1 0 1,-1-1-1,0 1 0,1 0 1,-1-1-1,1 1 0,-1-1 1,0 1-1,1-1 0,-1 0 1,2 0-1,1-2 241,-4 3-297,1 0-1,-1-1 1,1 1-1,-1-1 1,1 1-1,-1 0 1,0-1-1,1 1 1,-1-1-1,0 1 1,1-1-1,-1 1 1,0-1-1,1 0 0,-1 1 1,0-1-1,0 1 1,0-1-1,1 0 1,-1 1-1,0-1 1,0 1-1,0-1 1,0 0-1,0-3 165,5-3-80,-4 6-151,0 0 0,0 0-1,0-1 1,0 1 0,0-1-1,0 1 1,0 0 0,0-1 0,0 1-1,-1-1 1,1 0 0,-1 1-1,1-1 1,-1 0 0,0 1 0,0-1-1,1 0 1,-1 1 0,0-1 0,-1 0-1,1 1 1,0-1 0,0 0-1,-1 1 1,1-1 0,-1 1 0,1-1-1,-2-2 1,0 2-5,0-1 0,0 1 0,0 0 0,0 0 0,-1 0 0,1 0 0,0 1 0,-1-1 0,0 1 0,1-1 0,-1 1 0,0 0 0,0 0 0,1 0 0,-7-1 0,2 1 0,0 1 0,-1-1 0,1 1 0,0 1 0,0-1 0,0 1 0,-9 2 0,10-1 0,0-1 0,0 1 0,0 0 0,0 1 0,0 0 0,1-1 0,-1 2 0,1-1 0,0 1 0,-8 6 0,-8 13 0,19-21 0,-1 0 0,1 0 0,0 1 0,-1-1 0,1 1 0,0-1 0,1 1 0,-1 0 0,0-1 0,1 1 0,0 0 0,-1 0 0,1 0 0,0 0 0,1 1 0,-1-1 0,0 0 0,1 0 0,0 6 0,-1-6 0,1-1 0,0 1 0,-1 0 0,0-1 0,0 1 0,0-1 0,0 1 0,0-1 0,0 1 0,0-1 0,-1 0 0,-2 3 0,3-4 0,0 1 0,0-1 0,0 1 0,0-1 0,0 1 0,0 0 0,0-1 0,0 1 0,1 0 0,-1-1 0,1 1 0,-1 0 0,1 0 0,0 0 0,-1-1 0,1 1 0,0 0 0,0 0 0,0 0 0,1 0 0,-1 0 0,0-1 0,1 1 0,0 3 0,38 97 0,-35-93-27,0 1-1,1-1 1,0 0-1,0 0 1,1-1-1,0 0 1,1 0-1,-1 0 1,2 0-1,-1-1 1,1-1-1,0 1 1,0-1-1,13 6 1,-16-8-2,1 0-1,1-1 1,-1 0 0,1 0-1,-1 0 1,1-1 0,0 0 0,-1-1-1,1 1 1,0-1 0,0-1-1,0 1 1,0-1 0,0 0 0,0-1-1,0 0 1,0 0 0,0 0-1,0-1 1,0 0 0,11-5 0,22-12-518,-32 16 447,0 0 0,-1 0 0,1-1 0,-1 0 0,0 0 0,0-1-1,-1 0 1,1 0 0,9-11 0,47-76 221,-31 42 476,-29 47-517,0-1-1,-1 0 1,1 1 0,-1-1-1,0 0 1,0 0 0,0 0-1,0-1 1,-1 1 0,0 0 0,0-1-1,0 1 1,0 0 0,-1-1-1,1-4 1,17-113 531,-17 121-611,-1 0 0,0-1 0,0 1 0,-1 0 0,1-1 0,0 1 0,0 0 0,-1-1 0,1 1 0,-1 0 0,1 0 0,-1-1 0,1 1 0,-1 0 0,0 0 0,1 0 0,-1 0 0,-2-2 0,3 3 0,-1 0 0,1 0 0,0 0 0,-1 0 0,1 0 0,-1 0 0,1 0 0,0 0 0,-1 0 0,1 0 0,0 0 0,-1 0 0,1 0 0,-1 0 0,1 0 0,0 1 0,-1-1 0,1 0 0,0 0 0,0 0 0,-1 1 0,1-1 0,0 0 0,-1 0 0,1 1 0,0-1 0,0 0 0,0 1 0,-1-1 0,1 0 0,0 1 0,0-1 0,0 0 0,0 1 0,-1-1 0,1 0 0,0 1 0,0-1 0,0 1 0,0-1 0,0 0 0,0 1 0,0-1 0,0 0 0,0 1 0,0-1 0,1 1 0,-1-1 0,0 0 0,0 1 0,0-1 0,0 0 0,1 1 0,-1 0 0,0 0 0,-1 0 0,1 0 0,0 0 0,0 0 0,-1 0 0,1 0 0,0 0 0,-1 0 0,1 0 0,-1 0 0,1 0 0,-1 0 0,0-1 0,1 1 0,-1 0 0,0 0 0,1-1 0,-1 1 0,0 0 0,0-1 0,0 1 0,0-1 0,-1 1 0,-7 7 0,8-6 0,0 0 0,1 0 0,-1 0 0,0 0 0,1 0 0,-1 0 0,1 0 0,0 0 0,0 0 0,0 0 0,0 4 0,-3 20 0,-1-12 0,1-6 0,1 1 0,0 0 0,0-1 0,1 1 0,0 13 0,0-10 0,0 1 0,-1-1 0,0 0 0,-6 16 0,4-15 0,1 0 0,0 0 0,1 0 0,0 19 0,1-7 0,0-14 0,1 1 0,0-1 0,1 0 0,4 22 0,4-6 0,-6-19 0,0 0 0,-1 0 0,0 0 0,0 0 0,-1 1 0,1 12 0,-2 283-163,0-298-349,1 1-1,-1-1 1,1 0-1,1 0 0,3 12 1,-3-12-1071,0-1 1,0 1-1,-1 0 0,0 0 1,1 13-1,-2-7-1471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30.8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66 271 5314,'0'-200'12225,"1"197"-11969,-1-1 1,1 0-1,0 0 1,0 1-1,0-1 1,1 1-1,-1-1 1,1 1-1,0-1 1,0 1-1,0 0 1,0 0-1,1 0 1,-1 0-1,1 1 1,-1-1-1,1 0 1,0 1-1,0 0 1,4-2-1,-5 3 53,0 0 1,0 1-1,0-1 0,0 1 1,0 0-1,0-1 0,0 1 0,0 0 1,0 0-1,0 0 0,0 1 0,0-1 1,0 0-1,0 1 0,0-1 0,0 1 1,0 0-1,0 0 0,2 1 1,32 21 2402,-32-19-2668,0-1 1,0 1-1,-1 0 1,1 1-1,-1-1 1,0 0-1,0 1 1,-1 0-1,0 0 1,1-1-1,-1 2 1,-1-1-1,1 0 0,-1 0 1,1 9-1,1 10 31,-1 0-1,-3 30 1,1-24-66,0-26-9,-1 1 0,1 0 0,-1 0 0,0 0 0,-1-1 0,1 1 0,-1-1 0,0 1 0,0-1 0,0 1 0,-1-1 0,0 0 0,1 0 0,-1 0 0,-1-1 0,1 1 0,0-1 0,-5 4 0,-19 24 0,-7 5-2907,27-30 1871,0-1 1,0 0 0,0 0-1,-1-1 1,0 0-1,1 0 1,-2 0 0,1-1-1,0-1 1,0 1-1,-1-1 1,-13 1 0,10-6-3845,9-10 35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31.0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32 60 5523,'0'-2'495,"0"1"1,0-1 0,0 1 0,1-1 0,-1 1 0,0-1-1,1 1 1,-1-1 0,1 1 0,0 0 0,-1-1 0,1 1-1,0 0 1,1-3 0,7-11 4060,-7-2 1563,-2 17-6084,0 0 0,0 0 0,-1 0 0,1 0 0,0 0 0,0 0 0,0 0 0,0 0 0,0 0 0,0 0 0,0 0 0,-1 0 0,1 0 0,0 0 1,0 0-1,0 0 0,0 0 0,0 0 0,0 0 0,0 0 0,0 0 0,0 0 0,-1 0 0,1 0 0,0 0 0,0 0 0,0 0 0,0 0 0,0 0 0,0 0 0,0 0 0,0 0 0,0-1 0,0 1 0,0 0 1,0 0-1,-1 0 0,1 0 0,0 0 0,0 0 0,0 0 0,0 0 0,0-1 0,0 1 0,0 0 0,0 0 0,0 0 0,0 0 0,0 0 0,0 0 0,0 0 0,0 0 0,0-1 0,0 1 0,0 0 0,0 0 1,0 0-1,1 0 0,-1 0 0,0 0 0,0 0 0,0 0 0,-7 13 3017,-2 34 820,9-38-3872,-1 0 0,0 0 0,-1-1 0,0 1 0,0-1 0,-1 1 0,-6 13 0,6-14 0,0-1 0,2 0 0,-1 0 0,1 0 0,0 1 0,0-1 0,1 0 0,0 1 0,1-1 0,0 8 0,1 12 0,-2 281-1523,0-302 834,1 0 0,0 0 1,0 0-1,1 0 0,-1 0 1,1-1-1,4 9 0,-3-9-218,-1 1 0,0-1 0,0 1 0,-1-1 0,1 1 0,-1-1 0,0 9 0,-2-2-1219,1-10 1573,-1 0-1,1 0 0,0 0 1,0 0-1,0 0 0,0 0 1,1 0-1,-1-1 1,0 1-1,1 0 0,-1 0 1,1 0-1,1 3 0,14 19-3549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31.49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313 365 1201,'0'-6'593,"1"0"0,0 0 0,0 0 1,0 0-1,1 1 0,0-1 1,4-9-1,-4 10 20,1-1 0,-1 1 1,0-1-1,-1 1 0,0-1 0,0 0 1,1-9-1,-1-11 1574,-1 17-1280,1-1 1,-1 1-1,0 0 0,-1-1 0,0 1 0,-4-13 0,5 21-772,-4-10 1251,-1 1 1,0-1 0,0 1-1,-1 0 1,-13-17 0,6 18-703,-1 0 0,0 1 0,0 0-1,-1 1 1,0 1 0,-30-9 0,29 10-549,11 4-135,1 0 0,-1 0 0,1 1 0,0 0 0,-1 0 0,1 0 0,-1 0 0,1 1 0,-1-1 0,1 1 0,0 0 0,-1 1 0,1-1 0,-4 3 0,-16 4 0,21-7 0,0 0 0,0 1 0,0-1 0,0 1 0,0 0 0,1 0 0,-1 0 0,1 0 0,-1 0 0,1 1 0,0-1 0,0 1 0,0 0 0,0-1 0,1 1 0,-1 0 0,1 0 0,-1 0 0,1 0 0,0 0 0,0 1 0,1-1 0,-1 0 0,0 0 0,1 1 0,0-1 0,0 0 0,0 5 0,-1 11 0,1-12 0,-1 0 0,1 0 0,0 1 0,0-1 0,1 0 0,-1 0 0,2 0 0,2 10 0,3-3 0,-2-3 0,1 0 0,0-1 0,1 1 0,0-1 0,0-1 0,17 18 0,2-3 0,-23-20 0,1 0 0,0 0 0,0-1 0,0 1 0,0-1 0,0 0 0,1 0 0,-1 0 0,1 0 0,0-1 0,0 0 0,0 0 0,0 0 0,0-1 0,0 0 0,0 0 0,8 1 0,-4-2 0,-1-1 0,0 0 0,0 0 0,0 0 0,0-1 0,12-5 0,-16 6 0,-1-1 0,1 1 0,-1-1 0,0 0 0,0 0 0,0 0 0,0 0 0,0-1 0,0 1 0,0-1 0,-1 1 0,0-1 0,1 0 0,-1 0 0,3-6 0,13-19 0,-2 0 0,-12 14 0,0-1 0,-1 0 0,-1 0 0,0 0 0,-1 0 0,-1-19 0,0 21 0,1-33 0,-2 47 0,1-1 0,0 0 0,0 0 0,0 1 0,-1-1 0,1 0 0,0 1 0,0-1 0,-1 0 0,1 0 0,0 1 0,-1-1 0,1 0 0,0 0 0,-1 0 0,1 1 0,0-1 0,-1 0 0,1 0 0,0 0 0,-1 0 0,1 0 0,-1 0 0,1 0 0,0 0 0,-1 0 0,1 0 0,0 0 0,-1 0 0,1 0 0,-1 0 0,1 0 0,0 0 0,-1-1 0,1 1 0,0 0 0,-1 0 0,1 0 0,0-1 0,-1 1 0,1 0 0,0 0 0,-1-1 0,1 1 0,0 0 0,0 0 0,0-1 0,-1 1 0,1 0 0,0-1 0,0 1 0,0 0 0,0-1 0,-1 1 0,1 0 0,0-1 0,0 1 0,0-1 0,-15 18 0,13-15 0,1-1 0,0 0 0,-1 0 0,1 1 0,0-1 0,0 0 0,0 1 0,0-1 0,0 1 0,0 0 0,1-1 0,-1 1 0,1 0 0,-1-1 0,1 1 0,-1 0 0,1 0 0,0-1 0,0 1 0,0 2 0,0-2 0,-1 1 0,1-1 0,0 0 0,-1 0 0,1 0 0,-1 0 0,0 0 0,0-1 0,0 1 0,0 0 0,-2 3 0,2-3 0,0-1 0,0 1 0,0 0 0,0-1 0,0 1 0,1 0 0,-1 0 0,0 0 0,1 0 0,0 0 0,-1 3 0,1 2 0,-1 7 0,1-1 0,0 1 0,1 0 0,1-1 0,0 1 0,1-1 0,6 17 0,-2 14-120,33 22-6592,-39-64 6103,0 1 0,1-1 0,-1 1 0,1-1 0,0 0 0,0 0 0,0 0 0,0 0 0,0 0 0,0 0 0,0-1 0,1 1 0,-1-1 0,1 1 0,-1-1 0,1 0 1,4 1-1,2 0-1355,0 0 1,0-1 0,0-1-1,12 1 1,6-1-345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31.8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141 281 544,'21'-40'2565,"-16"32"-1500,0-1 0,0-1 1,-1 1-1,-1-1 0,4-10 0,-5 15-597,-1 0-1,1 0 1,1 1 0,-1-1-1,1 1 1,5-8-1,-5 9-44,-1-1-1,0 1 1,1 0 0,-1-1-1,-1 1 1,1-1-1,0 0 1,-1 1 0,0-1-1,0 0 1,0 0-1,1-7 1,-2-57 10579,0 67-10965,0 1-1,0-1 1,-1 1-1,1-1 1,0 1-1,0-1 0,0 1 1,-1-1-1,1 1 1,0-1-1,0 1 1,-1-1-1,1 1 0,0 0 1,-1-1-1,1 1 1,-1-1-1,1 1 1,0 0-1,-1-1 0,1 1 1,-1 0-1,1 0 1,-1-1-1,1 1 1,-1 0-1,1 0 1,-1 0-1,1 0 0,-2 0 1,-25-2 1069,-28 12 150,53-10-1250,-5 3-6,0-1 0,0 1 0,0 1 0,0-1 0,1 1 0,-1 1 0,1-1 0,0 1 0,0 0 0,1 0 0,0 1 0,0-1 0,0 1 0,-5 8 0,5-6 0,-1 0 0,2 0 0,-1 1 0,1-1 0,0 1 0,1 0 0,0 0 0,1 1 0,0-1 0,0 0 0,-1 15 0,5-3 0,0 0 0,2 0 0,0 0 0,1-1 0,1 1 0,11 25 0,-7-19 0,-7-21 0,1 0 0,-1-1 0,1 1 0,0-1 0,0 0 0,0 0 0,1-1 0,-1 1 0,1-1 0,1 0 0,7 5 0,0-1 0,0 0 0,0-1 0,25 9 0,-35-15 0,-1-1 0,1 1 0,-1-1 0,1 0 0,-1 0 0,1 0 0,-1 0 0,1-1 0,-1 1 0,1 0 0,-1-1 0,1 0 0,-1 0 0,0 1 0,1-1 0,2-2 0,19-6 0,-16 6 0,0 0 0,-1-1 0,0 0 0,1-1 0,-1 1 0,-1-1 0,1-1 0,-1 1 0,0-1 0,0 0 0,0-1 0,-1 1 0,5-9 0,15-62 0,-10 53 0,-12 19 0,1 0 0,-1-1 0,0 1 0,0-1 0,0 1 0,-1-1 0,0 0 0,0 0 0,0 0 0,-1 0 0,0 0 0,0-10 0,-1-101 0,0 114 0,0 1 0,-1-1 0,0 1 0,1-1 0,-1 1 0,0 0 0,0-1 0,0 1 0,0 0 0,-1 0 0,1 0 0,-1 0 0,1 0 0,-1 0 0,0 0 0,1 0 0,-1 0 0,0 1 0,0-1 0,0 1 0,-1 0 0,1 0 0,0-1 0,0 1 0,-4 0 0,3-1 0,0 1 0,0 0 0,0 1 0,0-1 0,0 0 0,-1 1 0,1 0 0,0 0 0,0 0 0,-1 0 0,1 0 0,0 1 0,0-1 0,0 1 0,0 0 0,-1 0 0,1 0 0,0 1 0,1-1 0,-1 1 0,-5 2 0,2 0 0,1 1 0,-1-1 0,1 1 0,0 0 0,0 0 0,1 0 0,-1 1 0,1-1 0,0 1 0,1 0 0,-1 0 0,1 1 0,0-1 0,1 1 0,0 0 0,0-1 0,0 1 0,1 0 0,0 0 0,0 9 0,1-10 0,-1-1 0,1 0 0,-1 1 0,-1-1 0,1 0 0,0 0 0,-1 1 0,0-1 0,-3 5 0,3-6 0,0 0 0,0 0 0,0 1 0,1-1 0,0 0 0,0 1 0,0-1 0,0 10 0,0-4 0,1 0 0,1 1 0,-1-1 0,2 1 0,0-1 0,0 0 0,1 0 0,0 0 0,0 0 0,1-1 0,1 1 0,-1-1 0,1 0 0,10 13 0,2 1 0,-14-19 0,0 1 0,0 0 0,1-1 0,0 0 0,0 1 0,0-2 0,0 1 0,8 5 0,-3-4-371,1-1 1,-1 0-1,1 0 0,0-1 0,0 0 1,0-1-1,0 0 0,19 0 1,-15-2-565,0 0 0,0-1 1,0-1-1,0 0 1,-1-1-1,1-1 0,-1 0 1,1 0-1,-1-1 1,18-11-1,0-12-6962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33.7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1383 166 1409,'1'-23'2337,"0"17"-1985,0 0-1,0 0 0,-1 0 1,0 0-1,0 0 1,-1 0-1,1 1 0,-2-1 1,1 0-1,-2-6 0,-4 5-228,7 7-107,-1-1 0,0 0 0,0 0 0,1 1-1,-1-1 1,0 0 0,1 0 0,-1 0 0,1 0 0,-1 0 0,1 0 0,-1 0 0,1 0 0,0 0-1,-1 0 1,1 0 0,0 0 0,0 0 0,0 0 0,0 0 0,0 0 0,0-2 0,0 2 1,0 0 0,-1 0 1,1 0-1,-1-1 0,1 1 1,-1 0-1,1 0 1,-1 0-1,0 0 0,1 0 1,-1 0-1,0 1 0,0-1 1,0 0-1,0 0 0,0 0 1,0 1-1,0-1 0,0 0 1,0 1-1,0-1 1,0 1-1,0 0 0,0-1 1,-2 0-1,2 1 4,0 0 5,1 0 1,0 0-1,-1 0 0,1-1 1,0 1-1,-1 0 0,1 0 1,0 0-1,-1-1 0,1 1 1,0 0-1,-1 0 0,1-1 1,0 1-1,0 0 0,-1-1 1,1 1-1,0 0 0,0-1 1,0 1-1,-1 0 0,1-1 1,0 1-1,0 0 0,0-1 1,0 1-1,0-1 0,0 1 0,0-1 1,-3-5 181,-3 5 118,0-1 1,0 1-1,-1 1 0,1-1 1,0 1-1,-1 0 1,-7 2-1,-21-1 1425,31-1-1605,0 1 0,0 0 0,0 0 0,0 1 1,0-1-1,1 1 0,-1-1 0,-4 4 0,-22 10 697,27-14-761,0 1 1,0 0-1,1 0 1,-1 0-1,1 1 1,-1-1-1,1 0 0,0 1 1,0 0-1,0-1 1,-2 6-1,-12 12 266,10-15-219,2-3-66,1 0 0,-1 1 1,1-1-1,0 1 0,0 0 1,0 0-1,0 0 0,1 0 1,-1 1-1,1-1 0,0 1 1,0-1-1,0 1 0,0 0 1,1 0-1,-3 7 1,2-5 8,-1-1 0,0 0 1,0 0-1,-1 0 0,1-1 1,-1 1-1,0-1 1,0 0-1,-8 6 0,8-6 14,-1-1 0,1 1 0,0 1 0,0-1 1,0 0-1,1 1 0,-1 0 0,1 0 0,0 0 0,-4 11 0,-6 15 442,0-1 0,-3 0 0,0-1 0,-35 46 0,-10 19 633,-15 34 316,-64 148 0,24-22-205,109-235-1136,0 1 0,-5 29 0,7-30-35,0 1-1,-12 27 1,-77 183 659,48-56 225,34-138-503,-9 60-1,10-44-257,2-3-61,7-35-70,-1-1 1,0 1-1,-5 14 0,-2 2-14,2 1-1,-9 61 1,2-4-56,-4-30-23,-9 74 0,26-119 0,0 0 0,1 0 0,0 21 0,-1 14 0,-32 109 0,29-138 0,3-8 0,0 0 0,1 1 0,0 22 0,-1 14 0,-4-15 0,-3 45 0,8-68 0,0 0 0,0 0 0,-1-1 0,0 1 0,-5 14 0,4-14 0,0 0 0,0 0 0,1 0 0,1 0 0,-1 17 0,0 11 0,-1 1 0,-8 40 0,6-37 0,3 0 0,4 72 0,0-33 0,-2 295 0,9-307 0,-6-53 0,0 0 0,-1 0 0,0 17 0,0-11 0,1 0 0,1-1 0,12 40 0,2 8 0,-14-52 0,1 0 0,1 0 0,0-1 0,1 0 0,17 28 0,55 70 0,-58-86 0,-4-7 0,2-1 0,30 26 0,-40-38 0,-5-4 0,1 0 0,0 0 0,1-1 0,-1 0 0,1 0 0,-1 0 0,10 2 0,-10-3 0,0 0 0,-1 0 0,1 0 0,0 1 0,-1 0 0,1 0 0,4 4 0,0-1 0,0 1 0,1-2 0,0 0 0,-1 0 0,2 0 0,-1-1 0,21 5 0,-20-6 0,1 0 0,-1 1 0,0 1 0,11 6 0,-7-1 0,-13-8 0,1 0 0,-1 0 0,0-1 0,1 1 0,0-1 0,-1 0 0,1 0 0,0 0 0,0 0 0,0 0 0,-1-1 0,7 1 0,9 4 0,0 0 0,30 14 0,-20-8 0,28 14 0,37-3 0,-46-10 0,0-1 0,1-3 0,74 4 0,-83-5 0,15 2 0,107-9 0,-157 0 0,-1 0 0,1 0 0,-1 0 0,0-1 0,1 0 0,-1 1 0,0-1 0,0 0 0,6-3 0,-6 3 0,-1-1 0,1 1 0,0 0 0,0 1 0,0-1 0,-1 0 0,1 1 0,0 0 0,5-1 0,25-1 0,-1-3 0,0-1 0,60-18 0,-81 19 0,0 0 0,-1 0 0,0-1 0,18-13 0,18-9 0,-28 19 0,0 0 0,-1-1 0,0-1 0,-1-1 0,15-14 0,27-18 0,-50 38 0,0 1 0,0-1 0,-1 0 0,1-1 0,-2 0 0,1 0 0,-1-1 0,6-8 0,44-60 0,-41 59 0,-1-2 0,17-28 0,14-33 0,57-109 0,-96 172 0,0-1 0,6-28 0,-9 29 0,2 0 0,10-26 0,78-187 0,-85 206 0,-1-1 0,5-41 0,8-30 0,-14 75 0,-2 1 0,4-35 0,-1 3 0,2 5 0,3-9 0,-3 0 0,3-80 0,-11 117 0,1-1 0,0 0 0,7-28 0,-4 28 0,-1 0 0,-2 0 0,1-30 0,-3-900 0,0 935 0,-1-1 0,-1 1 0,-8-30 0,6 29 0,0 0 0,1 0 0,1 0 0,0-17 0,3-17 0,-1-33 0,-16-147 0,13 179 0,4 39 0,-2 0 0,1 1 0,-5-21 0,-5 3 0,8 22 0,-1 1 0,1-1 0,0 0 0,1 0 0,-1 0 0,1 0 0,0-10 0,-1-15 0,-2 1 0,-2 0 0,0 1 0,-21-56 0,10 32 0,-17-52 0,32 100 0,0 1 0,0 1 0,-1-1 0,0 0 0,1 0 0,-1 1 0,-1 0 0,-4-6 0,4 6 0,0-1 0,1 1 0,-1-1 0,1 0 0,0 1 0,1-1 0,-1-1 0,-2-7 0,3 5 0,0 0 0,-1 0 0,0 0 0,-1 1 0,0-1 0,0 1 0,0 0 0,-1 0 0,0 0 0,-10-10 0,-16-27 0,26 35 0,0 0 0,-1 0 0,0 1 0,0 0 0,-10-9 0,-39-37 0,40 38 0,-1-1 0,0 2 0,-1 1 0,-30-20 0,0-7 0,14 22 0,19 10 0,-1 0 0,0 1 0,0 1 0,0 1 0,-22-7 0,28 10 0,-1 0 0,1-1 0,0 0 0,-10-5 0,12 5 0,1 0 0,-1 0 0,0 1 0,0 1 0,-1-1 0,1 1 0,-1 0 0,1 1 0,-13-2 0,-28-2-5149,-9 0-3567,53 4 7316,0 0-1,0 1 1,0-2 0,0 1-1,0 0 1,0-1 0,-7-3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34.1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282 70 2337,'0'-51'10957,"-16"47"-7363,10-3-1735,5 6-1617,0 1 0,0-1-1,0 0 1,0 0 0,0 1-1,0-1 1,0 1 0,0-1-1,0 1 1,0-1 0,0 1-1,-1 0 1,1 0 0,0-1-1,0 1 1,0 0 0,-1 0-1,1 0 1,0 0 0,0 0-1,0 1 1,0-1 0,-2 0-1,3 0-230,-3 0 229,0 0 0,0-1-1,1 1 1,-1 0 0,0 0 0,0 1 0,0-1 0,0 0 0,1 1 0,-1 0 0,0 0-1,0 0 1,1 0 0,-1 0 0,1 0 0,-1 1 0,1-1 0,-1 1 0,1 0 0,0-1-1,0 1 1,0 0 0,0 0 0,-2 4 0,3-5-152,-41 29 823,34-26-790,1 1 0,0 0 1,0 0-1,0 0 0,1 1 1,0 0-1,0 0 0,0 1 1,-5 8-1,3-1-121,1 0 0,0 1 0,1 0 0,1 1 0,0-1 0,1 1 0,1 0 0,0 0 0,1 0 0,1 21 0,1-25 0,1 1 0,0 0 0,1 0 0,1-1 0,5 19 0,-7-29 0,0 1 0,0 0 0,0-1 0,1 1 0,-1-1 0,0 1 0,1-1 0,0 0 0,-1 0 0,1 1 0,0-1 0,0 0 0,0-1 0,1 1 0,-1 0 0,0-1 0,1 1 0,-1-1 0,1 0 0,3 2 0,10 5 0,4 8 0,-19-15 0,0 0 0,0 0 0,0 0 0,0 0 0,0 0 0,0 0 0,0-1 0,0 1 0,0 0 0,0-1 0,0 1 0,0-1 0,1 1 0,-1-1 0,0 0 0,0 0 0,1 1 0,-1-1 0,0 0 0,0 0 0,3 0 0,27 5 0,-29-4 0,1 0 0,0 0 0,-1 0 0,1-1 0,0 1 0,0-1 0,-1 0 0,1 0 0,0 0 0,0 0 0,-1-1 0,4 0 0,14-3-58,-6 1-363,1 0-1,-1-1 0,1 0 0,26-14 1,80-49-20333,-100 51 16414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34.62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122 265 1601,'0'-1'185,"0"0"1,0 0 0,0 0 0,0 0-1,-1 0 1,1 0 0,0 0-1,-1 0 1,1 0 0,-1 0 0,1 0-1,-1 0 1,0 1 0,1-1-1,-1 0 1,0 0 0,1 1 0,-1-1-1,0 0 1,0 1 0,0-1-1,0 1 1,-1-2 0,-7-5 967,-19-46 4055,27 52-5158,-5-7 1058,1 0-1,0 0 1,1 0 0,-1 0 0,2-1 0,-1 0 0,1 0 0,-3-15 0,15-1 2377,-8 23-3296,0 0 0,0 0 1,0 0-1,0 0 0,0 0 1,0 0-1,0 0 0,-1 0 1,1-1-1,-1 1 1,0-3-1,1 4-148,-1 0 0,0-1 0,0 1 1,0 0-1,1 0 0,-1 0 0,0 0 0,1 0 1,-1 0-1,1 0 0,0 0 0,-1 0 0,1 0 0,0 0 1,-1 0-1,1 0 0,0 0 0,0 0 0,0 1 1,0-1-1,0 0 0,0 1 0,1-2 0,35-9 433,45 8-60,-71 3-249,-9 0-112,1 0 0,-1 0 1,0 0-1,1 0 0,-1 1 0,0-1 1,1 1-1,-1-1 0,0 1 0,1 0 1,-1 0-1,0 0 0,0 0 0,0 0 1,0 1-1,0-1 0,0 1 0,0-1 1,-1 1-1,1 0 0,0-1 0,-1 1 1,2 3-1,-3 73 1198,0-76-1251,0 0 0,0-1 0,0 1 0,0 0 0,-1 0 0,1 0 0,-1-1 0,1 1 0,-1 0 0,0-1 0,0 1 0,0 0 0,0-1 0,0 1 0,0-1 0,0 0 0,0 1 0,-2 1 0,-6 8 0,3 4 0,5-14 0,0 1 0,1 0 0,-1 0 0,0 0 0,0-1 0,0 1 0,0-1 0,-1 1 0,1-1 0,0 1 0,0-1 0,-1 1 0,1-1 0,-3 1 0,0 3 0,-1-1 0,1 1 0,0 0 0,1 0 0,-1 0 0,-4 10 0,-13 19 0,1-12 0,13-15 0,1 0 0,0 0 0,1 0 0,-1 1 0,1 0 0,-4 9 0,-10 30 0,14-35 0,0 0 0,0 0 0,1 0 0,1 1 0,0 0 0,0-1 0,0 27 0,3-36 0,1 0 0,0 0 0,0-1 0,0 1 0,0 0 0,0 0 0,1 0 0,-1-1 0,1 1 0,0-1 0,-1 1 0,1-1 0,1 0 0,-1 1 0,0-1 0,0 0 0,1-1 0,-1 1 0,4 2 0,3 1 0,0 1 0,0-1 0,20 7 0,-28-12 0,1 0 0,-1 0 0,0 1 0,1-1 0,-1 0 0,1 0 0,-1 0 0,0-1 0,1 1 0,-1 0 0,0-1 0,1 1 0,-1 0 0,0-1 0,1 0 0,-1 1 0,0-1 0,0 0 0,2 0 0,17-8 0,-18 8 0,0 1 0,0-1 0,0 0 0,0 1 0,0-1 0,0 0 0,0 0 0,0 0 0,-1-1 0,1 1 0,0 0 0,-1-1 0,1 1 0,-1-1 0,1 1 0,-1-1 0,0 0 0,0 0 0,2-3 0,14-17 0,-15 20 0,0 0 0,0 0 0,0 0 0,0 0 0,0 0 0,-1-1 0,1 1 0,-1 0 0,1-1 0,-1 1 0,0-1 0,0 0 0,0 1 0,-1-1 0,1 0 0,0 1 0,-1-1 0,0 0 0,0 0 0,0 0 0,0 1 0,-1-7 0,1 2 0,1 3 0,0-1 0,-1 1 0,0 0 0,0 0 0,0 0 0,0-1 0,-1 1 0,0 0 0,0 0 0,0 0 0,0 0 0,0 0 0,-1 0 0,0 0 0,0 0 0,0 1 0,0-1 0,-1 1 0,1-1 0,-5-4 0,-14-20 42,20 26-55,0 0 0,0 0 1,0 0-1,0 1 0,-1-1 1,1 0-1,-1 1 0,1-1 1,-1 0-1,1 1 0,-1 0 1,0-1-1,0 1 1,0 0-1,1 0 0,-4-1 1,-43-24-3353,39 20 1279,0 1 0,0 0 0,0 0 0,-1 1 0,0 1 0,0-1 0,0 1 0,0 1 0,-20-3 0,26 5-1993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35.32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164 53 192,'16'0'451,"-13"0"1889,-3 0-2309,0 0 0,0 0 0,0 0 0,-1-1 0,1 1 0,0 0 0,0 0 0,0 0 0,0-1 0,0 1 0,0 0 0,0 0 0,0-1 0,0 1 0,0 0 0,0 0 0,0-1-1,0 1 1,0 0 0,0 0 0,0-1 0,0 1 0,0 0 0,0 0 0,1 0 0,-1-1 0,0 1 0,0 0 0,0 0 0,0 0 0,0-1 0,0 1 0,1 0 0,-1 0 0,0 0 0,0 0 0,0 0 0,1-1 0,-1 1 0,0 0 0,0 0 0,0 0 0,1 0 0,-1 0 0,0 0 0,0 0 0,1 0 0,-1 0 0,0 0 0,0 0 0,1 0 0,15-5 686,-6-1 111,-10 6-819,0-1 0,1 1 0,-1 0 0,0 0 0,0 0 0,0 0 0,0 0 0,0-1 0,0 1 0,0 0 0,0 0 0,0 0 0,0-1-1,0 1 1,0 0 0,0 0 0,0 0 0,0 0 0,0-1 0,0 1 0,0 0 0,0 0 0,0 0 0,0 0 0,0-1 0,0 1 0,0 0 0,-1 0 0,1 0-1,0 0 1,0-1 0,0 1 0,0 0 0,0 0 0,0 0 0,-1 0 0,1 0 0,0 0 0,0 0 0,0-1 0,0 1 0,-1 0 0,1 0 0,0 0 0,0 0-1,0 0 1,-1 0 0,12-1 323,-10 1-234,-1 0 1,0 0-1,0 0 0,1 0 0,-1 0 1,0 0-1,0 0 0,1 0 0,-1 0 1,0 0-1,0 0 0,1 0 0,-1 0 1,0 0-1,0 0 0,0 0 0,1 0 1,-1 0-1,0 0 0,0 0 0,1-1 1,-1 1-1,0 0 0,0 0 0,0 0 1,1 0-1,-1 0 0,0-1 0,0 1 1,0 0-1,0 0 0,1 0 0,-1-1 1,0 1-1,0 0 0,0 0 0,0-1 1,0 1-1,0 0 0,0 0 0,0 0 1,0-1-1,0 1 0,0 0 0,0 0 1,0-1-1,0 1 0,0 0 0,0 0 1,0-1-1,0 1 0,0 0 0,0-1 1,0 0 1053,-23-2 1345,4-8-2355,14 9-60,-15 2 94,-49 0 918,69 0-1074,-1-1-1,1 1 0,-1 0 0,1 0 1,-1 0-1,1 0 0,-1 0 0,1 0 1,-1 0-1,1 1 0,-1-1 1,1 0-1,-1 0 0,1 0 0,-1 0 1,1 1-1,-1-1 0,1 0 0,0 0 1,-1 1-1,1-1 0,-1 0 1,1 1-1,0-1 0,-1 0 0,1 1 1,0-1-1,-1 1 0,1-1 0,0 0 1,0 1-1,-1-1 0,1 2 1,0-2 1,0 1 0,0-1 0,-1 0 1,1 1-1,0-1 0,0 1 1,-1-1-1,1 1 0,0-1 1,-1 0-1,1 1 0,0-1 0,-1 0 1,1 1-1,-1-1 0,1 0 1,0 0-1,-1 1 0,1-1 0,-1 0 1,1 0-1,-1 0 0,1 1 1,-1-1-1,1 0 0,-1 0 1,1 0-1,-1 0 0,1 0 0,-1 0 1,1 0-1,-1 0 0,0 0 1,-6-1 189,-16 1 601,23 0-794,-1 0 0,1 0 1,-1 0-1,1 0 0,-1 0 0,1 0 1,-1 0-1,1 1 0,-1-1 0,1 0 0,-1 0 1,1 0-1,-1 1 0,1-1 0,0 0 1,-1 0-1,1 1 0,-1-1 0,1 0 0,0 1 1,-1-1-1,1 0 0,0 1 0,-1-1 1,1 1-1,0-1 0,0 0 0,0 1 0,-1-1 1,1 1-1,0-1 0,0 1 0,-24 1 2773,93-11-1943,-56 8-846,0 0-1,0 0 1,0 1 0,1 1-1,25 5 1,14-1-17,-52-5 16,1 0 1,-1 0-1,1 0 0,-1 1 1,0-1-1,1 0 0,-1 1 1,0-1-1,1 1 0,-1 0 1,0-1-1,1 1 0,-1 0 1,0 0-1,2 1 0,4 2 34,26 15 263,-23-11-198,-9-7 21,0 1 1,0 0-1,0 0 0,0 0 1,-1 0-1,1 0 1,-1 0-1,0 0 1,1 0-1,-1 0 1,0 0-1,0 0 1,0 0-1,0 0 1,-1 0-1,0 3 1,1-1 171,0-3-256,0 0 0,0 0 0,0-1 1,0 1-1,-1 0 0,1 0 0,0 0 0,0 0 0,-1-1 1,1 1-1,0 0 0,-1 0 0,1-1 0,-1 1 0,1 0 1,-1-1-1,0 1 0,1 0 0,-1-1 0,1 1 1,-1-1-1,0 1 0,0-1 0,1 1 0,-1-1 0,-1 1 1,1-1 14,0 1 1,0-1-1,0 1 1,0-1 0,0 1-1,1 0 1,-1-1 0,0 1-1,0 0 1,1 0 0,-1-1-1,0 1 1,1 0 0,-1 0-1,1 0 1,-1 0 0,1 0-1,-1 0 1,1 0 0,0 0-1,-1 0 1,1 0-1,0 0 1,0 0 0,0 0-1,0 2 1,-2 0 35,0 0-1,-1-1 1,1 1 0,0-1 0,-1 0-1,0 0 1,1 1 0,-1-2 0,0 1-1,0 0 1,-4 1 0,-8 7-4,-24-6-573,33-2-786,1 0 0,-1-1 0,0 1-1,1-1 1,-1-1 0,-7 1 0,4 1-3332,4 4 2972,0 0-4,-4-4-2977,-15-2 793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43.53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663 2394 3249,'0'0'3626,"-5"0"-270,4 0-3187,0 0-1,0 0 1,1 0-1,-1 0 1,0 0-1,0 0 1,0 0-1,0 0 1,0 0-1,1-1 0,-1 1 1,0 0-1,0-1 1,1 1-1,-1-1 1,0 1-1,0-1 1,1 1-1,-1-1 1,0 1-1,1-1 1,-1 1-1,1-1 0,-1 0 1,1 1-1,-1-1 1,1 0-1,-1 0 1,1 0-1,-1 0 1,-1-34 9326,2 19-5449,0-155-274,0 169-3772,1-1 0,-1 1 0,0 0 0,0 0 0,1 0 0,-1 0 0,1 0 0,0 0 0,-1 0 0,1 1 0,0-1 0,0 0 0,0 0 0,0 0 0,1 1 0,1-3 0,-1 2 0,-1 1 0,0-1 0,1 0 0,-1 0 0,0 0 0,0 0 0,0 0 0,0 0 0,0 0 0,0 0 0,-1-1 0,1 1 0,-1 0 0,0 0 0,1-1 0,-1-2 0,1-8 0,0 1 0,1 0 0,1 0 0,0 0 0,1 0 0,8-18 0,12-39 0,-22 63 0,0-1 0,1 1 0,-1-1 0,2 1 0,4-8 0,10-20 0,10-86 0,19-13 0,-46 126 0,1 1 0,-1-1 0,0 0 0,0 0 0,-1 0 0,0 0 0,-1-8 0,0 6 0,1 0 0,0 1 0,0-1 0,3-14 0,3-8 0,-1 0 0,-2 1 0,-1-40 0,-2 49 0,-2 0 0,0 0 0,-10-37 0,10 43 0,0-1 0,1 1 0,1 0 0,0-1 0,3-21 0,-1 24 0,-1-2 0,0 1 0,-1 0 0,0 0 0,-2 0 0,1 0 0,-5-15 0,-2 8 0,5 13 0,0 0 0,1 0 0,0 0 0,0 0 0,0-1 0,0-13 0,3 3 0,-1 12 0,1 0 0,-1 0 0,-1 0 0,1 0 0,-1 1 0,-3-14 0,0 11 0,0-1 0,1-1 0,-1 0 0,2 0 0,-1 0 0,2 0 0,-1-1 0,1-13 0,0 11 0,-1 1 0,-1-1 0,0 1 0,0 0 0,-1 0 0,-1 0 0,-7-14 0,3 6 0,8 17 0,-1 0 0,1 0 0,1 0 0,-1-1 0,1 1 0,-1 0 0,2-6 0,-4-18 0,-4 10 0,6 14 0,-1 1 0,1-1 0,0 1 0,0-1 0,0 0 0,0 1 0,1-1 0,-1-4 0,1 4 0,-1-1 0,1 0 0,-1 0 0,0 1 0,-1-1 0,1 1 0,-1-1 0,0 1 0,-5-7 0,-7-20 0,8 15 0,4 12 0,1 1 0,-1-1 0,1 0 0,0 1 0,0-1 0,1 0 0,-1 1 0,1-6 0,0 7 0,-1 0 0,1 0 0,0 0 0,-1 0 0,1 0 0,-1 0 0,1 0 0,-1 1 0,0-1 0,0 0 0,0 0 0,0 0 0,0 1 0,0-1 0,0 1 0,-2-3 0,1 3 0,1-1 0,-1 1 0,1-1 0,0 0 0,0 1 0,0-1 0,0 0 0,0 0 0,1 1 0,-1-1 0,0 0 0,1 0 0,-1 0 0,1 0 0,0 0 0,-1-3 0,-8-21 0,8 24 0,0 0 0,0 0 0,0 0 0,0-1 0,0 1 0,0 0 0,0 0 0,1-1 0,-1 1 0,1-4 0,-2 2 0,1 1 0,-1 0 0,0-1 0,0 1 0,0 0 0,0 0 0,-1 0 0,1 1 0,-1-1 0,0 0 0,-3-1 0,-8-11 0,12 12 0,-1 0 0,1 0 0,-1 0 0,0 0 0,0 1 0,0-1 0,0 1 0,0 0 0,-1 0 0,1 0 0,-1 0 0,1 1 0,-1-1 0,0 1 0,1 0 0,-6-1 0,-5 0 0,0 1 0,0 1 0,-20 1 0,-4 0 0,28 0 0,0 0 0,0 1 0,0 0 0,0 0 0,1 1 0,-16 6 0,-35 11 0,37-15 0,0 2 0,0 0 0,1 2 0,1 0 0,-33 20 0,-35 22-104,103-53-2480,-12 2 2366,0 0 0,0 0 0,0 0 0,0 0 0,0-1 0,0 1 0,0 0 0,0-1 0,0 0 0,0 1 0,0-1 0,0 0 0,0 0 0,-1 0 0,3-2 0,23-16-581,0 1 1,56-26-1,-79 42 810,0 0-1,0-1 1,-1 0-1,1 0 1,-1 0-1,0 0 1,1 0-1,3-7 1,-5 7 51,0 0 1,1 0 0,-1 1 0,1-1-1,0 0 1,0 1 0,0 0-1,0-1 1,0 1 0,5-2-1,-7 4 44,0-1-1,0 1 1,1-1-1,-1 0 1,0 1-1,0-1 1,0 0-1,0 1 1,0-1-1,0 0 1,0 0 0,0 0-1,-1 0 1,1 0-1,0 0 1,-1 0-1,1 0 1,0 0-1,-1-1 1,1 1-1,-1 0 1,0 0-1,1 0 1,-1-1-1,0 1 1,1-2-1,6-11 1963,16 11 307,-46 6-1879,15 3-496,-9 3 0,7-7 0,1 2 0,0-1 0,0 1 0,0 0 0,1 1 0,-1 0 0,1 1 0,0-1 0,0 2 0,1-1 0,0 1 0,-9 11 0,0 0 3,15-17-4,-1 0 0,1 1 0,0-1 0,0 0 0,0 1 0,0-1 0,0 0 0,0 1 0,0-1-1,0 1 1,0 0 0,1-1 0,-1 1 0,1 0 0,-1-1 0,1 1 0,0 0 0,0 0-1,-1 2 1,6 1-116,1-2 44,-2-1-44,0 0 1,0 0-1,0 0 1,0 1-1,-1-1 1,7 7 0,-5-5-262,-1-1 1,1 1 0,0-1 0,0 0-1,0-1 1,1 1 0,-1-1 0,1 0-1,-1 0 1,1-1 0,6 1 0,41 17-4039,-41-13 2769,-1 0 0,1-1 0,1-1 0,17 5 0,20 7-2463,11 6-332,-3-9-1475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44.57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900 3159 592,'0'0'103,"0"0"-1,0 0 1,0-1 0,0 1-1,0 0 1,0 0 0,-1-1-1,1 1 1,0 0-1,0 0 1,0-1 0,0 1-1,0 0 1,0 0-1,1-1 1,-1 1 0,0 0-1,0-1 1,0 1-1,0 0 1,0 0 0,0-1-1,0 1 1,0 0-1,1 0 1,-1 0 0,0-1-1,0 1 1,0 0-1,1 0 1,-1 0 0,0-1-1,0 1 1,0 0-1,1 0 1,-1 0 0,2-1 108,-1 0-1,0 0 1,1 0 0,-1 0 0,0-1 0,0 1 0,0 0 0,0 0 0,0-1-1,0 1 1,-1-1 0,1 1 0,0 0 0,-1-1 0,1 0 0,-1 1 0,1-1 0,-1 1-1,0-1 1,1 1 0,-1-1 0,0 0 0,0 1 0,0-1 0,0 0 0,-1 1-1,1-1 1,-1-1 0,1-10 773,-1 0 255,0 11-1042,1 0 0,-1-1-1,1 1 1,0-1-1,0 1 1,0-1-1,0 1 1,0 0-1,1-1 1,-1 1-1,1 0 1,0-1 0,-1 1-1,1 0 1,0 0-1,2-3 1,-2 2-210,2 0 478,0-1-1,-1 0 1,0 0-1,0 0 1,0 0-1,0 0 1,-1 0-1,0 0 1,0-1 0,0 1-1,0 0 1,0-1-1,-1-4 1,0 7-286,0 0 0,0-1 1,1 1-1,-1 0 1,1 0-1,-1 0 0,1 0 1,0 0-1,-1 0 1,1 0-1,0 0 0,1 0 1,-1 1-1,0-1 1,3-3-1,-2 3 53,-1 1 0,0-1 0,1 0 1,-1 1-1,0-1 0,0 0 0,0 0 0,0 0 0,-1 0 0,1 0 0,0-1 1,-1 1-1,1 0 0,-1 0 0,0-4 0,2-6 145,-1 1-1,2 0 1,-1 0-1,2 1 1,-1-1-1,2 0 1,9-18-1,15-40-74,5-35 2,-32 99-303,-1 0 0,1 1-1,1-1 1,-1 1 0,1-1 0,5-6 0,10-20-2,-2-34 1,-4 9 0,27-87 0,-23 88 0,-13 46 0,0 0 0,0-1 0,-1 1 0,0-1 0,-1 1 0,1-16 0,16-119 0,-18 123 0,-1 13 0,1 1 0,0-1 0,0 1 0,1 0 0,0-1 0,3-10 0,3-3 0,-3 14 0,-2-1 0,1 0 0,-1 0 0,0-1 0,-1 1 0,0 0 0,0-9 0,-1-303 0,0 311 0,-1 1 0,0-1 0,-1 1 0,0-1 0,-6-14 0,5 15 0,1 0 0,-1 0 0,1 0 0,1-1 0,-2-14 0,4-7 0,-2 0 0,-1 0 0,-11-57 0,11 34 0,2 45 0,1 1 0,-1 0 0,-1-1 0,1 1 0,-1 0 0,0-1 0,-3-8 0,-4-4 0,5 15 0,1 0 0,0-1 0,0 1 0,0-1 0,1 1 0,0-1 0,0 0 0,-1-9 0,2-4 0,-2 1 0,0 0 0,-9-34 0,3-12 0,-2 46 0,8 15 0,1 1 0,-1-1 0,1 0 0,0 1 0,-1-1 0,1 0 0,0 0 0,1 0 0,-1 0 0,0 0 0,1 0 0,0-6 0,-1-2 0,1 0 0,-1 1 0,-1-1 0,0 0 0,0 1 0,-6-15 0,0-30 0,-4 29 0,7 18 0,1-1 0,0 0 0,0 0 0,1-1 0,0 1 0,1-1 0,0 1 0,-1-13 0,2 14 0,0 0 0,-1 0 0,0 0 0,0 0 0,-1 0 0,0 1 0,0 0 0,-6-9 0,-9-25 0,-16-38 0,28 67 0,-1 0 0,-1 1 0,1-1 0,-2 2 0,1-1 0,-17-14 0,-8-2 0,26 22 0,0 0 0,1 0 0,-1 0 0,2-1 0,-1 0 0,0 0 0,1-1 0,0 0 0,-7-13 0,8 14 0,0 0 0,-1 1 0,0-1 0,0 1 0,0 0 0,-1 0 0,1 0 0,-1 1 0,0 0 0,-1 0 0,1 1 0,-10-4 0,-1-2 0,-1 2 0,0 0 0,-33-7 0,19 7 0,23 4 0,0 1 0,0 0 0,-1 1 0,1 0 0,-12 0 0,9 1 0,1 0 0,-1 1 0,0 1 0,0 0 0,-19 6 0,27-7 0,0 0 0,0 0 0,0-1 0,0 1 0,0-1 0,0 0 0,0 0 0,-5 0 0,6-1 0,-1 1 0,1 0 0,-1 0 0,1 0 0,-1 0 0,1 1 0,-1-1 0,1 1 0,-1 0 0,1 0 0,0 0 0,-1 1 0,-4 2 0,-50 20 0,47-20 0,0 0 0,0 0 0,1 1 0,-1 0 0,1 1 0,-15 11 0,-2 7 0,-1-1 0,-58 35 0,19 4 0,109-100 0,-25 11 0,21-52 0,-35 73 0,1 0 0,0 0 0,0 0 0,0 0 0,0 1 0,1-1 0,6-5 0,-6-11 0,-1 5 0,-4 16 0,0 1 0,0 0 0,0 0 0,1-1 0,-1 1 0,0 0 0,0 0 0,0 0 0,1 0 0,-1-1 0,0 1 0,0 0 0,1 0 0,-1 0 0,0 0 0,1 0 0,-1 0 0,0 0 0,0 0 0,1 0 0,-1 0 0,0 0 0,1 0 0,-1 0 0,0 0 0,1 0 0,-1 0 0,0 0 0,0 0 0,1 0 0,-1 0 0,0 0 0,1 0 0,-1 1 0,0-1 0,0 0 0,0 0 0,1 0 0,-1 1 0,0-1 0,0 0 0,1 0 0,-1 0 0,0 1 0,0-1 0,0 0 0,0 1 0,1-1 0,-1 1 0,0 0 0,0 0 0,0-1 0,1 1 0,-1 0 0,0 0 0,0-1 0,0 1 0,0 0 0,-1-1 0,1 1 0,0 0 0,0 0 0,0-1 0,-1 1 0,1 0 0,0-1 0,0 1 0,-1 0 0,1-1 0,-1 1 0,1 0 0,-1-1 0,1 1 0,-1-1 0,1 1 0,-2 0 0,-7 17 0,9-9 0,0 0 0,1 0 0,1 0 0,-1-1 0,1 1 0,1 0 0,3 9 0,0 15-2523,-7 22-6307,0-21 3775,1-19-1524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45.57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500 122 3185,'0'-10'2315,"0"7"-1709,1-1 0,-1 1 0,0-1 0,0 1 0,0 0 0,-1-1 0,1 1 0,-1-1 0,0 1 0,0 0 0,0-1 1,0 1-1,-1 0 0,1 0 0,-1 0 0,0 0 0,0 0 0,0 0 0,0 0 0,-4-2 0,0-1 260,5 6-696,-1-1 0,1 1 0,0-1 0,0 0 0,0 0 0,0 0-1,0 0 1,0 0 0,0 0 0,1 0 0,-1 0 0,0 0 0,0 0 0,1 0 0,-1 0 0,1-1-1,-1 1 1,1 0 0,0 0 0,-1-2 0,1 2-20,-1 0 0,1 0 0,-1 0 0,1 1 0,-1-1 0,0 0 0,1 1 0,-1-1 0,0 0 0,1 1-1,-1-1 1,0 1 0,0-1 0,1 1 0,-1-1 0,0 1 0,0 0 0,0-1 0,0 1 0,0 0 0,0 0 0,1-1 0,-1 1 0,0 0 0,0 0 0,-2 0 0,-17-1 1147,-19 4 2454,-7 5-3008,35-5-544,9-3-192,-1 1-1,0 0 0,1 0 0,-1 0 0,1 0 1,-1 1-1,1-1 0,0 1 0,-1 0 0,1-1 1,0 1-1,-3 4 0,-15 10-20,-2-4 14,16-9 0,1 0 0,-1 0 0,0 0 0,1 1 0,0 0 0,-9 8 0,-30 29 0,37-35 0,0 0 0,-1 0 0,2 1 0,-1 0 0,-8 13 0,1 0 0,6-10 0,1 0 0,0 1 0,0 0 0,1 0 0,-9 23 0,1 12 0,10-39 0,1 0 0,1 0 0,-1 0 0,1 0 0,1 1 0,-1-1 0,1 1 0,0-1 0,1 1 0,0-1 0,0 1 0,1-1 0,0 1 0,0-1 0,3 9 0,1-2 0,3 6 0,1 0 0,12 21 0,-12-29-94,0-1 0,1 0 0,0 0 0,1-1 0,0 0 0,0-1 0,1-1 0,0 0 0,20 10 0,-11-8-168,1-1-1,-1-1 0,1-1 1,1-1-1,29 4 0,-12-2-1192,-26-5 554,0 0 0,1-1-1,-1-1 1,0 0 0,0-1 0,22-2 0,57-9-2529,-62 8 2394,0 0 0,0-3 0,42-11-1,5-22 443,-52 29 577,-18 8 97,1-1 0,-1 0 0,0-1 0,0 0-1,0 0 1,0-1 0,-1 0 0,1 0 0,-2-1-1,11-9 1,29-25 1635,-40 36-1335,0 0 1,0 0 0,0-1 0,-1 0-1,0 0 1,0 0 0,0-1-1,-1 0 1,0 0 0,0 0-1,5-9 1,-4 1 1517,1 0 0,0 0 0,1 1 0,15-22 0,-20 32-1777,-1-1 0,-1 1 0,1 0 0,0 0 0,-1-1 0,0 1-1,0-1 1,0 1 0,0 0 0,0-1 0,-1 1 0,1 0 0,-1 0 0,-2-6 0,-3 7-121,5 2 0,1 0 0,0 0 0,-1-1 0,1 1 0,-1 0 0,1 0 0,0 0 0,-1 0 0,1 0 0,-1 0 0,1-1 0,0 1 0,-1 0 0,1 0 0,0-1 0,0 1 0,-1 0 0,1 0 0,0-1 0,-1 1 0,1 0 0,0-1 0,0 1 0,0 0 0,-1-1 0,1 1 0,0-1 0,0 1 0,0 0 0,0-1 0,0 1 0,0-1 0,0 1 0,0 0 0,0-1 0,0 1 0,0-1 0,0 1 0,0-1 0,0 1 0,0-1 0,0 0 0,0 1 0,0-1 0,0 0 0,0 1 0,-1-1 0,1 0 0,0 1 0,0-1 0,-1 1 0,1-1 0,0 0 0,0 1 0,-1-1 0,1 1 0,-1-1 0,1 1 0,-1-1 0,1 1 0,0 0 0,-1-1 0,0 1 0,1-1 0,-1 1 0,1 0 0,-1-1 0,1 1 0,-1 0 0,0 0 0,1 0 0,-1-1 0,1 1 0,-1 0 0,0 0 0,1 0 0,-2 0 0,-35 8 0,26-3 0,0 0 0,0 0 0,1 1 0,-14 10 0,10-3 0,0-3 0,2 1 0,0 0 0,0 1 0,1 0 0,0 1 0,1 0 0,0 1 0,1 0 0,1 0 0,-9 21 0,4-2 0,10-27 0,0 0 0,1 0 0,0 1 0,0-1 0,0 1 0,1-1 0,0 1 0,0-1 0,0 8 0,1-12 0,0-1 0,0 0 0,0 1 0,0-1 0,0 0 0,1 1 0,-1-1 0,0 0 0,1 1 0,-1-1 0,1 0 0,-1 0 0,1 0 0,0 1 0,-1-1 0,1 0 0,0 0 0,0 0 0,0 0 0,0 0 0,0 0 0,0 0 0,2 1 0,-2-1 0,0-1 0,0 1 0,0 0 0,0-1 0,0 1 0,-1 0 0,1 0 0,0 0 0,0 0 0,-1 0 0,1 0 0,-1 0 0,1 0 0,-1 0 0,1 0 0,-1 0 0,1 0 0,-1 1 0,0-1 0,0 0 0,0 0 0,0 0 0,0 3 0,1-2-1,-1 0 0,1 0 1,-1 0-1,1 0 0,0 1 0,0-1 1,0 0-1,0 0 0,0 0 0,0-1 0,0 1 1,1 0-1,-1 0 0,1-1 0,0 1 1,-1-1-1,3 3 0,-3-4 0,0 1 0,0 0 0,1 0 1,-1 0-1,0-1 0,0 1 0,0 0 0,1-1 0,-1 1 1,0-1-1,1 0 0,-1 1 0,0-1 0,1 0 0,-1 0 1,0 0-1,1 0 0,-1 0 0,0 0 0,1 0 0,-1 0 1,1-1-1,-1 1 0,0 0 0,0-1 0,1 1 0,-1-1 0,0 1 1,0-1-1,2-1 0,24-15 3,-19 13 3,1-1-1,-1 0 1,0-1 0,-1 0 0,1 0-1,-1 0 1,12-15 0,-10-1-5,-9 20 0,1-1 0,0 1 0,0 0 0,0-1 0,0 1 0,0 0 0,0 0 0,1 0 0,-1 0 0,0 0 0,4-3 0,-1 2 0,0-1 0,0 1 0,-1-1 0,1 0 0,-1 0 0,0 0 0,0 0 0,-1-1 0,1 1 0,-1-1 0,0 1 0,0-1 0,0 0 0,-1 0 0,0 0 0,0 0 0,1-7 0,-2 11-1,0 0 1,0 1-1,0-1 0,1 0 1,-1 1-1,0-1 0,0 1 1,1-1-1,-1 0 0,0 1 1,1-1-1,-1 1 0,1-1 1,-1 1-1,1 0 0,-1-1 1,1 1-1,-1-1 0,1 1 1,-1 0-1,1-1 0,-1 1 1,1 0-1,0 0 0,-1-1 1,1 1-1,-1 0 1,1 0-1,0 0 0,-1 0 1,1 0-1,0 0 0,-1 0 1,1 0-1,0 0 0,-1 0 1,1 0-1,-1 0 0,1 0 1,0 1-1,2-1-15,17 26 59,-19-25-43,6 10-7,1 1-1,0-1 1,1 0 0,0-1 0,1 0-1,0 0 1,0-1 0,1 0 0,0-1-1,20 11 1,-16-12-59,-6-2 38,0-1 1,0 0-1,0 0 1,1-1-1,-1 0 1,1-1-1,0 0 0,0 0 1,11 0-1,8-3-60,0 0-1,50-11 0,-76 11 101,0 0 1,0-1 0,0 1 0,0-1 0,-1 0-1,1 0 1,-1 0 0,1 0 0,-1 0 0,0-1-1,0 1 1,0-1 0,2-3 0,11-11 117,-11 13-119,0 0-1,0 0 1,0-1 0,0 1-1,-1-1 1,0 0-1,0 0 1,0 0 0,0-1-1,-1 1 1,0-1-1,0 1 1,-1-1 0,0 0-1,0 1 1,1-8-1,0-16 48,0 0 0,-4-32 0,1 14-33,1 47-25,0 1 0,-1-1 0,1 0 0,0 1 0,0-1 0,0 1 0,-1-1 0,1 0 0,0 1 0,0-1 0,-1 0 0,1 1 0,0-1 0,-1 0 0,1 0 0,0 1 0,-1-1 0,1 0 0,0 0 0,-1 0 0,1 1 0,0-1 0,-1 0 0,1 0 0,-1 0 0,1 0 0,0 0 0,-1 0 0,1 0 0,-1 0 0,1 0 0,-1 0 0,1 0 0,0 0 0,-1 0 0,1 0 0,-1 0 0,1 0 0,0 0 0,-1-1 0,1 1 0,-1 0 0,1 0 0,0 0 0,-1-1 0,1 1 0,0 0 0,0-1 0,-1 1 0,1 0 0,0 0 0,-1-1 0,1 1 0,0-1 0,0 1 0,0 0 0,-1-1 0,1 1 0,0-1 0,0 2 0,0 0 0,0 0 0,-1 1 0,1-1 0,0 0 0,-1 0 0,1 0 0,0 0 0,-1 0 0,0 0 0,1 0 0,-1 0 0,0 0 0,1 0 0,-1 0 0,0 0 0,0 0 0,0 0 0,0 0 0,1-1 0,-3 2 0,-6 7 0,-20 51 0,27-54 0,0 1 0,1-1 0,0 1 0,0-1 0,0 1 0,0-1 0,1 1 0,0 0 0,2 9 0,-2 30 0,-4-26 0,0-6 0,1 0 0,1-1 0,0 1 0,1 0 0,1 0 0,0 0 0,3 19 0,4 10 0,2 85 0,-9-110 0,2 0 0,0 0 0,8 30 0,-6-33 0,0 1 0,-2-1 0,2 27 0,-5-13 0,1-17 0,-1-1 0,2 1 0,0 0 0,4 20 0,3-5 32,-5-22-80,-1-1-1,-1 1 1,1 0 0,-1 0 0,0 0 0,0 0-1,0 0 1,0 0 0,-1 0 0,0 1 0,0-1-1,-1 0 1,-1 7 0,-6 14-1020,-3 10-2087,7 10-3507,4-44 6322,0-1-1,0 1 0,0 0 1,0-1-1,0 1 1,-1 0-1,1-1 1,0 1-1,-1-1 1,1 1-1,-1 0 0,0-1 1,1 1-1,-1-1 1,0 0-1,0 1 1,0-1-1,0 0 1,0 1-1,0-1 1,-1 0-1,1 0 0,-2 1 1,-4 4-1257,3 8-2687,4-2 765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45.81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19 126 8228,'-2'-4'1289,"0"0"0,0 1-1,0-1 1,0-1 0,0 1 0,1 0 0,0 0 0,0-1 0,-1-4 0,0-41 6740,3 32-6713,-1 17-1301,0 1 0,0-1 0,0 1 0,0-1 0,0 1 0,1-1 0,-1 1 1,0-1-1,0 1 0,1-1 0,-1 1 0,0-1 0,0 1 0,1-1 0,-1 1 0,1 0 0,-1-1 0,0 1 0,1 0 0,-1-1 0,1 1 1,-1 0-1,1 0 0,-1-1 0,1 1 0,-1 0 0,1 0 0,-1 0 0,1 0 0,-1 0 0,1-1 0,-1 1 0,1 0 0,-1 0 0,1 0 1,-1 0-1,1 1 0,-1-1 0,1 0 0,-1 0 0,1 0 0,-1 0 0,1 0 0,-1 1 0,1-1 0,-1 0 0,1 1 0,-1-1 0,1 0 1,-1 1-1,0-1 0,1 0 0,-1 1 0,1-1 0,-1 0 0,0 1 0,1 0 0,-1-1 50,8 5-29,5 1 97,0 2 0,0-1 0,0 2 0,-1 0 0,-1 0 0,1 1 0,-1 1 0,-1 0 0,12 15 0,-6-3-133,-10-16 0,0 1 0,0 0 0,0 0 0,-1 1 0,-1 0 0,1 0 0,-2 0 0,1 0 0,-1 0 0,0 1 0,-1 0 0,2 19 0,-4-9 0,1 2 0,-2 0 0,-4 30 0,4-45 0,-1 0 0,0-1 0,0 1 0,0-1 0,-1 1 0,0-1 0,0 0 0,-1 0 0,1 0 0,-1-1 0,-9 10 0,-31 22-2855,36-32 1765,0-1 1,0 0-1,-1-1 1,0 1-1,1-2 1,-1 1-1,0-1 0,0-1 1,-1 1-1,1-1 1,-18-1-1,23 0 259,3 0 661,1 0 0,0 0 0,-1 0 0,1 0 0,-1 1 0,1-1 1,-1 0-1,1 0 0,-1 0 0,1 0 0,-1 0 0,1 0 0,-1 0 1,1-1-1,-1 1 0,1 0 0,-1 0 0,1 0 0,-1 0 0,1 0 1,-1-1-1,1 1 0,0 0 0,-1-1 0,1 1 0,-1 0 0,1-1 1,0 1-1,-1 0 0,1-1 0,0 1 0,-1 0 0,1-1 0,0 1 1,0-1-1,0 1 0,-1-1 0,1 1 0,0-1 0,0 1 0,0-1 1,0 1-1,0-1 0,0 1 0,0 0 0,0-2 0,0-13-3562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45.98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23 3650,'29'-23'27198,"-30"31"-28214,1-6 1158,0 0-1,0 0 0,-1 0 0,1 0 1,-1 0-1,1 0 0,-1 0 0,0 0 1,1-1-1,-1 1 0,0 0 0,0 0 1,-1-1-1,1 1 0,-2 2 0,1-3-102,1 1-1,-1 0 0,1 0 1,0 0-1,0 0 0,-1 0 1,1 0-1,1 0 0,-1 1 1,0-1-1,0 0 0,1 0 1,-1 1-1,1-1 0,0 5 1,0 295 22,0-291-57,1-1 0,0 0 0,1 0 0,1 1-1,4 14 1,-4-16-23,0 1-1,0-1 1,-2 1 0,1 0-1,0 15 1,-2 122-5430,0 1-10035,0-106 10434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46.25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31 333 3217,'0'-26'2504,"1"15"-1091,-1 0 0,0-1-1,-1 1 1,-4-22 0,-2 10 301,4 15-1255,0 0-1,0 0 1,0 0 0,1 0 0,1-1-1,-1 1 1,1 0 0,1-1 0,-1 0 0,2 1-1,-1-1 1,1 1 0,0-1 0,4-9-1,-4 14-223,0 0 0,1 0-1,0 0 1,0 0 0,0 0-1,1 1 1,-1-1 0,1 1-1,0-1 1,0 1 0,0 0-1,0 0 1,1 1 0,-1-1-1,1 1 1,-1-1 0,1 1-1,0 0 1,0 0 0,0 1-1,0-1 1,0 1 0,0 0-1,1 0 1,-1 1-1,0-1 1,1 1 0,-1 0-1,0 0 1,1 0 0,-1 0-1,0 1 1,0 0 0,1 0-1,-1 0 1,0 0 0,0 1-1,0 0 1,0 0 0,0 0-1,-1 0 1,1 0 0,0 1-1,5 5 1,2 2-157,0 0-1,0 1 1,-1 1-1,0-1 1,-1 2-1,0-1 1,-1 2-1,0-1 1,5 15-1,7 10-25,-16-27-52,0 1 0,0-1 0,-1 1 0,-1 0 0,0 0 0,0 0 0,-1 0 0,-1 0 0,0 0 0,-1 0 0,0 0 0,-1 0 0,0 0 0,-1 0 0,0 0 0,-1-1 0,-5 13 0,2-15 0,0-1 0,0 1 0,0-1 0,-1-1 0,-1 1 0,-11 8 0,16-14 0,0 1-46,0 0 0,0 0 0,0-1 1,0 1-1,0-1 0,0 0 0,-1-1 0,1 1 0,-1-1 0,-6 1 1,-6 3-716,4-2-1425,1 0 0,-1 0-1,0-1 1,-24 0-1,32-2 1120,1 0-1,-1 0 1,0-1-1,0 1 1,1-1-1,-10-3 1,13 3 759,0 1-1,0-1 1,0 1 0,0-1 0,0 1 0,1-1 0,-1 1 0,0-1 0,0 0-1,0 0 1,0 1 0,1-1 0,-1 0 0,0 0 0,1 0 0,-1 0-1,1 0 1,-1 0 0,1 0 0,-1 0 0,1 0 0,0 0 0,-1 0 0,1 0-1,0 0 1,0-2 0,0-6-1877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46.45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92 1665,'7'-8'1472,"0"0"1,1 1-1,0 0 1,1 0-1,-1 1 1,1 0 0,16-7-1,-17 9-524,3-6 5416,-2 7-4273,-6-9 8189,-3 21-10958,-14 4 911,12-12-197,1 1-33,0 0 0,0 0 0,0 0 0,1 1 0,-1-1 0,1 0 0,-1 0 0,1 1 0,-1-1 0,1 0-1,0 1 1,0-1 0,0 0 0,1 1 0,-1-1 0,1 4 0,13 36-4,-10-32 0,-1 14 1,2 5 0,11-9-12,7 13-179,-20-26-181,1 1-1,0-1 1,0 0 0,1 0-1,0 0 1,10 10 0,18 29-4535,-24-26 2168,-8-17 2156,0 0 0,1 0 0,-1 0 0,1 0 1,0 0-1,-1 0 0,2 0 0,-1 0 0,0-1 1,0 1-1,1-1 0,-1 0 0,1 0 1,0 0-1,0 0 0,0 0 0,5 2 0,17 11-3816,-4-4 691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47.10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127 296 4722,'-3'-8'1096,"-1"0"-1,2 0 1,-1 0-1,1-1 1,0 1-1,1-1 1,-1-15-1,2 19-509,0-1-1,-1 0 0,0 0 1,0 1-1,-1-1 0,1 1 1,-1-1-1,0 1 0,-1 0 1,-4-8-1,-4-9 2167,-11-5 2567,20 26-5033,0-1 1,0 1 0,1-1 0,-1 1 0,0-1-1,1 0 1,0 0 0,-1 0 0,1 0 0,0 0-1,0 0 1,0 0 0,0 0 0,-1-3-1,2 4-266,-1 1 0,0-1 0,0 1-1,0 0 1,1-1 0,-1 1 0,0 0-1,0 0 1,0 0 0,0 0 0,1-1 0,-1 1-1,0 0 1,0 0 0,0 1 0,0-1-1,0 0 1,1 0 0,-1 0 0,0 1-1,0-1 1,0 0 0,0 1 0,-2 0-25,2 2 5,-1 0 0,1 0 0,0 0 0,0 0 0,1 0 0,-1 0 0,1 0 0,-1 1 0,1-1 0,0 0 0,0 1 0,1-1 0,-1 0 0,1 4 0,0 13 0,-2 16 0,-1-19 0,1 0 0,1 1 0,0-1 0,1 0 0,7 30 0,12-3 0,-15-35 0,0 0 0,-1-1 0,-1 1 0,1 0 0,-1 1 0,-1-1 0,3 20 0,-4-25-1,-1 1 0,1-1-1,0 1 1,0-1 0,1 0 0,-1 1-1,1-1 1,0 0 0,0 0 0,0 0 0,1 0-1,-1-1 1,1 1 0,0-1 0,0 1-1,0-1 1,0 0 0,1 0 0,-1 0 0,1-1-1,0 1 1,0-1 0,5 3 0,-6-4-125,2-1 65,-3 0 64,0 0 0,0 0 1,0-1-1,0 1 0,0-1 0,0 1 0,0-1 1,0 0-1,0 0 0,-1 0 0,1 0 1,0 0-1,-1 0 0,1 0 0,0-1 0,-1 1 1,1-1-1,1-2 0,23-38 58,2-2-4,-22 36-54,-1 0-1,0 0 1,0-1 0,-1 0 0,0 1 0,0-1 0,-1-1 0,-1 1 0,1 0-1,-1-1 1,-1 1 0,1-15 0,-2 21-3,0 1 0,0 0 0,0 0 0,1-1 0,-1 1 0,1 0 0,0 0 0,-1 0 0,1 0 0,0 0 0,0 0 0,0 0 0,1 0 0,-1 0 0,0 0 0,3-2 0,-3 3 0,0 0 0,0-1 0,1 0 0,-1 1 0,0-1 0,0 1 0,0-1 0,-1 0 0,1 0 0,0 0 0,-1 1 0,1-1 0,-1 0 0,0 0 0,1-4 0,-1 0 0,1-24 0,-1 30 0,0 0 0,0-1 0,0 1 0,0 0 0,0-1 0,0 1 0,0 0 0,0-1 0,1 1 0,-1 0 0,0-1 0,0 1 0,0 0 0,0 0 0,0-1 0,0 1 0,1 0 0,-1-1 0,0 1 0,0 0 0,1 0 0,-1-1 0,0 1 0,0 0 0,1 0 0,-1 0 0,0-1 0,0 1 0,1 0 0,-1 0 0,0 0 0,1 0 0,-1 0 0,0 0 0,1-1 0,-1 1 0,0 0 0,1 0 0,-1 0 0,0 0 0,1 0 0,-1 0 0,0 1 0,1-1 0,-1 0 0,0 0 0,1 0 0,-1 0 0,0 0 0,1 0 0,-1 0 0,0 1 0,0-1 0,1 0 0,-1 0 0,0 0 0,0 1 0,1-1 0,-1 0 0,0 1 0,2 1 0,-1 1 0,0 0 0,-1-1 0,1 1 0,0-1 0,-1 1 0,0 0 0,1 0 0,-1-1 0,0 1 0,0 0 0,-1 0 0,0 2 0,1-1 0,-1-1 0,1 1 0,0-1 0,0 1 0,1-1 0,-1 1 0,1-1 0,1 7 0,45 57 0,-40-51 0,-6-13 0,0-1 0,-1 0 0,1 0 0,1 0 0,-1 0 0,0 1 0,0-2 0,1 1 0,-1 0 0,1 0 0,0 0 0,1 1 0,0-1 0,15 14-31,-1 0 0,22 28 0,-35-40-6,1 0 1,0 0 0,0-1 0,0 0 0,0 0-1,1 0 1,-1-1 0,1 0 0,0 0-1,10 3 1,2 0-99,-6-1-281,1 0 0,1-2 0,-1 1 0,0-2 0,0 0 0,1 0 0,26-4 0,0 2-383,-32 0 680,0 1 0,0-1 0,0-1 0,0 0 1,0 0-1,0 0 0,-1-1 0,1-1 0,-1 1 0,8-5 1,37-16-168,-40 18 291,0-1 0,0 0 0,0-1 0,-1-1 0,0 0 0,-1 0 0,0-1 0,17-21 0,-23 26 23,0 0-1,-1 0 1,0 0 0,0-1-1,0 0 1,-1 1-1,3-8 1,15-29 440,-17 37-336,0-1 1,0 0-1,-1 1 1,0-1-1,0 0 1,0 0-1,-1-1 1,0 1-1,1-9 1,-2-65 2672,-1 41-1495,1 36-1304,-1-1 0,0 1 1,1 0-1,-1 0 0,-1 0 1,1 0-1,0 0 1,-1 0-1,0 0 0,1 0 1,-1 1-1,0-1 0,0 1 1,-1-1-1,1 1 1,0 0-1,-1 0 0,0 0 1,1 0-1,-1 0 0,0 0 1,0 1-1,0-1 0,0 1 1,0 0-1,0 0 1,0 0-1,-5 0 0,-8-3-8,0 1 0,0 0 0,0 1-1,-24 1 1,28 2 2,0 0 0,0 1 0,0 1 0,-16 5 0,-5 0 0,28-7 0,1 1 0,-1-1 0,1 0 0,-1 1 0,1 0 0,0 0 0,0 0 0,0 1 0,0 0 0,0-1 0,0 1 0,1 1 0,-1-1 0,1 0 0,0 1 0,0 0 0,0-1 0,-3 8 0,2-3 0,1 1 0,0-1 0,0 0 0,1 1 0,0 0 0,0-1 0,1 1 0,0 0 0,1 10 0,0 0 0,0 0 0,1-1 0,1 1 0,0-1 0,2 0 0,8 26 0,15 20 0,-13-34 0,-2 0 0,0 1 0,12 56 0,-20-62 0,2-1 0,9 26 0,6 26 0,-16-44 0,-3 0 0,0 1 0,-5 48 0,1-6 0,2-71-4,0 0-1,0 0 1,-1 0 0,1 0 0,-1 0-1,0-1 1,0 1 0,0 0-1,-1 0 1,1-1 0,-1 1 0,0-1-1,0 1 1,0-1 0,0 0-1,-1 1 1,1-1 0,-1-1 0,0 1-1,0 0 1,0-1 0,0 1-1,0-1 1,0 0 0,-1 0 0,1 0-1,-1 0 1,0-1 0,1 0 0,-1 1-1,0-1 1,0 0 0,0-1-1,0 1 1,0-1 0,0 0 0,-7 0-1,0-1-119,-1 1-1,1-1 1,0-1-1,-1 0 0,1-1 1,0 0-1,0-1 1,1 0-1,-1 0 1,1-2-1,0 1 0,-16-12 1,-14-14-5839,-37-35-7147,30 15 1214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4:47.2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141 175 19545,'-19'-27'7539,"-9"1"-4065,9 0-3026,-9-1-1040,9 11-1073,19 6-3025,-28-6-2961,28-10-449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2.17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188 200 14935,'-39'-28'10091,"12"9"-4569,4-2-3303,21 19-2219,0 0 0,0 0 0,0 0 0,0 0 0,0 0 0,0 1 0,-1-1 0,1 1 0,-1-1 0,1 1 0,-1 0 0,1 0 0,-1 0 0,-5-1 0,7 2 0,-1 0 0,1 0 0,-1 1 0,0-1 0,1 0 0,-1 1 0,1-1 0,-1 1 0,1-1 0,-1 1 0,1 0 0,-1-1 0,1 1 0,0 0 0,-1 0 0,1 0 0,0 0 0,0 0 0,0 0 0,0 1 0,0-1 0,0 0 0,0 1 0,0-1 0,0 0 0,0 3 0,-1 0 0,0 1 0,1 0 0,0 0 0,0-1 0,1 1 0,-1 0 0,1 0 0,0 0 0,1 9 0,-2 26 0,-2-27 0,-1 4 0,1-1 0,1 1 0,0 0 0,1 1 0,1-1 0,2 27 0,3-15 0,-1-9 0,-1 1 0,1 27 0,-3-29 0,1 0 0,1-1 0,1 1 0,1-1 0,0 0 0,1-1 0,1 1 0,1-1 0,0 0 0,15 21 0,0-3 0,1-2 0,2 0 0,49 47 0,-68-74 0,0-1 0,0 0 0,0 0 0,1-1 0,-1 0 0,1 0 0,0-1 0,0 0 0,0-1 0,1 1 0,15 1 0,9 0 0,58-1 0,-84-3 0,5-1 0,0 0 0,0-1 0,0 0 0,0-1 0,-1 0 0,1 0 0,-1-2 0,0 1 0,0-2 0,0 1 0,-1-1 0,0-1 0,0 0 0,-1 0 0,0-1 0,0 0 0,0-1 0,-1 0 0,10-15 0,8-7 0,-13 16 0,-1 0 0,0 0 0,-1-2 0,-1 1 0,0-1 0,7-19 0,-9 15 0,0 1 0,0 1 0,-2-1 0,6-30 0,-2-13 25,-1 3-161,3-100-1,-11 130-377,0 17-829,-1-1 1,0 1-1,-1 0 0,-4-22 1,-3 7-1723,4 16 1196,1 1 0,0-1 1,1 1-1,-2-22 0,4-7-3731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2.47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1 167 8132,'5'19'1079,"0"0"0,-2 1 0,0-1 0,-1 1 0,-1-1 0,-1 22 0,0-31-703,1 1 1,0-1-1,1 1 1,1-1-1,4 16 1,-4-17-55,0 0 1,0 0-1,-2 1 1,1-1-1,0 14 0,-2 194 12567,9-269-12889,-6 45 0,-1-1 0,-1 0 0,1 0 0,0-14 0,-2 10 0,2 1 0,0-1 0,0 0 0,1 1 0,4-12 0,8-32 0,-9 17 0,-4 20 0,1 1 0,0-1 0,2 1 0,0 0 0,1 1 0,8-17 0,23-48 0,-30 62 0,1 0 0,0 1 0,2 1 0,0-1 0,0 1 0,2 1 0,0 0 0,16-15 0,-25 29 0,0 0 0,0 0 0,1 0 0,-1 0 0,1 1 0,-1 0 0,1-1 0,-1 1 0,1 0 0,0 1 0,0-1 0,0 1 0,5-1 0,5 0 0,-8 0 0,1 1 0,-1 0 0,1 0 0,-1 0 0,1 1 0,0 0 0,-1 1 0,0-1 0,1 1 0,-1 0 0,6 3 0,-7-3 0,-1 0 0,0 0 0,0 1 0,0-1 0,0 1 0,-1 0 0,1 0 0,-1 0 0,0 0 0,1 1 0,-1 0 0,-1-1 0,1 1 0,-1 0 0,5 8 0,40 92 0,-35-63 0,-3-16 0,-2 1 0,0 0 0,-2 1 0,-1-1 0,2 36 0,-6-57-304,0 1-1,1 0 1,0-1-1,1 0 1,-1 1 0,1-1-1,0 0 1,3 7-1,-2-8-369,-1 1 0,-1 0-1,1-1 1,0 1-1,-1 0 1,0 0-1,0 0 1,0 6 0,-1 18-6618,0-3 262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2.68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64 9476,'0'-53'19719,"0"43"-16147,4 22-3572,0-6 0,-2-3 0,1 0 0,-1 1 0,0-1 0,0 1 0,-1-1 0,1 1 0,-1 0 0,0 0 0,0 0 0,0 0 0,0-1 0,0 1 0,-1 0 0,0 8 0,1 0 0,0 1 0,1-1 0,1 0 0,0 0 0,0 0 0,7 14 0,-5-15 0,-1 1 0,0 1 0,-1-1 0,0 0 0,-1 1 0,1 15 0,-3-17 0,1-1 0,1 0 0,0 1 0,0-1 0,7 15 0,6 30 0,23 76 89,-17-65-736,-18-41-2125,2 4-3412,4-17 3214,-7-11 2432,-1 1-1,0-1 0,0 0 1,0 1-1,0-1 1,0 1-1,0-1 1,0 1-1,0 0 1,0-1-1,-1 1 1,1 0-1,-1 0 0,1-1 1,-1 1-1,1 3 1,-1 6-4619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3.4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1 269 8948,'2'-16'6286,"2"13"-2197,13 23-1789,-15-17-2121,-1 0 0,0 0-1,0 0 1,0 1 0,-1-1 0,1 0-1,-1 0 1,0 0 0,0 1 0,0-1-1,0 3 1,1 19 814,24 67 2373,9 44 1274,-19-78-4640,-11-45 0,0 1 0,-1-1 0,-1 1 0,2 19 0,-4-21 0,2 0 0,-1 0 0,2 0 0,0 0 0,0 0 0,1-1 0,0 1 0,1-1 0,0 0 0,11 15 0,0 5 0,-16-31 0,1 1 0,-1-1 0,0 1 0,1-1 0,-1 1 0,0-1 0,1 1 0,-1-1 0,1 1 0,-1-1 0,0 0 0,1 1 0,-1-1 0,1 0 0,-1 1 0,1-1 0,0 0 0,-1 0 0,1 0 0,-1 1 0,1-1 0,-1 0 0,1 0 0,-1 0 0,1 0 0,0 0 0,-1 0 0,1 0 0,-1 0 0,1 0 0,0 0 0,-1-1 0,1 1 0,-1 0 0,1 0 0,-1 0 0,1-1 0,-1 1 0,1 0 0,-1-1 0,1 1 0,25-21 0,-15 11 0,-9 8 0,0 0 0,-1 0 0,1 0 0,0 0 0,-1-1 0,0 1 0,1 0 0,-1 0 0,0-1 0,0 1 0,0-1 0,0 1 0,-1-1 0,1 1 0,0-6 0,4-14 0,39-51 0,-37 60-110,25-51-5592,-3-1 0,26-84 0,-53 146 5394,-1-1 1,1 0-1,0 1 0,0 0 0,0-1 1,0 1-1,0 0 0,1 0 1,3-3-1,9-13-891,-8 5 340,-5 10 649,0 0-1,0-1 0,0 1 1,1 0-1,0 0 0,0 1 1,4-6-1,-5 8 226,-1 0 0,0 0-1,1 1 1,-1-1 0,1 0 0,-1 1 0,1-1-1,-1 1 1,1 0 0,-1-1 0,1 1 0,-1 0-1,1 0 1,-1 0 0,1 0 0,0 0 0,-1 0-1,1 1 1,-1-1 0,1 0 0,-1 1 0,1-1 0,-1 1-1,1 0 1,-1-1 0,0 1 0,3 2 0,4 4 688,9 1 685,55 18 4562,-50-21-3725,0-2 1,0 0 0,0-2 0,0 0-1,1-1 1,33-6 0,-45 3-2226,0-2 0,0 1 0,0-2 0,-1 1 0,0-1 0,0-1 0,-1 0 0,0 0 0,0-1 0,10-11 0,-16 15 0,0 1 0,-1-1 0,0 0 0,0 0 0,0 0 0,0 0 0,-1 0 0,0 0 0,1 0 0,-1-1 0,-1 1 0,1-6 0,-1-57 0,-1 35 0,0 26 0,1 0 0,-1 0 0,0 1 0,-1-1 0,1 1 0,-1-1 0,0 1 0,0 0 0,-1-1 0,0 1 0,0 0 0,0 1 0,0-1 0,-1 1 0,0-1 0,0 1 0,0 0 0,0 0 0,-1 1 0,-7-6 0,6 5 0,0 0 0,-1 1 0,1 0 0,-1 0 0,1 0 0,-1 1 0,0 0 0,0 0 0,0 1 0,0 0 0,-1 0 0,1 0 0,0 1 0,0 0 0,-12 2 0,11-1 0,0 0 0,0 1 0,0 0 0,0 0 0,0 1 0,1 0 0,-1 1 0,1-1 0,0 1 0,0 0 0,0 1 0,0 0 0,1 0 0,0 1 0,0-1 0,0 1 0,1 1 0,-1-1 0,-6 13 0,-31 39 0,34-49 0,1 1 0,1 0 0,0 1 0,0-1 0,-6 13 0,8-8 0,-1 0 0,2 0 0,0 0 0,1 1 0,-2 30 0,4 83 0,3-57 0,-1-50 0,2 1 0,0-1 0,1 0 0,1 0 0,2 0 0,0-1 0,1 0 0,1 0 0,1-1 0,0 0 0,2-1 0,0 0 0,2-1 0,0 0 0,0-1 0,22 18 0,-18-19-120,4 3-1065,0-1 1,32 19 0,-45-32 752,0-1 0,0 1 1,0-2-1,1 1 0,0-1 0,-1-1 1,1 0-1,0 0 0,0-1 0,13 0 0,-5-1-1272,8 1-1688,50-7 1,-66 4 2835,-1 0 1,0 0-1,0-1 1,0 0 0,0-1-1,0 0 1,-1-1 0,16-10-1,29-20-1934,-38 26 1899,0-1 0,0-1 0,-1 0 0,0-1 0,-1 0 0,16-19 0,124-195-2982,-70 64 6645,-56 89 2778,-22 56-2906,-1 0 0,0-1 0,-2 0-1,2-25 1,-4 41-2717,0 1 0,0 0 0,-1-1 1,1 1-1,0 0 0,0-1 0,-1 1 0,1 0 0,0 0 0,-1-1 0,1 1 1,-1 0-1,0 0 0,1 0 0,-1 0 0,0 0 0,0 0 0,-1-2 0,2 3-180,0 0-1,-1 0 1,1 0 0,0 0-1,0 0 1,-1 0-1,1-1 1,0 1-1,-1 0 1,1 0-1,0 0 1,0 0-1,-1 0 1,1 0-1,0 0 1,-1 0-1,1 0 1,0 1 0,-1-1-1,1 0 1,0 0-1,0 0 1,-1 0-1,1 0 1,0 0-1,0 1 1,-1-1-1,1 0 1,0 0-1,0 0 1,0 0-1,-1 1 1,1-1 0,0 0-1,0 0 1,0 1-1,0-1 1,-1 0-1,1 0 1,0 1-1,0-1 1,0 0-1,0 1 1,0-1-1,0 0 1,0 0-1,0 1 1,0-1 0,0 0-1,0 1 1,0-1-1,0 0 1,0 1-1,0-1 1,0 0-1,0 0 1,0 1-1,0-1 1,1 1-1,-1 1 17,0 0-1,-1 0 0,1 0 0,0 0 0,-1 0 1,0 0-1,1 0 0,-1 0 0,0 0 0,0 0 1,0 0-1,0-1 0,0 1 0,0 0 1,-3 1-1,3-1-39,-1 0-1,1 0 1,0 0 0,-1 0 0,1 0 0,0 0 0,0 1-1,0-1 1,0 0 0,1 0 0,-1 1 0,1-1 0,-1 1-1,1-1 1,0 4 0,0 631-23,-1-632 0,1-9 0,-1-19 0,1 15 0,0 0 0,0 0 0,1 0 0,0 0 0,3-12 0,65-176 0,-47 144-140,36-62 0,-47 94-220,15-27-6437,51-68 1,-57 93 4374,1 0 0,1 2 0,1 0 0,27-17 0,-3 11-227,0 12 763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3.59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143 1 720,'4'0'526,"-1"0"-1,1 1 0,0-1 0,-1 1 0,1 0 1,-1 0-1,1 0 0,4 3 0,-7-3-300,0-1 0,0 0 0,-1 1 0,1-1 0,0 1 0,-1-1 0,1 1 0,0-1-1,-1 1 1,1 0 0,-1-1 0,1 1 0,-1 0 0,1-1 0,-1 1 0,1 0 0,-1 0 0,0-1-1,1 1 1,-1 0 0,0 0 0,0 0 0,0 0 0,1-1 0,-1 1 0,0 0 0,0 0 0,0 0-1,0 0 1,-1 0 0,1-1 0,0 1 0,0 0 0,0 0 0,-1 0 0,1-1 0,0 1 0,-1 0 0,1 0-1,-1-1 1,1 1 0,-1 0 0,0 0 0,-63 63 10028,40-34-7863,1 2 1,-24 43-1,42-66-2390,1 1 0,0 0 0,0 1 0,1-1 0,1 1 0,0-1 0,0 1 0,1 0 0,0 0 0,1 0 0,1 19 0,0 1 0,0-17 0,2 0 0,0 0 0,0 0 0,1 0 0,1-1 0,1 0 0,13 25 0,-15-29 0,1-1 0,0 0 0,0 0 0,1-1 0,0 1 0,1-1 0,7 6 0,7 9 0,-14-13 0,6 6 0,-1 0 0,0 2 0,19 34 0,-18-36 0,12 16 0,-24-30 0,0 0 0,-1 0 0,1 0 0,-1 1 0,1-1 0,-1 0 0,1 0 0,-1 1 0,0-1 0,0 0 0,1 0 0,-1 1 0,0-1 0,0 0 0,0 1 0,0-1 0,-1 0 0,1 0 0,0 1 0,-1-1 0,1 0 0,0 0 0,-1 1 0,1-1 0,-2 2 0,0-1 5,-1 1-1,1-1 1,-1 0-1,1 0 1,-1 0-1,0 0 1,0 0 0,0 0-1,0-1 1,0 1-1,0-1 1,0 0-1,0 0 1,-1 0 0,1-1-1,0 1 1,-1-1-1,1 0 1,0 1-1,-1-1 1,1-1 0,0 1-1,-1-1 1,1 1-1,0-1 1,-5-1-1,-1-1-72,-1 0-1,0-1 1,1 0-1,0-1 1,0 1-1,0-2 1,1 1-1,-15-13 0,18 11-1384,0-1 0,0 1-1,1-1 1,0 1-1,1-1 1,-1-1-1,1 1 1,1 0-1,-2-9 1,18-17-4305,-9-2 596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3.76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27 7523,'11'-9'9031,"12"-8"2673,-22 17-11623,-1 0 1,1-1-1,-1 1 1,1 0-1,-1 0 1,1 1-1,-1-1 1,1 0-1,-1 0 1,1 0 0,-1 0-1,1 0 1,-1 0-1,1 1 1,-1-1-1,1 0 1,-1 0-1,0 1 1,1-1-1,-1 0 1,1 1-1,-1-1 1,0 0 0,1 1-1,-1-1 1,0 1-1,1-1 1,-1 0-1,0 1 1,0-1-1,0 1 1,1-1-1,-1 1 1,0-1-1,0 1 1,0-1 0,0 1-1,0-1 1,0 1-1,0-1 1,0 1-1,0-1 1,0 1-1,0-1 1,0 1-1,0-1 1,0 1-1,0-1 1,-1 1 0,1-1-1,0 1 1,8 29 254,-6-27-344,-1 1 1,1-1-1,-1 1 1,0-1 0,0 1-1,0 0 1,0 0-1,-1 5 1,0 192 7,1-189 0,0 0 0,1 0 0,0-1 0,6 18 0,-4-17 0,-1 0 0,0 0 0,-1 1 0,1 18 0,-5 25 20,0-34-49,1-1-1,2 1 0,0 0 1,5 24-1,-4-35-128,8 34-2474,-7 6-5111,-3-50 7365,0 1-1,0 0 0,0 0 1,1 0-1,-1-1 1,0 1-1,1 0 0,-1-1 1,1 1-1,0 0 1,-1-1-1,1 1 0,0-1 1,0 1-1,0-1 1,0 1-1,0-1 0,1 1 1,-1-1-1,0 0 1,3 2-1,2 2-800,-4-1-238,1 2-232,25-5-5178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3.9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1 663 2209,'0'0'326,"22"-62"6913,26-114 0,-43 142-5218,-1 9 768,1 0 1,12-39-1,-12 50-2029,-1-1 1,0 1-1,-1-1 0,-1 0 1,-1 0-1,1-17 0,-2 23-754,1 0-1,0-1 1,1 1-1,0 1 0,0-1 1,1 0-1,7-15 1,-8 18-7,3-46 1,-5 40 0,0 37 0,8 24 0,-5-37 0,-1 0 0,1 0 0,0 24 0,-2-15 0,1-1 0,8 32 0,-5-31 0,-1 1 0,2 36 0,12 171 0,-16-149 0,0-25 0,-9 93 0,1-112 69,-3 49-565,8-69-844,0 0 0,-1 0 0,-8 28 0,5-26-2540,-1-1 0,-13 29 0,11-32-1151,-15 1 389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4.40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1 269 5875,'4'-44'8321,"-2"40"-7788,0 0-1,-1 1 1,1-1-1,1 0 1,-1 1-1,0-1 1,6-5-1,13-22 2138,-19 27-2452,-1 1 0,1 0 0,0-1 0,0 1 1,0 0-1,1 0 0,-1 0 0,1 0 0,0 1 0,0-1 0,0 1 0,0 0 0,0 0 0,0 0 0,1 0 0,-1 0 0,4-1 0,157-51 7279,-161 53-7486,0 0-1,-1 1 0,1 0 1,0-1-1,-1 1 1,1 0-1,0 0 0,-1 1 1,1-1-1,0 0 0,-1 1 1,1 0-1,0-1 1,-1 1-1,1 0 0,-1 0 1,1 1-1,-1-1 0,0 0 1,0 1-1,1 0 1,-1-1-1,0 1 0,0 0 1,2 3-1,3 4-18,0 1 0,0 0 0,-1 1 0,7 15 0,-3-5-3,-4 8 11,-4-3 0,3-10 0,-2-10 0,-1 0 0,-1 0 0,1 0 0,-1 0 0,0 0 0,0 10 0,0-7 0,1 0 0,0-1 0,0 1 0,1 0 0,0-1 0,1 0 0,0 0 0,5 9 0,5 10 0,-13-24 0,0 0 0,0-1 0,0 1 0,1-1 0,-1 0 0,1 1 0,-1-1 0,1 0 0,0 0 0,0 0 0,0 0 0,0 0 0,1 0 0,-1-1 0,0 1 0,1-1 0,-1 0 0,1 1 0,-1-1 0,5 1 0,-3-2 0,0 1 0,0-1 0,0 0 0,0 0 0,-1-1 0,1 1 0,0-1 0,0 0 0,0 0 0,-1 0 0,1-1 0,0 1 0,3-3 0,5-2 0,-1-1 0,0-1 0,-1 0 0,0-1 0,0 1 0,-1-2 0,15-17 0,12-27 0,43-87 0,-78 140 0,8-16 0,1 1 0,0 0 0,1 0 0,1 2 0,1-1 0,0 2 0,1-1 0,19-13 0,-32 27 0,0-1 0,1 1 0,-1-1 0,1 1 0,-1 0 0,0 0 0,1 0 0,-1 0 0,1 0 0,-1 0 0,0 0 0,1 1 0,-1-1 0,1 0 0,-1 1 0,0-1 0,1 1 0,-1-1 0,0 1 0,0 0 0,0 0 0,1-1 0,-1 1 0,0 0 0,0 0 0,0 0 0,0 0 0,0 0 0,0 1 0,-1-1 0,1 0 0,1 3 0,22 44 0,-15-17 0,7 22 0,7 6 0,25 102 0,5 20 0,-50-171 0,10 25 0,-1 1 0,-2 0 0,11 75 0,-10 3 0,6 115 0,-17-188 0,-2 0 0,-1 0 0,-15 68 0,4-45 0,-24 89 0,32-133 0,-1 0 0,-1-1 0,0 0 0,-2 0 0,-13 20 0,-63 65 0,81-98 0,-1 0 0,0 0 0,-1 0 0,1-1 0,-1 1 0,0-1 0,-1-1 0,1 1 0,-1-2 0,0 1 0,0-1 0,0 0 0,-1 0 0,1-1 0,-18 2 0,21-3 0,0-1 0,0 0 0,0 0 0,1 0 0,-1-1 0,0 0 0,0 0 0,0 0 0,0 0 0,1-1 0,-1 0 0,1 0 0,-1 0 0,1 0 0,0-1 0,0 0 0,0 0 0,0 0 0,0 0 0,1 0 0,-1-1 0,1 0 0,0 0 0,0 0 0,0 0 0,-3-8 0,4 8 0,-10-18 0,1 0 0,2-1 0,0-1 0,1 0 0,-5-31 0,1-23 0,4 27 0,-3-87 0,10 30 0,-2 4 0,6-1 0,24-167 0,-8 131-667,-13 83-1124,16-64-1,-9 71-1159,-3 17-698,-2 1 0,-1-2 0,3-64 0,-10 29-1494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4.51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48 137 4450,'0'-26'3137,"-28"10"-1504,28-10-1281,0-1-1216,-19 12-1057,19-12-896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5.05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123 791 10021,'-59'28'14553,"52"-25"-13554,-1 0 0,1-1 0,-1 0 0,0 0 0,-13 1 1,20-4-969,1 1 1,0 0 0,-1 0 0,1-1-1,0 1 1,0 0 0,-1 0 0,1-1-1,0 1 1,0 0 0,0 0 0,0-1-1,-1 1 1,1 0 0,0-1 0,0 1-1,0 0 1,0-1 0,0 1 0,0 0-1,0-1 1,0 1 0,0 0 0,0-1-1,0 1 1,0-1 0,0 1 0,0 0-1,0-1 1,0 1 0,0 0 0,0-1 0,1 1-1,-1 0 1,0 0 0,0-1 0,0 1-1,0 0 1,1-1 0,-1 1 0,0 0-1,0 0 1,1-1 0,-1 1 0,0 0-1,1 0 1,-1 0 0,0 0 0,0-1-1,1 1 1,10-13 547,-6 8-579,0-1 0,0 1 0,0 0 0,1 1 0,0-1 0,0 1 0,0 0 0,9-4 0,65-27 0,-42 20 0,1098-384 0,-769 268 0,-255 88 0,-90 36 0,-12 4 0,-1-1 0,1 0 0,-1 0 0,0-1 0,18-12 0,43-22 0,-70 39-109,1-1 1,-1 1-1,1 0 1,0-1-1,-1 1 1,0-1-1,1 1 1,-1-1-1,1 1 1,-1-1-1,0 1 1,1-1-1,-1 1 1,0-1-1,1 1 0,-1-1 1,0 1-1,0-1 1,0 0-1,1 1 1,-1-1-1,0 0 1,0 1-1,0-1 1,0 1-1,0-1 1,0 0-1,0 1 1,-1-1-1,1 0 0,0 1 1,0-1-1,0 1 1,0-1-1,-1 0 1,0 0-1,-18-12-8046,6 7 3294,-2-8-2646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6.01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162 42 9716,'0'-3'8572,"0"-2"-3843,0-20-550,0 18 149,0 7-4308,0 0-1,0 1 1,-1-1 0,1 0 0,0 0 0,0 0-1,0 0 1,0 0 0,-1 1 0,1-1 0,0 0-1,0 0 1,0 0 0,-1 0 0,1 0 0,0 0-1,0 0 1,0 0 0,-1 0 0,1 0 0,0 0-1,0 0 1,-1 0 0,1 0 0,0 0 0,0 0-1,0 0 1,-1 0 0,1 0 0,0 0 0,0 0-1,-1 0 1,1 0 0,0 0 0,0 0 0,0 0-1,0-1 1,-1 1 0,1 0 0,0 0 0,0 0-1,0 0 1,0-1 0,-1 1 0,1 0 0,0 0-1,0 0 1,0-1 0,0 1 0,0 0 0,-10 30 213,10-20-233,-1 0 0,0 0 0,-1 0 0,0 0 0,-6 15 0,5-15 0,0-1 0,1 1 0,0 0 0,0 0 0,0 15 0,-7 59 0,-1 6 0,9-65 0,-2 0 0,0 0 0,-13 41 0,10-40 0,0-1 0,1 1 0,-1 46 0,5-60 0,0 0 0,-1 1 0,-1-1 0,-4 17 0,3-16 0,1-1 0,0 2 0,1-1 0,-1 19 0,3-28 0,0 0 0,0-1 0,0 1 0,-1-1 0,1 1 0,-1 0 0,0-1 0,-1 1 0,1-1 0,0 0 0,-1 1 0,0-1 0,-2 4 0,-2 0 0,7-17 0,1-16 0,7-55 0,-5 57 0,1-44 0,-4 51 0,1-1 0,0 1 0,1 0 0,5-17 0,8-38 0,37-179 0,-47 224 0,-4 19 0,0 1 0,0-1 0,0 1 0,1 0 0,0 0 0,1 0 0,5-8 0,-1-3 0,2-3 0,-6 20 0,-3 12 0,-1-9 0,0-1 0,1 1 0,-1 0 0,0-1 0,1 1 0,-1-1 0,1 1 0,-1-1 0,1 1 0,0-1 0,0 0 0,0 1 0,-1-1 0,1 0 0,1 1 0,-1-1 0,0 0 0,0 0 0,2 1 0,8 10 0,18 35 0,-1 2 0,36 92 0,-55-121 0,0 0 0,21 31 0,-19-33 0,0 0 0,13 34 0,92 223-8038,-85-194-147,-20-49 3574,-10-31 4357,-1 0-1,0 1 0,1-1 0,-1 0 0,0 1 0,0-1 0,0 0 0,0 1 0,0-1 0,0 0 0,0 1 0,0-1 0,0 0 0,-1 1 0,0 2 0,-15 9-3421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6.30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33 306 9636,'-2'0'450,"1"-1"0,0 0-1,0 0 1,0 0 0,-1 0-1,1 0 1,0 0-1,0 0 1,1 0 0,-1 0-1,0 0 1,0 0 0,0-1-1,1 1 1,-1 0 0,1-1-1,-1 1 1,1 0-1,-1-3 1,-5-10 1984,5 13-2333,1 0-1,-1 0 1,0 1-1,0-1 1,1 0 0,-1 0-1,1 0 1,-1 0-1,1 0 1,-1 0 0,1 0-1,-1 0 1,1 0 0,0 0-1,0 0 1,-1 0-1,1 0 1,0 0 0,0 0-1,0 0 1,0 0-1,0 0 1,1 0 0,-1 0-1,0 0 1,0 0-1,1 0 1,-1 0 0,0 0-1,1 0 1,-1 0 0,1 0-1,-1 0 1,1 0-1,0 0 1,0 0 0,9-17 317,-6 14-385,0 0 0,0 0 1,0 1-1,0-1 1,1 1-1,0 0 1,0 0-1,-1 1 1,2-1-1,-1 1 1,0 0-1,9-1 0,59-19-1,2 4 0,110-12 0,-20 5-522,57-2-1048,-70 11 1464,-89 1 1052,-22 3 629,3 3 3209,-39 9-3648,-5 26-602,-2 18-566,1-27 0,1 0 0,0 0 0,1 1 0,4 17 0,-1-19 0,-1-4 0,0 1 0,-1-1 0,1 23 0,-2-26 0,-1-1 0,1 1 0,1-1 0,-1 0 0,2 0 0,3 13 0,-3-13 0,0 0 0,-1 0 0,0 0 0,0 0 0,-1 1 0,1 12 0,7 41 0,-6-49 0,-1 0 0,0 0 0,0 17 0,-1-25 0,-1 1 0,1-1 0,0 1 0,0-1 0,0 0 0,1 0 0,0 0 0,3 7 0,-2-7 0,-1 0 0,0 0 0,0 1 0,-1-1 0,1 1 0,-1 0 0,-1-1 0,1 9 0,-1-4-473,0 96-21029,0-91 16329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6.63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94 160 7587,'-3'-7'1898,"0"0"-1,0-1 1,1 0-1,0 0 1,0 1-1,1-1 0,0-11 1,0-12 1558,1 28-3334,0 1-1,1-1 1,-1 1 0,1-1 0,0 1 0,-1 0 0,1-1 0,0 1 0,1 0 0,-1 0-1,0-1 1,1 1 0,-1 0 0,1 1 0,-1-1 0,1 0 0,0 0 0,0 1-1,0-1 1,0 1 0,0-1 0,0 1 0,0 0 0,1 0 0,-1 0 0,0 0 0,1 0-1,-1 1 1,1-1 0,3 0 0,0 0 76,0 0-1,-1 0 1,1 1-1,0 0 1,0 0-1,-1 1 1,1-1 0,0 1-1,-1 0 1,1 1-1,-1-1 1,1 1-1,7 4 1,2 2-198,-11-7 0,-1 1 0,1 0 0,-1 0 0,1 0 0,-1 0 0,1 1 0,-1 0 0,0-1 0,0 1 0,-1 0 0,1 0 0,0 1 0,-1-1 0,0 0 0,0 1 0,0 0 0,0-1 0,0 1 0,1 5 0,43 68 0,-38-48 0,-2 0 0,-1 0 0,-1 1 0,-2-1 0,0 1 0,-5 34 0,3-9 0,1-46 0,1 0 0,0-1 0,0 1 0,1-1 0,0 0 0,0 0 0,1 0 0,0 0 0,0-1 0,1 1 0,0-1 0,7 7 0,0 1 0,0-1 0,1-1 0,1 0 0,26 19 0,46 16 0,-67-39 0,0 1 0,-1 0 0,32 25 0,-48-33 0,0 0 0,0 0 0,1 0 0,-1 1 0,-1-1 0,1 1 0,0-1 0,-1 1 0,1-1 0,-1 1 0,0 0 0,0 0 0,0 0 0,0 0 0,0 0 0,-1 0 0,1 0 0,-1 0 0,0 0 0,0 0 0,0 0 0,0 0 0,-1 0 0,0 5 0,-1-4 0,1 0 0,-1 0 0,0 0 0,0 0 0,0 0 0,-1 0 0,0 0 0,1-1 0,-1 1 0,0-1 0,-1 0 0,1 0 0,-1 0 0,1 0 0,-1 0 0,-4 1 0,-10 6 0,-1-1 0,-1-1 0,0-1 0,0-1 0,-40 8 0,-108 1 0,62-8 0,85-7 72,0 0-1,-25-4 1,-19-1-1333,60 5 236,1 0 1,0 0-1,0-1 0,-1 0 0,1 0 0,0 0 0,0 0 1,0 0-1,0-1 0,0 0 0,-6-3 0,9 3 458,-1 1 0,0 0-1,1 0 1,-1-1-1,1 1 1,-1-1-1,1 1 1,0-1 0,-1 0-1,1 1 1,0-1-1,0 0 1,1 0-1,-1 0 1,0 0 0,0 0-1,1 0 1,-1 0-1,1 0 1,0-3-1,0-9-6907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6.8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91 130 8980,'133'-53'14218,"-2"-14"-7624,-127 65-6623,11-5 949,-15 7-883,1 0 0,-1 0 1,0 0-1,0 0 0,1 0 0,-1 0 1,0 0-1,1 0 0,-1 0 1,0 0-1,1 0 0,-1 0 1,0 0-1,0 1 0,1-1 1,-1 0-1,0 0 0,0 0 0,1 0 1,-1 0-1,0 1 0,0-1 1,1 0-1,-1 0 0,0 1 1,0-1-1,0 0 0,0 0 1,1 1-1,-1-1 0,0 0 1,0 0-1,0 1 0,0-1 0,0 0 1,0 1-1,0-1 0,0 0 1,0 0-1,0 1 0,0-1 1,0 0-1,0 1 0,0-1 1,0 0-1,0 1 0,0 1-22,-1 0 0,1 0 0,-1 0 0,0-1 0,0 1 0,1 0 0,-1-1 0,0 1 0,0 0-1,-1-1 1,1 1 0,0-1 0,0 1 0,-1-1 0,1 0 0,-1 0 0,1 1 0,-1-1 0,0 0 0,1 0 0,-1-1 0,-3 2 0,-9 7-28,-19 23 13,0 1 0,-38 51 0,8-8 0,45-52 0,0 0 0,1 2 0,2 0 0,0 0 0,2 1 0,1 1 0,-16 57 0,27-79 0,1 0 0,-1 0 0,1 0 0,1 0 0,-1 1 0,1-1 0,0 0 0,0 0 0,1 0 0,-1 0 0,1 0 0,1-1 0,-1 1 0,1-1 0,0 1 0,0-1 0,7 9 0,3 7 0,-6-10 0,1-1 0,0 0 0,0 0 0,1 0 0,0-1 0,1-1 0,0 0 0,0 0 0,0 0 0,1-2 0,1 1 0,-1-1 0,22 7 0,2-1 0,1-1 0,0-2 0,53 6 0,-66-13 0,0 0 0,0-2 0,0-1 0,0-1 0,34-7 0,-14 2 0,-35 6-297,0-1 1,-1 1-1,1-2 0,-1 1 1,0-1-1,0 0 0,7-5 1,1-2-1812,-1 0 1,0-1-1,20-21 1,-6 6-1150,-8 8-4501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7.40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188 100 3298,'-9'-10'1094,"-1"1"1,0 0-1,0 1 1,0 0 0,-1 0-1,0 1 1,-1 1 0,-15-7-1,1-1-229,24 13-765,1 0 0,0 0 0,0 0 0,0 1 0,-1-1 0,1 0 0,0 1 0,-1-1 0,1 1 0,-1 0 0,1-1 0,-1 1 0,1 0 0,0 0 0,-1 0 0,1 0 0,-1 0-1,1 0 1,-1 1 0,1-1 0,0 0 0,-1 1 0,1-1 0,-1 1 0,1-1 0,0 1 0,0 0 0,-1-1 0,1 1 0,0 0 0,0 0 0,0 0 0,0 0 0,0 0 0,0 0 0,0 0 0,0 1-1,0-1 1,1 0 0,-2 2 0,2 6 974,1-1 0,0 1 0,0 0 0,0 0 0,4 8 0,0-4-37,0-1 0,0-1 0,1 1 0,16 20 1,67 68 1888,-64-71-2886,1-1-1,47 38 0,-2-2-58,-22-20 19,59 41 0,-56-47 0,48 48 0,157 129 0,-230-189 0,0 0 0,-2 1 0,-1 2 0,24 37 0,-33-54-1760,-13-12 1201,0 1 0,0-1 1,0 0-1,0 0 0,1 0 1,-1 0-1,0 0 0,0 0 0,0-1 1,0 1-1,0-1 0,2 0 1,48-26-13328,-37 18 11474,12-6-840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7.76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430 27 2705,'3'-3'3042,"9"-20"16695,-21 24-19276,0 1 1,0 0-1,1 1 1,-1 0-1,1 1 1,-1 0-1,1 0 1,0 1 0,1-1-1,-1 2 1,1-1-1,0 1 1,-9 9-1,-18 13 361,-10 6-822,-78 78 0,111-98 0,0 0 0,1 1 0,-16 30 0,8-12 0,10-18 0,1 1 0,1 0 0,-6 22 0,1-2 0,10-33 0,1 0 0,-1 0 0,1 0 0,0 0 0,0 0 0,0 0 0,0 0 0,0 0 0,1 0 0,-1 0 0,1 0 0,0 0 0,0-1 0,0 1 0,0 0 0,0 0 0,3 3 0,34 48 0,-16-27 0,-17-20 0,0-1 0,1 0 0,0 0 0,1 0 0,-1-1 0,1 0 0,0 0 0,0-1 0,0 0 0,12 5 0,13 3 0,41 12 0,-45-16 0,-9-3 0,5 3 0,-1-1 0,1-2 0,27 3 0,34 1 0,-49-5 0,1 0 0,-1-3 0,54-4 0,-14-7-1631,109-31-1,-162 35-931,-15 5 1311,0-1 0,0 0 0,-1 0 0,1-1-1,-1 0 1,1 0 0,-1-1 0,0 0-1,0 0 1,-1 0 0,11-10 0,3-12-4196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8.53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500 69 8580,'-38'0'11639,"8"5"-6221,25-4-5175,0 1 0,0 0-1,1 0 1,-1 0-1,0 1 1,1-1 0,-1 1-1,1 0 1,-7 7 0,10-9-226,-1 1 1,0 0-1,0 0 1,1 0-1,-1 0 1,1 0 0,0 0-1,0 0 1,0 0-1,0 0 1,0 1 0,0-1-1,0 0 1,1 1-1,-2 4 1,-3 12 21,-3 2 20,0-4 303,1 0 0,1 1 0,-4 19 0,8 1 439,3-30-583,-2 0 1,1 0 0,-1 0 0,0 0-1,-2 9 1,-6 6 203,6-17-379,1 1 0,-1 0-1,2 0 1,-1 0-1,0 0 1,1 0-1,0 13 1,0 27-43,-1-24 0,1 0 0,1 0 0,2 0 0,5 33 0,3-29 0,-8-21 0,0 0 0,1 0 0,-2 1 0,1-1 0,-1 0 0,0 1 0,0 7 0,-1 9 0,-1-15 0,0-1 0,1 0 0,0 0 0,1 1 0,-1-1 0,1 0 0,1 0 0,0 1 0,-1-1 0,2-1 0,5 14 0,-5-158 0,-2 126 0,0 1 0,0-1 0,2 1 0,4-18 0,-3 17 0,-1-1 0,0 1 0,-1-1 0,1-21 0,-3 16 0,1 1 0,1-1 0,0 1 0,1 0 0,9-30 0,13-46 0,-21 73 0,1 0 0,1 0 0,0 0 0,2 0 0,12-23 0,3-16 0,1-3 0,-22 59 0,1-1 0,0 0 0,-1 1 0,1 0 0,0-1 0,0 1 0,1 0 0,-1 1 0,1-1 0,-1 0 0,1 1 0,0 0 0,6-3 0,-2 2 0,0-1 0,1 0 0,0 1 0,0 0 0,0 0 0,0 1 0,0 0 0,1 1 0,-1 0 0,1 0 0,-1 1 0,1 0 0,13 3 0,0 2 0,-1 1 0,0 2 0,0 0 0,0 1 0,-1 1 0,-1 1 0,0 1 0,0 1 0,27 23 0,22 16 0,-56-44 0,0 1 0,-1 0 0,1 1 0,-2 1 0,21 22 0,36 86 0,-60-106 0,-1 1 0,-1 0 0,0 0 0,-1 0 0,0 1 0,4 26 0,0-1 0,5 14 0,-27 13 0,4-31 0,6-27 0,0 0 0,-1 0 0,0 0 0,-1-1 0,1 0 0,-2 0 0,1 0 0,-1-1 0,0 0 0,-1 0 0,-11 9 0,3 0 0,3-5 0,-2 1 0,1-2 0,-1 0 0,-1 0 0,0-2 0,0 0 0,0 0 0,-1-2 0,0 0 0,-1 0 0,1-2 0,-20 3 0,-19 1 0,1-2 0,-79-2 0,69-8 0,-83-16 0,122 16 0,-64-12 0,-95-33 0,123 32 0,54 16 0,1-1 0,-1 0 0,1 0 0,0-1 0,0 1 0,0-1 0,0 0 0,0-1 0,1 0 0,-1 1 0,1-2 0,0 1 0,0-1 0,-4-5 0,8 7-148,0 1 0,0-1 0,0 0 0,1 0 1,-1 0-1,1 0 0,0 0 0,0 0 0,0 0 0,0 0 0,0 0 0,0 1 1,1-1-1,0 0 0,-1 0 0,1 0 0,0 0 0,0 1 0,1-1 0,1-2 1,10-7-2452,2 1 1,-1 1-1,1 1 0,1 0 1,20-9-1,34-1-3371,5-6-2066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8.83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573 90 8788,'92'-28'12630,"-91"27"-12509,1 1-1,-1 0 1,0-1 0,0 1-1,0-1 1,0 0 0,1 1 0,-1-1-1,0 0 1,0 0 0,0 0 0,0 0-1,-1 0 1,1 0 0,0 0-1,0 0 1,-1 0 0,1 0 0,0 0-1,-1 0 1,1 0 0,-1-1 0,1 1-1,-1 0 1,0 0 0,0-1-1,1 1 1,-1 0 0,0-1 0,0 1-1,0 0 1,0 0 0,-1-1 0,1 1-1,0 0 1,0-1 0,-1 0-1,0-11 3835,1 13-3922,0-1 1,0 1-1,0-1 0,0 1 0,-1-1 0,1 1 0,0-1 0,0 1 0,-1 0 0,1-1 0,0 1 0,-1-1 0,1 1 0,0 0 0,-1-1 1,1 1-1,0 0 0,-1 0 0,1-1 0,-1 1 0,1 0 0,-1 0 0,1 0 0,-1-1 0,1 1 0,-1 0 0,1 0 0,-1 0 0,1 0 1,-1 0-1,1 0 0,-1 0 0,-28 1 859,-23 10-69,13-1-823,13-3 0,0 0 0,0 2 0,1 0 0,1 2 0,-29 17 0,25-12 0,4-2 0,1 0 0,0 1 0,2 1 0,0 2 0,-23 23 0,-7 12 0,29-30 0,1 0 0,-31 43 0,46-57 0,1 1 0,0 0 0,0 0 0,1 0 0,0 1 0,1-1 0,0 1 0,1 0 0,0 0 0,0 0 0,1 16 0,1-10 0,0-1 0,1 1 0,1 0 0,1-1 0,7 28 0,-7-36 0,1 0 0,-1-1 0,1 0 0,0 1 0,1-1 0,0-1 0,0 1 0,0-1 0,1 0 0,0 0 0,0 0 0,1-1 0,8 6 0,29 22 0,-33-24 0,1 0 0,0 0 0,0-1 0,1-1 0,0 0 0,15 6 0,13-1 0,0-1 0,0-2 0,69 6 0,126-8 0,-212-8 0,0-1 0,0-1 0,23-6 0,26-4 0,-54 9-33,0-2 0,0 0 0,0 0 0,-1-2 0,25-15 1,-35-1-6988,-1 18 4705,-6 5 2040,0 1 0,0-1 0,0 1 0,-1-1 0,1 1 0,0-1 0,0 0 0,0 1 0,-1-1 0,1 0 0,0 0 1,-1 0-1,1 1 0,0-1 0,-1 0 0,0 0 0,1 0 0,-1 0 0,1 0 0,-1 0 0,0 0 0,0 0 0,1 0 0,-1 0 0,0 0 0,0 0 0,0-1 0,0 1 1,0 0-1,-1 0 0,1 0 0,0 0 0,0 0 0,-1 0 0,1 0 0,-1-1 0,-22-11-5488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1:59.68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329 122 2705,'3'-4'379,"1"0"0,-1 0-1,-1 0 1,1 0 0,-1-1-1,1 1 1,-1-1 0,0 0 0,-1 1-1,1-1 1,-1 0 0,0 0-1,-1 0 1,1 0 0,-1 0 0,0 0-1,0-1 1,0 1 0,-2-5-1,2-9 1015,0 16 595,-2 11-1016,-1 0 0,0-1-1,0 1 1,-1-1 0,-6 9 0,-13 29 784,-57 188 3528,11-28-2346,41-122-1444,-27 126 0,29-99-1240,9-35-245,4 1 1,2 1-1,5 0 0,2 1 1,8 84-1,0-129-9,0-1 0,3-1 0,0 1 0,2-1 0,1-1 0,2 0 0,24 47 0,5-8 0,87 113 0,-93-142 0,1-1 0,2-3 0,2-1 0,1-1 0,59 36 0,-39-27 0,-7-8 0,1-3 0,1-3 0,115 43 0,-121-52 0,0-5-2379,-32-11-308,0-1 0,29 1 1,-59-6-4142,9-7 148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0.28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79 768,'0'-26'833,"0"10"-113,-19 5-368,19-4-512,0 4-496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0.6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50 53 7732,'0'-1'551,"0"-1"1,0 1 0,0-1-1,0 1 1,0 0 0,0-1 0,-1 1-1,1 0 1,0-1 0,-1 1 0,1 0-1,-1 0 1,1-1 0,-1 1 0,0 0-1,0 0 1,1 0 0,-1 0-1,-2-2 1,2 2-280,1 0 0,-1 1 0,0-1 0,0 0 0,1-1 0,-1 1 0,0 0 0,1 0 0,-1 0 0,1 0 0,-1 0 0,1-1 0,0 1 0,0 0 0,-1 0 0,1-1 0,0 1 0,0 0 0,0-2 0,0 1 779,-23 4 688,22-1-1582,0 0 0,1 0 0,-1 0 0,0 0 0,1 0 0,-1 0 0,1 0 0,-1 0 0,1 0 0,0 0 0,0 1 0,-1-1 0,1 0 0,0 0 0,0 0 0,0 1 0,0-1 0,0 0 0,0 0 0,0 0 0,1 0 0,0 2 0,-1 10 1397,0 213-948,1-207-606,1-1 0,0 0 0,10 36 0,2 13 0,25 114 0,-29-68 0,0-84 20,-8-23-36,1 1 1,-1 0-1,0 0 1,-1 0-1,0 0 1,0 0-1,0 7 1,-1 67-4795,0-78 4262,0 0 0,0 0 0,-1 0 0,1 0 0,-1 0 0,0 0-1,0 0 1,0 0 0,0 0 0,0 0 0,-1-1 0,0 1 0,-2 3 0,3-4 25,-1 0-1,1 0 1,-1 0-1,1 1 1,0-1-1,0 0 1,0 0-1,1 1 1,-1-1-1,0 1 1,1-1-1,0 1 1,-1 2-1,-4 9-4158,-18 1 659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0.9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1 712 9060,'0'-1'341,"0"0"0,1 0 0,-1 0-1,1 0 1,-1 0 0,1 0 0,-1 1 0,1-1-1,0 0 1,-1 0 0,1 1 0,0-1 0,-1 0-1,1 1 1,0-1 0,0 1 0,0-1 0,0 1-1,0-1 1,-1 1 0,1 0 0,0-1 0,0 1-1,0 0 1,0 0 0,1 0 0,37-7 1988,-23 5-2396,100-15 328,47-10-162,-57 7-123,6-1-45,-62 7 18,-12 5-760,0-3 0,48-20 0,-78 27 729,-1 0 0,0-1 1,0 0-1,0 0 0,0-1 0,-1 1 0,-1-2 0,1 1 1,4-8-1,19-22 444,-26 33-186,0 0 0,-1 0 0,1 0 0,0 0 0,-1 0-1,0 0 1,0-1 0,-1 1 0,1-1 0,-1 0 0,0 1 0,0-1 0,0 0 0,-1 0 0,0 1 0,0-1 0,0 0 0,-1-6 0,1-178 9455,0 185-9495,0 0 0,-1 0 1,0 0-1,0-1 0,0 1 1,0 0-1,0 0 0,-1 1 1,0-1-1,-2-4 0,2 4-95,0 1-1,0-1 0,1 0 0,-1 1 1,1-1-1,0 0 0,0 0 0,0 0 1,1 0-1,-1-5 0,1 7-40,0 0 0,0 0 0,-1 0 0,1 0 0,-1 0 0,1 0 0,-1 1 0,0-1 0,1 0 0,-1 0 0,0 0 0,0 1 0,-2-3 0,2 3 0,0-1 0,0 1 0,0-1 0,0 1 0,1-1 0,-1 1 0,0-1 0,1 0 0,-1 1 0,1-1 0,0 0 0,-1-3 0,-1 7 0,0 0 0,0 0 0,-1 0 0,1 0 0,1 0 0,-1 0 0,0 1 0,0-1 0,1 1 0,0-1 0,-1 1 0,1-1 0,0 1 0,0 0 0,0 0 0,1-1 0,-1 1 0,1 0 0,-1 0 0,1 3 0,0 342 0,1-333 0,1-1 0,0 1 0,7 24 0,-5-24 0,-1 0 0,0 0 0,1 28 0,-4-2 0,-1 5 0,2 0 0,2-1 0,10 49 0,-11-57 0,-2-30 0,0 1 0,0-1 0,1 0 0,0 1 0,3 10 0,5 4 63,-7-17-114,0 1 1,0-1-1,0 1 1,0-1-1,-1 1 1,0-1-1,0 1 0,0 8 1,-1-10-417,1 0 1,-1 0-1,1 0 1,0 0-1,0 0 1,0 0 0,1-1-1,-1 1 1,1 0-1,0-1 1,0 1-1,0-1 1,3 4-1,41 40-8879,-43-45 8810,0 0-1,0 0 1,0 0 0,0 0-1,1 0 1,-1-1 0,0 0-1,1 0 1,-1 0-1,1 0 1,-1 0 0,1-1-1,0 1 1,-1-1 0,1 0-1,-1 0 1,8-1-1,-1 1-890,33 0-1236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1.36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499 521 5571,'7'-5'970,"-1"-1"0,0 0 1,0 0-1,0 0 1,-1-1-1,0 1 1,0-1-1,-1 0 0,7-16 1,-4 4 1410,-1-1 1,6-33-1,-7 26-1139,-3 12-481,-1-1 0,-1 0 0,0 0 0,-2 0-1,1 0 1,-2 1 0,0-1 0,-1 1-1,0 0 1,-14-30 0,3 2-24,13 39-737,0 0 0,-1 0 0,1 0 0,-1 1 0,0-1 0,0 1 0,0 0 0,0 0 0,-1 0 0,1 0 0,-1 0 0,0 1 0,0 0 0,0-1 0,-7-2 0,-4-1 0,0 1 0,0 0 0,-16-3 0,22 7 0,1 0 0,-1 1 0,1 1 0,-1 0 0,1 0 0,0 0 0,-1 1 0,1 0 0,0 1 0,0 0 0,-12 6 0,7-4 0,-2 1 0,1 0 0,1 1 0,-1 1 0,1 0 0,0 1 0,1 0 0,0 1 0,-18 19 0,7 0 0,11-15 0,0 0 0,1 1 0,0 1 0,1 0 0,1 1 0,0-1 0,1 2 0,-9 30 0,9-9 0,1 1 0,2-1 0,2 1 0,1 0 0,7 68 0,1-86 0,1 0 0,0-1 0,2 1 0,1-2 0,0 0 0,2 0 0,0-1 0,16 19 0,-12-15 0,-12-17 0,1-1 0,-1 1 0,2-1 0,-1 0 0,0-1 0,1 1 0,0-1 0,0 0 0,0 0 0,0-1 0,1 0 0,-1 0 0,1 0 0,0-1 0,0 0 0,0-1 0,0 1 0,0-1 0,0-1 0,0 1 0,0-1 0,1 0 0,9-2 0,-8 1 0,-1-1 0,1 1 0,-1-2 0,1 1 0,-1-1 0,0-1 0,0 1 0,0-1 0,0 0 0,-1-1 0,0 0 0,0 0 0,0-1 0,0 0 0,-1 0 0,0-1 0,0 1 0,7-13 0,28-37 0,-32 46 0,-1-1 0,0 0 0,0 0 0,-2-1 0,8-15 0,-1-5 0,-1-1 0,-1 0 0,-2-1 0,-2 0 0,-1-1 0,3-56 0,-8 79 0,0 0 0,0 1 0,2-1 0,5-19 0,-4 19 0,-1 0 0,-1 0 0,0 0 0,1-21 0,-6-2 0,3 34 0,0 0 0,-1 1 0,1-1 0,0 0 0,-1 0 0,1 1 0,-1-1 0,1 0 0,-1 1 0,1-1 0,-1 0 0,1 1 0,-1-1 0,0 1 0,1-1 0,-1 1 0,0-1 0,1 1 0,-1-1 0,0 1 0,0 0 0,1-1 0,-1 1 0,0 0 0,0 0 0,0 0 0,0-1 0,1 1 0,-1 0 0,-1 0 0,0 5 0,1-1 0,0 0 0,0 1 0,0-1 0,1 1 0,0-1 0,-1 1 0,2-1 0,0 9 0,-1-3 0,-1 4 0,1-10 0,-1 1 0,1 0 0,0 0 0,0 0 0,1 0 0,0 0 0,0 0 0,0 0 0,2 5 0,-2-6 0,3 5 0,0 0 0,-1 0 0,0 0 0,-1 0 0,0 0 0,0 0 0,0 15 0,-1-7 0,1 0 0,1 0 0,1-1 0,0 1 0,1-1 0,10 25 0,14 49 0,-23-66 0,1-1 0,1 0 0,1 0 0,15 29 0,-18-30-3540,-6 16-7999,-1-21 6812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1.8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25 12582,'0'4'14218,"0"22"-11978,0 0-1508,2 1 1,1 0-1,7 25 0,-8-40-626,0-1 0,-1 1 1,-1-1-1,0 1 0,-2 14 0,1-15-83,0 0 0,1-1 0,0 1 0,0 0 0,2-1 0,3 19 0,1-10-23,-2-7 0,-1 1 0,0-1 0,0 1 0,-1 0 0,-1 0 0,0 13 0,-1-12 0,-1-8 0,0-1 0,1 1 0,0-1 0,0 1 0,1-1 0,-1 1 0,1-1 0,0 0 0,3 8 0,5-6 0,-8-6 0,0-1 0,0 1 0,0-1 0,0 1 0,-1 0 0,1-1 0,0 1 0,0 0 0,-1-1 0,1 1 0,0 0 0,-1 0 0,1 0 0,-1 0 0,1 0 0,-1 0 0,1 0 0,-1 0 0,1 0 0,-1 0 0,0 0 0,0 0 0,0 0 0,1 1 0,-1-3 0,0 1 0,0 0 0,0-1 0,1 1 0,-1 0 0,0-1 0,0 1 0,1 0 0,-1-1 0,0 1 0,1 0 0,-1-1 0,0 1 0,1 0 0,-1 0 0,1 0 0,-1-1 0,0 1 0,1 0 0,-1 0 0,1 0 0,-1 0 0,1 0 0,-1 0 0,0 0 0,1 0 0,-1 0 0,1 0 0,-1 0 0,1 0 0,-1 0 0,1 0 0,-1 0 0,0 0 0,1 0 0,-1 1 0,1-1 0,-1 0 0,0 0 0,1 0 0,-1 1 0,0-1 0,1 0 0,-1 1 0,0-1 0,1 0 0,-1 1 0,0-1 0,0 0 0,1 1 0,-1 0 0,0-3 0,0 0 0,1 0 0,-1 1 0,0-1 0,1 0 0,-1 0 0,1 1 0,0-1 0,-1 0 0,1 1 0,0-1 0,0 1 0,0-1 0,0 1 0,0-1 0,1 1 0,1-2 0,6-8 0,-3-4 0,0-1 0,6-26 0,-8 26 0,1 1 0,12-28 0,-14 34 0,0 0 0,0 1 0,-1-1 0,2-16 0,6-20 0,16-51 0,-24 88 0,0 0 0,1 1 0,0-1 0,0 1 0,6-11 0,8-18 0,-11 9 0,-5 23 0,-1 0 0,1 0 0,-1 0 0,1 0 0,1 0 0,-1 1 0,0-1 0,1 0 0,0 1 0,0-1 0,0 1 0,0-1 0,3-2 0,-1 2 0,20-16 0,-24 20 0,1 0 0,-1 0 0,0-1 0,1 1 0,-1 0 0,1 0 0,-1 0 0,1 0 0,-1 0 0,1 0 0,-1-1 0,0 1 0,1 0 0,-1 0 0,1 1 0,-1-1 0,1 0 0,-1 0 0,1 0 0,-1 0 0,0 0 0,1 0 0,-1 0 0,1 1 0,-1-1 0,0 0 0,1 0 0,-1 1 0,0-1 0,1 0 0,-1 1 0,0-1 0,1 0 0,-1 1 0,0-1 0,0 0 0,1 1 0,-1-1 0,0 0 0,0 1 0,0-1 0,1 1 0,-1-1 0,0 1 0,0-1 0,0 0 0,0 1 0,0-1 0,0 1 0,0-1 0,0 1 0,0-1 0,0 1 0,0-1 0,0 0 0,0 1 0,-1-1 0,1 1 0,0-1 0,0 1 0,0 3 0,0 0 0,1 0 0,0 0 0,0 0 0,0 0 0,1 0 0,-1 0 0,1-1 0,0 1 0,3 5 0,11 23 0,-5-4 0,-1 0 0,9 49 0,15 68 0,-31-129 0,2 0 0,10 28 0,9 27 0,-23-66 0,1 0 0,0 0 0,1 0 0,-1 0 0,1-1 0,5 8 0,-5-9 0,-1 0 0,1 1 0,-1-1 0,0 0 0,-1 1 0,1-1 0,0 1 0,-1 0 0,0 0 0,0 0 0,0-1 0,0 7 0,-1-9 0,0 1 0,0-1 0,0 1 0,0-1 0,0 1 0,0-1 0,1 1 0,-1 0 0,0-1 0,1 1 0,-1-1 0,1 0 0,0 1 0,-1-1 0,1 1 0,0-1 0,0 0 0,0 1 0,0-1 0,0 0 0,0 0 0,0 0 0,0 0 0,0 0 0,1 0 0,-1 0 0,0 0 0,1-1 0,-1 1 0,1 0 0,-1-1 0,0 1 0,1-1 0,-1 0 0,1 1 0,0-1 0,-1 0 0,1 0 0,-1 0 0,1 0 0,-1 0 0,1 0 0,-1 0 0,1-1 0,-1 1 0,1-1 0,-1 1 0,1-1 0,-1 1 0,1-1 0,-1 0 0,0 0 0,1 0 0,-1 1 0,0-1 0,0-1 0,2 0 0,4-9 0,-1 1 0,-1-1 0,0 0 0,0 0 0,-1 0 0,0-1 0,3-18 0,5-14 0,35-59 0,-41 69 17,-4 25-34,-1 0 0,1 0 0,1 1 0,0-1 0,5-10 0,16-28-1141,4-7-3880,-4-2-3517,-22 53 8018,-1 0 1,1 0 0,0 1-1,0-1 1,0 0-1,0 1 1,0-1-1,0 1 1,1-1-1,0 1 1,-1 0-1,1 0 1,5-3 0,44-18-5278,-34 16 4667,14-9-2185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2.18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342 124 656,'38'2'2200,"18"9"5173,-53-11-6530,1 1 0,0-2 0,-1 1 0,1 0 0,-1-1 0,1 1 0,-1-1 0,0 0 0,1 0 0,5-3 0,-8 4-341,1-1 0,0 0 0,0 0 0,-1 1 1,1-1-1,0 0 0,-1 0 0,1-1 0,-1 1 0,1 0 0,-1 0 1,0-1-1,1 1 0,-1-1 0,0 1 0,0-1 0,0 1 0,0-1 0,0 0 1,-1 0-1,1 1 0,0-1 0,0-3 0,-1-5 60,1 6-497,-1-1 0,0 1 1,0-1-1,0 1 0,0-1 0,-1 1 0,1 0 1,-1-1-1,-3-7 0,-6 8-65,9 4 0,0 0 0,0-1 0,0 1 0,0 0 0,1-1 0,-1 1 0,0 0 0,0-1 0,0 1 0,0-1 0,1 1 0,-1-1 0,0 1 0,1-1 0,-1 0 0,0 1 0,1-1 0,-1 0 0,1 0 0,-1 0 0,-1-1 0,1 0 0,-1 1 0,1 0 0,-1-1 0,0 1 0,0 0 0,1 0 0,-1 0 0,0 0 0,0 0 0,0 0 0,0 0 0,0 1 0,0-1 0,0 1 0,0 0 0,-1-1 0,1 1 0,0 0 0,0 0 0,-3 1 0,-56 10 0,24-3 0,26-5 0,-1 1 0,1 0 0,-1 0 0,1 1 0,0 0 0,1 1 0,-1 1 0,1-1 0,0 2 0,-13 12 0,-4 6 0,2 0 0,-23 31 0,38-45 0,2 1 0,0 0 0,0 0 0,1 0 0,1 1 0,0 0 0,1 0 0,-6 30 0,-3 12 0,9-42 0,2-1 0,0 1 0,0 0 0,0 22 0,1 5 0,1-28 0,0-1 0,1 1 0,0 0 0,1-1 0,0 1 0,5 18 0,1-10 0,1 1 0,1-2 0,1 1 0,0-1 0,15 19 0,-23-36 0,1 0 0,0-1 0,-1 1 0,1-1 0,0 0 0,0 0 0,0 0 0,5 2 0,6 5 0,-10-7 0,1 1 0,-1-1 0,1 0 0,-1 0 0,1-1 0,0 1 0,0-1 0,0 0 0,0-1 0,0 1 0,0-1 0,0 0 0,0 0 0,-1 0 0,1-1 0,0 0 0,0 0 0,0 0 0,0 0 0,0-1 0,-1 0 0,1 0 0,-1 0 0,7-5 0,28-21 0,-33 25 0,-1 0 0,0-1 0,0 0 0,0 1 0,0-2 0,-1 1 0,1-1 0,-1 1 0,7-11 0,34-54 0,-29 47 0,-2 0 0,0-1 0,18-43 0,-13 12 0,-2-1 0,11-76 0,-24 112 0,0 1 0,2 0 0,7-19 0,-11 31 0,-1 0 0,1 1 0,-1-1 0,-1 0 0,1 0 0,-1 0 0,0 1 0,-1-11 0,0-4 0,1 14 0,0 8 0,1 19 0,-1-15 0,0 1 0,0 0 0,-1 0 0,0 0 0,-3 10 0,0-9 0,1-1 0,-1 1 0,2 0 0,-1 0 0,1 0 0,0 0 0,1 0 0,-1 0 0,2 1 0,-1-1 0,2 10 0,-2 1 0,0-12 0,1 1 0,0 0 0,1-1 0,-1 1 0,1-1 0,3 11 0,4 2 0,-5-12 0,0 0 0,-1 0 0,0 1 0,0-1 0,0 0 0,0 15 0,-2 2-249,0 199-11812,-1-224 11740,1 1 0,0-1 0,0 0 0,0 1-1,0-1 1,-1 1 0,1-1 0,0 1 0,0-1 0,0 1-1,0-1 1,0 1 0,0-1 0,0 1 0,0-1-1,0 1 1,0-1 0,1 0 0,-1 1 0,0-1 0,0 1-1,0-1 1,0 1 0,1-1 0,-1 0 0,0 1-1,0-1 1,1 1 0,2 1-2248,-3-2 2247,1 1 1,9-12-3294,-10 11 3597,3-11-4216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2.7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0 526 2321,'20'-29'4030,"-19"26"-3463,1 0 1,-1 0-1,1 1 1,-1-1-1,1 0 1,0 1 0,0 0-1,0-1 1,0 1-1,1 0 1,-1 0-1,5-3 1,14-7 1732,-8 2 177,-10 8-1814,5 8 964,-3-2-714,-2-1-721,-2-2 85,1 1 1,0-1 0,-1 1 0,1 0 0,-1-1-1,1 1 1,-1 0 0,0 0 0,0 0 0,0 0-1,0 0 1,0 0 0,0 0 0,-1 0 0,1 0-1,0 0 1,-1 0 0,0 1 0,0-1 0,1 0-1,-1 0 1,-1 1 0,1 1 0,0 1 72,0 0 1,1 1 0,0-1 0,0 0-1,0 0 1,0 0 0,3 5 0,-2-4-184,0-1 1,-1 1 0,1-1 0,-1 1 0,0-1 0,-1 1-1,1 7 1,-2 3-158,0 0 1,0 0-1,-2-1 0,-7 27 0,9 5-10,2-42 0,0 1 0,-1 0 0,0-1 0,0 1 0,0 0 0,-1-1 0,0 1 0,0 0 0,0-1 0,-4 9 0,-4-3 0,8-10 0,-1 0 0,1 1 0,0-1 0,0 0 0,0 1 0,0-1 0,0 0 0,0 1 0,1-1 0,-1 1 0,0 0 0,1-1 0,-1 1 0,1 0 0,-1-1 0,1 1 0,0 0 0,0-1 0,0 3 0,0 0 0,0-16 0,5-19 0,5 21 0,-9 9 0,0 0 0,0 0 0,0 0 0,0 0 0,0 0 0,0 0 0,0 0 0,-1 0 0,1 0 0,0 0 0,-1 0 0,1-1 0,-1 1 0,1 0 0,-1 0 0,0-1 0,1 1 0,-1 0 0,0-1 0,0 1 0,0 0 0,0-3 0,0-8 0,1 0 0,1 1 0,0-1 0,0 1 0,1-1 0,1 1 0,-1 0 0,2 0 0,0 1 0,0-1 0,1 1 0,0 0 0,1 0 0,9-10 0,14-20-1530,-25 33 790,0-1 1,1 1 0,0 0-1,0 0 1,0 1-1,1 0 1,0 0 0,0 0-1,13-7 1,-1 4-1456,0 0 1,0 2 0,1 0-1,0 1 1,0 1-1,40-5 1,37 3-1254,1 6 4465,70 11 13373,-168-11-14147,-1 0 0,0 1 0,1-1 0,-1 0 0,0 0 0,0 0 0,0 1 0,0-1 0,0 0 0,0 1-1,0-1 1,0 1 0,0-1 0,0 1 0,0-1 0,0 1 0,0 0 0,0 0 0,0 0 0,0-1 0,-1 1-1,1 0 1,0 0 0,0 0 0,0 1 0,-1-1 0,-49 0 684,34 1 690,-4 1-1214,1 2 0,-1 0 0,1 2 0,0 0-1,0 1 1,1 1 0,-34 18 0,46-22-403,0 1 0,0 0 0,0 0 0,1 1 0,-1 0 0,1 0 0,1 0 0,-10 13 0,-35 65 0,27-41 0,19-34 0,0 0 0,1 0 0,0 0 0,0 1 0,1-1 0,0 1 0,1 0 0,0-1 0,1 1 0,0 0 0,2 13 0,-2 7 0,0-24 0,0 0 0,0-1 0,1 1 0,0 0 0,0-1 0,0 1 0,0-1 0,1 1 0,0-1 0,0 1 0,1-1 0,-1 0 0,1 0 0,0-1 0,0 1 0,1 0 0,0-1 0,-1 0 0,1 0 0,1 0 0,-1 0 0,1-1 0,-1 1 0,1-1 0,0-1 0,0 1 0,0 0 0,0-1 0,8 2 0,-4-2 0,1 0 0,0 0 0,0-1 0,0 0 0,-1-1 0,1 0 0,0-1 0,0 0 0,0 0 0,-1-1 0,1 0 0,-1-1 0,1 0 0,-1 0 0,16-9 0,6-3 0,-25 13 0,1-1 0,0 0 0,-1 0 0,0-1 0,0 0 0,11-9 0,50-66 0,-57 65 0,-1-1 0,-1 0 0,0 0 0,-1 0 0,9-31 0,4-6 0,44-131 0,-54 152 0,0-8 0,9-57 0,-4 16 0,-12 57 0,0 0 0,-2 0 0,-2-46 0,-1 24 0,2 44 0,1 0 0,-1 0 0,0 0 0,0 0 0,0 0 0,0 0 0,-1 0 0,1 0 0,0 0 0,0 0 0,-1 0 0,1 0 0,0 0 0,-1 0 0,1 0 0,-1 0 0,1 1 0,-1-1 0,1 0 0,-1 0 0,0 0 0,1 1 0,-1-1 0,0 0 0,0 1 0,0-1 0,1 1 0,-1-1 0,0 1 0,0-1 0,-1 0 0,1 1 0,0 0 0,1 0 0,-1-1 0,0 1 0,1 0 0,-1-1 0,0 1 0,1-1 0,-1 1 0,1-1 0,-1 1 0,0-1 0,1 1 0,0-1 0,-1 1 0,1-1 0,-1 0 0,1 1 0,0-1 0,-1 0 0,1 0 0,0 1 0,0-1 0,-1 0 0,1 1 0,0-1 0,0 0 0,0 0 0,0 0 0,0-1 0,0 2 0,0 0 0,0 0 0,0 0 0,0-1 0,0 1 0,0 0 0,0 0 0,0 0 0,0 0 0,0-1 0,0 1 0,0 0 0,0 0 0,0 0 0,0 0 0,0-1 0,0 1 0,0 0 0,0 0 0,0 0 0,-1 0 0,1 0 0,0-1 0,0 1 0,0 0 0,0 0 0,0 0 0,0 0 0,-1 0 0,1 0 0,0 0 0,0 0 0,0 0 0,0-1 0,-1 1 0,1 0 0,0 0 0,0 0 0,0 0 0,0 0 0,-1 0 0,1 0 0,0 0 0,0 0 0,0 0 0,0 0 0,-1 0 0,1 0 0,0 0 0,0 0 0,0 1 0,-1-1 0,-12 8 0,-10 19 0,19-18 0,1-1 0,0 1 0,1 0 0,0 0 0,-1 12 0,-8 35 0,-4-2 0,3 0 0,2 0 0,3 1 0,-1 62 0,8 150-379,5-219-2591,-3-44 1992,-1 0 0,1 0 0,0 0 0,0 0 1,0 0-1,0 0 0,1-1 0,4 6 0,21 19-8642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4.0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469 0 1665,'0'0'14585,"-3"3"-13302,-65 61 6521,3 6-3418,53-54-4043,0 1 1,0 0-1,2 0 0,0 1 1,-10 26-1,16-33-253,0 0-1,1 0 1,0 1-1,0-1 0,1 1 1,1 0-1,0-1 1,1 1-1,0 0 1,2 13-1,-1-20-89,1 11 0,0 1 0,1-1 0,1 0 0,1 0 0,0 0 0,1 0 0,0-1 0,1 0 0,1 0 0,18 25 0,80 90 0,-29-35 0,-75-93 0,0 0 0,0 0 0,0 0 0,-1 1 0,1-1 0,0 1 0,-1-1 0,0 1 0,0 0 0,0-1 0,0 1 0,0 0 0,0 0 0,0 4 0,-1-5 0,0 0 0,-1-1 0,1 1 0,0-1 0,-1 1 0,1-1 0,-1 1 0,1-1 0,-1 1 0,0-1 0,0 0 0,0 1 0,0-1 0,0 0 0,0 0 0,0 1 0,0-1 0,0 0 0,-2 1 0,-4 2 0,1-1 0,-1 1 0,0-2 0,0 1 0,0-1 0,0 0 0,0 0 0,0-1 0,-9 1 0,-195 20 0,89-10 0,100-13 0,17 0 0,-1 1 0,0-1 0,0 1 0,0 1 0,0-1 0,0 1 0,0 0 0,0 0 0,-5 2 0,11-3 0,-1 0 0,1 0 0,0 1 0,0-1 0,0 0 0,-1 0 0,1 0 0,0 0 0,0 1 0,0-1 0,0 0 0,0 0 0,-1 0 0,1 1 0,0-1 0,0 0 0,0 0 0,0 0 0,0 1 0,0-1 0,0 0 0,0 0 0,0 1 0,0-1 0,0 0 0,0 0 0,0 0 0,0 1 0,0-1 0,0 0 0,0 0 0,0 1 0,0-1 0,0 0 0,0 0 0,0 0 0,0 1 0,0-1 0,1 0 0,-1 0 0,0 0 0,0 1 0,0-1 0,0 0 0,1 0 0,-1 0 0,0 0 0,0 1 0,0-1 0,0 0 0,1 0 0,16 1 0,8-8 0,0 1 0,0 1 0,31-1 0,50-9 0,-42 2 0,-8 2 0,0-2 0,75-28 0,-55 14 0,-54 20 0,-1 0 0,1-2 0,-2 0 0,1-1 0,-1-1 0,23-17 0,26-32 0,-62 53 0,0 0 0,-1-1 0,0 1 0,0-1 0,-1 0 0,0-1 0,6-14 0,-7 13 0,-1-1 0,-1 1 0,1-1 0,-2 0 0,1 0 0,-1-19 0,-2 30 0,1-1 0,0 1 0,0-1 0,0 1 0,0-1 0,0 1 0,0-1 0,-1 1 0,1-1 0,0 1 0,0-1 0,-1 1 0,1-1 0,0 1 0,-1-1 0,1 1 0,0 0 0,-1-1 0,1 1 0,-1 0 0,1-1 0,-1 1 0,1 0 0,-1-1 0,1 1 0,-1 0 0,1 0 0,-1 0 0,1 0 0,-1-1 0,1 1 0,-1 0 0,1 0 0,-1 0 0,0 0 0,1 0 0,-1 0 0,1 0 0,-1 1 0,1-1 0,-1 0 0,1 0 0,-1 0 0,1 0 0,-2 1 0,-21 9 0,19-6 0,0 0 0,-1 0 0,1 0 0,1 0 0,-1 0 0,1 1 0,-1-1 0,1 1 0,1 0 0,-1 0 0,1 1 0,0-1 0,0 0 0,0 1 0,1-1 0,0 1 0,-1 7 0,2-8 0,-1-1 0,1 0 0,-1 0 0,0 0 0,0 0 0,-1-1 0,1 1 0,-3 5 0,-4 18 0,27 50 0,-19-69 0,1 0 0,0 0 0,1 0 0,-1-1 0,2 1 0,-1-1 0,1 1 0,0-1 0,0 0 0,7 10 0,12 28 0,-17-35-96,1 0 0,0 0-1,0 0 1,1 0 0,1-1 0,-1 0 0,1-1 0,1 0-1,-1 0 1,1-1 0,1 0 0,-1 0 0,1-1 0,20 9-1,-16-8-81,2-1 0,-1-1 0,1 0 0,0-1 0,0-1 0,0 0 0,0-1 0,1-1 0,-1 0 0,20-3-1,-23 2-146,0-1-1,0-1 0,0 0 0,0-1 0,0-1 0,0 0 0,-1 0 0,1-1 0,-1-1 0,-1 0 0,15-10 0,-16 11 463,-1-1 0,0-1-1,0 0 1,-1 0-1,0-1 1,0 0-1,-1 0 1,0-1 0,9-14-1,8-13 1446,-17 27-995,-1 0-1,0 0 1,0-1-1,-1 0 1,0 0 0,6-19-1,16-51-327,-25 70-259,0 1 0,0 0 0,0-1 0,-2 1 0,1-1 0,-1 1 0,0-1 0,-3-12 0,1-14 0,2 19 0,0 43 0,4 41 0,55 112 0,-25-74 0,-33-101 0,1-1 0,-1 0 0,1 1 0,-1-1 0,1 0 0,0 0 0,0 0 0,0 0 0,1-1 0,3 5 0,17 24 0,-21-28 0,0 0 0,1 0 0,-1 0 0,0 0 0,1-1 0,0 1 0,0-1 0,0 0 0,0 0 0,0 0 0,0 0 0,0 0 0,1-1 0,-1 1 0,1-1 0,-1 0 0,6 1 0,-7-1 0,1-1 0,-1 1 0,0-1 0,1 0 0,-1 0 0,1 0 0,-1 0 0,0 0 0,1-1 0,-1 1 0,1-1 0,-1 1 0,0-1 0,0 0 0,1 0 0,-1 0 0,0 0 0,0-1 0,0 1 0,0 0 0,0-1 0,0 1 0,-1-1 0,1 0 0,0 0 0,-1 0 0,1 1 0,-1-1 0,2-4 0,16-23 0,-14 23 0,-1 1 0,0-1 0,0-1 0,-1 1 0,5-11 0,-4 5 0,-1-1 0,0 1 0,-1-1 0,0 1 0,-1-1 0,0-22 0,-1 28 0,0 0 0,1 0 0,1 0 0,-1 0 0,1 1 0,0-1 0,4-7 0,-3 7 0,-1 1 0,0 0 0,0 0 0,-1-1 0,1 1 0,-1-1 0,0-7 0,-1-104 0,0 118 0,-1 0 0,1 0 0,0 0 0,0-1 0,0 1 0,0 0 0,0 0 0,0 0 0,0 0 0,0-1 0,0 1 0,0 0 0,0 0 0,0 0 0,0 0 0,0-1 0,0 1 0,0 0 0,0 0 0,0 0 0,0 0 0,0 0 0,0-1 0,0 1 0,0 0 0,0 0 0,0 0 0,0 0 0,0-1 0,0 1 0,0 0 0,1 0 0,-1 0 0,0 0 0,0 0 0,0 0 0,0-1 0,0 1 0,0 0 0,1 0 0,-1 0 0,0 0 0,0 0 0,0 0 0,0 0 0,0 0 0,1 0 0,-1 0 0,0 0 0,0 0 0,0 0 0,0 0 0,1 0 0,-1 0 0,0 0 0,0 0 0,0 0 0,0 0 0,1 0 0,-1 0 0,0 0 0,0 0 0,0 0 0,0 0 0,1 0 0,10 15 0,13 27 0,-22-39 0,23 59 0,-8-35 0,1-2 0,1 0 0,2 0 0,0-2 0,1-1 0,29 22 0,-40-35 0,-10-8 0,1 1 0,0 0 0,0-1 0,0 0 0,0 1 0,0-1 0,0 0 0,0 0 0,0 0 0,0 0 0,0 0 0,1-1 0,-1 1 0,0-1 0,3 1 0,1 0 0,-1-1 0,0 0 0,0 0 0,0 0 0,0-1 0,0 0 0,0 0 0,0 0 0,0 0 0,0-1 0,0 0 0,0 0 0,-1 0 0,1-1 0,-1 0 0,0 1 0,1-1 0,-1-1 0,-1 1 0,1-1 0,0 1 0,-1-1 0,0 0 0,0 0 0,0-1 0,0 1 0,3-8 0,33-48 0,-37 55 0,1-2 0,0 0 0,1 0 0,-1 0 0,1 1 0,8-10 0,-9 12 0,-1 1 0,0-1 0,0 0 0,0 1 0,0-1 0,0 0 0,-1 0 0,0 0 0,0 0 0,0-1 0,0 1 0,-1 0 0,1 0 0,-1-7 0,-1 9 0,1 0 0,0 0 0,0 1 0,1-1 0,-1 0 0,0 0 0,1 1 0,-1-1 0,1 0 0,-1 1 0,1-1 0,0 0 0,-1 1 0,1-1 0,0 1 0,0-1 0,0 1 0,1-1 0,-1 1 0,0 0 0,0 0 0,3-2 0,2-2 0,-5 4 7,0-1 0,-1 1 0,1 0 0,0-1 0,-1 1 1,1 0-1,-1-1 0,0 1 0,1 0 0,-1-1 0,0 1 0,0-1 0,0 1 0,0-1 0,0-1 1,2-10-87,-2 12 64,1 1-1,-1 0 1,0 0 0,1 0 0,-1-1 0,0 1 0,1 0 0,-1 0-1,0 0 1,1 0 0,-1 0 0,1 0 0,-1 0 0,0 0 0,1 0-1,-1 0 1,0 0 0,1 0 0,-1 0 0,1 0 0,-1 0-1,0 0 1,1 0 0,-1 0 0,0 0 0,1 1 0,-1-1 0,0 0-1,1 0 1,-1 0 0,0 1 0,1-1 0,-1 1 0,1 2-865,0 0-1,0 0 1,0 1 0,0-1 0,-1 0-1,0 1 1,0-1 0,0 1 0,0-1-1,0 0 1,-1 4 0,0 1-1216,1 18-4083,0 0 77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5.39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173 164 1217,'0'-103'10630,"0"55"7186,1 48-17742,-1-1 0,0 1 0,0 0 0,0-1 0,0 1 0,0-1 0,0 1-1,0 0 1,0-1 0,0 1 0,0 0 0,0-1 0,0 1 0,0-1 0,0 1 0,0 0 0,0-1-1,0 1 1,0 0 0,0-1 0,-1 1 0,1 0 0,0-1 0,0 1 0,0 0 0,-1-1 0,1 1 0,0 0-1,0 0 1,-1-1 0,1 1 0,0 0 0,-1 0 0,1-1 0,0 1 0,-1 0 0,1 0 0,-1 0 0,-1 0-62,0 1 1,0-1-1,1 1 1,-1 0-1,0 0 1,0 0-1,1 0 1,-1 0-1,0 0 1,1 0 0,-1 0-1,1 1 1,0-1-1,-1 1 1,1-1-1,0 1 1,0-1-1,0 1 1,0 0-1,-1 3 1,-16 19-55,16-21 42,0 0 0,0 0 0,0 0 0,0 0 0,0 0 0,1 0 0,0 0 0,-1 1 0,1-1 0,0 1 0,1-1 0,-1 4 0,-5 17 0,-10 8 0,12-27 0,0 1 0,1 0 0,0 1 0,0-1 0,-3 14 0,-12 55 0,-12 67 0,27-124 0,2 0 0,0-1 0,0 1 0,2 0 0,5 34 0,-2-35 0,-1 0 0,0 0 0,2 0 0,0-1 0,1 0 0,10 21 0,-4-11 0,-9-19 0,0 0 0,0 0 0,1 0 0,0 0 0,0-1 0,1 1 0,9 9 0,19 12 0,26 26 0,-50-47-408,0 1 1,0-1-1,1-1 1,0 1-1,0-2 1,0 0-1,1 0 1,0 0-1,0-2 0,0 1 1,0-1-1,0-1 1,1 0-1,0-1 1,-1 0-1,1 0 1,-1-1-1,1-1 1,0 0-1,12-3 0,-11 1-899,0 1-101,-1-1-1,0 0 1,0-1 0,-1 0 0,1 0-1,-1-2 1,13-7 0,3-2-1072,-15 9 1282,0-1-1,0-1 1,11-9 0,9-23-3116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6.01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387 176 2929,'2'-2'419,"0"0"0,-1-1 0,1 1-1,-1 0 1,1 0 0,-1-1 0,0 1-1,0-1 1,0 1 0,0-1 0,0 0-1,0 1 1,-1-1 0,1 0 0,-1 0-1,0 1 1,0-1 0,0 0 0,0 0-1,-1 1 1,1-1 0,-1 0 0,1 1-1,-1-1 1,0 0 0,0 1 0,0-1-1,0 1 1,-1-1 0,-1-1 0,-1-3 647,1 0 1,-2 1 0,1 0 0,-1 0-1,0 0 1,0 1 0,0-1-1,-1 1 1,0 0 0,-7-4 0,-7-4 871,18 11-1761,0 1 0,-1-1 0,1 1 0,-1 0 0,1-1-1,-1 1 1,0 0 0,1 1 0,-1-1 0,0 0 0,1 1 0,-1 0 0,0-1-1,0 1 1,0 0 0,1 1 0,-6 0 0,2-1-177,-1 0 0,1 1 0,-1 0 0,1 0 0,-1 1 0,1 0 0,0 0 0,-12 5 0,-50 36 0,63-39 0,-12 5 0,14-7 0,-1 0 0,1-1 0,-1 1 0,1 0 0,0 0 0,-1 1 0,1-1 0,0 1 0,1 0 0,-1 0 0,0-1 0,1 2 0,0-1 0,-4 7 0,-13 36 0,14-34 0,-1 1 0,2-1 0,0 1 0,0 0 0,1 0 0,1 0 0,-1 27 0,2-16 0,0-15 0,0-1 0,1 1 0,0 0 0,1-1 0,0 1 0,0-1 0,0 1 0,1-1 0,1 1 0,-1-1 0,1 0 0,6 11 0,15 23 0,-21-35 0,0-1 0,0 0 0,0 0 0,1 0 0,0-1 0,0 1 0,0-1 0,1 0 0,-1 0 0,8 5 0,-2-3 0,0-2 0,0 0 0,0 0 0,1 0 0,20 4 0,-26-7 0,0-1 0,0 0 0,1-1 0,-1 1 0,0-1 0,0 0 0,0 0 0,0-1 0,0 1 0,1-1 0,-1-1 0,0 1 0,0-1 0,9-3 0,30-14 0,-38 18 0,0-2 0,0 1 0,0-1 0,0 0 0,0 0 0,9-6 0,21-13 0,-30 19 0,0 0 0,0-1 0,-1 1 0,1-1 0,-1-1 0,0 1 0,0-1 0,0 1 0,5-8 0,16-20 0,-17 22 0,0-1 0,0 0 0,-1-1 0,0 0 0,-1 0 0,6-15 0,-10 18 0,0 1 0,0 1 0,1-1 0,8-13 0,-9 16 0,0 1 0,0-1 0,0 0 0,-1 0 0,0 0 0,0 0 0,0 0 0,-1 0 0,1-1 0,-1 1 0,0-11 0,-1 190 0,0-169 0,0 0 0,-1 0 0,1 0 0,-1 0 0,-1 0 0,1 0 0,-3 6 0,2-6 0,0 1 0,1-1 0,-1 1 0,1-1 0,0 1 0,1 0 0,-1 6 0,1 316-486,24-302-11466,-16-25 10669,1 0 1,-1-1-1,0 0 0,1-1 0,-1 0 0,0 0 0,0-1 1,0 0-1,1 0 0,-2-1 0,1 0 0,13-7 0,5-2-2305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6.4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170 174 960,'0'-4'649,"0"-1"-1,0 1 0,0-1 1,-1 0-1,1 1 0,-1-1 1,0 1-1,-1-1 0,1 1 0,-1 0 1,0-1-1,0 1 0,0 0 1,0 0-1,-6-6 0,7 9-472,1 0 1,-1 0-1,0 0 0,0 0 1,1 0-1,-1-1 0,1 1 0,-1 0 1,1 0-1,-1 0 0,1-1 0,0 1 1,0 0-1,-1 0 0,1-1 1,0 1-1,0 0 0,0-1 0,1 1 1,-1-2-1,-2-11 828,-9 4 63,10 10-946,0-1 0,1 1 0,-1-1 0,0 1-1,0-1 1,1 1 0,-1-1 0,0 0 0,1 1-1,-1-1 1,1 0 0,-1 0 0,1 1 0,-1-1-1,1 0 1,-1 0 0,1 0 0,0 1 0,-1-1 0,1 0-1,0 0 1,0 0 0,0 0 0,-1-1 0,1 0 129,0 1 0,0 0 1,-1-1-1,1 1 1,0 0-1,-1 0 1,1-1-1,-1 1 1,0 0-1,1 0 1,-1 0-1,0 0 1,0 0-1,0 0 0,0 0 1,1 0-1,-1 0 1,-1 0-1,1 1 1,0-1-1,0 0 1,0 1-1,0-1 1,0 1-1,-1-1 1,1 1-1,0-1 1,0 1-1,-1 0 0,1 0 1,0 0-1,-1-1 1,1 1-1,0 0 1,-1 1-1,1-1 1,0 0-1,0 0 1,-1 1-1,1-1 1,-2 1-1,-4 5 53,1 0 0,0 0 0,0 0 0,0 1 0,1 0 0,-6 9 0,7-8-303,1 0 0,0 0 0,0 0 0,0 1 0,1 0 0,0-1 0,1 1 0,-1 15 0,2 148 0,1-159 0,1-1 0,0 0 0,1 0 0,0 0 0,1 0 0,1 0 0,0-1 0,7 14 0,1 2 0,-10-22 0,1-1 0,-1 1 0,1-1 0,0 0 0,0 0 0,0 0 0,1 0 0,0-1 0,-1 1 0,1-1 0,7 3 0,17 13 0,-26-16 0,0-1 0,0 1 0,0-1 0,0 0 0,1 0 0,-1-1 0,1 1 0,-1-1 0,1 1 0,0-1 0,-1 0 0,1 0 0,0-1 0,0 1 0,7-1 0,3-1 0,0 0 0,-1-1 0,17-5 0,-17 4 0,-8 0 0,0 0 0,0 0 0,0-1 0,0 1 0,-1-1 0,1 0 0,-1-1 0,0 1 0,-1-1 0,1 1 0,-1-1 0,0 0 0,0-1 0,0 1 0,0 0 0,-1-1 0,0 1 0,-1-1 0,1 0 0,0-7 0,0-23 0,-1 26 0,0-1 0,-1 0 0,0 0 0,-1 0 0,0 0 0,-5-20 0,-2 11 0,5 14 0,0-1 0,1 1 0,0-1 0,0 1 0,1-1 0,0 0 0,-1-8 0,2 6 0,-1 0 0,0 0 0,0 0 0,-5-15 0,3 16 0,1-1 0,0 0 0,1 0 0,-1-16 0,0 4 0,1 10 0,7 17 0,37 23 0,-31-17 0,0 2 0,-1-1 0,-1 2 0,0-1 0,16 31 0,15 23 0,-28-51 0,-6-7 0,0-1 0,-1 1 0,1 0 0,4 13 0,10 2 0,-19-23 0,0-1 0,0 1 0,0-1 0,-1 1 0,1 0 0,-1 0 0,1-1 0,-1 1 0,0 0 0,1 0 0,-1 0 0,0 1 0,-1-1 0,1 0 0,1 4 0,-2-7 0,0 1 0,0 0 0,0-1 0,1 1 0,-1 0 0,0-1 0,0 1 0,0-1 0,1 1 0,-1 0 0,0-1 0,0 1 0,1 0 0,-1 0 0,0-1 0,1 1 0,-1 0 0,0 0 0,1-1 0,-1 1 0,1 0 0,-1 0 0,0 0 0,1 0 0,-1 0 0,1 0 0,-1-1 0,0 1 0,1 0 0,-1 0 0,1 0 0,-1 0 0,1 1 0,-1-1 0,0 0 0,1 0 0,-1 0 0,1 0 0,-1 0 0,0 0 0,1 1 0,-1-1 0,0 0 0,1 0 0,-1 0 0,0 1 0,1-1 0,-1 0 0,0 1 0,1-1 0,-1 0 0,0 1 0,0-1 0,1 0 0,-1 1 0,0-1 0,0 0 0,0 1 0,1 0 0,-2-4 0,1 1 0,0-1 0,0 1 0,0-1 0,1 0 0,-1 1 0,1-1 0,-1 1 0,1-1 0,0 1 0,0-1 0,0 1 0,0 0 0,0 0 0,1-1 0,-1 1 0,3-3 0,5-7 0,-7 8-308,-1 1 0,0-1-1,0 0 1,0 0 0,0 0 0,-1 0-1,0 0 1,1 0 0,-1 0 0,-1 1 0,0-6-1,3-29-4337,4 19 2059,-4 13 1499,0 0 0,-1 0 0,1 0 0,-1 0 1,0 0-1,-1-11 0,1 9 94,0-1 0,0 1 0,1-1 0,0 1-1,6-15 1,1-4-1018,-4-24-982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6.57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13 2097,'0'-1'228,"1"1"1,-1-1-1,0 0 1,0 1-1,1-1 0,-1 0 1,1 1-1,-1-1 1,0 1-1,1-1 0,-1 1 1,1-1-1,-1 1 1,1-1-1,-1 1 1,1-1-1,0 1 0,-1 0 1,1-1-1,-1 1 1,1 0-1,0 0 0,-1-1 1,1 1-1,0 0 1,-1 0-1,1 0 1,0 0-1,0 0 0,-1 0 1,1 0-1,0 0 1,-1 0-1,1 0 0,0 0 1,-1 0-1,1 0 1,0 1-1,-1-1 0,2 1 1,-1-1 97,0 0 1,0 1-1,1-1 1,-1 1-1,0-1 1,0 1-1,0-1 1,0 1-1,0 0 1,0 0-1,0-1 1,0 1-1,0 0 0,0 0 1,0 0-1,0 0 1,-1 0-1,1 0 1,0 0-1,-1 0 1,1 1-1,-1-1 1,1 0-1,-1 0 1,0 0-1,1 1 1,-1-1-1,0 3 1,1 3 464,-1 1 1,1 0 0,1 0-1,0 0 1,0-1 0,4 11 0,-3-11-304,0 1 1,-1 0 0,0 0 0,0 0 0,-1 0 0,0 12 0,1 16 85,2 1 1,1-1 0,1 1-1,20 57 1,-23-79-573,-1 1 0,0 0-1,-1 0 1,0 0 0,-4 31 0,1 2-149,2 17-3419,0 1-7403,0-64 10446,0 1 1,-1-1-1,1 0 0,-1 0 0,0 1 0,0-1 1,0 0-1,0 0 0,0 0 0,-1 0 0,1 0 0,-1-1 1,0 1-1,0 0 0,-2 2 0,1-2-89,-2 11-3209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6.6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0 201 2513,'0'-11'4626,"0"-15"-176,0 10 529,28 0-4035,-28 6-512,19-6-192,9 5-320,-9-5-448,9 16-464,-9-10-417,9-6-528,-9 5-320,-19-4-336,28 4-192,-9-5 271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6.88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 71 2545,'3'-3'586,"0"0"0,0 0 0,0-1 0,0 1 0,-1-1 0,0 0 0,0 1 0,0-1 0,2-6 0,0 0 685,-3 9-1128,0 0-1,0-1 1,0 1-1,0 0 1,0 0-1,0 0 0,0-1 1,0 1-1,0 0 1,1 1-1,-1-1 1,0 0-1,1 0 0,-1 0 1,0 1-1,1-1 1,-1 1-1,1-1 0,-1 1 1,1-1-1,-1 1 1,1 0-1,0 0 1,-1 0-1,1 0 0,-1 0 1,3 1-1,-2-1 205,0 0-1,1 0 0,-1 1 0,0-1 0,1 1 0,-1 0 1,0-1-1,0 1 0,0 0 0,0 0 0,0 1 1,0-1-1,0 0 0,0 1 0,2 2 0,38 36 4942,-32-24-4922,-1 1 0,-1-1 1,0 1-1,-1 1 0,-2 0 0,1-1 0,-2 2 0,0-1 0,1 23 0,-1 28 1645,-4 81 0,-2-58-1418,1-52-593,-2 0 0,-2-1 0,-1 1 0,-2-1 0,-15 44 0,5-9 0,15-57 0,-1 0 0,-1 0 0,-12 30 0,7-28-19,-2 0 1,0-1-1,-1 0 0,-1-1 1,-1 0-1,-27 23 0,32-28-1957,-1-1-2238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7.64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328 20 1873,'-40'0'3537,"-1"-3"1,-40-7 0,62 7-2445,0 1 0,0 1 1,-1 1-1,-23 2 0,-3 0 9549,49 0-8299,2 1-2207,-1-1-1,1 1 1,0-1 0,0-1-1,0 1 1,0-1 0,0 1 0,0-1-1,0-1 1,0 1 0,6-1-1,34 7 67,-19-1-202,1-1 0,0-1 0,29 0 0,23 3 0,235 18 0,-71-9 0,-51-4 0,31 3 0,86 12 0,-136-15 0,159 0 0,-216-10 0,-66-2 0,-18-6-444,-32 6 398,1 0 0,-1 0 1,1 0-1,-1-1 0,0 1 0,1 0 0,-1-1 1,0 1-1,0 0 0,1-1 0,-1 1 1,0 0-1,0-1 0,1 1 0,-1 0 1,0-1-1,0 1 0,0-1 0,0 1 0,0-1 1,0 1-1,0 0 0,1-1 0,-1 1 1,0-1-1,0 1 0,-1-1 0,1 1 1,0 0-1,0-1 0,0 1 0,0-1 1,0 1-1,0 0 0,-1-1 0,1 1 0,0-1 1,0 1-1,0 0 0,-1-1 0,1 1 1,0 0-1,-1-1 0,1 1 0,0 0 1,-1 0-1,1-1 0,0 1 0,-1 0 0,1 0 1,0 0-1,-1-1 0,1 1 0,-1 0 1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8.04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96 103 2881,'-1'0'310,"0"-1"-1,0 1 0,0-1 0,0 1 0,0-1 0,0 0 1,0 1-1,0-1 0,0 0 0,0 0 0,0 1 1,0-1-1,1 0 0,-1 0 0,0 0 0,1 0 1,-1 0-1,1 0 0,-1 0 0,1 0 0,-1 0 0,1 0 1,0-1-1,0 1 0,-1 0 0,1 0 0,0-2 1,0 2-183,0 0 0,0 0 0,-1 0 0,1 0 0,0 0 0,-1 0 0,1 0 0,-1 0 0,1 0 0,-1 0 0,1 0 0,-1 0 1,0 0-1,0 0 0,1 0 0,-1 1 0,0-1 0,0 0 0,0 0 0,0 1 0,0-1 0,0 1 0,0-1 0,0 1 0,0-1 0,-2 0 0,0 0 284,2 0-257,0 0 0,1 1 0,-1-1 0,0 0 0,1 0-1,-1 0 1,1 0 0,0 0 0,-1 0 0,1 0 0,0 0 0,-1 0-1,1 0 1,0 0 0,0 0 0,0 0 0,0 0 0,0 0-1,0 0 1,0 0 0,0 0 0,0 0 0,1-2 0,0-4 2684,-1 7-2720,0-1 0,0 1 0,0-1-1,0 0 1,0 1 0,0-1 0,0 1 0,-1-1-1,1 1 1,0-1 0,0 1 0,0-1-1,-1 1 1,1-1 0,0 1 0,-1-1-1,1 1 1,0 0 0,-1-1 0,1 1-1,-1 0 1,1-1 0,0 1 0,-1 0 0,1-1-1,-1 1 1,1 0 0,-1 0 0,1-1-1,-1 1 1,1 0 0,-1 0 0,0 0-1,1 0 1,-1 0 0,1 0 0,-1 0 0,1 0-1,-1 0 1,1 0 0,-2 0 0,-1-7 3479,3 18-1285,1 5-2312,0-10 0,-1 0 0,1 1 0,-1-1 0,-1 1 0,1-1 0,-1 1 0,0-1 0,-3 9 0,-1-4 0,1-1 0,0 1 0,1 0 0,1 0 0,-1 0 0,2 1 0,0-1 0,0 22 0,0-12 0,1-13 0,-1 0 0,1 0 0,1 1 0,-1-1 0,1 0 0,4 13 0,-1-7 0,1-2 0,-2 0 0,1 1 0,-2-1 0,0 0 0,1 20 0,-2-16 0,0-1 0,6 28 0,-3-28 0,-2 1 0,2 30 0,-3-38 0,-1 0 0,2 0 0,-1 1 0,1-1 0,6 14 0,-5-14 0,0 0 0,-1 1 0,0-1 0,0 1 0,0 16 0,-2 29-1817,0 74-7958,0-113-998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8.92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264 81 5410,'-3'-18'5815,"-9"11"-2895,3 4-2111,2-6 1498,6 8-2171,1 0-1,-1 0 1,1 0-1,0 0 1,-1 1-1,1-1 0,-1 0 1,0 0-1,1 1 1,-1-1-1,0 0 1,1 1-1,-1-1 1,0 0-1,0 1 1,0-1-1,1 1 1,-1 0-1,0-1 1,0 1-1,0 0 1,0-1-1,0 1 0,0 0 1,0 0-1,-1 0 1,-18 7 1950,-4 3 1006,15-6-2581,1 1-1,-1-1 1,0 2-1,1-1 1,0 1 0,1 0-1,-1 1 1,1-1-1,0 2 1,1-1-1,-9 13 1,-2 0-80,14-17-423,1-1-1,0 1 1,1 0 0,-1 0-1,0 0 1,1 0-1,0 0 1,-1 0 0,1 1-1,1-1 1,-1 0 0,0 1-1,1-1 1,0 0 0,-1 1-1,1-1 1,1 4-1,-1-1-10,0-1-1,0 1 1,-1 0-1,0-1 0,0 1 1,-2 6-1,-3 5 4,2-11 0,2 1 0,-1-1 0,1 1 0,0 0 0,0 0 0,1 0 0,0 0 0,0 1 0,0-1 0,1 0 0,0 0 0,1 0 0,0 0 0,3 15 0,35 99 0,-37-112 0,1 1 0,0-1 0,0 0 0,1 0 0,0 0 0,1 0 0,-1-1 0,2 1 0,-1-1 0,1-1 0,1 1 0,-1-1 0,1 0 0,1 0 0,-1-1 0,11 7 0,10 6 0,-22-15 0,-1 0 0,1 0 0,0-1 0,0 0 0,9 4 0,-8-5 0,0 1 0,0-1 0,0-1 0,0 1 0,0-1 0,0-1 0,0 1 0,0-1 0,0 0 0,0-1 0,0 0 0,0 0 0,0 0 0,0-1 0,10-4 0,-6 3 0,0 0 0,0-1 0,-1 0 0,1 0 0,-1-1 0,0-1 0,-1 0 0,1 0 0,-1-1 0,0 0 0,-1 0 0,14-15 0,-17 14 0,4-4 0,0-1 0,-1 0 0,-1 0 0,0 0 0,-1-1 0,7-21 0,0-17 0,-9 42 0,0-1 0,-1 0 0,-1 0 0,0 0 0,0 0 0,-1 0 0,-1-1 0,0 1 0,0 0 0,-1-1 0,-3-11 0,-22-71 0,23 85 0,0 0 0,0 1 0,-1-1 0,0 1 0,0-1 0,-1 1 0,0 0 0,0 1 0,-1 0 0,0-1 0,-1 2 0,-9-10 0,6 8 0,-1-1 0,0 2 0,0 0 0,0 0 0,-1 1 0,1 0 0,-26-8 0,2 3 88,29 8-140,0 0-1,0 1 1,-1-1-1,1 2 1,-1-1-1,0 1 1,1 0-1,-1 0 1,0 1-1,0 0 1,1 0-1,-1 0 1,0 1-1,-8 2 1,7 0-1410,-34 13-5653,41-15 6633,-1-1 0,1 1 0,-1 0-1,1 0 1,0 0 0,-1 0 0,1 0 0,0 0-1,0 1 1,0-1 0,0 0 0,0 1-1,0-1 1,0 1 0,0-1 0,0 1 0,1-1-1,-1 1 1,0-1 0,1 1 0,0 0 0,-1 2-1,1 11-4730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9.1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33 10693,'14'-8'5514,"-11"5"-4296,1 1 0,-1 0-1,1 0 1,-1 0 0,1 1 0,0-1 0,0 1-1,0 0 1,0 0 0,8-1 0,-9-4 1336,-3 13-1944,-1-2-610,0-1 0,0 1 0,0-1 0,-1 1 0,1-1 0,-1 0 0,0 1 0,-1-1 0,1 0 0,-1-1 0,-3 5 0,-11 22 0,12-18 0,1 0 0,0 1 0,1 0 0,0-1 0,1 1 0,-1 15 0,3-21 0,0 0 0,-1-1 0,-1 1 0,1 0 0,-1-1 0,0 1 0,-4 7 0,4-7 0,-1-1 0,1 1 0,0-1 0,1 1 0,-1 0 0,1 0 0,0 9 0,2 17 0,0-16 0,-1 1 0,0 0 0,-5 26 0,-5 19-2774,4 84-11504,6-132 13380,4 5-4605,11 4 911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9.45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244 171 5154,'1'-1'341,"1"0"0,-1 0 0,0 0 0,0 0 0,0 0 0,0 0-1,0-1 1,0 1 0,0 0 0,0-1 0,-1 1 0,1 0 0,0-1 0,-1 1-1,1-1 1,-1 1 0,0-1 0,1 1 0,-1-1 0,0 1 0,0-1 0,0 1-1,0-1 1,0 1 0,0-1 0,-1 1 0,1-1 0,0 1 0,-1-1 0,1 1-1,-2-3 1,1 3-138,0-1-1,0 0 1,0 1 0,0-1-1,-1 1 1,1 0-1,0-1 1,-1 1-1,0 0 1,1 0 0,-1 0-1,0 0 1,1 0-1,-1 0 1,0 0-1,0 1 1,0-1 0,1 0-1,-1 1 1,0 0-1,0-1 1,-2 1-1,-7 2 234,1 0-1,0 1 0,0 0 0,0 1 0,0-1 0,0 2 0,1 0 0,0 0 0,0 0 1,-12 11-1,19-15-372,0 1 0,1 0 0,-1-1 0,0 1 0,1 0-1,-1 0 1,1-1 0,0 1 0,0 1 0,-1-1 0,1 0 0,1 0 0,-1 0 0,0 0 0,0 4 0,-6 15 557,-21 29 545,23-42-946,0 0-1,0 0 1,0 1 0,1-1-1,0 1 1,1 0-1,0 0 1,1 0 0,-1 1-1,-1 16 1,4 117 1795,1-133-2006,0 1 0,1-1 0,-1 0 0,2 0 0,0 0 0,6 15 0,3 11-16,-9-28 8,2 1 0,-1 0 0,1-1 0,0 0 0,1 0 0,0 0 0,0-1 0,1 1 0,-1-2 0,2 1 0,-1-1 0,1 0 0,0 0 0,0-1 0,11 5 0,-13-7 0,1 0 0,0 0 0,0-1 0,0 0 0,0 0 0,0 0 0,1-1 0,-1-1 0,0 1 0,1-1 0,-1 0 0,1-1 0,-1 1 0,0-2 0,0 1 0,10-4 0,-9 3 0,1-1 0,-1-1 0,0 1 0,0-1 0,0-1 0,-1 0 0,0 0 0,1 0 0,-2-1 0,1 0 0,-1 0 0,0-1 0,7-9 0,-5 6 0,0-1 0,-1 0 0,0-1 0,-1 0 0,0 0 0,-1 0 0,0-1 0,-1 1 0,-1-1 0,0 0 0,-1-1 0,1-12 0,0-39 0,-1 47 0,-1 0 0,0-1 0,-1 1 0,-2-1 0,1 1 0,-2 0 0,0 0 0,-2 0 0,-8-24 0,0 13 0,6 14 0,1 1 0,-2-1 0,0 1 0,0 1 0,-2-1 0,0 1 0,-17-17 0,15 19 0,-1 0 0,0 1 0,-1 1 0,0 0 0,-1 1 0,0 0 0,-22-7 0,19 11-763,16 3 450,0 0-1,1 0 1,-1 1 0,1-1 0,-1 0-1,0 1 1,0 0 0,1-1 0,-1 1-1,0 0 1,0 0 0,1 0 0,-1 0-1,0 0 1,0 1 0,1-1 0,-1 0-1,0 1 1,1 0 0,-1-1 0,0 1-1,1 0 1,-1 0 0,1-1 0,-1 1-1,1 0 1,0 1 0,-1-1 0,1 0-1,0 0 1,0 1 0,-1-1 0,1 0-1,0 1 1,-1 1 0,2-2-28,0 0 1,0 1 0,0-1-1,0 0 1,0 0 0,0 0-1,0 0 1,0 0 0,0 0-1,0 1 1,1-1-1,-1 0 1,0 0 0,1 0-1,-1 0 1,1 0 0,-1 0-1,1 0 1,-1 0 0,1 0-1,0 0 1,-1-1 0,1 1-1,0 0 1,0 0-1,0-1 1,1 2 0,28 23-5087,-28-23 5033,26 22-2261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09.74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35 122 1809,'7'-1'1456,"-1"1"-1,1-1 1,-1 0 0,0-1-1,11-3 1,8-3 2328,-23 8-3382,1-1 0,-1 1 1,1-1-1,-1 0 1,1 0-1,-1 0 0,0 0 1,1 0-1,-1 0 0,0-1 1,0 1-1,0-1 1,0 0-1,0 1 0,0-1 1,0 0-1,0 0 1,2-4-1,0-14 7488,-4 17-5999,-6 5-1813,0 1 0,1 0 0,-1-1 0,1 2 0,0-1 0,-1 1 0,1-1 0,1 1 0,-1 1 0,1-1 0,0 1 0,-5 6 0,-44 99-78,49-103 0,0 0 0,1 1 0,0-1 0,0 1 0,1 0 0,0-1 0,1 1 0,0 0 0,0 0 0,0 9 0,-4 34 0,3-35 0,1 0 0,0 1 0,2-1 0,1 18 0,2 30 0,-3-52 0,0 0 0,1 1 0,1-1 0,0 0 0,1 0 0,0 0 0,0 0 0,2-1 0,6 12 0,18 46 0,-24-49 0,-6-17 0,1 0 0,-1 0 0,1 0 0,0 0 0,0-1 0,0 1 0,1 0 0,-1-1 0,0 1 0,1-1 0,0 0 0,-1 1 0,1-1 0,0 0 0,0 0 0,1 0 0,-1 0 0,3 2 0,11 7 0,1 0 0,34 16 0,-46-25 0,-1 0 0,1 0 0,-1 0 0,1-1 0,0 0 0,0 0 0,0 0 0,-1-1 0,1 1 0,0-1 0,0 0 0,0-1 0,0 1 0,0-1 0,-1 0 0,1 0 0,0 0 0,8-5 0,-2 0 0,0-2 0,-1 1 0,0-2 0,0 1 0,-1-1 0,0-1 0,-1 1 0,0-2 0,0 1 0,-1-1 0,0 0 0,-1 0 0,-1-1 0,1 0 0,-2 0 0,0 0 0,0-1 0,-1 1 0,-1-1 0,0 0 0,-1 0 0,0 1 0,-1-1 0,0 0 0,-1 0 0,-5-24 0,0 1 0,3 15 0,-1-1 0,0 1 0,-2 1 0,-15-37 0,-9-13-1710,21 44 93,-2 0 0,-1 1 1,0 0-1,-2 1 0,-1 1 0,-19-23 1,-18-20-7524,26 52 4671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0.04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282 1 5058,'1'1'9603,"-7"9"-7776,-2-3-833,-1 0 0,0-1 0,0 0 1,-12 6-1,13-9-597,1 0 1,1 1 0,-1 0-1,0 1 1,1 0 0,0 0-1,0 0 1,0 0 0,1 1-1,0 0 1,-7 11 0,-35 45 2305,38-53-2277,1 0 0,0 1 0,1 0 0,0 1-1,1-1 1,0 1 0,0 0 0,-6 20 0,5-1-426,1 1 0,1 0 0,2 0 0,1 0 0,2 36 0,2-49 0,-1 0 0,2 0 0,1 0 0,0-1 0,1 0 0,1 0 0,0 0 0,2-1 0,0 1 0,12 18 0,-15-30 0,0 1 0,1 0 0,-1-1 0,1 0 0,0-1 0,1 1 0,-1-1 0,1 0 0,0-1 0,0 1 0,0-1 0,0-1 0,0 0 0,1 0 0,-1 0 0,1-1 0,0 0 0,14 0 0,-9-2 0,-1-1 0,1-1 0,0 0 0,22-10 0,-26 10 0,-3 0 0,0-1 0,1 1 0,-2-1 0,1-1 0,0 1 0,-1-1 0,0 0 0,0 0 0,-1 0 0,1-1 0,-1 0 0,0 0 0,0 0 0,-1 0 0,0 0 0,3-9 0,8-12 0,-9 18 0,-2 1 0,1-1 0,-1 0 0,0 0 0,-1 0 0,0 0 0,-1 0 0,1-19 0,-2 7 0,0 0 0,-7-40 0,1 40-7,-1 1 0,0-1 0,-2 1 0,0 1 0,-1 0 0,-1 0 0,-1 1 0,0 0 0,-1 1 0,-1 0 0,-1 1 0,-24-21 0,-24-18-2764,40 37-1156,-1 1-1,-29-16 1,-20-9-3775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0.9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359 67 10949,'-19'-20'9169,"-3"-2"-3322,21 21-5780,0 0 0,-1 0 0,1 0 0,0 0 0,0 0 0,-1 0 0,1 1 0,-1-1 0,1 0 0,-1 1 0,1-1 0,-1 1 0,-1-1 0,1 1-21,1 0-1,-1 0 1,1 0-1,0-1 1,-1 1-1,1 0 1,-1-1-1,1 1 1,0-1-1,-1 0 1,1 1 0,0-1-1,0 0 1,0 0-1,0 0 1,0 0-1,-1-1 1,-1 0 92,2 2-64,0 0 1,0 0 0,0 0-1,0 0 1,-1 0 0,1 0-1,0 1 1,0-1 0,0 0-1,0 0 1,0 1 0,0-1-1,0 1 1,0-1 0,0 1-1,0 0 1,0-1 0,1 1-1,-1 0 1,-1 0 0,-1 2 299,-4-1-78,0 0 1,0 0-1,0 1 1,0 1-1,1-1 0,-1 1 1,1 0-1,0 0 1,-7 7-1,-7 10-296,2 0 0,0 1 0,2 1 0,1 0 0,0 2 0,-20 46 0,29-59 0,1 1 0,0 0 0,0 1 0,1 0 0,1-1 0,0 1 0,-1 27 0,5 92 0,1-57 0,-1-61 0,1 0 0,0 0 0,1-1 0,7 21 0,3 16 0,-12-45 0,1 0 0,0 0 0,0-1 0,0 1 0,0-1 0,1 0 0,0 0 0,0 0 0,1 0 0,-1 0 0,1-1 0,0 1 0,0-1 0,5 4 0,32 38 0,-35-37 0,0 0 0,0-1 0,1 1 0,0-1 0,0-1 0,1 0 0,0 0 0,0 0 0,1-1 0,11 7 0,1-3-239,-12-5-428,0 0 0,0-1 0,0 0 0,1 0 0,0-1 0,0 0-1,0-1 1,0 0 0,0-1 0,0 0 0,12 0 0,-7-2-1479,1 0 0,0-1-1,-1 0 1,1-2 0,-1 1-1,29-13 1,6-13-1777,-26 2 1324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1.14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5 224 1793,'20'-38'4103,"-16"33"-3257,-1 0 0,0 0 0,0 0 0,-1 0 0,1-1 0,-1 1 0,0-1 0,-1 0 0,1 0 0,0-10 0,-2-17 2767,0-11 2028,0 11 1336,1 28-6309,-1 13-261,0-6-385,0 1-1,0-1 1,0 0-1,0 0 1,-1 0 0,1 0-1,-1 0 1,1 0-1,-1 0 1,0 0-1,-1 2 1,-3 7-22,0 1 0,0-1 0,1 0 0,0 1 0,1 0 0,1 0 0,0 0 0,-1 16 0,-3 12 0,1 5 0,3-1 0,4 76 0,0-34 0,17 97 0,-20-136 0,-1-28 0,2-1 0,0 0 0,1 1 0,6 25 0,2-15 0,-6-22 0,-1-1 0,1 1 0,-2 0 0,1 0 0,-1 0 0,0 0 0,0 7 0,-1 5-452,0 136-14308,0-150 13028,0 0-364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1.38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122 113 3522,'-1'-19'5721,"0"-21"3981,6 21-7243,2 11-1853,-7 8-561,1-1 0,0 0 0,0 1 0,-1-1 0,1 0 0,0 0-1,-1 0 1,1 0 0,-1 1 0,1-1 0,-1 0 0,0 0 0,1 0 0,-1 0 0,0 0 0,0 0 0,1-2-1,0 2-19,0 0 0,0 0 0,0 0-1,1 0 1,-1 1 0,0-1-1,1 0 1,-1 1 0,1-1 0,-1 1-1,1-1 1,-1 1 0,1 0-1,-1-1 1,1 1 0,-1 0 0,1 0-1,1 0 1,7 1 304,-1 0 1,1 0-1,0 1 1,-1 0-1,1 1 1,-1 0-1,1 0 1,8 6-1,-12-7 43,-1 1 1,0 0-1,1 0 0,-1 1 0,-1-1 1,1 1-1,0 0 0,-1 1 1,0-1-1,0 1 0,0-1 0,-1 1 1,6 10-1,-2 8-186,-2 1-1,0-1 1,-2 1 0,0 0-1,-2 0 1,-2 33 0,1-44-184,-1 6-2,-1 1 0,0-1 0,-2 0 0,-10 33 0,11-46 0,0-1 0,0 0 0,-1 1 0,0-2 0,0 1 0,0 0 0,0-1 0,-1 0 0,-10 8 0,-2 2 0,6-2 0,0-1 0,-1 0 0,-1-1 0,0 0 0,0-2 0,-1 1 0,0-1 0,-27 10 0,1 1-2036,36-16 1376,0-1 0,0 0 1,-1 0-1,1 0 0,-1 0 0,1 0 1,-1-1-1,0 0 0,-9 1 1,-8-3-13275,18 0 12314,-1-8-2654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1.9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53 1553,'1'0'164,"-1"0"-68,1 1 1,-1-1-1,1 0 1,-1 0-1,1 0 1,0 0 0,-1 0-1,1 0 1,-1 0-1,1 0 1,-1 0-1,1 0 1,-1 0 0,1 0-1,0 0 1,-1 0-1,1-1 1,-1 1-1,1 0 1,-1 0-1,1-1 1,-1 1 0,1 0-1,-1 0 1,1-1-1,-1 1 1,0-1-1,1 1 1,-1 0-1,0-1 1,1 1 0,-1-1-1,0 1 1,1-1-1,-1 1 1,0-1-1,0 1 1,1-2 0,-1 1 1263,4 1-562,-1-1-677,0 1 1,0 0-1,0-1 1,0 1-1,-1-1 1,1 0-1,0 0 1,-1 0-1,1 0 1,0 0-1,-1 0 1,4-4-1,-3 4 44,-1 0-1,0 1 1,0-1-1,0 0 1,1 1-1,-1-1 1,0 1-1,1 0 1,-1 0-1,0 0 1,1 0-1,-1 0 1,0 0-1,5 2 1,6-1 908,131-1 7262,-4 0-6282,-71 8-1938,-13 0-43,8-8-955,-60 0-19,0 0-386,-3 0 1194,0 0 1,-1 0-1,1 0 1,0 0-1,0 0 1,-1 0-1,1 0 1,0 0-1,-1 0 1,1 0 0,0 0-1,0 0 1,-1-1-1,1 1 1,0 0-1,-1 0 1,1-1-1,-1 1 1,1-1-1,0 1 1,-1 0-1,1-1 1,-1 1 0,1-1-1,-1 1 1,1-1-1,-1 1 1,1-1-1,-1 0 1,0 0-24,0 0-1,-1 1 1,1-1 0,-1 1 0,1-1 0,-1 1-1,1-1 1,-1 1 0,1-1 0,-1 1-1,1-1 1,-1 1 0,0 0 0,1-1 0,-1 1-1,0 0 1,1 0 0,-1 0 0,0-1 0,0 1-1,1 0 1,-1 0 0,0 0 0,1 0-1,-1 0 1,0 0 0,0 0 0,1 0 0,-2 1-1,-2-1-2384,3-1 2317,1 0 0,-1 0 0,1 0 1,-1 1-1,1-1 0,-1 0 0,1 0 0,-1 1 0,0-1 1,1 0-1,-1 1 0,0-1 0,0 1 0,1-1 0,-1 1 0,0-1 1,0 1-1,0 0 0,0-1 0,1 1 0,-1 0 0,0 0 1,0 0-1,0-1 0,0 1 0,-1 0 0,-23-2-1582,-22 0-1394,27-7 1656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2.22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 54 368,'-3'-1'257,"0"1"0,0 0 0,0 1-1,1-1 1,-1 0 0,0 1 0,1 0 0,-1 0 0,0-1-1,1 2 1,-1-1 0,1 0 0,-1 0 0,-6 6 2796,11 14 1858,-1-18-4281,6 1 565,-6-4-1103,-1 0 0,1 0 1,-1 1-1,1-1 0,-1 0 0,1 0 0,-1 1 1,0-1-1,1 0 0,-1 1 0,1-1 0,-1 1 0,0-1 1,1 0-1,-1 1 0,0-1 0,1 1 0,-1-1 1,0 1-1,0-1 0,1 1 0,-1-1 0,0 1 1,0-1-1,0 1 0,0-1 0,0 1 0,0-1 1,0 1-1,0 0 0,0-1 0,0 1 0,0-1 0,0 1 1,-1 0-1,2 2 165,-1-1 0,0 1 0,1 0-1,-1-1 1,1 1 0,0-1 0,-1 1 0,1-1 0,0 0 0,1 1 0,-1-1 0,0 0 0,3 3-1,-2-3 26,-1 0 0,1 1 0,-1 0 0,1-1 0,-1 1-1,0 0 1,0 0 0,0-1 0,0 1 0,-1 0-1,1 0 1,-1 0 0,1 4 0,-2 10 887,1-10-530,0 1-1,0 0 0,0 0 1,1 0-1,3 14 1,5 0 579,-6-17-1016,-1 0 0,0 0 1,0 1-1,-1-1 0,1 1 0,-1 0 1,0-1-1,0 11 0,-1 16-179,1-1 0,2 0 0,1 0 0,11 40 0,-6-44-23,-6-19 0,0 0 0,-1 0 0,0 1 0,0-1 0,-1 0 0,1 11 0,-3-9 0,2-1 0,-1 1 0,1-1 0,1 1 0,0-1 0,0 0 0,1 0 0,0 0 0,7 15 0,3-3 0,-9-16 0,0 0 0,-1 1 0,0 0 0,0 0 0,0 0 0,0 0 0,-1 0 0,2 10 0,-4-15 0,0 0 0,0 0 0,0-1 0,0 1 0,0 0 0,0 0 0,0 0 0,0-1 0,1 1 0,-1 0 0,0 0 0,0-1 0,1 1 0,-1 0 0,1 0 0,-1-1 0,0 1 0,1 0 0,-1-1 0,1 1 0,0-1 0,-1 1 0,1-1 0,-1 1 0,1-1 0,0 1 0,-1-1 0,1 1 0,0-1 0,0 0 0,-1 0 0,1 1 0,0-1 0,0 0 0,0 0 0,-1 0 0,1 0 0,0 1 0,0-1 0,0-1 0,-1 1 0,1 0 0,0 0 0,1 0 0,-1 0 0,0-1 0,0 1 0,0 0 0,0-1 0,0 1 0,1 0 0,-1-1 0,0 1 0,0-1 0,0 0 0,0 1 0,0-1 0,-1 0 0,1 0 0,0 0 0,0 1 0,0-1 0,-1 0 0,1 0 0,0 0 0,-1 0 0,1 0 0,-1 0 0,1 0 0,-1-1 0,0 1 0,1-2 0,-1-1 0,1 1 0,-1-1 0,1 0 0,0 0 0,0 0 0,0 1 0,1-1 0,-1 0 0,1 1 0,3-5 0,11-30 0,-2-8 0,-2 12 0,-2 0 0,-2 0 0,-1 0 0,-1-1 0,0-37 0,-5 57 0,0 0 0,1 1 0,8-27 0,-6 26 0,-1 0 0,0 0 0,1-29 0,-3 25 53,1 1 0,1 0 0,5-21 0,-4 22-318,0-1 0,-1 0 0,0-22 0,-3 35-1181,0-1 0,0 0 0,1 0 1,0 1-1,0-1 0,0 0 0,1 1 1,0-1-1,0 1 0,4-7 0,-3-2-4076,-3-1 712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2.37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53 8004,'19'16'5170,"9"-16"-560,-9 0-3825,28 0-129,-19 0-144,-9 0-256,28 0-96,0 0-96,-19-16-64,0 16-96,-9-11-592,9 11-737,-10-16-784,11 16-752,-29-10-625,18-6-159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2.53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67 1 6355,'0'8'951,"0"0"-1,0-1 1,-1 1 0,0 0 0,0 0-1,-1-1 1,0 1 0,0-1 0,0 1-1,-8 12 1,6-13-606,1 1-1,-1-1 1,1 0 0,0 1-1,1-1 1,0 1 0,0 0-1,1 0 1,0 0-1,0 11 1,-18 138 3225,19-40-1959,0-14 1200,0-35-3985,0-11-3502,0 0-4696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2.75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310 1 12918,'11'6'4339,"15"9"2006,-24-13-6043,0-1 1,1 1 0,-1 0-1,0 0 1,0 0-1,0 0 1,-1 0-1,1 0 1,0 1 0,-1-1-1,1 1 1,1 4-1,9 25 1450,-6-18-882,-1 0 0,-1 0 0,3 17 0,14 46-870,-16-63 0,0 0 0,-2 0 0,1 1 0,-2-1 0,2 27 0,-2 14 0,-1-35 0,0 0 0,-1 0 0,-1 0 0,-7 33 0,-11 10 0,15-47 0,-1 0 0,0 0 0,-1-1 0,-1 0 0,-12 19 0,-6 14 0,18-37-183,-1 1 0,0-1 0,-1-1 1,0 1-1,0-1 0,-1-1 0,0 0 0,-1 0 0,0-1 0,0 0 1,-20 9-1,6-4-1042,0-1 0,-1-2 0,0 0 0,-43 8 1,39-15-6793,10-3 341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3.41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122 27 8884,'-84'0'16464,"46"0"-15360,87-10 478,170 20 3151,173 2-4733,-261-6 0,142 9 0,196 5 0,-70-4 0,-257-16 0,-141 0-84,0 0 1,0 0-1,0 0 1,0 0-1,0 0 0,0 0 1,0 0-1,0 0 1,0-1-1,0 1 0,0 0 1,0 0-1,0-1 1,0 1-1,0-1 1,0 1-1,0-1 0,0 0 1,0 1-1,0-1 1,-1 0-1,1 1 0,0-1 1,0 0-1,-1 0 1,1 0-1,-1 0 0,1 1 1,-1-1-1,1 0 1,-1 0-1,1 0 0,-1 0 1,0 0-1,1 0 1,-1 0-1,0-1 0,0 1 1,0 0-1,0 0 1,0 0-1,0 0 0,0 0 1,0 0-1,-1 0 1,1 0-1,0 0 1,-1 0-1,1 0 0,-1 0 1,1 0-1,-1 0 1,1 0-1,-1 0 0,1 1 1,-2-3-1,-7-2-2416,8 4 2142,1 1 1,-1 0-1,0-1 0,0 1 1,0-1-1,0 1 0,1-1 1,-1 0-1,0 1 0,0-1 1,1 0-1,-1 1 0,1-1 0,-1 0 1,0 0-1,1 0 0,0 0 1,-1 1-1,1-1 0,-1 0 1,1 0-1,0 0 0,0 0 1,-1 0-1,1 0 0,0-1 1,-3-10-5465,-12-3 841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4.00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 75 5266,'0'-4'9649,"0"-18"-6401,0-15 4466,0 26-2951,0 23-2636,2 26-2127,-1-26 0,0 0 0,-1 1 0,-1-1 0,0 0 0,-4 22 0,0-15 0,1 0 0,1 1 0,1 0 0,0-1 0,2 1 0,0 0 0,1 0 0,1 0 0,1-1 0,7 26 0,-3-4 0,-7-37 0,0 1 0,0-1 0,1 0 0,0 1 0,0-1 0,0 0 0,0 0 0,1 0 0,0 0 0,0 0 0,0 0 0,0-1 0,0 1 0,5 5 0,10 22 0,-16-27 0,1 1 0,0-1 0,1 1 0,-1-1 0,0 0 0,1 0 0,0 0 0,0-1 0,0 1 0,5 3 0,5 4 0,-8-6 0,0-1 0,0 1 0,1-1 0,-1-1 0,1 1 0,0-1 0,0 0 0,8 3 0,14 2 0,-24-6 0,1 0 0,-1-1 0,0 0 0,0 0 0,1 0 0,-1 0 0,1-1 0,-1 1 0,1-1 0,-1 0 0,0-1 0,1 1 0,4-2 0,45-12 0,-43 12 0,0 0 0,0-1 0,0 0 0,-1 0 0,1-1 0,-1-1 0,0 0 0,-1 0 0,1-1 0,-1 0 0,15-12 0,-7-1 0,-9 11 0,1-1 0,-1 0 0,0-1 0,-1 0 0,0 0 0,-1-1 0,0 0 0,7-16 0,-12 24 0,2-9 0,0 1 0,1 0 0,0 0 0,11-19 0,-12 23 0,1 0 0,-1-1 0,0 0 0,-1 0 0,0 0 0,0 0 0,-1 0 0,1-12 0,-2-72 0,-2 40 0,2-41 0,-1 85 0,-2 9 0,-4 16 0,2-5 0,4-9 0,0-1 0,0 0 0,0 1 0,1-1 0,-1 1 0,1-1 0,-1 1 0,1-1 0,0 1 0,0-1 0,0 1 0,0-1 0,0 1 0,2 4 0,-1 7 0,0 5 0,-1-13 0,1 1 0,-1 0 0,-1 0 0,1 0 0,-1 0 0,-4 13 0,0-4 0,0 1 0,1 0 0,1 1 0,0-1 0,1 1 0,1 24 0,1 213 0,1-237 0,1-1 0,0 0 0,7 22 0,-5-21 0,0 1 0,-1-1 0,0 27 0,-3 43-2416,0 115-9513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4.24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122 214 3938,'0'-50'8729,"0"-68"3255,0 73-4500,0 45-7473,0 1 0,0-1 1,-1 1-1,1-1 0,0 0 0,0 1 1,0-1-1,-1 0 0,1 1 1,0-1-1,0 0 0,-1 1 0,1-1 1,0 0-1,-1 1 0,1-1 1,0 0-1,-1 0 0,1 1 1,-1-1-1,1 0 0,0 0 0,-1 0 1,1 0-1,-1 0 0,1 0 1,0 1-1,-1-1 0,1 0 0,-1 0 1,1 0-1,-1 0 0,1-1 1,0 1-1,-1 0 0,1 0 0,-1 0 1,1 0-1,-1 0 0,1 0 1,0-1-1,-1 1 0,1 0 1,0 0-1,-1-1 0,1 1 0,0 0 1,-1 0-1,1-1 0,0 1 1,-1 0-1,1-1 0,0 1 0,0 0 1,-1-1-1,1 2-11,0 1 0,0-1 0,0 1 0,-1-1 0,1 0 0,0 1 0,-1-1 0,1 1 0,-1-1 0,0 0 0,1 1 0,-1-1 0,0 0 0,0 0 0,0 0 0,0 1 0,0-1 0,-2 1 0,-7 12 0,8-10 0,1 1 0,0-1 0,1 0 0,-1 1 0,1-1 0,0 10 0,-3 26 0,-36 117 0,30-49 0,2-83 0,1 1 0,2-1 0,0 1 0,1 47 0,3 72 0,0-137 0,1-1 0,0 1 0,1-1 0,-1 1 0,1-1 0,6 13 0,-5-14 0,-1 1 0,0-1 0,0 0 0,-1 1 0,0-1 0,1 12 0,-2-14 10,0-1 0,1 1 1,-1 0-1,1 0 0,-1-1 0,1 1 0,0 0 1,1-1-1,-1 1 0,1-1 0,-1 1 0,4 4 1,-3-5-63,0-1 1,-1 1 0,1 0 0,-1 0-1,0 0 1,0 0 0,0 0 0,0 0-1,-1 0 1,1 0 0,-1 0 0,0 5-1,1-6-493,-1 0 0,0 1 0,1-1 0,-1 0 0,1 0 0,0 1 0,-1-1 0,1 0-1,0 0 1,1 0 0,-1 0 0,2 2 0,0 1-1548,1-1 1,0 0-1,0 0 1,0-1-1,0 1 1,1-1-1,5 4 1,6-5-1913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4.65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530 407 3986,'4'-6'810,"0"1"1,-1-1-1,0 0 0,0 0 1,-1 0-1,0 0 1,0-1-1,0 1 0,-1 0 1,1-9-1,-1-70 5681,-2 45-4043,1 30-1403,-1-1-1,-1 1 0,0 0 0,-1 0 0,1 0 1,-7-12-1,-3-14 1643,10 31-2613,0 1 0,0 0-1,-1 0 1,0 0 0,0 1 0,0-1 0,0 1-1,0-1 1,-1 1 0,0 0 0,1 0 0,-7-3-1,-9-9-101,14 12 28,0 0 0,0 1 0,-1-1 0,1 1 0,-1 0 0,1 0 0,-1 1 0,0-1 0,0 1 0,0 0 0,0 1 0,1 0 0,-1 0 0,0 0 0,-7 1 0,-2 1 0,0 0 0,0 1 0,1 0 0,-24 8 0,20-3 0,0 0 0,0 1 0,1 0 0,0 1 0,0 2 0,-15 12 0,-35 55 0,61-69 0,0-1 0,1 1 0,1 0 0,-1 0 0,2 1 0,-1-1 0,2 1 0,-1 0 0,1-1 0,0 17 0,-11 40 0,11-61 0,0-1 0,1 1 0,-1-1 0,1 1 0,1 0 0,-1-1 0,1 1 0,0 0 0,0 0 0,1-1 0,-1 1 0,1 0 0,0-1 0,1 1 0,2 6 0,2 41 0,-6-46 0,0 0 0,1-1 0,0 1 0,0 0 0,0 0 0,1-1 0,0 1 0,0-1 0,1 0 0,3 8 0,9 8 0,12 24 0,-24-39 0,-3-4 0,1 0 0,0 1 0,0-2 0,0 1 0,0 0 0,0 0 0,1 0 0,-1 0 0,1-1 0,0 1 0,0-1 0,0 1 0,0-1 0,0 0 0,1 0 0,-1 0 0,0 0 0,1 0 0,0 0 0,-1-1 0,1 1 0,0-1 0,0 0 0,4 1 0,8 1 0,0 0 0,0-2 0,0 0 0,0-1 0,0 0 0,15-3 0,-28 3 0,3-1 0,0 1 0,0-1 0,0 1 0,0-1 0,0-1 0,0 1 0,0-1 0,0 0 0,0 0 0,-1 0 0,1-1 0,-1 0 0,0 1 0,1-2 0,-1 1 0,-1 0 0,1-1 0,3-4 0,18-21 0,-2-1 0,-1 0 0,-2-2 0,0-1 0,-3 0 0,19-48 0,-33 66 0,0 0 0,-1 1 0,-1-1 0,0 0 0,-1 0 0,-3-24 0,1-5 0,-2 10 0,4 33 0,0 1 0,-1-1 0,1 1 0,0 0 0,-1-1 0,1 1 0,-1-1 0,1 1 0,0 0 0,-1-1 0,1 1 0,-1 0 0,1-1 0,-1 1 0,1 0 0,-1 0 0,0-1 0,1 1 0,-1 0 0,1 0 0,-1 0 0,1 0 0,-1 0 0,0 0 0,1 0 0,-1 0 0,1 0 0,-1 0 0,1 0 0,-1 0 0,0 1 0,1-1 0,-1 0 0,1 0 0,-1 0 0,1 1 0,-1-1 0,0 1 0,1-1 0,-1 1 0,1-1 0,-1 0 0,1 1 0,-1-1 0,1 1 0,0-1 0,-1 1 0,1-1 0,0 1 0,0-1 0,-1 1 0,1 0 0,0-1 0,0 1 0,0-1 0,-1 1 0,1 0 0,0-1 0,0 1 0,0-1 0,0 1 0,0 1 0,-2 8 0,1-9 0,0 1 0,-1 0 0,1 0 0,-1 0 0,1 0 0,0 0 0,0 0 0,0 0 0,0 1 0,0-1 0,0 0 0,1 1 0,-1-1 0,1 0 0,0 1 0,0-1 0,0 4 0,0-3 0,-1 1 0,1 0 0,-1-1 0,1 1 0,-1-1 0,0 1 0,-1-1 0,1 0 0,0 1 0,-1-1 0,-2 4 0,2-4 0,0 0 0,0 0 0,1 1 0,-1-1 0,1 1 0,0-1 0,0 1 0,0-1 0,1 1 0,-1 0 0,1 4 0,0 2 0,1-1 0,0 0 0,1 1 0,0-1 0,5 13 0,-4-12 0,0 1 0,0-1 0,-1 1 0,0 0 0,0 17 0,-2-18 0,1 0 0,0 0 0,1-1 0,0 1 0,0 0 0,1 0 0,1-1 0,-1 0 0,1 1 0,1-1 0,0-1 0,8 12 0,9 18-717,-21-34 383,1 0 0,-1-1 0,1 1 0,0-1 0,0 0 0,0 0 0,1 0-1,-1 0 1,6 5 0,16 10-5866,-8-7 1349,-3 1-1311,10 3 1101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4.9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545 51 4610,'-1'-2'647,"0"0"0,0 0 0,0 0 0,-1 0-1,1 0 1,0 0 0,-1 0 0,0 0 0,1 1 0,-1-1-1,0 1 1,0-1 0,1 1 0,-1 0 0,0 0 0,0-1 0,-3 0-1,-42-17 4658,40 18-4663,1 1 1,-1 0 0,1 1 0,-1-1 0,1 1 0,0 1 0,-1-1 0,1 1 0,-12 5 0,-17 4 1665,16-5-2129,1 0-1,0 1 0,0 1 1,0 1-1,1 0 1,1 1-1,0 1 1,0 0-1,1 1 0,0 1 1,1 1-1,1 0 1,-12 15-1,-17 23-177,36-45 0,0-1 0,1 1 0,-1 0 0,1 0 0,1 1 0,-1-1 0,1 1 0,0 0 0,-3 11 0,2 2 0,0-5 0,0 1 0,-3 33 0,16-21 0,-2-13 0,0 11 0,-4-21 0,-1 0 0,0 0 0,1 0 0,0 0 0,1 0 0,-1 0 0,1-1 0,0 1 0,8 9 0,3 3 0,-1 0 0,2 0 0,-1-1 0,2-1 0,21 18 0,-18-21 0,0 0 0,0-1 0,1-1 0,1-1 0,0 0 0,0-2 0,1-1 0,0 0 0,0-2 0,35 5 0,-32-7 0,1 0 0,-1-2 0,1-1 0,-1-1 0,1-1 0,-1-1 0,0-1 0,31-10 0,-54 13 0,5 0 28,-1-1 0,1-1-1,-1 1 1,0-1 0,0 0-1,0-1 1,10-6 0,-14 7-115,0 0 1,0 0 0,0-1 0,-1 1 0,1 0 0,-1 0-1,0-1 1,0 1 0,0-1 0,0 1 0,-1-1 0,1 1-1,-1-1 1,0 0 0,0 1 0,-1-5 0,2-3-2710,-30-9-14983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6.0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258 11 3249,'-107'0'9877,"0"0"-6956,81-6-1746,18 3 958,-1 1 4228,154 13-1300,41 2-3143,-143-10-1873,42-3 0,20 2-63,376 22 18,-289-15 0,-72 0 0,190 17 0,252 12 0,-466-27 0,-54-5 0,61 0 0,-58-3 0,47 7 0,-45-3 0,52 0 0,94 9 0,-149-14 0,-39 1-737,-9-4-1159,-39-3-6001,33 1-20,-2-6 5918,11 7 555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6.96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94 111 5426,'-9'-24'8902,"8"22"-8429,0 0-1,-1 0 1,1 0-1,0 0 1,1 0-1,-1 0 1,0 0-1,1 0 1,-1-1-1,1 1 1,-1-3-1,1 5-362,0-1-1,0 0 0,0 0 0,0 0 0,0 1 0,0-1 0,0 0 0,0 0 0,-1 1 0,1-1 0,0 0 0,-1 1 0,1-1 0,0 0 0,-1 1 0,1-1 0,-1 0 0,1 1 0,-1-1 0,1 1 0,-1-1 0,1 1 1,-1-1-1,0 1 0,1-1 0,-1 1 0,0 0 0,1-1 0,-1 1 0,0 0 0,0-1 0,-11-7 2395,9-5 3126,-6-3-4527,9 16-1102,0 0-1,-1 0 1,1 0 0,0-1-1,0 1 1,0 0-1,0 0 1,0 0 0,-1 0-1,1 0 1,0-1 0,0 1-1,0 0 1,0 0 0,-1 0-1,1 0 1,0 0-1,0 0 1,0 0 0,-1 0-1,1 0 1,0-1 0,0 1-1,0 0 1,-1 0 0,1 0-1,0 0 1,0 0-1,-1 0 1,1 1 0,0-1-1,0 0 1,0 0 0,-1 0-1,1 0 1,0 0 0,0 0-1,0 0 1,-1 0-1,1 0 1,0 1 0,0-1-1,0 0 1,0 0 0,-1 0-1,1 0 1,0 0 0,0 1-1,0-1 1,0 0-1,0 0 1,0 0 0,0 1-1,-1-1 1,1 0 0,0 0-1,0 0 1,0 1 0,0-1-1,0 0 1,0 0-1,0 1 1,0-1 0,0 0-1,0 1 1,0 2-1,0 1 0,0 0 0,-1 0 0,0 0 0,0-1 0,0 1 0,0 0 0,0-1 0,-1 1 0,0-1 0,-2 5 0,2-5 0,0 0 0,1 0 0,-1 0 0,1 0 0,0 0 0,-1 1 0,2-1 0,-1 0 0,0 1 0,1-1 0,-1 5 0,1 166 0,0-169 0,0 0 0,1-1 0,-1 1 0,1 0 0,0 0 0,0-1 0,0 1 0,1-1 0,0 1 0,4 8 0,10 26 0,31 65 0,-44-97 0,1-1 0,-1 1 0,1-1 0,1 0 0,-1 0 0,1 0 0,0 0 0,0-1 0,0 0 0,9 6 0,1 0 0,0-1 0,0 0 0,21 8 0,-28-14 0,1-1 0,0-1 0,0 0 0,0 0 0,0 0 0,0-1 0,0-1 0,0 0 0,0 0 0,0 0 0,0-1 0,16-4 0,-19 4 0,-1-1 0,1 1 0,-1-1 0,1 0 0,-1 0 0,0-1 0,0 0 0,0 0 0,0 0 0,0 0 0,-1-1 0,1 0 0,-1 0 0,0 0 0,0 0 0,0-1 0,-1 1 0,0-1 0,0 0 0,4-8 0,16-32 0,-19 39 0,0 0 0,0 0 0,-1-1 0,0 1 0,3-12 0,21-62 0,-21 67 0,0 0 0,-1-1 0,-1 1 0,-1-1 0,0 0 0,2-26 0,14-81 0,-19 91 0,0-9 0,0 36 0,0 24 0,-9 16 0,7-31 0,0-1 0,1 0 0,0 1 0,-1-1 0,1 1 0,0 7 0,3 18 0,-1-21 0,-1 1 0,0-1 0,0 1 0,-1 0 0,0-1 0,-4 14 0,-1-5 0,2-8 0,0 1 0,1 0 0,1 0 0,0 0 0,-1 18 0,3 553-4885,1-581 4221,-1 0 0,0 0 0,1 0 0,0 0 0,-1 0 0,1 0 0,0 0 0,0 0-1,0 0 1,0-1 0,1 1 0,-1 0 0,0-1 0,1 1 0,-1-1 0,1 1 0,-1-1 0,1 0 0,0 0 0,0 1 0,-1-1 0,1 0 0,4 1-1,5 5-4620,-8 6 1972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7.31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185 208 3089,'-1'-4'978,"0"0"0,0 1 0,0-1 0,0 1 0,-1-1 0,1 1 0,-1-1 0,0 1 0,0 0 0,0 0 0,-1 0 0,1 0 0,-6-4 0,6 4-626,0 0-1,-1 1 1,0-1-1,0 1 1,0 0-1,0 0 1,0 0 0,0 0-1,0 0 1,-1 1-1,1 0 1,-6-2-1,6 3-235,1 0-1,0 0 0,-1 0 1,1 0-1,0 1 1,0-1-1,-1 1 1,1-1-1,0 1 1,0 0-1,0 0 1,0 0-1,0 0 1,0 0-1,0 1 0,0-1 1,0 1-1,1-1 1,-3 3-1,0 2 462,1-1-1,0 1 0,0-1 0,0 1 1,-2 9-1,-2 4 783,-1-1-708,3-9-348,0 1 0,1 1 0,0-1 1,1 1-1,0-1 0,0 1 1,1 0-1,1 0 0,0 0 0,0 0 1,2 12-1,3-3-303,-1-5 0,0 0 0,1 0 0,0-1 0,2 1 0,12 24 0,-4-14 0,-10-15 0,2-1 0,-1 0 0,1 0 0,10 11 0,4 1 0,1-1 0,1-2 0,32 22 0,-41-31 0,1-1 0,0 0 0,0-2 0,1 1 0,0-2 0,0 0 0,31 6 0,-29-11 0,1-1 0,0 0 0,-1-2 0,19-4 0,-30 5 0,1 0 0,-1 0 0,0-1 0,0 0 0,-1 0 0,1-1 0,-1 0 0,0 0 0,1 0 0,-2 0 0,8-9 0,0-1 0,0 0 0,17-29 0,-25 35 0,-1 0 0,0 1 0,0-1 0,0-1 0,-1 1 0,0 0 0,-1-1 0,0 1 0,1-14 0,3-30 0,1 25 0,-4 19 0,0 0 0,0 0 0,-1-1 0,0 1 0,-1 0 0,0 0 0,-1-14 0,-3-5 0,-2 0 0,0 1 0,-2 0 0,-1 0 0,-19-39 0,21 53 0,0 1 0,0 0 0,-2 0 0,1 0 0,-1 1 0,0 1 0,-1 0 0,0 0 0,-1 1 0,0 0 0,0 1 0,0 0 0,-24-10 0,27 14 0,0 0 0,0 0 0,-1 1 0,1 0 0,-1 0 0,1 1 0,-1 0 0,0 1 0,1 0 0,-1 0 0,-14 3 0,3 2 0,1 0 0,0 2 0,0 0 0,-19 10 0,32-14-264,1 0 1,-1 1-1,1 0 1,0-1-1,0 2 0,1-1 1,-7 8-1,6-7-318,0 1 1,1 0-1,0 0 0,0 0 1,0 1-1,1-1 0,0 1 1,0 0-1,1 0 0,0 0 1,0 0-1,1 0 0,-1 1 1,2-1-1,-1 0 0,1 1 1,1 13-1,3-5-1738,1 0 0,0-1-1,1 0 1,1 0 0,9 15 0,4 11-3835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7.56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281 70 14935,'10'-5'2557,"-7"3"-1468,0 1-1,0-1 1,0 1-1,-1-1 0,1 0 1,0 0-1,-1 0 1,0-1-1,1 1 1,1-3-1,2-23 2214,-6 27-3302,0 1 0,0-1 0,0 1 0,0-1 0,0 0 0,0 1 0,-1-1 0,1 1 0,0-1 0,0 1 0,0-1 0,-1 1 0,1 0 0,0-1 0,-1 1 0,1-1 0,0 1 0,-1 0 0,1-1 0,-1 1 0,1 0 0,-1-1 0,1 1 0,-1 0 0,1 0 0,-1-1 0,1 1 0,-1 0 0,1 0 0,-1 0 0,1 0 0,-1 0 0,1 0 0,-1-1 0,1 1 0,-1 1 0,1-1 0,-1 0 0,1 0 0,-1 0 0,0 0 0,1 0 0,-1 0 0,1 1 0,-1-1 0,0 0 0,-27 13 0,14 0 0,-1 0 0,2 1 0,0 0 0,0 1 0,1 0 0,-15 27 0,-53 112 0,53-98 0,18-33 0,1 0 0,-7 31 0,4-11 0,3-14 0,2 1 0,2-1 0,0 1 0,2 0 0,2 37 0,0-57 0,0-6-659,0-1 1,1 1-1,-1-1 0,1 1 1,0-1-1,0 1 0,0-1 1,0 0-1,3 7 0,-2-8-193,-1 1-1,0-1 0,0 1 1,0 0-1,0-1 0,-1 1 1,1 0-1,-1 0 0,1 4 0,-1-6 663,0-1-1,0 0 1,0 1-1,0-1 1,0 0-1,0 1 1,0-1-1,0 1 1,0-1-1,0 0 0,0 1 1,0-1-1,0 0 1,0 1-1,0-1 1,1 0-1,-1 1 1,0-1-1,0 0 1,0 0-1,1 1 1,-1-1-1,0 0 0,0 1 1,1-1-1,-1 0 1,0 0-1,0 0 1,1 1-1,0-1 1,22 2-5218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7.89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201 130 8964,'1'-25'5898,"0"18"-5220,0 1 1,-1-1 0,0 0 0,0 1 0,0-1 0,-1 0-1,0 0 1,0 1 0,-4-12 0,-5 10-131,9 7-465,0 1 1,1-1-1,-1 1 1,0-1-1,0 0 0,0 1 1,0-1-1,1 0 0,-1 1 1,0-1-1,1 0 1,-1 0-1,1 0 0,-1 0 1,1 0-1,-1 0 0,1 1 1,-1-1-1,1 0 1,0 0-1,-1-2 0,-19 13 2759,11-2-2298,0 0 0,1 1 0,0 0 0,0 1 1,1 0-1,0 0 0,1 0 0,0 1 0,-5 13 0,-4 3-92,5-4-452,0 1 0,1 0 0,2 0 0,-7 32 0,10-28 0,2 0 0,0 1 0,4 46 0,0-9 0,0-43 0,1-1 0,0 1 0,2-1 0,10 28 0,-10-36 0,2 4 0,1 0 0,1 0 0,1-1 0,0 0 0,2-1 0,0 0 0,0-1 0,1 0 0,1-1 0,16 12 0,-25-23 0,0 0 0,0-1 0,0 1 0,1-1 0,-1-1 0,0 1 0,1-1 0,0 1 0,-1-1 0,1-1 0,0 1 0,-1-1 0,1 0 0,0-1 0,7-1 0,11 2 0,-19-1 0,0 0 0,1 1 0,-1-2 0,0 1 0,0-1 0,0 1 0,0-1 0,0-1 0,-1 1 0,1-1 0,-1 1 0,1-1 0,-1-1 0,0 1 0,4-5 0,8-8 0,-1 0 0,15-24 0,-28 37 0,4-7 0,0 0 0,-1-1 0,-1 1 0,0-1 0,0 0 0,-1-1 0,0 1 0,-1 0 0,1-16 0,7-34 0,-3 36 0,-2 6 0,-1 0 0,-1 0 0,2-33 0,-3-3 0,-1 37 0,0 0 0,-1 0 0,-1 0 0,0 0 0,-6-22 0,-19-55 0,24 87 0,0 1 0,-1 0 0,0 0 0,0 0 0,0 0 0,-1 0 0,0 1 0,0 0 0,-1-1 0,1 2 0,-2-1 0,1 0 0,0 1 0,-1 0 0,0 1 0,-8-6 0,4 4 0,0 1 0,0 0 0,0 1 0,0 0 0,-1 1 0,0 0 0,0 0 0,0 1 0,0 1 0,-21-1 0,23 2 2,-44 3-240,51-3 144,-1 1-1,0-1 1,0 1 0,0 0-1,0 0 1,1 0 0,-1 1 0,0-1-1,1 0 1,-1 1 0,1 0-1,0-1 1,-1 1 0,1 0 0,-3 4-1,-8 10-5348,-15 21-3613,27-35 8591,0-1-1,0 1 1,0 0-1,0 0 1,0 1-1,1-1 1,-1 0 0,1 0-1,-1 0 1,1 0-1,0 0 1,0 1-1,0-1 1,0 0-1,0 0 1,1 0 0,0 4-1,15 21-3325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8.25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144 234 3169,'14'-12'2231,"16"-18"4284,-14 10-1670,-14 19-4546,-1 0-1,0 0 0,0 0 1,0 0-1,0-1 1,0 1-1,0 0 0,0 0 1,0-1-1,-1 1 1,1 0-1,0-1 1,-1 1-1,1-1 0,-1 1 1,0-1-1,1 1 1,-1-1-1,0 0 1,0 1-1,0-4 1876,-5 5-1963,1 1 0,-1-1 0,0 1 1,1 0-1,-1 1 0,1-1 0,-1 1 0,1 0 1,0 0-1,0 0 0,0 0 0,0 1 0,0 0 0,0 0 1,1 0-1,-1 0 0,-4 5 0,-4 8 1008,0-1-1,-18 34 1,22-35-1110,2-4-109,1 2 0,1-1 0,-6 18 0,-12 31 0,15-42 0,2 1 0,0 0 0,1 1 0,0-1 0,2 1 0,0-1 0,2 1 0,2 32 0,-2-9 0,1-32 0,0-1 0,0 0 0,1 0 0,1 0 0,-1 0 0,8 16 0,2 9 0,-6-23 0,1-1 0,1 1 0,0-1 0,1-1 0,0 1 0,0-2 0,21 17 0,-27-23 0,3 2 0,0-1 0,0 0 0,1-1 0,-1 1 0,1-1 0,0 0 0,0-1 0,0 0 0,1 0 0,-1 0 0,0-1 0,1 0 0,-1 0 0,1-1 0,-1 0 0,1-1 0,-1 1 0,0-1 0,1-1 0,-1 1 0,0-1 0,0-1 0,0 1 0,0-1 0,0-1 0,0 1 0,-1-1 0,0 0 0,1 0 0,-2-1 0,1 0 0,0 0 0,5-7 0,1 0 0,-9 9 0,1-1 0,-1 1 0,0 0 0,0-1 0,-1 0 0,1 0 0,0 0 0,-1 0 0,2-6 0,17-44 0,-14 40 0,-2 0 0,0 0 0,4-20 0,5-30 0,-9 47 0,-1 0 0,-1 0 0,0 0 0,-1-1 0,-1 1 0,0-1 0,-2 1 0,-4-33 0,-22-71 0,23 106 0,0 0 0,-1 1 0,-1-1 0,-1 1 0,0 0 0,-14-20 0,11 17 0,6 11 0,0 1 0,0-1 0,0 1 0,-1 0 0,0 0 0,0 0 0,-12-7 0,9 6 0,0 0 0,1-1 0,-1 0 0,-7-9 0,12 12 0,-1 1 0,0-1 0,0 1 0,-1 0 0,1 0 0,-1 1 0,1-1 0,-1 1 0,0 0 0,-6-1 0,-57-15 0,47 13 0,15 4-189,-1 0 0,1 0 1,0 0-1,-1 1 0,1 0 0,-7 1 0,-3 0-1450,3 2-4783,1 5 4374,10-6 545,-3 10-7272,5-10 7463,0 13-2992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8.75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557 226 4546,'20'-13'3850,"-19"13"-3570,1-1 0,0 0 1,-1 0-1,1 0 0,-1 0 1,1 0-1,-1 0 0,0 0 1,1 0-1,-1-1 0,0 1 1,0 0-1,1-1 0,-1 1 1,-1-1-1,1 0 0,0 1 1,0-1-1,0 0 0,-1 1 1,1-1-1,-1 0 0,1 0 1,-1 1-1,0-1 0,0-3 1,1 1 81,-1 1 1,0-1-1,0 1 0,0-1 1,-1 1-1,1 0 1,-1-1-1,0 1 1,0 0-1,0-1 0,0 1 1,0 0-1,-1 0 1,1 0-1,-1 0 1,0 0-1,0 0 0,0 1 1,-4-5-1,0-4 528,5 10-818,1 0 1,0 0-1,0 0 0,-1 1 0,1-1 0,-1 0 1,1 0-1,0 1 0,-1-1 0,1 0 1,-1 1-1,0-1 0,1 1 0,-1-1 1,1 0-1,-1 1 0,0 0 0,1-1 1,-1 1-1,0-1 0,0 1 0,0 0 0,1-1 1,-1 1-1,0 0 0,0 0 0,0 0 1,1-1-1,-1 1 0,0 0 0,0 0 1,-1 1-1,1-1-46,0 0 2,0 0 0,1 0 1,-1 0-1,0 0 0,0 0 0,1 1 1,-1-1-1,0-1 0,0 1 0,1 0 1,-1 0-1,0 0 0,0 0 0,1 0 0,-1-1 1,0 1-1,1 0 0,-1-1 0,0 1 1,1 0-1,-1-1 0,0 1 0,1-1 1,-1 1-1,1-1 0,-1 1 0,1-1 1,-1 0-1,1 1 0,-1-1 0,1 0 1,0 1-1,-1-1 0,1 0 0,0 1 0,0-1 1,-1-1-1,-22 0 367,8 1-318,-11 2-100,26-1 20,-1 0-1,0 1 1,1-1 0,-1 0-1,1 0 1,-1 0 0,1 0-1,0 1 1,-1-1 0,1 0-1,-1 1 1,1-1 0,-1 0-1,1 1 1,0-1 0,-1 0-1,1 1 1,0-1 0,-1 1-1,1-1 1,0 0 0,-1 1-1,1-1 1,0 1 0,0-1-1,0 1 1,0-1-1,-1 1 1,1-1 0,0 1-1,0-1 1,0 2 0,-23 11-21,21-13 25,1 0 0,0 0 0,-1 1-1,1-1 1,0 0 0,-1 1 0,1-1 0,0 1 0,0-1 0,-1 1 0,1-1 0,0 1 0,0 0 0,0 0 0,0-1 0,0 1-1,0 0 1,0 0 0,0 0 0,0 0 0,0 0 0,0 2 0,-11 10 23,5-8 62,1 0 0,-1-1 0,0 0 0,0 0 0,-8 2 0,8-3 192,0 0 1,1 0 0,-1 1-1,1 0 1,-11 8 0,-10 18 1146,19-21-1125,0 0 0,-1 0 0,-15 12 0,9-9-299,2 0 0,0 1 0,0 1 0,1 0-1,1 1 1,0 0 0,1 1 0,-10 20 0,-1-1-1,14-25 0,1-1 0,0 2 0,1-1 0,0 1 0,0-1 0,-4 17 0,-17 66 0,24-88 0,0 1 0,1 0 0,0 0 0,0 0 0,0 0 0,1 0 0,0 0 0,0 0 0,1 1 0,-1-1 0,1 0 0,0 0 0,1-1 0,0 1 0,0 0 0,0 0 0,1-1 0,-1 1 0,1-1 0,0 0 0,5 5 0,-4-5 0,-1 0 0,1 0 0,-1 1 0,0-1 0,4 10 0,-6-11 0,1 0 0,0 0 0,0-1 0,0 1 0,0-1 0,0 1 0,1-1 0,-1 0 0,1 0 0,0 0 0,0 0 0,0 0 0,1-1 0,-1 1 0,4 1 0,11 4 0,0-2 0,0 0 0,1-1 0,-1-1 0,1 0 0,0-2 0,0 0 0,0-1 0,0-1 0,0-1 0,0 0 0,0-2 0,23-5 0,-36 6 0,-1 0 0,1 0 0,0-1 0,-1 1 0,0-1 0,1-1 0,-1 1 0,6-7 0,1 1 0,2-2 0,-1-2 0,-1 0 0,0-1 0,-1 0 0,0 0 0,-1-1 0,10-20 0,-18 32 0,1-4 0,0 0 0,0 0 0,-1 0 0,1 0 0,-2 0 0,1 0 0,-1-1 0,1-8 0,3-19 0,4 0 0,-5 23 0,-1 0 0,-1-1 0,0 1 0,1-21 0,-2 15 0,-1 1 0,0 0 0,-2-1 0,0 1 0,-1 0 0,0 0 0,-2 0 0,-7-21 0,5 20 0,-1 1 0,0 0 0,-1 1 0,-1 0 0,0 0 0,-18-19 0,2 5 0,19 21 0,0 0 0,-1 0 0,0 1 0,0 0 0,-1 1 0,0 0 0,-18-11 0,-3 5 0,0 2 0,0 1 0,-49-9 0,55 18-3540,23 2 3067,-1-1 0,1 1 0,0-1 0,0 1 0,-1-1 1,1 1-1,0 0 0,0-1 0,0 1 0,0 0 0,0 0 1,0 0-1,0 0 0,0 0 0,0 0 0,0 0 0,1 0 0,-1 0 1,0 1-1,1-1 0,-1 0 0,1 0 0,-1 1 0,1-1 1,0 0-1,0 1 0,-1-1 0,1 0 0,0 1 0,0-1 1,0 0-1,0 1 0,1 1 0,-1 12-4945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9.13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497 70 4610,'-3'-36'11540,"-9"15"-5180,8 19-5885,0 0 0,0 1 0,0-1-1,0 1 1,0 0 0,-1 0 0,1 0 0,0 0-1,-1 1 1,1 0 0,-1-1 0,-7 2-1,-2 0-237,0 0 0,-1 0 0,1 1 0,0 1-1,0 0 1,1 1 0,-1 1 0,1 0-1,0 1 1,-18 10 0,10-3 10,1 2-1,0 0 1,1 2 0,1 0-1,-20 23 1,36-37-247,0-1 0,0 1 0,0 0 0,0 0 0,1 1 0,-1-1 0,1 0 0,0 1 0,0-1 0,0 0 0,-1 7 0,-4 14 0,-2-8 0,6-14 0,1-1 0,-1 1 0,1 0 0,0 0 0,0 0 0,0 0 0,0 0 0,1 0 0,-1 0 0,0 0 0,1 0 0,-1 0 0,1 1 0,0-1 0,0 0 0,0 0 0,0 0 0,0 1 0,0-1 0,1 0 0,-1 0 0,2 3 0,12 21 0,-9-19 0,-1 0 0,-1 0 0,1 0 0,-1 1 0,3 8 0,-4-10 0,0 1 0,1-1 0,0 0 0,0 0 0,1 0 0,0 0 0,0 0 0,0-1 0,0 0 0,1 1 0,0-2 0,0 1 0,0-1 0,12 7 0,22 23 0,67 47 0,-94-73 0,0 0 0,1-1 0,15 7 0,-21-12 0,0 2 0,0-1 0,0 1 0,-1-1 0,0 2 0,0-1 0,0 1 0,0 0 0,0 0 0,6 9 0,4 1 0,-12-11 0,-19 1 0,-8 5 0,22-9 0,0 0 0,0-1 0,-1 1 0,1 0 0,-1-1 0,1 1 0,-1 0 0,1-1 0,0 0 0,-1 1 0,0-1 0,1 0 0,-1 0 0,-2 0 0,-134 11 0,-34 5-357,143-16-3307,-35 0-11761,47-3 9593,13-10-1609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19.33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76 38 4914,'0'-28'8803,"0"18"-4803,0 20 749,1 46-2138,1-24-48,-2 0 1,-8 62-1,2-63-2563,0-3 0,1-1 0,-1 48 0,6 553 0,-5-530-3008,-14 43-7393,16-128 8183,-1 0-1,0-1 1,-8 17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25.6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1006 1916 2113,'-13'0'1372,"-10"1"3609,22-1-4912,0 0 0,1 0 0,-1 0 0,1 1 0,-1-1-1,1 0 1,0 0 0,-1 0 0,1 1 0,-1-1 0,1 0-1,-1 1 1,1-1 0,0 0 0,-1 1 0,1-1 0,0 0 0,-1 1-1,1-1 1,0 1 0,-1-1 0,1 1 0,0-1 0,0 1-1,0-1 1,-1 1 0,1-1 0,0 1 0,0-1 0,0 1 0,0-1-1,0 2 1,0 0 737,17-2-661,8 0 318,-1 0 0,0 2 1,28 5-1,-30-4-276,0-1 0,-1-1 0,1 0 0,23-4-1,9 1 94,662 2 5616,-502 16-5698,-202-16-180,359 8 871,-223-6-506,10 1 229,86 12-7,9-4-156,464 53 268,-642-56-690,66 2-19,12 3-18,-2 0 87,49-2 107,130-11 203,-233-11-254,-93 12-125,-1-1-6,0 0 0,0 0-1,1 0 1,-1 0 0,0 0 0,0 0 0,0-1 0,0 1 0,4-2 0,-5 0 33,0 0 0,0 1 0,0 0-1,0-1 1,1 1 0,-1 0 0,0 0 0,1 0 0,-1 1 0,1-1 0,-1 0 0,1 1 0,-1 0 0,1-1 0,0 1 0,-1 0 0,1 1 0,4-1 0,6-4 267,-12 3-268,-1 1-1,1-1 0,0 1 0,0-1 0,0 0 0,-1 1 1,1 0-1,0-1 0,0 1 0,0 0 0,0-1 0,0 1 1,0 0-1,0 0 0,0 0 0,0 0 0,0 0 0,0 0 1,2 0-1,-3 0-29,1 0 2,0 0 0,0 1 0,-1-1 0,1 0 0,0 0 1,0 0-1,-1 0 0,1 0 0,0 0 0,0 0 0,-1 0 0,1-1 1,0 1-1,0 0 0,-1 0 0,1-1 0,0 1 0,-1 0 0,1-1 1,0 1-1,-1-1 0,1 1 0,-1 0 0,1-1 0,0 0 0,-1 1 1,1-1-1,-1 1 0,0-1 0,1 0 0,-1 1 0,1-1 0,-1 0 1,0 1-1,1-1 0,-1 0 0,0 0 0,24-11 248,-3 6-212,-12 4-56,1-1 1,-1 0-1,0 0 0,0-1 0,9-5 1,-12 5 28,0 1 1,0 0-1,-1 0 1,2 1-1,-1 0 0,0 0 1,12-2-1,-1 0 48,-6 1-19,-8 2-14,1 0 0,-1 0 0,0-1 0,1 1 0,-1-1 0,0 1 0,0-1 0,0 0 0,0 0 0,0-1 0,2-2 0,-4 5-20,32-14 565,-30 13-509,1 0 0,0 0-1,-1 0 1,1 0-1,-1-1 1,0 1 0,0-1-1,4-2 1,4-10 432,3 3-196,-10 9-238,0 0 0,-1 0 1,1-1-1,-1 1 0,1-1 0,-1 0 0,0 0 0,0 0 0,0-1 1,0 1-1,3-7 0,23-23 159,-23 26-200,-1 0 0,0 0 1,0 0-1,7-14 0,-9 14-15,1 0 0,0 0-1,1 0 1,0 0 0,9-10-1,-12 16 1,0 0 0,0-1 0,-1 1 0,1 0 0,-1-1 0,1 1 0,-1-1-1,0 0 1,1 1 0,-1-1 0,0 0 0,0 0 0,0 0 0,0 0 0,-1 0 0,1 0 0,0 0-1,-1 0 1,0 0 0,1 0 0,-1-3 0,6-24 34,15-7 11,-19 32-43,1 1-1,-1 0 1,0-1-1,0 1 1,0-1-1,0 0 1,0 1-1,-1-1 1,0 0-1,0 0 0,0 0 1,1-7-1,-2 7 12,1-1 0,0 0 0,0 0 0,0 1 1,0-1-1,1 1 0,0-1 0,0 1 0,4-7 0,8-20 201,-8 15-82,-4 12-106,-1 1 0,1-1 0,-1 1 0,0-1 0,0 0 0,0 1-1,-1-1 1,1-7 0,-1 6-7,1 0-1,0-1 1,0 1-1,0 0 1,1 0 0,-1 0-1,6-10 1,-5 11-12,0-1 1,0 0 0,0 0 0,0 0 0,-1 0-1,0-1 1,1-9 0,-2 4-16,0 1 0,1-1 0,0 0 0,0 0 0,2 1 0,5-20 0,-7 25 0,3-31 0,0-3 0,6 18 0,-8 18 0,0-1 0,0 0 0,-1 0 0,1 0 0,-1 0 0,0 0 0,0 0 0,0 0 0,-1 0 0,1-6 0,0 0 0,0-1 0,0 1 0,2 0 0,-1 0 0,1 0 0,1 1 0,6-14 0,-7 15 0,1 0 0,-1-1 0,0 1 0,-1-1 0,1 0 0,-2 0 0,2-10 0,-3 10 0,1 0 0,0 0 0,1 0 0,0 0 0,0 0 0,1 1 0,0-1 0,6-10 0,-5 11 0,0 0 0,-1 0 0,0-1 0,-1 1 0,1-1 0,-2 1 0,1-1 0,-1-11 0,0 16 0,-1-1 0,1 1 0,0 0 0,0-1 0,0 1 0,0 0 0,3-6 0,-2 6 0,-1 0 0,1 0 0,-1 0 0,0 0 0,0-1 0,-1 1 0,1-6 0,-1-125 0,-8 101 0,6 29 0,0 0 0,0-1 0,1 1 0,0 0 0,0-1 0,0 1 0,0-7 0,1-48 0,0 59 0,0 0 0,0-1 0,0 1 0,0 0 0,0-1 0,-1 1 0,1 0 0,0-1 0,-1 1 0,0 0 0,1 0 0,-1 0 0,1 0 0,-1-1 0,0 1 0,0 0 0,0 0 0,0 0 0,0 0 0,0 1 0,-2-3 0,2 3 0,0-1 0,0 0 0,0 0 0,0 0 0,0 0 0,0 0 0,1 0 0,-1 0 0,0 0 0,0 0 0,1 0 0,-1 0 0,1 0 0,-1 0 0,1-1 0,-1 1 0,1 0 0,0 0 0,0-1 0,-1 1 0,1-3 0,0 0 0,0 0 0,0-1 0,-1 1 0,0 0 0,0-1 0,0 1 0,-1 0 0,-1-5 0,1 5 0,1 0 0,-1 0 0,1 0 0,0 0 0,0 0 0,0 0 0,1-1 0,0-4 0,0 8 0,0 1 0,0-1 0,0 0 0,-1 0 0,1 0 0,0 1 0,0-1 0,0 0 0,-1 0 0,1 1 0,0-1 0,0 0 0,-1 0 0,1 1 0,-1-1 0,1 0 0,-1 1 0,1-1 0,-1 1 0,1-1 0,-1 1 0,0-1 0,1 1 0,-1-1 0,0 1 0,1-1 0,-1 1 0,0 0 0,0-1 0,0 1 0,0 0 0,0-1 0,0 1 0,0 0 0,1 0 0,-1-1 0,0 1 0,1-1 0,-1 1 0,0-1 0,1 1 0,-1-1 0,1 1 0,-1-1 0,1 1 0,-1-1 0,1 0 0,-1 1 0,1-1 0,-1 0 0,1 1 0,0-1 0,-1 0 0,1 0 0,0 1 0,0-1 0,0 0 0,0 0 0,-1 0 0,1 1 0,0-2 0,0-2 0,0 1 0,-1-1 0,1 1 0,-1 0 0,0 0 0,0-1 0,0 1 0,-3-5 0,-5-23 0,8 28 0,0 0 0,0 1 0,0-1 0,0 1 0,0-1 0,0 1 0,-1-1 0,1 1 0,-1 0 0,0 0 0,0 0 0,0 0 0,0 0 0,0 0 0,-4-3 0,-10-11 0,-1 4 0,16 11 0,0 1 0,0-1 0,-1 1 0,1-1 0,0 0 0,0 1 0,0-1 0,0 0 0,0 0 0,0 0 0,0 0 0,0 0 0,0 0 0,0 0 0,0-1 0,-3-1 0,1 1 0,-1-1 0,0 1 0,0 0 0,0 0 0,0 0 0,0 1 0,0-1 0,0 1 0,0 0 0,-1 1 0,1-1 0,0 0 0,-1 1 0,1 0 0,-5 1 0,-35-7 0,19 0 0,0 2 0,0 0 0,-1 2 0,0 0 0,-46 5 0,4-1 0,9-2 0,-86 13 0,94-9 0,0-1 0,-60-5 0,14-1 0,-933 3 0,953-7 0,-10-1 0,-572 8 0,415-11 0,168 11 0,-39 1 0,-122-15 0,180 9 0,-104 5 0,67 2 0,-589-2 0,611 8 0,-5 0 0,39-8 0,-209 9 0,174-8 0,56-2 0,0 0 0,0 2 0,-24 3 0,6 3 0,0-3 0,-68 1 0,-9 1 0,10-1 0,73-6 0,-1 2 0,-50 9 0,-27-3 0,8-2 0,59-1 0,-25 7 0,35-6 0,27-5 0,0 1 0,1-1 0,-1 0 0,0 1 0,0 0 0,1-1 0,-1 1 0,0 0 0,1 0 0,-5 3 0,-2 2 0,7-5 0,0-1 0,1 1 0,-1 0 0,1 0 0,-1 0 0,1 0 0,-1 0 0,1 0 0,0 1 0,-1-1 0,1 0 0,0 1 0,0-1 0,-1 3 0,2-2 0,-1 0 0,1 0 0,0 1 0,-1-1 0,0 0 0,1 0 0,-1 0 0,0 0 0,0 0 0,0 0 0,-1 2 0,0-2 0,1 0 0,0 0 0,0 0 0,0 0 0,0 1 0,0-1 0,1 0 0,-1 1 0,1-1 0,-1 1 0,1 2 0,1 14 0,0-13 0,-1-1 0,0 0 0,0 0 0,0 0 0,0 0 0,-1 1 0,0-1 0,0 0 0,-3 8 0,0-6 0,1 0 0,0 1 0,0-1 0,0 1 0,1 0 0,0-1 0,1 1 0,-1 0 0,2 0 0,-1 0 0,1 0 0,1 8 0,-2 24 0,-1-20 0,2-1 0,1 1 0,0 0 0,4 21 0,4-11 0,-5-20 0,-1 0 0,-1 0 0,0 0 0,0 0 0,0 19 0,0 37 0,12 66 0,-12-40 0,-3-71 0,1 0 0,1 0 0,4 24 0,2-13 0,-1-10 0,-2 0 0,-1 1 0,1 24 0,-3 5 0,13 89 0,-9-92 0,-2 1 0,-5 63 0,0-20 0,2 429 0,0-521 0,1 0 0,0 0 0,-1 1 0,1-1 0,0 0 0,0 0 0,0 0 0,0 0 0,0 0 0,0-1 0,1 1 0,-1 0 0,0 0 0,0-1 0,1 1 0,-1-1 0,0 1 0,1-1 0,-1 1 0,0-1 0,1 0 0,-1 0 0,0 0 0,1 1 0,-1-2 0,1 1 0,-1 0 0,2 0 0,62-1 0,-42 1 0,97-16 0,-37 8 0,-61 5 0,-1 0 0,25 1 0,895 2-1064,-840 8-5554,-13 0 83,17-8-3454,-59 0 5750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26.0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45 0 10837,'1'3'10015,"-5"13"-4319,3-15-5596,0 0-1,-1 0 1,1 1-1,0-1 1,0 0-1,1 1 1,-1-1 0,0 1-1,0-1 1,1 1-1,-1 0 1,1-1-1,-1 1 1,1 3-1,-8 20 241,0-15-253,6-9-81,1 1 0,0-1 0,0 0-1,0 0 1,0 0 0,0 0 0,0 1 0,1-1 0,-1 1 0,0-1-1,1 0 1,-1 1 0,1-1 0,-1 1 0,1-1 0,0 1-1,-1-1 1,1 1 0,0 0 0,0-1 0,0 1 0,0-1 0,1 1-1,-1-1 1,0 1 0,1-1 0,0 3 0,5 8 27,-4-9 17,1 1 1,-1 0 0,0 0-1,-1 0 1,1 0-1,-1 0 1,0 0 0,0 1-1,0-1 1,0 0-1,-1 9 1,1-5 143,-1 0 0,1-1 0,0 1 0,1 0 0,0 0 0,0-1 0,1 1 0,0-1 0,5 9 0,11 34 1116,-12-19-1023,-6-23-293,0 0 0,1 0 0,0-1 0,0 1 0,1 0 0,4 8 0,33 60 6,67 97 0,-74-140 0,-30-30 0,1 0 0,0 0 0,-1 1 0,1-1 0,-1 1 0,0 0 0,4 8 0,-5-9 0,0 0 0,0 1 0,0-1 0,0 0 0,1 0 0,-1 0 0,1-1 0,-1 1 0,1 0 0,6 3 0,-7-5 0,-1 0 0,1 0 0,-1 0 0,1 0 0,-1 0 0,1-1 0,0 1 0,-1-1 0,1 1 0,0-1 0,0 0 0,-1 1 0,1-1 0,0 0 0,0 0 0,-1 0 0,1-1 0,0 1 0,0 0 0,-1-1 0,1 1 0,0-1 0,1 0 0,-2-1 0,0 0 0,0 0 0,0-1 0,-1 1 0,1 0 0,0 0 0,-1 0 0,0-1 0,1 1 0,-1 0 0,0-1 0,0 1 0,0 0 0,-1-1 0,0-3 0,1-8 0,0-650-2524,0 663 2029,0 0 0,1 0-1,-1 0 1,1 0 0,-1 0 0,1 0-1,0 0 1,-1 0 0,1 0 0,0 0-1,0 1 1,-1-1 0,1 0-1,0 1 1,0-1 0,0 0 0,0 1-1,0-1 1,0 1 0,0 0 0,0-1-1,0 1 1,0 0 0,0-1 0,0 1-1,1 0 1,-1 0 0,0 0 0,0 0-1,2 0 1,19 0-4829,-5 3 3487,8 7-1066,-5-7 526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26.47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282 106 736,'73'-16'6142,"-70"16"-5830,-1-1-1,0 1 1,1-1 0,-1 1-1,0-1 1,0 0 0,0 0 0,0 0-1,1 0 1,-1 0 0,-1 0 0,1-1-1,0 1 1,3-4 0,4-2 462,-8 6-224,0 0 0,0-1 0,-1 1-1,1-1 1,0 0 0,-1 1 0,1-1-1,-1 1 1,0-1 0,1 0 0,-1 1-1,0-1 1,0 0 0,0 1 0,0-1-1,0 0 1,0 1 0,-2-4 0,2-4 4046,-2 7-4446,1 0 0,-1 1 0,1-1 0,-1 0-1,0 1 1,1-1 0,-1 1 0,0-1 0,0 1 0,0 0 0,0 0 0,-1 0 0,1 0 0,0 0 0,0 0 0,-1 1 0,1-1-1,0 1 1,-1 0 0,1 0 0,0-1 0,-1 1 0,1 1 0,0-1 0,-1 0 0,1 1 0,0-1 0,-1 1 0,1-1 0,0 1-1,0 0 1,0 0 0,0 0 0,-1 0 0,-1 3 0,0-1-150,1 1 0,-1-1 0,0 0 0,0 0 0,0 0 0,0 0 0,-1-1 0,1 0 0,-1 0 0,1 0 0,-9 2 0,7-2 0,1 0 0,-1 0 0,0 0 0,1 1 0,-1 0 0,1 0 0,0 1 0,0-1 0,-6 7 0,-30 35 0,17-21 0,2 2 0,0 1 0,-31 51 0,37-54 0,13-20 0,0 0 0,0 1 0,0-1 0,0 1 0,1 0 0,-1 0 0,1 0 0,1 0 0,-1 0 0,1 0 0,0 0 0,-1 11 0,2 73 0,0-87 0,-1 0 0,1-1 0,1 1 0,-1 0 0,0-1 0,0 1 0,1 0 0,-1-1 0,1 1 0,-1 0 0,1-1 0,0 1 0,-1-1 0,1 1 0,0-1 0,0 0 0,1 2 0,4 6 0,-3-6 0,-1 0 0,0 0 0,1 0 0,0 0 0,0-1 0,0 1 0,0-1 0,0 0 0,0 0 0,1 0 0,-1 0 0,1-1 0,-1 1 0,1-1 0,5 2 0,-4-2 0,1 1 0,-1-1 0,0 0 0,1 0 0,-1 0 0,1-1 0,-1 0 0,1 0 0,-1-1 0,10-1 0,30-12 0,-26 9 0,1 0 0,-1-2 0,0 0 0,0-2 0,-1 0 0,0 0 0,20-16 0,-26 15 0,1 1 0,0 0 0,15-8 0,-19 13 0,-1-1 0,1 0 0,-1-1 0,-1 1 0,1-2 0,-1 1 0,0-1 0,10-11 0,-7 5 0,-4 12 0,-6 27 0,-1 2 0,1-22 0,-1-3 0,1-1 0,0 0 0,0 0 0,0 0 0,0 1 0,0-1 0,0 0 0,1 0 0,-1 0 0,1 1 0,-1-1 0,1 0 0,0 0 0,1 2 0,4 5 0,-4-7 0,0 0 0,0 1 0,-1-1 0,1 0 0,-1 1 0,0-1 0,0 1 0,0-1 0,0 1 0,0-1 0,0 1 0,-1 0 0,1 0 0,-1 3 0,1-2 0,0 1 0,0 0 0,0-1 0,1 1 0,0 0 0,0-1 0,0 0 0,0 1 0,0-1 0,1 0 0,0 0 0,0 0 0,3 3 0,6 8 0,13 8-1065,-23-23 841,0 1 0,0 1 0,-1-1 0,1 0 0,0 0 1,-1 1-1,1-1 0,-1 1 0,1-1 0,-1 1 0,0-1 0,1 1 0,-1 0 0,0 0 0,0 0 0,-1 0 0,2 2 0,20-2-7101,-16-2 1492,9 0-222,-6-2 94,14-6 3496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26.86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2 447 2705,'6'-16'1675,"0"-1"1,-1 1-1,-1-1 0,0-1 0,-1 1 1,-1 0-1,-1-1 0,-1 1 0,-2-33 0,1 0 1777,0 42-2692,1 0-1,-2 0 1,1 0-1,-1 0 1,0 1 0,-4-10-1,3 9-117,0 0-1,1 0 1,0 0-1,0 0 0,1-1 1,0-10-1,1-30-577,0 37-71,0 34 1,-1-3 6,0-9 0,1-1 0,0 1 0,1-1 0,0 0 0,3 16 0,5-3 0,-6-17 0,-1 0 0,0 1 0,0-1 0,-1 1 0,1-1 0,-1 1 0,0 0 0,0 10 0,0 19 0,1 1 0,3-1 0,0 0 0,2 0 0,2-1 0,13 35 0,5 11 0,-26-76 0,1 0 0,-1-1 0,1 1 0,0-1 0,0 1 0,1-1 0,-1 0 0,1 0 0,3 3 0,9 13 0,5 31 0,-16-47 0,-1 0 0,1 0 0,0 0 0,0-1 0,0 0 0,0 0 0,0 0 0,1 0 0,-1 0 0,0-1 0,1 0 0,0 0 0,-1 0 0,1 0 0,-1-1 0,1 0 0,0 0 0,-1 0 0,1 0 0,8-3 0,-6 0 0,0-2 0,0 1 0,0-1 0,-1 0 0,1 0 0,-1 0 0,0-1 0,-1 0 0,0-1 0,0 1 0,0-1 0,0 0 0,6-14 0,-7 11 0,1 0 0,0 0 0,1 1 0,11-15 0,-11 16 0,0 0 0,-1 0 0,0 0 0,-1-1 0,8-17 0,-10 20 0,0 1 0,0 0 0,0 0 0,1 0 0,0 0 0,0 0 0,7-7 0,10-19 0,-18 18 0,-2 12 0,0 1 0,0-1 0,0 0 0,0 0 0,0 0 0,0 0 0,0 0 0,0 1 0,0-1 0,1 0 0,-1 0 0,0 0 0,1 1 0,-1-1 0,1 0 0,-1 0 0,1 1 0,-1-1 0,1 0 0,6-5 0,-5 6 0,-1-1 0,0 0 0,0 0 0,0 0 0,1 0 0,-1 0 0,0 0 0,0 0 0,-1 0 0,1 0 0,0 0 0,0-1 0,0 1 0,-1 0 0,1-1 0,0-1 0,6 17 0,-6-13 0,0 0 0,0 0 0,0 0 0,0 0 0,0 0 0,0 1 0,0-1 0,-1 0 0,1 1 0,-1-1 0,1 1 0,-1-1 0,1 1 0,-1-1 0,0 1 0,0-1 0,1 3 0,-2 5 0,1-6 0,0 1 0,0-1 0,0 1 0,0 0 0,0-1 0,1 1 0,-1-1 0,1 1 0,2 5 0,4 3 0,-1 0 0,0 1 0,-1 0 0,-1 0 0,0 0 0,0 0 0,-2 1 0,3 17 0,-6-26 0,2-1 0,-1 0 0,0 1 0,1-1 0,0 0 0,0 0 0,0 0 0,1 1 0,0-1 0,-1-1 0,4 6 0,12 31 0,-10-19 0,1 0 0,16 30 0,-21-27 0,-4-22 0,1 0 0,0-1 0,0 1 0,0 0 0,0 0 0,0 0 0,0 0 0,1 0 0,-1-1 0,1 1 0,-1 0 0,1 0 0,0-1 0,1 3 0,4 7-3583,-4-10 2113,-1 2 0,0-1 0,0 0 0,0 0 0,0 0 0,-1 0 0,1 1 0,-1-1 0,1 0 0,-1 5 0,0-18-4258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26.9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103 69 13958,'-28'-27'7220,"0"12"-3699,9 4-3281,-9 11-2064,28-16-770,28 16-10163,-9 0 9763,9 16 737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27.39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355 510 4386,'28'-3'5448,"-18"2"-1259,-24 7-2194,-24 2-570,30-7-711,0 0 0,0 1 0,-1 0 0,1 0 0,-10 6 0,-58 44 6546,41-24-5417,18-14-1527,0 2 0,1 0-1,1 1 1,1 0 0,-19 30-1,20-28-272,7-10-43,0 1 0,0 0 0,1 0 0,1 0 0,0 0 0,0 0 0,-3 20 0,6-24 0,0 1 0,0 0 0,0 0 0,1 0 0,0 0 0,1 0 0,-1-1 0,1 1 0,1 0 0,-1 0 0,1-1 0,6 13 0,-8-18 0,1 1 0,0-1 0,0 1 0,-1 0 0,1-1 0,-1 1 0,0 0 0,1-1 0,-1 1 0,0 0 0,0-1 0,0 1 0,0 0 0,0 1 0,2 15 0,0-14 0,0-1 0,1 1 0,-1 0 0,1-1 0,-1 0 0,1 1 0,0-1 0,0 0 0,1-1 0,-1 1 0,1-1 0,-1 1 0,1-1 0,0 0 0,0 0 0,-1-1 0,1 1 0,1-1 0,-1 0 0,0 0 0,0 0 0,0 0 0,1-1 0,-1 0 0,0 0 0,0 0 0,1 0 0,-1-1 0,0 1 0,0-1 0,1 0 0,-1 0 0,0-1 0,0 0 0,0 1 0,-1-1 0,6-3 0,28-14 0,-31 16 0,1 1 0,-1-2 0,0 1 0,0-1 0,0 0 0,-1 0 0,1 0 0,-1-1 0,0 0 0,0 0 0,-1-1 0,8-9 0,0-3 0,0 0 0,-2 0 0,0-1 0,14-38 0,-16 27 0,16-52 0,-20 69 0,0 0 0,-1-1 0,0 1 0,0-16 0,5-19 0,-1 16 0,-2 10 0,-1 0 0,-1 0 0,1-26 0,-4-151 0,-1 180 0,-1 0 0,-1 0 0,-1 1 0,0-1 0,-2 1 0,-9-24 0,6 19 0,6 15 0,0 0 0,-1 0 0,0 1 0,-8-12 0,12 18 0,0 0 0,-1 0 0,1 1 0,0-1 0,0 0 0,-1 0 0,1 1 0,-1-1 0,1 0 0,-1 0 0,1 1 0,-1-1 0,1 1 0,-1-1 0,1 0 0,-1 1 0,0-1 0,1 1 0,-1-1 0,0 1 0,0 0 0,1-1 0,-1 1 0,0 0 0,0-1 0,0 1 0,1 0 0,-1 0 0,0 0 0,0 0 0,0 0 0,0 0 0,0 0 0,1 0 0,-1 0 0,0 0 0,0 0 0,0 0 0,1 1 0,-1-1 0,0 0 0,0 1 0,0-1 0,1 0 0,-1 1 0,0-1 0,1 1 0,-1-1 0,0 1 0,1 0 0,-1-1 0,1 1 0,-1 0 0,1-1 0,-1 1 0,1 0 0,-1 1 0,-1 2 0,-1 1 0,1 0 0,1-1 0,-1 1 0,1 0 0,0 0 0,0 0 0,0 0 0,0 8 0,-1 119 0,-1-39 0,11 110 0,8-67 0,5 0 0,60 204 0,-38-164-3930,-22-83-10778,-18-64 7718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27.98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760 222 7107,'-2'-4'716,"-1"-1"0,1 1 0,0 0 0,0-1 0,0 1 0,1-1 0,-1 0 0,1 0-1,0 1 1,0-1 0,1 0 0,0 0 0,0 0 0,0 0 0,1-5 0,-1-5 688,0 13-1289,0 0 0,-1 0-1,1 0 1,0 1-1,-1-1 1,1 0-1,-1 0 1,1 1-1,-1-1 1,0 0-1,0 1 1,1-1-1,-1 1 1,-1-1 0,1 1-1,0-1 1,0 1-1,-2-2 1,2 2-4,0 0 1,0 0 0,-1 0 0,1-1 0,0 1-1,1 0 1,-1-1 0,0 1 0,0-1 0,0 1-1,1-1 1,-1 1 0,1-1 0,-1 0 0,1 1-1,0-1 1,0-3 0,0 0 229,0 3-36,0 0-1,1 0 0,-1 0 1,0 0-1,0 0 1,0 0-1,0 0 1,0 0-1,0 1 1,-1-1-1,1 0 1,-1 0-1,1 0 1,-1 0-1,0 0 1,0 0-1,0 1 1,0-1-1,0 0 1,0 1-1,0-1 1,-1 0-1,1 1 1,-3-3-1,4 4-285,-1 0-1,1 0 1,0 0-1,0 0 1,-1 0-1,1 0 1,0-1-1,0 1 1,-1 0-1,1 0 1,0 0-1,0-1 1,0 1-1,-1 0 1,1 0-1,0 0 1,0-1-1,0 1 1,0 0-1,0 0 1,0-1-1,-1 1 1,1 0-1,0-1 1,0 1-1,0 0 1,0 0-1,0-1 1,0 1-1,0 0 1,0-1-1,0 1 1,0 0-1,0 0 1,0-1-1,0 1 1,1-1-1,-5-2-62,0 5 44,1-1 0,-1 1 0,1 0 0,-1 0 0,1 0 0,0 0 0,-1 1 0,1-1 0,0 1 0,1 0 0,-1 0 0,0 0 0,-3 6 0,-36 55 0,-224 524 0,96-249 0,152-306 0,-1 6 0,-17 50 0,-5 10 0,16-15-205,14-64-487,1 3-2514,7 1-3395,3-23 6090,0-1-1,0 1 1,0 0 0,0 0-1,0 0 1,0 0-1,0 0 1,0 0-1,0 0 1,0 0-1,1 0 1,-1-1-1,0 1 1,1 0-1,-1 0 1,0 0-1,1 0 1,-1-1-1,1 1 1,0 0-1,0 0 1,7-1-3787,5-5 3870,7-10-2456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28.6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169 148 4466,'0'-1'474,"0"0"0,0 0 0,0 1 1,0-1-1,0 0 0,-1 0 0,1 0 0,0 0 0,0 0 0,-1 0 0,1 1 0,0-1 1,-1 0-1,1 0 0,-1 1 0,1-1 0,-1 0 0,0 1 0,1-1 0,-1 0 1,0 1-1,1-1 0,-1 1 0,0-1 0,1 1 0,-2-1 0,-6-2 1755,5 1-2719,-2 1 3393,1 5-2767,1 1 0,0 0 0,0-1 0,0 1 0,1 0 1,-1 1-1,1-1 0,0 0 0,1 1 0,-1-1 0,1 1 1,0 0-1,0 8 0,2 89 3626,1-50-1963,-2 282 1592,0-330-3391,0-1 0,0 1 0,1 0 0,0 0 0,0-1 0,0 1 0,1 0 0,0-1 0,4 9 0,-4-9 0,0 1 0,0-1 0,0 1 0,-1-1 0,0 1 0,1 0 0,-2-1 0,1 1 0,0 10 0,-1 76 0,0-86 0,0-5 0,-5-30 0,-4 16 0,8 12 0,-1 0 0,1 0 0,-1 0 0,1-1 0,0 1 0,0-1 0,0 1 0,0 0 0,0-1 0,0 0 0,1 1 0,-1-1 0,1 1 0,0-4 0,-1-2 0,1-1 0,-1 1 0,-1 0 0,-4-14 0,4 13 0,0 1 0,0 0 0,1 0 0,-1-17 0,1 9 0,-1 0 0,0 0 0,-1 0 0,-6-17 0,-5-26 0,8 31 0,3 16 0,0 0 0,1-1 0,0-19 0,2 24 0,-1 0 0,-1 0 0,1 0 0,-1 0 0,0 0 0,-4-8 0,3 8 0,0 1 0,1-1 0,0 0 0,1 0 0,-1-1 0,1-7 0,1 9 0,-1 0 0,0 0 0,0 0 0,-1 0 0,-3-10 0,-4-24 0,10 50 0,0 1 0,1-1 0,-1 0 0,2 1 0,-1-1 0,2 0 0,-1 0 0,7 10 0,46 76 0,-25-45 0,115 174 0,-145-223 0,10 14 0,0 0 0,0-1 0,2 0 0,-1 0 0,2-2 0,0 0 0,19 13 0,-31-25 0,0 1 0,0-1 0,0 0 0,0 0 0,-1 0 0,1 0 0,0-1 0,0 1 0,0-1 0,0 1 0,0-1 0,0 1 0,-1-1 0,1 0 0,0 0 0,0 0 0,-1 0 0,1 0 0,-1 0 0,1-1 0,-1 1 0,2-2 0,0 0 0,-1 1 0,1 0 0,-1 0 0,0-1 0,0 0 0,0 1 0,0-1 0,-1 0 0,1 0 0,-1 0 0,0 0 0,1 0 0,-1 0 0,-1 0 0,1 0 0,0-4 0,-1 2 0,1 1 0,-1-1 0,1 0 0,0 1 0,0-1 0,1 0 0,-1 1 0,1 0 0,3-7 0,-3 6 0,1 1 0,-2 0 0,1-1 0,0 0 0,-1 1 0,0-1 0,0 0 0,0 0 0,-1-7 0,0-247 0,0 248 0,-1 0 0,-1 0 0,1 1 0,-2-1 0,-3-10 0,2 10 0,1-1 0,1 0 0,-1 0 0,2 0 0,-1-13 0,2 15 0,-1 0 0,-1 1 0,0-1 0,0 1 0,-4-11 0,2 10 0,1 0 0,1-1 0,0 1 0,0-1 0,0-13 0,2-55-3996,24 77-4291,-21 2 7522,1 0-1,-1 1 1,1-1-1,0 1 1,-1-1-1,1 1 1,-1 0 0,0 1-1,1-1 1,4 3-1,-4-1 50,0 0-1,0 0 0,0 1 1,-1-1-1,0 1 1,1 0-1,-1 0 0,4 9 1,14 15-2279,5-2 391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28.8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29 174 880,'5'2'1262,"0"0"0,0 0-1,1 0 1,-1 1 0,-1-1 0,1 1-1,8 7 1,1-1 1031,-14-8-2028,1 0-1,-1 1 0,0-1 0,0 0 0,1 0 0,-1 0 0,0 0 1,0 0-1,0 0 0,0 0 0,-1 1 0,1-1 0,0 0 0,0 0 0,-1 0 1,1 0-1,-1 0 0,1 0 0,-1 0 0,1 0 0,-1 0 0,1 0 1,-1 0-1,0 0 0,0-1 0,1 1 0,-2 1 0,-6 11 2297,8-11-2347,0 0 0,0 0 1,-1-1-1,1 1 0,-1 0 0,0-1 1,1 1-1,-1 0 0,0-1 0,0 1 0,0-1 1,0 1-1,0-1 0,0 1 0,-1-1 1,1 0-1,0 0 0,-1 0 0,1 0 0,-1 0 1,-1 1-1,1 0 52,0-1 0,0 1-1,0 0 1,0-1 0,0 1 0,0 0 0,0 0 0,1 0-1,-3 5 1,-8 15 864,9-18-1044,1 0 1,0 0 0,-1 0 0,2 0 0,-1 1 0,0-1 0,1 0 0,0 1-1,0-1 1,0 1 0,0 6 0,1 134-87,2-140 0,-1 0 0,0 0 0,1 0 0,0 0 0,0-1 0,1 1 0,-1 0 0,1-1 0,0 0 0,0 1 0,0-1 0,1 0 0,-1-1 0,9 7 0,-6-4 0,0 0 0,1-1 0,0 0 0,0 0 0,1-1 0,-1 0 0,1 0 0,11 3 0,-5-3 0,1-1 0,-1 0 0,1-1 0,0-1 0,0 0 0,0-1 0,-1-1 0,1 0 0,26-6 0,-24 5 0,-14 3 0,-1-1 0,1 0 0,0-1 0,0 1 0,-1 0 0,1-1 0,0 1 0,-1-1 0,1 0 0,0 0 0,-1 0 0,1 0 0,-1-1 0,0 1 0,1-1 0,2-2 0,40-27 0,-36 26 0,-1 0 0,-1 0 0,1-1 0,-1 0 0,1 0 0,-2 0 0,1-1 0,7-10 0,-8 10 0,-1-1 0,0 1 0,0-1 0,-1 0 0,0-1 0,0 1 0,-1-1 0,0 1 0,0-1 0,-1 0 0,0 0 0,0-13 0,-1 8 0,-1 0 0,-1 1 0,-1-1 0,0 0 0,0 1 0,-1 0 0,-1-1 0,-9-21 0,1 10 0,8 15 0,-1 1 0,0-1 0,0 1 0,-1 0 0,-9-11 0,-24-13 0,29 22 0,3 2 0,-1 1 0,0 0 0,0 1 0,0 0 0,-1 0 0,0 1 0,0 0 0,-1 0 0,0 1 0,-12-5 0,-21-6-401,19 6-695,0 2 0,0 0 1,-1 1-1,1 2 0,-2 0 1,1 2-1,-26-1 0,49 4-134,-14 1-2906,10 7-2223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29.12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68 8148,'0'-48'20680,"0"29"-16741,0 258-3939,1-220 0,1-1 0,1 1 0,8 33 0,3 16 0,-8-32 0,-2-11 0,2 47 0,-5-53 0,1 0 0,1 0 0,5 19 0,-3-20 0,-2 0 0,0 0 0,0 19 0,-3 288-1174,0-323 807,0 0 0,0 0 0,-1 1-1,1-1 1,-1 0 0,1 0 0,-1 0 0,0 1 0,0-1 0,0 0-1,0 0 1,0 0 0,0-1 0,-1 1 0,-1 3 0,1-4-211,1 1 0,0-1 1,-1 1-1,1 0 1,0-1-1,0 1 0,0 0 1,0 0-1,1 0 1,-1 0-1,1 0 0,-1 0 1,1 0-1,-1 0 0,1 2 1,-3 6-4794,-13-8 476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29.29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53 9492,'0'-15'4716,"3"-12"10324,6 19-10600,10 5-5417,51 5 1005,68 10 0,75-1-28,-126-10-2342,19 2-4763,-37 8-829,5-8 328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33.6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3022 11 1585,'-3'-10'24598,"-632"10"-21805,495 10-2481,107-8-30,-43 6 0,19 0 53,-91 18 444,90-16-50,-73 22 0,39-8-397,67-19-326,1 0-5,0 0 0,1 2 0,-1 1 0,-33 16 0,-201 81-1,200-80 0,-105 62 0,101-51 0,-83 56 0,108-72 0,-67 42 0,-91 58 0,167-101 0,14-10 0,0 0 0,1 1 0,-24 23 0,-90 88 0,59-53 0,67-67 0,0-1 0,1 1 0,-1 0 0,1-1 0,-1 1 0,1 0 0,0-1 0,-1 1 0,1 0 0,0 0 0,-1-1 0,1 1 0,0 0 0,0 0 0,0 0 0,0-1 0,0 1 0,0 0 0,0 1 0,-2 9 0,-5-4 0,7-7 0,-1 1 0,0 0 0,0-1 0,1 1 0,-1 0 0,0 0 0,1 0 0,-1 0 0,1-1 0,-1 1 0,1 0 0,0 0 0,-1 0 0,1 0 0,0 0 0,-1 0 0,1 0 0,0 0 0,0 2 0,0-2 2,-1 0-1,1 0 1,-1 0-1,1-1 1,-1 1-1,0 0 1,1 0-1,-1 0 1,0-1-1,0 1 1,0 0-1,1-1 1,-1 1-1,0-1 1,0 1-1,0-1 1,-1 1-1,-1 1-28,15-7-82,-11 4 54,0 0 0,-1 1-1,1-1 1,-1 1 0,0-1 0,1 0 0,-1 1 0,1-1 0,-1 0 0,0 1 0,1-1 0,-1 0 0,0 0 0,0 1 0,0-1 0,0 0 0,0 0-1,1 0 1,-1 1 0,-1-1 0,1 0 0,0 0 0,0 1 0,0-2 0,2-15-1135,1 13 1140,-1-1 0,0 1 0,0 0 0,-1 0 0,1-1 1,-1 1-1,0-1 0,0 1 0,0-1 0,-1 0 0,0 1 0,0-1 0,0-5 0,0-152 2304,0 159-2211,0 1 0,0-1 0,-1 0 0,1 1 0,-1-1 0,1 0-1,-1 1 1,0-1 0,0 1 0,0-1 0,-1 1 0,1 0-1,0-1 1,-1 1 0,1 0 0,-4-3 0,4 4-32,-1 0 0,1 1 0,0-1 1,-1 0-1,1 1 0,-1-1 0,1 1 0,0-1 1,-1 1-1,1 0 0,-1 0 0,0-1 0,1 1 1,-1 0-1,1 0 0,-1 1 0,1-1 1,-1 0-1,1 0 0,-1 1 0,1-1 0,-1 1 1,1-1-1,0 1 0,-1 0 0,1 0 0,0-1 1,-1 1-1,1 0 0,0 0 0,0 0 0,0 0 1,0 1-1,-1 0 0,-5 4-11,4-4 0,0 1 0,0-1 0,0 0 0,0 1 0,1 0 0,-1-1 0,1 1 0,0 0 0,0 0 0,0 0 0,0 1 0,0-1 0,1 0 0,-1 1 0,1-1 0,0 1 0,-1 4 0,2-6 0,0 0 0,0 0 0,0 0 0,-1 0 0,1 0 0,-1 0 0,1 0 0,-1 0 0,0 0 0,0-1 0,0 1 0,0 0 0,0 0 0,0-1 0,0 1 0,-3 1 0,3-1 0,0-1 0,-1 1 0,1-1 0,0 1 0,0 0 0,0-1 0,0 1 0,0 0 0,0 0 0,1 0 0,-1 0 0,1 0 0,-1 0 0,1-1 0,-1 1 0,1 3 0,-1 17 0,0-16 0,1 0 0,-1 1 0,1-1 0,0 1 0,1-1 0,0 1 0,0-1 0,0 0 0,3 8 0,0-8 0,0-1 0,0 1 0,1-1 0,-1 0 0,1-1 0,0 1 0,1-1 0,-1 0 0,1-1 0,0 1 0,0-1 0,0 0 0,0 0 0,11 2 0,-6-2 0,1-1 0,0 0 0,0-1 0,1-1 0,-1 1 0,0-2 0,0 0 0,14-3 0,74-11-170,-38 7-1049,1-4 1,92-28-1,-56 13-8542,-34 10 1314,-19 2 3124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34.1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106 71 11989,'-7'-15'8722,"-20"1"-4502,10 5-2101,-15-11 2343,17 12-3410,9 3-817,6 6-220,1 17-62,-2 8 47,0-16 0,1-1 0,0 0 0,0 0 0,1 1 0,0-1 0,4 15 0,1-8 0,-3-8 0,0 0 0,0 1 0,-1-1 0,0 1 0,0 0 0,-1-1 0,0 11 0,18 152 0,-19-157 0,2-1 0,-1 1 0,2-1 0,7 25 0,-3-9 0,42 201 0,-28-136 95,-13-61-246,-1 1 1,-1 0-1,2 53 1,-9-81-1037,0 1 1,1 0-1,0-1 0,1 1 1,-1-1-1,1 1 0,0-1 1,1 1-1,0-1 0,0 1 1,0-1-1,0 0 0,1 0 1,6 9-1,-8-14 763,0 0 1,-1 0-1,1 1 0,-1-1 0,1 0 1,-1 0-1,1 0 0,-1 0 1,0 1-1,1-1 0,-1 0 1,0 0-1,0 1 0,0-1 1,0 0-1,0 0 0,-1 3 0,1-1-953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34.4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19 217 4418,'2'-18'5895,"-2"13"-4544,1 0 1,0 0-1,-1 0 0,0 0 0,0 1 1,-1-1-1,1 0 0,-1 0 0,0 0 1,-3-8-1,0 6-842,-4-5 130,8 12-632,0 0 1,1 0 0,-1 0 0,0 0-1,0 1 1,0-1 0,0 0-1,0 0 1,0 0 0,0 0-1,0 0 1,0 0 0,0 1 0,0-1-1,0 0 1,0 0 0,0 0-1,0 0 1,0 0 0,0 1 0,0-1-1,0 0 1,0 0 0,0 0-1,0 0 1,0 0 0,0 0-1,0 1 1,0-1 0,0 0 0,0 0-1,0 0 1,0 0 0,-1 0-1,1 0 1,0 0 0,0 1 0,0-1-1,0 0 1,0 0 0,0 0-1,0 0 1,-1 0 0,1 0-1,0 0 1,0 0 0,0 0 0,0 0-1,0 0 1,0 0 0,-1 0-1,1 0 1,0 0 0,0 0 0,0 0-1,0 0 1,0 0 0,-1 0-1,1 0 1,0 0 0,0 0 0,0 0-1,0 0 1,0 0 0,6 16 90,3-1 38,-7 7 233,-2-18-177,0 1-1,0-1 1,0 0 0,0 1 0,1-1-1,0 0 1,0 0 0,2 6 0,8 21 848,10 46 0,-14-44-529,3 0-1,13 33 1,-11-41-511,-5-11 0,-1 0 0,0 0 0,5 22 0,-8-23 0,0-1 0,1 1 0,0-1 0,1 0 0,0 0 0,1-1 0,0 1 0,1-1 0,1-1 0,-1 1 0,12 10 0,2 12 0,-19-29 0,1 1 0,-1-1 0,1 1 0,0-1 0,0 0 0,7 6 0,-8-9 0,-1 0 0,1 1 0,0-1 0,0 0 0,0 0 0,0-1 0,0 1 0,1 0 0,-1-1 0,0 1 0,0-1 0,0 0 0,1 0 0,-1 0 0,0 0 0,0 0 0,0 0 0,1 0 0,-1-1 0,2 0 0,-1 0 0,-1-1 0,1 0 0,-1 1 0,1-1 0,-1 0 0,0 0 0,0 0 0,0 0 0,0-1 0,0 1 0,-1-1 0,1 1 0,-1-1 0,1 1 0,1-6 0,-1 2 0,1 0 0,-1-1 0,0 1 0,0 0 0,-1-1 0,2-10 0,-3 10 0,1-1 0,0 1 0,0 0 0,0-1 0,1 1 0,6-13 0,-6 12 0,1 1 0,-1 0 0,0-1 0,0 0 0,-1 1 0,0-1 0,0-8 0,-1-139-1817,0-208-8131,0 334-815,0 14 6271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34.6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35 1825,'7'1'224,"-7"-1"-35,1 0 1,0 0-1,-1 1 0,1-1 1,0 0-1,-1 0 1,1 0-1,0 0 0,-1 0 1,1 0-1,0 0 0,-1 0 1,1 0-1,0 0 0,-1 0 1,1-1-1,0 1 0,-1 0 1,1 0-1,-1-1 0,1 1 1,0 0-1,-1-1 0,1 1 1,-1 0-1,1-1 0,-1 1 1,1-1-1,-1 1 0,1-1 1,-1 1-1,1-1 0,-1 1 1,0-1-1,1 0 0,-1-2 1906,0 0-3129,0-15 7012,0 14-7493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35.0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22 132 1729,'-1'-31'6242,"0"28"-6040,1 0 1,-1 0-1,0 0 1,0 0 0,0 0-1,-1 1 1,1-1-1,-1 0 1,-2-4 0,2 3-99,1 1 0,0-1 0,0 0 0,0 1 0,1-1 1,0 0-1,-1 0 0,1 1 0,0-1 0,1 0 1,0-6-1,0-5 4966,-1 13-4006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35.6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82 7059,'1'-13'5343,"0"-18"561,-6 10-3939,-3 16-1394,0-6 8078,8 13-8527,0-1 0,0 1 0,-1 0 0,1 0-1,-1-1 1,1 1 0,-1 0 0,1 0 0,-1-1 0,0 1 0,0-1 0,0 1 0,0-1 0,0 1 0,-2 1 0,1-1-47,1 0 1,-1 0 0,1 0 0,-1 0 0,1 0 0,0 0-1,0 0 1,0 1 0,0-1 0,0 0 0,1 1 0,-1-1-1,1 1 1,-1-1 0,1 5 0,0 124 36,0-121-112,1-1 0,0 0 0,1 1 0,-1-1 0,2 0 0,4 12 0,-4-13 0,-1 0 0,1 1 0,-2-1 0,1 1 0,-1-1 0,0 12 0,0 0 0,1 1 0,1-1 0,0 0 0,2 0 0,0 0 0,1-1 0,1 0 0,1 0 0,19 33 0,-4-10 0,-19-32 0,1 0 0,1 0 0,0 0 0,0-1 0,0 1 0,1-1 0,1-1 0,0 0 0,0 0 0,0 0 0,16 10 0,-14-12 0,1 0 0,-1-1 0,1 0 0,0 0 0,1-2 0,-1 1 0,1-1 0,-1-1 0,1 0 0,0-1 0,0 0 0,0-1 0,0 0 0,-1-1 0,1 0 0,0-1 0,0 0 0,-1-1 0,13-4 0,25-11 0,-33 13 0,1 0 0,-1-2 0,-1 1 0,1-2 0,-1 0 0,-1-1 0,1 0 0,-1-1 0,14-14 0,-11 7 0,3-3 0,34-45 0,-41 48 0,-9 12 0,-1 0 0,1 0 0,0-1 0,-1 1 0,0-1 0,-1 0 0,4-10 0,8-29 0,-10 34 0,-1 1 0,0-1 0,-1 0 0,0-1 0,0 1 0,-1-13 0,0 5 0,0 14 0,0 1 0,-1-1 0,0 0 0,0 1 0,0-1 0,-1 0 0,1 1 0,-1-1 0,0 1 0,-3-8 0,-23-26 0,24 34 0,-1 0 0,0 0 0,0 0 0,-1 1 0,1 0 0,-1 0 0,0 0 0,1 0 0,-1 1 0,0 0 0,-1 0 0,1 0 0,0 1 0,0-1 0,-1 1 0,-8 0 0,12 1 0,0 0 0,0 0 0,0 1 0,0-1 0,1 0 0,-1 1 0,0 0 0,0-1 0,0 1 0,0 0 0,1 0 0,-4 2 0,-15 6 0,17-9 0,0 2 0,0-1 0,0 0 0,0 1 0,0-1 0,1 1 0,-1 0 0,0 0 0,1 0 0,0 0 0,-1 1 0,1-1 0,0 0 0,0 1 0,0 0 0,0-1 0,1 1 0,-1 0 0,1 0 0,0 0 0,-2 6 0,-14 24 0,7-20 0,1 0 0,1 1 0,1 0 0,-1 0 0,2 1 0,0 0 0,1 0 0,1 0 0,0 1 0,1-1 0,-1 17 0,4-25 0,1-1 0,0 0 0,0 0 0,0 0 0,1 1 0,3 5 0,0 4 0,-1-4 0,1-1 0,0 0 0,1 0 0,0 0 0,1-1 0,0 1 0,1-2 0,0 1 0,1-1 0,0-1 0,0 1 0,0-1 0,1-1 0,1 0 0,-1 0 0,1-1 0,0-1 0,17 7 0,-19-10-256,1 0 0,-1-1-1,1 0 1,-1-1 0,1 1 0,15-3 0,17 0-1980,-17-1-979,0 0 0,-1-2 0,1-1 0,-1-1 0,0-1-1,41-20 1,-18 3 248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36.0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430 280 1217,'6'-10'1154,"0"1"0,-1-1 0,0 1 0,-1-2 0,0 1 0,0 0 0,2-17 0,-2 15 240,-4 5-946,0 1 1,0 0-1,0-1 1,-1 1 0,0 0-1,0 0 1,0 0-1,-1 0 1,0 0 0,0 0-1,-1 0 1,1 0-1,-1 1 1,0-1-1,-5-5 1,-10-24 2642,16 33-2867,0-1-1,0 0 0,-1 1 0,1-1 1,-1 1-1,1 0 0,-1 0 0,0 0 0,0 0 1,1 0-1,-1 1 0,-1-1 0,1 1 0,0 0 1,0 0-1,0 0 0,-1 0 0,1 0 1,0 1-1,-1-1 0,1 1 0,-1 0 0,1 0 1,0 1-1,-1-1 0,-3 2 0,-2-2 191,0 2 0,0 0 0,1 0-1,-1 0 1,0 1 0,1 0 0,0 1-1,0 0 1,0 0 0,-12 9 0,2 1-405,1 1 1,1 0 0,0 2-1,1-1 1,1 2 0,0 0-1,-14 26 1,9-7-10,11-24 0,1 1 0,0-1 0,1 2 0,0-1 0,1 1 0,1-1 0,0 1 0,1 1 0,-1 18 0,3-25 0,1-1 0,-1 0 0,-1 0 0,0 1 0,0-1 0,0 0 0,-4 7 0,-2 6 0,7-18 0,1 1 0,-1-1 0,1 0 0,0 0 0,-1 0 0,1 1 0,1-1 0,-1 0 0,0 0 0,1 1 0,0-1 0,-1 0 0,1 0 0,1 0 0,-1 0 0,0 0 0,1 0 0,1 2 0,6 15 0,1 14 0,-9-25 0,1-1 0,0 0 0,1 0 0,0 1 0,0-2 0,1 1 0,0 0 0,0-1 0,1 0 0,7 10 0,1-3 0,-11-11 0,0 0 0,0-1 0,1 1 0,-1-1 0,0 0 0,1 1 0,0-1 0,-1-1 0,1 1 0,0 0 0,4 1 0,14 4 0,-19-6 0,0 0 0,0 0 0,0 0 0,0-1 0,0 1 0,0-1 0,0 0 0,0 1 0,0-1 0,0 0 0,0 0 0,0 0 0,0 0 0,0-1 0,0 1 0,0-1 0,0 1 0,-1-1 0,1 1 0,0-1 0,0 0 0,0 0 0,-1 0 0,4-2 0,9-5 0,47-29 0,-58 34 0,0 1 0,0-1 0,0 0 0,0 0 0,0 0 0,0 0 0,-1 0 0,0-1 0,1 1 0,-1-1 0,0 0 0,2-6 0,-1-1 0,1 1 0,1 0 0,0 0 0,0 0 0,12-16 0,-12 20 0,-1 0 0,0 0 0,0 0 0,-1-1 0,1 1 0,-1-1 0,-1 0 0,1 0 0,-1 0 0,-1 0 0,1-1 0,0-11 0,-2 12 0,1 0 0,0-1 0,0 1 0,1 0 0,0 0 0,0 0 0,4-7 0,-4 9 0,1-2 0,-1 1 0,-1 0 0,1 0 0,-1-1 0,1-12 0,-2-60 0,0 60 0,0 53 0,9 3 0,-7-33 0,0 1 0,-1-1 0,0 0 0,1 1 0,-2 0 0,1-1 0,0 6 0,-1-7 0,0 0 0,0 1 0,1-1 0,-1 1 0,1-1 0,0 0 0,0 0 0,0 1 0,0-1 0,0 0 0,1 0 0,3 4 0,-3-4 0,-1 1 0,1-1 0,0 0 0,-1 0 0,0 1 0,0-1 0,0 1 0,0-1 0,0 1 0,-1-1 0,1 1 0,-1 5 0,2 6 0,0 0 0,1 0 0,0 0 0,1 0 0,1-1 0,1 0 0,0 0 0,9 15 0,1 6 0,14 11 0,-13-21 0,15-1-926,-32-24 758,0 1-1,0-1 0,0 0 1,0 0-1,0 1 1,1-1-1,0 1-1348,-1-1 1348,1 0 0,-1 0 1,0 1-1,0-1 1,1 0-1,-1 0 0,0 0 1,0 0-1,1 0 1,-1 0-1,0 0 0,0 0 1,1 0-1,-1 0 1,0 0-1,0 0 0,1 0 1,-1-1-1,0 1 1,0 0-1,1 0 1,-1 0-1,0 0 0,0 0 1,0 0-1,1-1 1,0 0-675,12-6-3820,1 2-384,-11 5 4533,0 0 0,-1-1 1,1 0-1,-1 1 0,1-1 0,-1 0 0,1-1 0,-1 1 0,0 0 1,1-1-1,2-1 0,0-13-3373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36.6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1 230 1537,'0'0'7355,"0"0"-7348,0 0 0,0 1 1,0-1-1,0 0 0,0 0 0,0 1 1,0-1-1,0 0 0,0 0 0,0 1 0,0-1 1,0 0-1,0 0 0,0 1 0,0-1 0,0 0 1,0 0-1,0 1 0,0-1 0,0 0 0,0 1 1,0-1-1,0 0 0,1 0 0,-1 0 1,0 1-1,0-1 0,0 0 0,1 0 0,-1 0 1,0 1-1,0-1 0,0 0 0,1 0 0,-1 0 1,1 1-1,5 1 39,-6-2-37,1 0 1,-1 0-1,1 1 1,-1-1 0,1 0-1,-1 0 1,1 0 0,-1 1-1,0-1 1,1 0 0,-1 1-1,1-1 1,-1 0 0,0 1-1,1-1 1,-1 0 0,0 1-1,1-1 1,-1 1 0,0-1-1,0 0 1,1 1 0,-1-1-1,0 1 1,0-1 0,0 1-1,0-1 1,0 1-1,0-1 1,0 1 0,0-1-1,0 1 1,0-1 0,0 1-1,0-1 1,0 1 0,0 0 42,1 0 0,-1 0 0,1 0 1,-1 0-1,0-1 0,1 1 0,0 0 0,-1 0 1,1 0-1,-1-1 0,1 1 0,0 0 1,-1-1-1,1 1 0,0-1 0,0 1 0,0-1 1,-1 1-1,1-1 0,0 0 0,1 1 1,14 11 1241,-10-6-528,1 1 0,-1-1 0,1-1 0,0 1-1,0-1 1,1 0 0,0-1 0,0 1 0,0-2-1,0 1 1,0-1 0,1 0 0,-1-1 0,1 0-1,0-1 1,0 1 0,0-2 0,0 1 0,-1-1-1,1 0 1,0-1 0,0 0 0,17-5 0,-22 5-628,-1 0 1,0 0-1,0 0 1,0-1 0,0 1-1,0-1 1,0 1 0,0-1-1,-1 0 1,1 0-1,-1-1 1,1 1 0,3-5-1,19-15 304,-16 15-442,-1 0 0,0 0 0,-1 0 0,1-1 0,-2-1 0,1 1 0,-1-1 0,0 0 0,-1 0 0,0-1 0,0 0 0,3-12 0,-7 20 0,2-20 61,2-7-370,-1 22 704,15-34-6092,-19 39 5270,1 0 1,0 0-1,-1-1 0,0 1 1,1 0-1,-1 0 0,0 0 1,0-1-1,0 1 0,-1 0 0,1 0 1,0 0-1,-1 0 0,1-1 1,-1 1-1,0 0 0,0 0 1,-1-2-1,-10-6-2030,12 9 2239,-1 1-1,0-1 1,0 1 0,1-1 0,-1 1 0,0-1-1,1 1 1,-1-1 0,0 0 0,1 1 0,-1-1-1,1 0 1,-1 1 0,1-1 0,-1 0 0,1 0-1,0 0 1,-1 1 0,1-1 0,0 0 0,0 0-1,-1 0 1,1-1 0,-18 2-9152,18 14 7404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36.7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 0 352,'-3'3'171,"0"0"-1,1 0 1,0-1-1,0 1 0,0 0 1,0 1-1,0-1 1,0 0-1,1 1 1,0-1-1,-1 0 1,1 1-1,1 0 1,-1-1-1,0 1 1,1 0-1,0-1 1,0 6-1,-5 29 1860,-2 5-418,2 0-1,2 0 0,2 1 1,1-1-1,3 1 1,10 59-1,-10-55-713,2 10-115,4-30-562,-6-21-169,0 1-1,-1 0 1,0 0-1,0 0 1,-1 0-1,1 14 0,16 108-219,-17-124-91,-1 1-1,1-1 1,0 0 0,1 0-1,-1 0 1,1 0-1,1 0 1,-1 0-1,5 8 1,17 23-6247,-21-22 2550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37.4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68 43 3474,'-1'0'508,"1"0"-289,-1 0 0,0 0 1,1 1-1,-1-1 1,1 0-1,-1 0 0,0 0 1,1 0-1,-1 0 1,1 0-1,-1 0 1,0 0-1,1 0 0,-1-1 1,1 1-1,-1 0 1,1 0-1,-1 0 0,0-1 1,1 1-1,-1 0 1,1-1-1,-1 1 0,1 0 1,-1-1-1,1 1 1,0-1-1,-1 1 1,1-1-1,-1 1 0,1-1 1,0 1-1,0-1 1,-1 1-1,1-1 0,0 1 1,0-1-1,-1 1 1,1-1-1,0 0 1,0 1-1,0-1 0,0 1 1,0-1-1,0 0 1,0 1-1,0-1 0,0 1 1,0-1-1,0 0 1,1 0-1,-1 1-189,-1-1 0,1 0 0,-1 1 1,1-1-1,0 1 0,-1-1 0,1 0 0,-1 1 0,1-1 0,-1 1 0,0 0 0,1-1 1,-1 1-1,1-1 0,-1 1 0,0 0 0,1-1 0,-1 1 0,0 0 0,0 0 0,1 0 1,-1 0-1,0-1 0,1 1 0,-1 0 0,0 0 0,0 0 0,1 0 0,-1 1 0,0-1 1,1 0-1,-2 0 0,-1 0 30,3 0-58,0 0 0,-1 0 1,1 0-1,0 0 0,-1-1 0,1 1 1,0 0-1,0 0 0,-1 0 0,1-1 1,0 1-1,0 0 0,-1-1 0,1 1 0,0 0 1,0 0-1,0-1 0,-1 1 0,1 0 1,0-1-1,0 1 0,0-1 0,0 1 1,0 0-1,0-1 0,0 1 0,0 0 1,0-1-1,0 1 0,0 0 0,0-1 1,0 1-1,0-1 0,0 1 0,0 0 1,0-1-1,0 1 0,1-1 0,3-2-3824,15 3 1885,-14 0 91,-6 7-2107,1-3 3464,0 0 0,0 0-1,1 0 1,-1 0 0,1 0 0,1 4 0,1-6 505,-1 0 0,1-1-1,0 1 1,0-1 0,0 0 0,0 0 0,0 0-1,0 0 1,0-1 0,1 1 0,2-1-1,-6 0 9,1 1 0,-1-1-1,0 0 1,1 0 0,-1 0-1,0 0 1,0 1 0,1-1-1,-1 0 1,0 0-1,5 12 9607,4-22-8405,-9 10-864,0-1 1,1 1 0,-1-1-1,0 1 1,1-1 0,-1 0-1,0 1 1,0-1 0,0 0-1,1 1 1,-1-1 0,0 0-1,0 1 1,0-1 0,0 0-1,0 1 1,0-1 0,0 0-1,-1 1 1,1-1 0,0 0-1,0 1 1,0-1 0,-1 1-1,1-1 1,0 0 0,-1 1-1,1-1 1,0 1 0,-2-2-1,-5-5 233,4-2 3421,3 9-3947,0 0 1,0 0-1,0 0 1,0-1-1,0 1 1,0 0-1,0 0 1,0 0-1,0 0 1,0-1-1,0 1 1,0 0-1,0 0 1,0 0 0,0 0-1,0 0 1,0-1-1,0 1 1,0 0-1,0 0 1,0 0-1,0 0 1,-1 0-1,1-1 1,0 1-1,0 0 1,0 0-1,0 0 1,0 0-1,0 0 1,-1 0-1,1 0 1,0 0 0,0-1-1,0 1 1,0 0-1,0 0 1,-1 0-1,1 0 1,0 0-1,0 0 1,0 0-1,0 0 1,0 0-1,-1 0 1,1 0-1,0 0 1,0 0-1,0 0 1,0 0-1,-1 0 1,1 0-1,-23-10 394,21 11-462,0 0 0,0 1 0,1-1 0,-1 0 0,1 1 0,-1 0 0,1-1 0,0 1 0,0 0 0,0-1 0,-2 5 0,3-5 0,0 0 0,0 0 0,0 0 0,-1 0 0,1-1 0,0 1 0,0 0 0,-1 0 0,1 0 0,-1 0 0,1 0 0,0-1 0,-1 1 0,0 0 0,1 0 0,-1-1 0,1 1 0,-1 0 0,0-1 0,1 1 0,-1-1 0,0 1 0,0-1 0,0 1 0,0 0 0,-10 7 0,8-3 0,0 1 0,0-1 0,0 1 0,1-1 0,0 1 0,0 0 0,0 0 0,1 0 0,0 0 0,-1 9 0,2 70 0,1-46 0,-1-33 0,0-1 0,1 1 0,0-1 0,0 1 0,0-1 0,1 1 0,2 5 0,-3-6 0,1 0 0,0 0 0,-1 0 0,0 0 0,0 0 0,-1 1 0,1 5 0,-1-9 0,0 1 0,0 0 0,1 0 0,0 0 0,-1-1 0,1 1 0,0 0 0,0-1 0,0 1 0,1-1 0,-1 1 0,1-1 0,-1 0 0,1 1 0,0-1 0,0 0 0,2 2 0,-1-1 0,0 0 0,-1 0 0,1 0 0,-1 0 0,0 1 0,0-1 0,2 7 0,-2-6 0,-1-1 0,0 1 0,1 0 0,0-1 0,0 1 0,0-1 0,0 1 0,1-1 0,-1 0 0,1 0 0,0 0 0,-1 0 0,1-1 0,1 1 0,-1-1 0,0 0 0,1 0 0,-1 0 0,1 0 0,-1 0 0,1-1 0,0 0 0,0 0 0,7 2 0,-6-4 0,0 1 0,1-1 0,-1 1 0,0-1 0,0-1 0,0 1 0,0-1 0,0 0 0,0 0 0,-1 0 0,1-1 0,7-5 0,0-13 0,1 2 0,-9 16 0,0-1 0,0 0 0,0 0 0,-1 0 0,0 0 0,0-1 0,0 1 0,0-1 0,-1 0 0,1 0 0,-1 0 0,2-8 0,2-3 0,0 1 0,0-1 0,2 2 0,13-21 0,-20 31 0,0 0 0,0 1 0,0-1 0,-1 0 0,1 0 0,-1 0 0,0-7 0,-1 3 0,0 27 0,1 811 0,0-809 0,-1-1 0,0 1 0,-2-1 0,0 1 0,-2-1 0,0 0 0,-1 0 0,-15 32 0,6-17 0,14-32 0,0 0 0,0 1 0,0-1 0,-1 0 0,1 0 0,-1 0 0,0 0 0,1 0 0,-1-1 0,0 1 0,-1-1 0,1 1 0,0-1 0,-1 0 0,1 1 0,-1-1 0,0-1 0,0 1 0,0 0 0,0-1 0,0 1 0,-5 1 0,7-3 3,-1 1-1,1 0 1,-1 0-1,1-1 1,0 1-1,-1-1 1,0 1-1,1-1 1,-1 0-1,1 1 1,-1-1-1,1 0 1,-1 0-1,0 0 1,1 0-1,-1 0 1,1-1-1,-1 1 1,1-1 0,-1 1-1,0-1 1,1 1-1,0-1 1,-1 0-1,1 1 1,-1-1-1,1 0 1,0 0-1,0 0 1,-1 0-1,1 0 1,0 0-1,0-1 1,0 1-1,0 0 1,0-1 0,1 1-1,-2-2 1,-19-23-998,17 22 34,0-1 1,0 0 0,1 0 0,0 0 0,0-1 0,0 1 0,0-1 0,1 0 0,0 0 0,0 1-1,0-8 1,-2-3-1614,1-1 0,2 1 0,-1-21 0,2-20-2069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38.0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1 210 6211,'15'-9'2719,"3"-1"1033,-4 3 2364,-2 8-2166,-11 0-3747,0 0-1,1 0 1,-1 0-1,0 0 1,0 0-1,0 1 1,0-1-1,0 0 1,0 1-1,0-1 1,0 1-1,-1-1 1,1 1-1,-1-1 1,1 1-1,-1-1 1,1 4-1,-1 11 1073,2 1 0,-1-1 0,2 1-1,7 23 1,-8 8-1275,-2-40 0,0-1 0,0 1 0,0 0 0,1-1 0,3 14 0,5 1 0,-6-16 0,-1-1 0,0 0 0,0 1 0,0-1 0,-1 1 0,0 0 0,1 11 0,-2-12 0,0 0 0,1 0 0,-1 1 0,1-1 0,0 0 0,1 0 0,-1 0 0,1 0 0,0 0 0,4 8 0,9 20 0,-11-22 0,1 0 0,0 0 0,1 0 0,11 14 0,-16-22 0,1 0 0,0-1 0,0 1 0,0-1 0,0 1 0,1-1 0,-1 0 0,1 0 0,0 0 0,-1 0 0,1 0 0,0-1 0,0 1 0,0-1 0,0 0 0,0 0 0,0 0 0,4 1 0,-5-3 0,0 1 0,0-1 0,0 1 0,0-1 0,-1 0 0,1 1 0,0-1 0,0 0 0,-1 0 0,1 0 0,0-1 0,-1 1 0,1 0 0,-1-1 0,0 1 0,1 0 0,-1-1 0,0 0 0,0 1 0,1-3 0,11-11 0,-8 9 0,0 0 0,0 0 0,-1 0 0,0-1 0,0 1 0,0-1 0,-1 0 0,0 0 0,-1-1 0,1 1 0,-1 0 0,-1-1 0,2-9 0,1-1 0,20-70 0,-15 61 0,-1-1 0,-1 0 0,-2-1 0,4-49 0,-9 72 0,1-1 0,0 0 0,0 1 0,0-1 0,1 1 0,0 0 0,4-11 0,-3 11 0,-1 0 0,0 0 0,0 0 0,0-1 0,-1 1 0,0 0 0,0-12 0,-1 11 0,0 11 0,5 13 0,-3-15 0,0 1 0,1-1 0,-1 0 0,0 1 0,-1-1 0,1 1 0,0 0 0,-1-1 0,0 1 0,1 0 0,-1 0 0,0 0 0,0 0 0,-1 0 0,1 0 0,-1 0 0,1 0 0,-1 0 0,0 0 0,0 1 0,-1-1 0,0 4 0,2 3 0,1 1 0,-1-1 0,2 0 0,-1 0 0,1 0 0,1 0 0,7 15 0,12 38 0,-20-54 0,0 0 0,0 0 0,1 0 0,8 13 0,10 25 0,-17-38 0,-1 0 0,1-1 0,1 0 0,0 0 0,0-1 0,0 1 0,1-2 0,0 1 0,0 0 0,1-1 0,0-1 0,0 1 0,0-1 0,12 5 0,-16-10 0,0 1 0,1 0 0,-1-1 0,0 0 0,0 0 0,1 0 0,-1 0 0,0-1 0,0 1 0,0-1 0,0-1 0,1 1 0,-1 0 0,-1-1 0,1 0 0,0 0 0,0 0 0,-1 0 0,1 0 0,-1-1 0,0 0 0,1 0 0,-1 0 0,-1 0 0,1 0 0,3-5 0,14-22 0,-17 26 0,0 0 0,1-1 0,-1 1 0,-1-1 0,1 0 0,-1 1 0,0-1 0,3-9 0,34-66 0,-35 58 0,-2-1 0,0 0 0,-1 1 0,-4-41 0,1 5 0,4 25 0,-1 23 0,-1 0 0,0 0 0,0 0 0,-1 0 0,0 1 0,-4-19 0,-6 12 0,10 15 0,-1-1 0,1 1 0,0 0 0,0-1 0,0 1 0,0-1 0,1 1 0,-1-1 0,0 1 0,1-1 0,-1 0 0,1 1 0,-1-1 0,1 0 0,-1-3 0,2 4 0,-1 1 0,0-1 0,0 0 0,0 1 0,0-1 0,0 0 0,0 1 0,0-1 0,0 0 0,0 1 0,0-1 0,0 0 0,0 1 0,-1-1 0,1 0 0,0 1 0,0-1 0,-1 1 0,1-1 0,0 0 0,-1 1 0,1-1 0,-1 1 0,1-1 0,-1 1 0,1-1 0,-1 1 0,1 0 0,-1-1 0,1 1 0,-1 0 0,1-1 0,-1 1 0,0 0 0,1-1 0,-1 1 0,0 0 0,1 0 0,-1 0 0,0 0 0,1 0 0,-1 0 0,0 0 0,1 0 0,-2 0 0,-23 13 0,0 35 0,18-38 0,1 0 0,0 1 0,1 0 0,0 0 0,0 0 0,1 0 0,-3 18 0,2-13 0,2-1 0,0 0 0,1 0 0,1 1 0,0-1 0,1 0 0,3 23 0,-1 23 0,0-49 0,-1-1 0,2 1 0,-1 0 0,2-1 0,-1 1 0,2-1 0,-1 0 0,1-1 0,7 11 0,4 5 0,0-1 0,35 40 0,-46-60 0,0-1 0,1 1 0,-1-1 0,1 0 0,0 0 0,1-1 0,-1 0 0,0 0 0,8 2 0,63 16 0,-58-16 0,-8-4 0,0 1 0,0-1 0,0-1 0,0 0 0,0-1 0,0 0 0,0 0 0,16-5 0,74-28 0,-92 31 39,0-1-1,0 0 1,0-1-1,-1 0 1,15-11-1,-19 12-134,-1 1 0,1-1-1,-1 0 1,0 0-1,0-1 1,-1 1-1,1 0 1,-1-1 0,0 0-1,0 1 1,2-10-1,35-63-12703,-35 39 4724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45.1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108 112 1553,'-3'0'3036,"-1"0"-2605,0 0 1,0 0 0,0 0-1,0 0 1,1-1 0,-1 1-1,0-1 1,0 0-1,0 0 1,1 0 0,-1-1-1,0 1 1,-5-5 0,-4 1-1932,-20 11 16523,49 4-11616,4-6-2106,0 0 0,0-2 1,40 1-1,263-21-1301,-196 8 0,84-16 0,-185 24 0,0-1 0,-1-1 0,43-12 0,-44 10 9,-1 0 1,25-2-1,-24 5-56,-1-1 1,25-9-1,-34 12 565,10 0-11762,-41 1-2673,-6 0 10227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45.4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1 4130,'1'1'7640,"-5"7"-4086,-16 1 2632,2 3-4962,16-9-1111,1 0 0,0 0 0,1 0-1,-1 1 1,1-1 0,-1 0-1,1 0 1,0 1 0,0 3 0,0 328 8792,1-323-8905,0 0 0,1 0 0,0 0 0,6 18 0,-4-18 0,-1 0 0,0 0 0,-1 0 0,0 20 0,-1 1 0,1 1 0,11 60 0,-5-4 0,31 31-3153,-22-82-1363,-15-36 3934,0 1 0,0-1 0,-1 1 0,1-1 0,-1 1 0,0 0 0,0-1 0,0 1 0,-1 0 1,1 4-1,0-6-27,-1 1 1,1-1 0,0 0 0,0 1 0,0-1 0,0 0 0,1 0-1,-1 0 1,0 0 0,1 0 0,-1 0 0,1-1 0,0 1 0,0 0-1,-1-1 1,1 1 0,0-1 0,0 0 0,3 2 0,11-2-2596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45.6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0 118 4658,'0'-29'8655,"0"-26"-1968,0 22 1221,0 44-3252,0-7-4633,1 0 0,-1 0 0,1 0 0,-1 0 0,1 0 0,1 0 1,-1 0-1,1 0 0,-1 0 0,4 5 0,-3-5-28,0-1 0,0 1 1,0-1-1,-1 1 1,0 0-1,0 0 0,0-1 1,0 1-1,0 0 1,-1 6-1,1 10 5,0 0 0,2 0 0,8 36 0,-10-29 0,-1-23 0,0 0 0,0 1 0,1-1 0,-1 0 0,1 1 0,0-1 0,0 0 0,2 6 0,3 4 0,-3-8 0,0-1 0,-1 1 0,0 0 0,0-1 0,-1 1 0,1 0 0,-1 0 0,0 8 0,0-3 0,-1-1 0,2 0 0,-1 1 0,5 10 0,-4-12 0,0 1 0,0 0 0,-1 0 0,1 11 0,-2-18 0,0 0 0,0 0 0,1 0 0,-1-1 0,1 1 0,0 0 0,0-1 0,0 1 0,0 0 0,0-1 0,1 0 0,-1 1 0,3 2 0,-2-3 0,-1 1 0,1-1 0,-1 0 0,0 1 0,1-1 0,-1 1 0,0 0 0,-1-1 0,1 1 0,0 0 0,-1-1 0,1 1 0,-1 4 0,0 6 0,-1-9 0,0 0 0,1 0 0,0 0 0,0 0 0,0 0 0,1 1 0,0-1 0,-1 0 0,1 0 0,3 6 0,6-6 0,-9-4 0,0 1 0,-1-1 0,1 0 0,-1 0 0,1 0 0,-1 0 0,1 0 0,-1 0 0,1 1 0,-1-1 0,1 0 0,-1 1 0,1-1 0,-1 0 0,1 1 0,-1-1 0,0 0 0,1 1 0,-1-1 0,1 1 0,-1-1 0,0 1 0,1-1 0,-1 0 0,0 1 0,0 0 0,0-1 0,1 1 0,-1-1 0,0 1 0,0-1 0,0 1 0,0-1 0,0 1 0,0-1 0,0 2 0,0-1-64,0-1 0,0 1 0,0-1 0,0 1-1,0-1 1,0 1 0,0-1 0,1 1 0,-1-1 0,0 1 0,0-1 0,0 1-1,1-1 1,-1 1 0,0-1 0,1 1 0,-1-1 0,0 1 0,1-1 0,-1 0-1,0 1 1,1-1 0,-1 0 0,1 1 0,-1-1 0,1 0 0,-1 1 0,1-1-1,-1 0 1,1 0 0,-1 0 0,1 0 0,-1 1 0,1-1 0,0 0 0,27-5-5220,24-18-4361,-36 14 6668,-7 5 1326,0-1-1,-1-1 1,0 0-1,11-9 0,8-9-2627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46.3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291 485 944,'42'-79'8844,"-40"72"-8246,0 1 0,-1-1 0,0 0-1,0 0 1,0 0 0,-1 0-1,0 0 1,0 0 0,-2-9 0,0-12 2717,2 26-3024,0 0 0,-1-1 0,0 1 0,0 0 0,1 0 0,-1 0 0,0 1 1,-1-1-1,1 0 0,0 0 0,0 1 0,-1-1 0,1 0 0,-1 1 0,0-1 0,1 1 0,-1 0 0,0 0 1,-3-2-1,2 1 258,-1-1 0,0 2 0,0-1 1,1 0-1,-1 1 0,-1-1 0,1 1 1,0 0-1,-7 0 0,3 0-366,0 1-1,-1 0 1,1 0-1,0 1 0,0 0 1,-1 1-1,1 0 1,0 0-1,1 0 1,-1 1-1,0 1 1,-11 5-1,6-1-182,1-1 0,0 2 0,0 0 0,-19 18 0,27-23 0,0 0 0,1 0 0,-1 1 0,1 0 0,0 0 0,0 0 0,0 0 0,1 0 0,0 0 0,0 1 0,0-1 0,1 1 0,-1-1 0,1 1 0,0 10 0,0-9 0,0 0 0,0 0 0,0 1 0,-1-1 0,-1 0 0,-2 7 0,2-9 0,1-1 0,1 1 0,-1-1 0,0 1 0,1 0 0,0 0 0,0 0 0,1 0 0,-1 0 0,1-1 0,0 1 0,0 0 0,1 0 0,0 0 0,2 9 0,36 78 0,-37-85 0,1 0 0,0 0 0,1-1 0,-1 0 0,1 1 0,1-1 0,-1-1 0,1 1 0,0-1 0,8 8 0,3-1 0,1-1 0,27 15 0,-21-14 0,-14-7 0,0-2 0,1 1 0,-1-2 0,1 1 0,15 2 0,-6-2 0,-17-2 0,0-1 0,0 0 0,0 1 0,0-1 0,1 0 0,-1 0 0,0 0 0,0 0 0,0-1 0,0 1 0,0 0 0,0-1 0,0 0 0,0 1 0,0-1 0,2-1 0,14-5 0,0 5 0,-14 2 0,0 0 0,0 0 0,0-1 0,0 0 0,0 0 0,0 0 0,0 0 0,0-1 0,6-3 0,35-15-204,-38 18 73,0 0 0,0-1 0,-1 0-1,1-1 1,-1 1 0,0-1 0,0 0 0,0-1 0,0 0 0,7-7 0,27-26-1854,-33 33 1811,0 0 1,-1-1 0,0 0-1,0 0 1,0-1-1,-1 1 1,5-9 0,17-29 197,-2-2 1,-2 0 0,-2-1 0,-2-1 0,-2-1-1,15-73 1,-28 104 427,0-1-1,1 1 1,9-19-1,-12 28-165,1 0 0,-2 0 0,1-1 0,-1 1 0,-1 0 0,0 0 0,0-1 0,-2-13 0,0-16 179,1 40-465,1-1 0,0 0 0,0 1 0,0-1 0,0 0 0,0 0 0,-1 1 0,1-1 0,0 0 0,0 0 0,-1 1 0,1-1 0,0 0 0,0 0 0,-1 0 0,1 1 0,0-1 0,0 0 0,-1 0 0,1 0 0,0 0 0,-1 0 0,1 0 0,0 0 0,-1 0 0,1 0 0,0 0 0,0 0 0,-1 0 0,1 0 0,0 0 0,-1 0 0,1 0 0,0 0 0,-1 0 0,1 0 0,0 0 0,-1 0 0,1 0 0,0-1 0,0 1 0,-1 0 0,1 0 0,0 0 0,0-1 0,-1 1 0,1 0 0,0 0 0,0 0 0,0-1 0,-1 1 0,1 0 0,0-1 0,0 1 0,0 0 0,0 0 0,0-1 0,-1 1 0,1 0 0,0-1 0,0 1 0,0 0 0,0-1 0,0 1 0,0 0 0,0-1 0,0 1 0,1-1 0,-3 3 0,1-1 0,-1 1 0,1 0 0,0-1 0,0 1 0,0 0 0,0 0 0,0 0 0,0 0 0,1 0 0,-1 0 0,1 0 0,-1 0 0,0 4 0,1 488 0,1-485 0,0 0 0,0 0 0,1 0 0,0 0 0,7 17 0,-7-19 0,1 0 0,-1 1 0,0-1 0,-1 1 0,2 13 0,-3 144 0,-1-164 0,1-1 0,0 1 0,0-1 0,0 1 0,0-1 0,0 1 0,0-1 0,0 1 0,1-1 0,-1 1 0,0-1 0,0 1 0,0-1 0,0 1 0,1-1 0,-1 1 0,0-1 0,0 1 0,1-1 0,-1 1 0,0-1 0,1 0 0,-1 1 0,1-1 0,-1 0 0,0 1 0,1-1 0,-1 0 0,1 1 0,-1-1 0,1 0 0,-1 0 0,1 0 0,0 1 0,0-1 0,-1 0 0,1 0 0,-1 0 0,1 0 0,-1 1 0,0-1 0,1 0 0,-1 0 0,1 1 0,-1-1 0,1 0 0,-1 1 0,0-1 0,1 0 0,-1 1 0,0-1 0,1 0 0,-1 1 0,0-1 0,0 1 0,0-1 0,1 1 0,-1-1 0,0 0 0,0 1 0,0-1 0,0 1 0,0-1 0,1 1 0,-1-1 0,0 1 0,0-1 0,0 1 0,-1 0 0,1 0-15,0-1 1,0 0-1,0 1 0,0-1 0,0 0 1,0 1-1,-1-1 0,1 1 1,0-1-1,0 0 0,0 1 1,0-1-1,1 1 0,-1-1 0,0 0 1,0 1-1,0-1 0,0 1 1,0-1-1,0 0 0,1 1 0,-1-1 1,0 0-1,0 1 0,1-1 1,-1 0-1,0 0 0,0 1 1,1-1-1,-1 0 0,0 1 0,1-1 1,-1 0-1,0 0 0,1 0 1,-1 1-1,0-1 0,1 0 1,-1 0-1,1 0 0,-1 0 0,0 0 1,1 0-1,-1 0 0,0 0 1,1 0-1,-1 0 0,1 0 0,-1 0 1,0 0-1,1 0 0,-1 0 1,1 0-1,-1 0 0,0-1 1,1 1-1,24-17-1669,-14 8 783,3 0 97,1 0 0,-2-2 0,1 0 0,19-20 0,-10 5 738,-2 0 1,0-1 0,19-36-1,-35 52 207,0 0 0,0-1 0,-1 0 0,3-15 0,13-33 923,-17 53-790,0 1-1,-1-1 1,0 0-1,0 0 1,0 1 0,-1-1-1,0 0 1,-1-10 0,1 11 110,-1-1 0,1 0 0,0 1 0,0-1 0,4-10 0,6-4 337,-9 19-686,-1-1-1,1 0 1,-1 0-1,1 0 1,-1-1-1,0 1 0,0 0 1,-1 0-1,1-1 1,-1 1-1,1 0 1,-1-6-1,-3-23-34,-5 20 0,5 13 0,1 0 0,0 0 0,0 0 0,0 0 0,0 0 0,0 1 0,0-1 0,0 0 0,1 1 0,-1 0 0,0-1 0,1 1 0,-1 0 0,1 0 0,0 0 0,-1 0 0,0 3 0,-6 36 0,0-28 0,6-11 0,0 0 0,1 0 0,-1 1 0,1-1 0,0 0 0,0 1 0,0-1 0,0 1 0,0-1 0,0 1 0,1 0 0,-1-1 0,1 1 0,0 0 0,0 2 0,0 193 0,0-192 0,1-1 0,0 0 0,1 1 0,-1-1 0,1 0 0,0 0 0,0 0 0,1 0 0,0 0 0,-1 0 0,5 4 0,11 22 0,-15-22 0,-2-8 0,-1 0 0,0 1 0,1-1 0,-1 0 0,1 0 0,-1 0 0,1 1 0,0-1 0,0 0 0,-1 0 0,1 0 0,0 0 0,0 0 0,0 0 0,0 0 0,0-1 0,0 1 0,0 0 0,1 0 0,-1-1 0,0 1 0,0-1 0,0 1 0,1-1 0,-1 1 0,2-1 0,20 10 0,-22-9 0,0 0 0,0 0 0,1 0 0,-1-1 0,1 1 0,-1-1 0,0 1 0,1-1 0,-1 1 0,1-1 0,-1 0 0,1 1 0,0-1 0,2 0 0,-3 0 0,13 0-407,0 0 0,0 0 0,0-1 0,0-1 0,0-1 0,17-4 0,11-3-5568,-35 9 4719,0-1 0,0 1 0,-1-1 0,1 0 0,-1 0 0,12-7 0,7-3-4058,17-3 615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46.8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74 736 7219,'19'8'24241,"-19"-8"-24215,1-1 1,-1 0-1,0 1 1,1-1-1,-1 1 1,1-1-1,-1 1 0,1-1 1,-1 1-1,1-1 1,-1 1-1,1-1 1,-1 1-1,1-1 1,-1 1-1,1 0 1,0-1-1,-1 1 1,1 0-1,0 0 0,-1-1 1,1 1-1,0 0 1,-1 0-1,1 0 1,0 0-1,-1 0 1,1 0-1,0 0 1,0 0-1,-1 0 1,1 0-1,0 1 1,-1-1-1,1 0 0,1 1 1,19-4 301,-6-8-328,1 1 0,0 1 0,22-10 0,-19 10 0,0 0 0,0-2 0,-1 0 0,20-17 0,-19 12 0,-15 13 0,1-1 0,-1 1 0,0-1 0,0 0 0,0 0 0,0-1 0,-1 1 0,0-1 0,0 0 0,4-8 0,7-20 0,-11 27 0,0 0 0,-1 0 0,0 0 0,0-1 0,0 1 0,-1 0 0,0-1 0,0 0 0,0-11 0,-1 5 0,1 8 0,-1 1 0,1 0 0,-1-1 0,0 1 0,-1-1 0,1 1 0,-1 0 0,0-1 0,0 1 0,-2-5 0,1 6 0,-6-14 0,-1 1 0,-18-22 0,24 34 0,0 0 0,-1 0 0,0 0 0,0 0 0,0 1 0,-1 0 0,1 0 0,-1 0 0,1 0 0,-1 1 0,0 0 0,0 0 0,-7-2 0,0 1 0,0 0 0,-1 1 0,0 0 0,1 1 0,-1 0 0,0 2 0,-18 1 0,24-1 0,0 1 0,0 0 0,0 1 0,0 0 0,0 0 0,1 0 0,-1 1 0,1 0 0,0 0 0,0 1 0,0-1 0,1 1 0,-10 11 0,8-9 0,0 1 0,0-1 0,0 1 0,1 0 0,0 1 0,0-1 0,1 1 0,0 0 0,-3 10 0,-8 20 0,14-35 0,0-1 0,0 1 0,1-1 0,-1 1 0,1 0 0,0-1 0,0 1 0,0 0 0,1 0 0,-1 0 0,1 0 0,0 0 0,0-1 0,0 1 0,1 0 0,-1 0 0,2 5 0,2 4 0,2 9 0,0-1 0,2 1 0,0-1 0,2-1 0,17 30 0,-1-11 0,-22-30 0,1-1 0,0-1 0,1 1 0,-1 0 0,2-1 0,-1 0 0,1-1 0,0 0 0,13 10 0,58 14 0,-42-17 0,-25-9 0,-1-1 0,1 0 0,0-1 0,0 0 0,0-1 0,0 0 0,0-1 0,0 0 0,20-3 0,3-3 0,56-18 0,-57 15 0,-23 6 0,-1-1 0,0 0 0,0 0 0,-1-1 0,1 0 0,-1-1 0,0 0 0,0 0 0,-1 0 0,8-9 0,7-9 0,29-45 0,-39 53 0,-1-3 0,0 0 0,-1-1 0,-1 0 0,7-24 0,5-9 0,4-7 0,20-69 0,-41 105 0,-1-1 0,-1 1 0,-1-1 0,-4-45 0,1 2 0,-3 37 0,4 31 0,1-1 0,-1 0 0,1 1 0,-1-1 0,1 1 0,-1-1 0,1 0 0,-1 1 0,0-1 0,1 1 0,-1-1 0,0 1 0,0 0 0,1-1 0,-1 1 0,0 0 0,0-1 0,1 1 0,-1 0 0,0 0 0,0 0 0,0 0 0,0 0 0,-1 0 0,2 0 0,0 0 0,-1 0 0,1 0 0,0 0 0,0 0 0,-1 1 0,1-1 0,0 0 0,0 0 0,-1 0 0,1 1 0,0-1 0,0 0 0,-1 0 0,1 0 0,0 1 0,0-1 0,0 0 0,0 1 0,-1-1 0,1 0 0,0 0 0,0 1 0,0-1 0,0 0 0,0 1 0,0-1 0,0 0 0,0 1 0,0-1 0,0 0 0,0 1 0,0-1 0,0 0 0,0 0 0,0 1 0,0-1 0,0 0 0,0 1 0,1-1 0,-1 295 0,0-281 0,2 0 0,0 0 0,7 25 0,-5-24 0,0 1 0,-1-1 0,1 32 0,15 165 0,-19-63-8599,-1-146 7534,1 1 0,-1-1 0,1 1-1,-1-1 1,0 1 0,0-1 0,0 0 0,-3 5-1,-5 22-6368,9-16 335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47.0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1 122 9284,'0'0'12934,"0"-16"-2385,0 5-10549,19 11 0,9-16 0,0 16 0,-9 0 0,9-10 0,-9-6 0,27 6 0,-17-6-3618,17 0-4241,1 5-545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47.4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 64 9652,'-24'13'14108,"24"-12"-13867,-1-1 0,1 0-1,-1 0 1,1 1 0,0-1-1,-1 0 1,1 1 0,0-1 0,-1 1-1,1-1 1,0 0 0,-1 1-1,1-1 1,0 1 0,0-1-1,0 1 1,-1-1 0,1 1 0,0-1-1,0 1 1,0-1 0,0 1-1,0-1 1,0 1 0,0-1-1,0 2 1,6 12 2267,4-12-2508,1 0 0,-1-1 0,1 0 0,-1-1 0,0 0 0,16-2 0,3 0 0,-24 2 0,469-13 0,-279 5 0,-64 5 0,208-12 0,-125 5-464,92-7-2650,4-13-17794,-259 21 16805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48.2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141 37 8740,'-21'-12'6292,"-12"-6"613,-2 11-4580,28 14-49,5-2-1666,-4-1-115,5-3-324,-1 1 1,1-1 0,0 0-1,0 0 1,-1 1 0,1-1-1,0 0 1,0 1 0,0-1-1,0 1 1,0-1 0,1 1 0,-1 0-1,0-1 1,1 1 0,-1 0-1,1 0 1,0-1 0,0 1-1,-1 0 1,1 3 0,0 2 16,0 0 1,-1 1-1,-1-1 1,1 0 0,-4 10-1,3-10-152,0 0 0,0 0 0,1 0 0,0 1 0,0 9 0,1 317-36,0-311 0,2-1 0,5 24 0,2 41 0,-8-76 0,0 0 0,0 0 0,1 0 0,7 21 0,-5-21 0,-1 1 0,-1 0 0,0 0 0,1 24 0,-2-24 0,1 1 0,-1-1 0,2 1 0,4 14 0,-3-14 0,-1 0 0,0 0 0,-1 1 0,1 17 0,-4-27 0,1-1 0,0 1 0,0 0 0,0 0 0,0 0 0,1 0 0,-1-1 0,1 1 0,0 0 0,0 0 0,1-1 0,-1 1 0,1-1 0,0 1 0,3 5 0,3 6 0,-8-14 0,0-1 0,0 1 0,0-1 0,0 1 0,0-1 0,0 1 0,0-1 0,0 1 0,1-1 0,-1 1 0,0-1 0,0 0 0,1 1 0,-1-1 0,0 1 0,1-1 0,-1 0 0,0 1 0,1-1 0,-1 0 0,1 1 0,-1-1 0,0 0 0,1 0 0,-1 1 0,1-1 0,-1 0 0,1 0 0,-1 0 0,1 0 0,-1 0 0,1 0 0,-1 0 0,1 1 0,-1-1 0,1 0 0,-1-1 0,1 1 0,-1 0 0,1 0 0,-1 0 0,1 0 0,-1 0 0,0 0 0,1-1 0,-1 1 0,1 0 0,-1 0 0,1-1 0,0 0 0,-1 1 0,1 0 0,-1-1 0,1 1 0,-1-1 0,0 1 0,1-1 0,-1 1 0,1-1 0,-1 1 0,0-1 0,0 1 0,1-1 0,-1 1 0,0-1 0,0 1 0,0-1 0,1 0 0,-1 1 0,0-1 0,0 0 0,0 1 0,0-1 0,0 0 0,2-9 0,3 3 0,-4 6 0,0-1 0,0 1 0,0-1 0,0 1 0,0-1 0,0 0 0,-1 1 0,1-1 0,0 0 0,-1 0 0,1 0 0,-1 1 0,0-1 0,0 0 0,1 0 0,-1 0 0,-1-3 0,2-2 0,0 0 0,0 1 0,0-1 0,1 0 0,0 0 0,5-11 0,9-33 0,-10 28 0,-3 13 0,-1-1 0,0 1 0,0-1 0,-1-15 0,0 9 0,1 0 0,1 0 0,4-19 0,-2 17 0,-1 0 0,-1 0 0,0-23 0,16-88 0,-19 124 0,0 15 0,0 34 0,0 70 0,-1-98 0,1-9 0,0 0 0,-1 1 0,2-1 0,-1 0 0,1 1 0,0-1 0,3 9 0,35 82 0,-37-91 0,1 1 0,0-1 0,1 0 0,-1 0 0,8 8 0,10 18 0,-18-26 4,1-1-1,1-1 1,-1 1-1,1-1 1,-1 0-1,1 0 1,0 0 0,1 0-1,-1-1 1,1 0-1,-1 0 1,1 0-1,10 2 1,73 22-254,-77-25-886,0 0-1,0-1 1,0-1 0,0 0-1,0 0 1,-1-2 0,1 1-1,14-4 1,-8 1-1069,-1 1 0,30 0 0,-32 2 1388,-1-1 1,0 0-1,0-1 1,0 0 0,0-1-1,21-9 1,72-41-1054,-96 46 2001,1 0 1,-2-1 0,1-1 0,16-19 0,-3 3 359,-17 20-181,-1-1 1,-1 0 0,1 0 0,-1 0 0,-1-1-1,1 1 1,-1-1 0,0-1 0,-1 1 0,5-17-1,12-28 1679,-15 39-1202,-1 0 0,0-1 0,-1 1 0,-1-1 0,0 0 0,-1 0 0,0 0-1,-3-17 1,2 12 421,0 14-677,0-1 1,-1 1-1,0 0 1,0 0-1,-1 0 1,-3-10-1,0 0 513,2 11-848,1-1-1,0 1 1,-1 0-1,0 0 1,-1 0-1,1 0 1,-1 0-1,0 1 1,0-1-1,0 1 1,0 0-1,-1 1 1,0-1-1,0 1 1,-9-5-1,10 6-105,0-1 0,0 1 0,-1 1 0,1-1 0,-1 0 0,0 1 0,1 0 0,-1 0-1,0 1 1,1-1 0,-1 1 0,0 0 0,0 0 0,0 1 0,1-1 0,-1 1-1,0 0 1,1 1 0,-1-1 0,-8 4 0,2 1-90,-1 1 0,1 0 0,1 1 0,-1 0 0,1 0 0,1 1 0,-1 1 0,2-1 0,-1 2 0,1-1 0,1 1 0,0 0 0,-10 23 0,6-13 0,1-4 0,1 0 0,1 1 0,1 0 0,0 1 0,1-1 0,1 1 0,1 1 0,-3 27 0,7-27 0,-1-3 0,0-1 0,2 1 0,0-1 0,1 1 0,0-1 0,1 0 0,1 0 0,12 31 0,3 3 0,-18-44 0,0 0 0,1-1 0,0 0 0,1 1 0,-1-1 0,1 0 0,0 0 0,0 0 0,5 5 0,7 9 0,-11-13 0,1 0 0,0 0 0,0-1 0,0 0 0,11 9 0,-14-13 0,1 0 0,0 1 0,-1-1 0,1 0 0,0 0 0,-1 0 0,1-1 0,0 1 0,0-1 0,0 1 0,0-1 0,-1 0 0,1 0 0,0 0 0,0-1 0,0 1 0,0-1 0,0 1 0,4-3 0,2 0 0,-1-1 0,0 0 0,0-1 0,0 0 0,0 0 0,-1 0 0,0-1 0,0 0 0,-1-1 0,1 1 0,-1-1 0,-1-1 0,1 1 0,-1-1 0,7-15 0,11-38 0,1-7 0,-14 26 0,26-73 0,-35 112 0,2-6 0,1-1 0,0 1 0,1 1 0,6-11 0,-10 18 0,-1-1 0,1 0 0,0 1 0,0-1 0,-1 0 0,1 0 0,-1 1 0,0-1 0,1 0 0,-1 0 0,0 0 0,0 0 0,0 1 0,0-1 0,0 0 0,-1-2 0,0-1 0,1 6 0,0-1 0,0 1 0,0-1 0,0 0 0,0 1 0,0-1 0,-1 0 0,1 1 0,0-1 0,0 0 0,0 0 0,-1 1 0,1-1 0,0 0 0,0 1 0,-1-1 0,1 0 0,0 0 0,0 0 0,-1 1 0,1-1 0,0 0 0,-1 0 0,1 0 0,0 0 0,-1 0 0,1 1 0,-1-1 0,1 0 0,0 0 0,-1 0 0,1 0 0,0 0 0,-1 0 0,1 0 0,0 0 0,-1-1 0,0 1 0,0 0 0,1 0 0,-1 0 0,0 0 0,1 0 0,-1 0 0,0 1 0,1-1 0,-1 0 0,0 0 0,1 0 0,-1 1 0,1-1 0,-1 0 0,0 0 0,1 1 0,-1-1 0,1 1 0,-1-1 0,1 1 0,-1-1 0,1 1 0,-1-1 0,1 1 0,0-1 0,-1 1 0,1-1 0,0 1 0,-1-1 0,1 1 0,0 0 0,0-1 0,-1 1 0,1 0 0,0-1 0,0 1 0,0 0 0,0-1 0,0 1 0,0 0 0,0 0 0,-1 17 0,1-12 0,-1 0 0,1 0 0,0 0 0,0 0 0,1 0 0,0 0 0,0 0 0,3 8 0,4 2 0,-6-13 0,0 1 0,0 0 0,0 0 0,-1-1 0,1 1 0,-1 0 0,0 1 0,0-1 0,-1 0 0,1 0 0,-1 5 0,1 10 0,1 0 0,1 0 0,0 0 0,2 0 0,0-1 0,14 34 0,-7-19 0,-6-19 10,-4-10-20,-1 0 1,1-1 0,-1 1 0,0 0 0,0 0-1,0-1 1,0 8 0,-1-9-173,0 0 1,0 0-1,1 0 1,-1 0-1,0-1 0,1 1 1,-1 0-1,1 0 1,0 0-1,0-1 0,0 1 1,0-1-1,0 1 1,0 0-1,0-1 0,0 0 1,0 1-1,1-1 1,-1 0-1,3 3 0,0-1-828,25 10-18604,-25-16 19200,0 0 0,0 0 0,0-1 0,0 1 0,0-1 0,0 0 0,-1 0 0,0 0 0,0-1 0,0 1 0,0-1 0,-1 0 0,0 1 0,0-1 0,0 0 0,1-7 0,13-15-781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48.5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1 333 208,'36'-54'2428,"-27"45"-1023,-1 0 0,1 1 0,0 0 0,1 0 0,18-10 0,-27 17-1198,0 0-1,0 1 0,1 0 1,-1-1-1,0 1 1,0-1-1,0 1 0,1 0 1,-1 0-1,0 0 0,0 0 1,0 0-1,1 0 0,-1 0 1,0 0-1,0 0 0,0 1 1,2-1-1,0 1 550,9 7 3652,-4 9-3179,-8-16-762,0 0-391,1 3 337,1 1-1,-1-1 0,1 0 1,0 0-1,0 0 0,0 0 0,0-1 1,1 1-1,0 0 0,0-1 1,5 6-1,-3-2-13,0 0-1,-1 1 1,0 0 0,0-1 0,-1 1-1,0 1 1,0-1 0,-1 0-1,0 1 1,-1-1 0,0 1 0,1 13-1,3 16 315,-1-4-713,-1-1 0,-1 1 0,-5 49 0,0-10 0,3-70 0,-2 30 0,2-32 0,0-1 0,0 1 0,0 0 0,0-1 0,0 1 0,0 0 0,-1-1 0,1 1 0,0-1 0,0 1 0,-1 0 0,1-1 0,0 1 0,-1-1 0,1 1 0,-1-1 0,1 1 0,-1-1 0,1 1 0,-1-1 0,1 0 0,-1 1 0,1-1 0,-1 0 0,1 1 0,-1-1 0,0 0 0,1 0 0,-1 1 0,0-1 0,0 0 0,-1-7 0,1 0 0,0 1 0,1-1 0,-1 0 0,2-14 0,-1 10 0,-2-86 0,0 41 0,1 1 0,10-66 0,-2 93 0,1 1 0,2 0 0,0 0 0,26-45 0,-18 38 0,13-12-1736,-25 39 742,0 0 0,1 1 0,1 0 0,-1 1 0,1 0 1,10-6-1,2 2-1345,0 1 0,0 1 0,1 0 0,25-3 0,18-5-3333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48.8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528 55 5843,'16'-2'15060,"-25"-5"-14595,0 1-1,0 1 1,-1-1 0,1 1 0,-1 1-1,0 0 1,-1 0 0,1 1 0,0 1-1,-1 0 1,0 0 0,1 1-1,-16 0 1,5 1 301,1 1-1,-1 1 0,1 0 1,-1 2-1,1 1 1,-24 8-1,36-9-765,0 0 0,1 0 0,0 0 0,0 1 0,0 0 0,1 1 0,-1-1 0,1 1 0,-7 9 0,-5 4 0,3-2 0,0 0 0,1 1 0,1 0 0,1 1 0,1 1 0,0 0 0,2 0 0,-11 33 0,17-41 0,1 0 0,1 0 0,0 0 0,0 0 0,3 19 0,-1 1 0,0-22 0,0 0 0,1 0 0,0 0 0,0 0 0,1-1 0,0 1 0,1-1 0,0 0 0,1 0 0,0 0 0,0 0 0,7 7 0,-8-10 0,0-1 0,0 1 0,1-1 0,0 0 0,0-1 0,0 1 0,0-1 0,1 0 0,-1-1 0,1 1 0,0-1 0,0 0 0,1 0 0,-1-1 0,0 0 0,1 0 0,0-1 0,12 2 0,-7-4 0,-1 0 0,1-1 0,0 0 0,-1-1 0,0-1 0,0 0 0,15-7 0,7-2 0,-27 10 0,-1 1 0,1-1 0,-1-1 0,0 1 0,0-1 0,0 0 0,-1 0 0,1 0 0,-1 0 0,0-1 0,6-9 0,35-63 0,-30 49 0,-7 9 0,0 0 0,9-30 0,-7 15 0,-7 22 0,-1-1 0,0 0 0,-1 1 0,0-1 0,-1 0 0,-2-20 0,0-4 0,2 36 0,0 0 0,-1-1 0,1 1 0,-1 0 0,1-1 0,-1 1 0,1 0 0,-1 0 0,0-1 0,1 1 0,-1 0 0,0 0 0,0 0 0,0 0 0,0 0 0,0 0 0,0 0 0,0 0 0,0 1 0,0-1 0,-1 0 0,1 1 0,0-1 0,0 1 0,-2-1 0,2 0 0,0 1 0,1 0 0,-1-1 0,0 1 0,1 0 0,-1 0 0,0 0 0,1 0 0,-1 0 0,0 0 0,1 0 0,-1 0 0,0 0 0,1 0 0,-1 0 0,0 0 0,1 0 0,-1 0 0,0 1 0,1-1 0,-1 0 0,0 0 0,1 1 0,-1-1 0,1 1 0,-1-1 0,1 0 0,-1 1 0,1-1 0,-1 1 0,1-1 0,-1 1 0,1-1 0,-1 1 0,1 0 0,0-1 0,0 1 0,-1-1 0,1 1 0,0 0 0,0-1 0,-1 1 0,1 0 0,0-1 0,0 1 0,0 0 0,0 0 0,0 0 0,0 1 0,0-1 0,0 1 0,0 0 0,-1-1 0,1 1 0,-1 0 0,1-1 0,-1 1 0,1-1 0,-1 1 0,0-1 0,0 1 0,0-1 0,0 0 0,0 1 0,0-1 0,-2 2 0,1-2 0,1 1 0,0-1 0,0 0 0,-1 1 0,1-1 0,0 1 0,0-1 0,1 1 0,-1 0 0,0-1 0,0 1 0,1 0 0,-1 0 0,1-1 0,0 1 0,-1 0 0,1 0 0,0 2 0,-2 30 0,1-26 0,0 1 0,1-1 0,0 0 0,0 0 0,0 1 0,1-1 0,1 0 0,4 15 0,4 6-2004,20 45-9715,-27-69 10835,0 0 1,0 0-1,0 0 0,1 0 0,0 0 0,-1 0 0,2-1 0,-1 0 0,0 0 0,10 6 1,13 2-3509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49.5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563 397 7315,'-15'-39'5862,"14"36"-5541,1 0-1,-1 0 1,0 0-1,0 1 0,0-1 1,0 0-1,-1 1 1,1-1-1,-1 1 1,1-1-1,-1 1 1,0 0-1,0-1 1,0 1-1,0 0 1,-1 0-1,1 1 0,0-1 1,-1 0-1,1 1 1,-1-1-1,0 1 1,-4-2-1,-22-8 1907,22 8-1629,1 1 0,-1-1 0,0 1 0,1 0 0,-1 1 0,0 0 0,-14-1 0,4 2-113,8-1-240,1 0-1,-1 1 1,0 0-1,1 1 1,-1 0 0,1 0-1,-1 1 1,1 0-1,0 0 1,0 1 0,0 0-1,0 0 1,0 1 0,0 0-1,1 1 1,0-1-1,-10 10 1,16-14-245,-38 34 0,-46 53 0,75-75 0,0 1 0,0 0 0,1 1 0,1 0 0,1 1 0,0-1 0,0 1 0,-7 27 0,7-13 0,1 0 0,2 1 0,-2 47 0,7-56 0,0 0 0,2 0 0,0-1 0,1 0 0,2 1 0,0-1 0,1-1 0,0 1 0,2-1 0,0-1 0,1 0 0,16 21 0,-21-32 2,1 0-1,0-1 1,0 0-1,0 0 1,0-1 0,1 1-1,0-1 1,1-1-1,-1 1 1,1-1-1,-1-1 1,1 1 0,0-1-1,0-1 1,1 1-1,-1-1 1,1-1 0,-1 0-1,1 0 1,14-1-1,0-1-24,-1 0-1,1-2 0,-1-1 0,0-1 0,0-1 0,33-13 1,-42 13-175,0 0 0,0-1 0,-1 0 0,0-1 0,-1-1 0,1 0 0,-1-1 0,-1 0 0,13-15 0,5-12-279,38-63-1,-28 39 382,-18 30 186,-1 0 0,-2-2-1,-2 0 1,-1-1 0,15-54 0,-21 64 332,20-42 0,2-8 524,-17-3-239,-4 36-559,-5 28-152,-1 0 0,0 0 0,-1 0 0,0-17 0,-1 7 4,0 15 0,-1 1 0,0-1 0,0 0 0,-1 0 0,0 1 0,0-1 0,-3-8 0,-6-3 0,8 17 0,1 0 0,-1 0 0,1 0 0,0-1 0,0 1 0,0 0 0,0-1 0,0 1 0,0-1 0,1 1 0,0-1 0,-1-2 0,1 4 0,0 0 0,1 0 0,-1 0 0,0 1 0,0-1 0,0 0 0,0 0 0,0 0 0,0 1 0,0-1 0,0 0 0,0 0 0,-1 0 0,1 1 0,0-1 0,0 0 0,-1 0 0,1 1 0,-1-1 0,1 0 0,0 0 0,-1 1 0,1-1 0,-1 1 0,0-1 0,1 0 0,-1 1 0,1-1 0,-1 1 0,0-1 0,1 1 0,-1 0 0,0-1 0,0 1 0,1 0 0,-1-1 0,0 1 0,0 0 0,0 0 0,1 0 0,-1 0 0,0 0 0,0 0 0,0 0 0,1 0 0,-1 0 0,0 0 0,0 0 0,0 0 0,1 0 0,-1 1 0,0-1 0,0 0 0,1 1 0,-1-1 0,0 1 0,0-1 0,1 0 0,-1 1 0,1 0 0,-1-1 0,0 2 0,-41 32 0,40-31 0,1-1 0,-1 1 0,0 0 0,0 0 0,1 0 0,0 0 0,0 0 0,0 0 0,0 0 0,-1 4 0,-7 21 0,1-3 0,1-9 0,1 1 0,1-1 0,0 1 0,2 0 0,0 0 0,-2 29 0,4-27 0,0 1 0,-2-1 0,-6 21 0,5-20 0,0-1 0,1 1 0,0 23 0,2 12 0,-1-29 0,2 0 0,0-1 0,8 44 0,18 51 0,-23-111 0,-1 0 0,1 0 0,1-1 0,7 14 0,5 16 0,-11-23 0,-2-6 0,0 0 0,0 0 0,1-1 0,7 13 0,-9-19 0,0 1 0,0 0 0,0-1 0,0 1 0,1-1 0,-1 0 0,1 0 0,0 0 0,0 0 0,0 0 0,0-1 0,0 1 0,0-1 0,0 0 0,0 0 0,5 1 0,13 3 0,-17-3 0,1-1 0,-1 0 0,1 0 0,-1-1 0,0 1 0,1-1 0,-1 0 0,1 0 0,-1 0 0,1-1 0,-1 1 0,1-1 0,-1 0 0,0-1 0,7-2 0,7-2 0,0-2 0,-1 0 0,0-1 0,-1-1 0,0 0 0,0-1 0,-1-1 0,-1 0 0,20-22 0,-29 28 0,29-36 0,-2 0 0,-1-3 0,38-75 0,-5-25 0,-64 143 0,1 1 0,0-1 0,0 0 0,0 1 0,0-1 0,0 1 0,0-1 0,0 1 0,0 0 0,1-1 0,-1 1 0,0 0 0,1 0 0,1-1 0,5-4 0,-2 1 0,-6 11 0,-1 10 0,1-14 0,0 1 0,-1-1 0,1 1 0,-1-1 0,1 1 0,-1-1 0,0 1 0,0-1 0,0 0 0,0 1 0,0-1 0,-1 0 0,-1 3 0,1-3 0,0 1 0,1-1 0,-1 1 0,1 0 0,-1-1 0,1 1 0,0 0 0,0 0 0,1 0 0,-1 0 0,1 0 0,-1 0 0,1 5 0,0 178 0,1-177 0,0-1 0,1 1 0,0-1 0,1 0 0,0 1 0,0-1 0,1 0 0,0-1 0,0 1 0,1-1 0,7 9 0,-11-12 0,2-1 0,-1 0 0,0 0 0,1-1 0,-1 1 0,1 0 0,0-1 0,0 0 0,0 1 0,0-1 0,0-1 0,0 1 0,0 0 0,1-1 0,-1 1 0,8 1 0,-7-3 0,0 0 0,0-1 0,0 1 0,0-1 0,0 0 0,-1 0 0,1 0 0,0 0 0,0-1 0,-1 1 0,1-1 0,-1 0 0,1 0 0,-1 0 0,0-1 0,0 1 0,0-1 0,3-3 0,12-10 0,0-2 0,-1 0 0,-1-1 0,-1 0 0,20-35 0,-1-7 0,-18 33 0,24-54 0,-34 67 0,-1 1 0,1 1 0,1-1 0,1 1 0,9-13 0,-11 21 0,-7 16 0,-1 7 0,0 17 0,1-29 0,0 1 0,1-1 0,0 1 0,0-1 0,0 0 0,1 1 0,0-1 0,0 0 0,1 1 0,2 5 0,-2-6 0,2 3 0,0-1 0,-1 1 0,-1 0 0,1 0 0,-1 1 0,-1-1 0,0 0 0,0 19 0,1-16 0,0 0 0,0 0 0,1 0 0,1 0 0,0 0 0,0-1 0,12 21 0,-3-4 0,-11-25-285,0-1 1,0 1-1,0-1 0,0 1 1,0-1-1,0 0 0,1 0 1,-1 0-1,1 0 0,-1 0 0,1 0 1,0-1-1,0 1 0,0-1 1,0 0-1,0 0 0,3 1 1,3 0-1485,1 0 1,-1 0-1,1-1 1,15 1 0,0-5-5305,-5-10 1172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49.7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338 485 8596,'0'-68'10421,"-28"-1"-3170,9 17-3601,-9-1-1777,9 0-961,-9 11-848,10 16-64,-11-1 0,11 1-464,-10-1-1329,-1 12-992,11 4-1009,-10-5-1088,9 16-721,-9 0-191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51.2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431 0 112,'-28'0'48,"-19"0"16,1 0-48,17 0-16,-17 0 0,27 0 0,-28 16 0,0-16-32,19 0-48,-19 10 0,0 6 48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51.6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357 270 3554,'-145'-16'8129,"20"16"-6117,42 0 2579,80 0-2860,26 0 1503,138-10 2694,-122 8-5000,0-1-1,72-16 1,0-1-123,208-6-805,518-50 0,-462 56 0,-191 8 0,68 0 0,1-3-3429,-129 5 140,90-9-12638,-162 10 11263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52.1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94 0 6611,'-48'0'8779,"7"0"-5259,36 0-1194,10 0-1648,16 0 716,123 1 4142,69 12-3686,-3-6-999,-119-9-3451,-26 0-4430,-3 1-6380,-139 8 6457,-48 17 8140,85-15 401,25-4-682,1 0 0,-1 2-1,1 0 1,1 0-1,-1 1 1,1 1 0,1 0-1,0 1 1,0 0 0,-18 21-1,28-29-740,0 1-1,0 0 1,0 0-1,0 0 1,0 0-1,1 0 1,0 0-1,0 0 1,0 1-1,0-1 1,-1 5-1,-4 15 840,6-23-993,-13 37 2294,-11 49 0,21-71-1981,1-1 0,0 1 0,1 0 0,1 0 0,0 0 0,1 0 0,4 17 1,1-3-118,-2 0 0,1 43 0,-4-64-210,0-1 0,0 0-1,0 0 1,1 0 0,0 0-1,5 11 1,-5-11-52,1-1 1,-1 1-1,0 0 0,-1 0 1,1 0-1,0 12 1,7 36-1311,0-7-1021,-9 35-9318,5-69 8721,18-2 262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52.3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1 332 768,'1'-8'495,"-1"0"0,2 0-1,-1 0 1,1 0-1,1 1 1,-1-1-1,1 1 1,6-12 0,-5 12-20,0 0 0,-1-1 0,0 1 0,-1-1 0,0 0 0,0 0 0,0 0 0,0-12 0,-2 15-241,0 1 0,1 0 0,0-1-1,0 1 1,0 0 0,0 0 0,1 0 0,-1 0 0,5-8-1,-4 9 50,0-1-1,0 0 1,0 1-1,-1-1 0,0 0 1,0 0-1,0 0 1,0 0-1,0-7 0,-1-28 3900,0 14 3324,0 24-7377,1 0 0,-1 0 0,1 1 0,-1-1 0,1 1-1,-1-1 1,1 0 0,0 1 0,-1-1 0,1 1 0,0-1-1,-1 1 1,1 0 0,0-1 0,0 1 0,-1 0-1,1-1 1,0 1 0,1 0 0,0-1 274,5 40 3039,0-30-3442,-5-7 0,0 0 0,-1 0 0,1 0 0,-1 0 0,0 1 0,1-1 0,-1 1 0,0-1 0,0 1 0,0-1 0,-1 1 0,1 0 0,-1-1 0,1 1 0,-1 3 0,1 4 0,0 1 0,1-1 0,0 1 0,1-1 0,0 0 0,1 0 0,7 14 0,4 12 0,-6 3 0,30 59 0,-17-53-24,-18-38-113,0 0-1,0 0 1,-1 1 0,0-1-1,-1 1 1,1-1-1,-1 1 1,-1 0-1,1 10 1,-1-16-422,-1 0 0,1 0 0,-1 0 0,1 0 0,0 1 0,0-1 0,0 0 0,0 0 0,0-1 0,0 1 0,0 0 0,1 0 0,-1 0 0,1-1 0,-1 1 0,1-1 0,-1 1 0,1-1 0,0 0 0,0 0 1,2 2-1,0-1-828,0 0 1,0 0 0,-1 0-1,1-1 1,0 0 0,1 1 0,-1-1-1,6 0 1,-6-1-1767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52.7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357 507 4882,'5'-5'870,"0"0"1,0 0-1,-1-1 0,0 0 0,0 0 0,0 0 1,0 0-1,-1-1 0,0 1 0,2-11 0,-4 14-466,0 0-1,0-1 1,-1 1-1,1-1 1,-1 1-1,0-1 1,0 0 0,0 1-1,-1-1 1,1 1-1,-1-1 1,0 1-1,0 0 1,0-1-1,0 1 1,-1 0-1,0 0 1,1-1-1,-1 1 1,0 0-1,0 1 1,0-1 0,-6-5-1,4 5-74,0 1 0,-1-1 0,1 1 0,-1 0 0,1 0 0,-1 0 0,0 0 0,0 1 0,0 0 0,0 0 0,0 0-1,0 1 1,0 0 0,-7 0 0,-4 1 595,1 0-1,-1 1 1,-18 4-1,28-4-923,1-1 0,0 1 0,0 1 0,0-1 0,0 1 0,0 0 0,-7 5 0,-12 8 0,9-8 0,1 1 0,0 0 0,0 2 0,-23 21 0,32-27 0,0 0 0,0 0 0,1 1 0,-1-1 0,1 1 0,0 0 0,1 0 0,0 1 0,0-1 0,0 1 0,0-1 0,1 1 0,0 0 0,1 0 0,-1 8 0,2-4 0,-1 5 0,1 0 0,1 0 0,4 20 0,-3-28 0,1-1 0,-1 0 0,1 0 0,1 0 0,-1-1 0,1 1 0,0-1 0,0 0 0,10 11 0,-7-9 0,2 4 0,1-1 0,0 0 0,1-1 0,0 0 0,0 0 0,1-1 0,1-1 0,-1 0 0,1 0 0,20 7 0,-25-12 0,5 2 0,1 0 0,0-1 0,1 0 0,27 2 0,-16-6-64,1-1-1,0-1 1,33-7 0,-45 5-24,-1 0 1,0-1 0,0-1 0,0 0 0,-1-1-1,0 0 1,12-10 0,-6 3-179,-1 0-1,-1-1 1,0-1 0,-1 0-1,-1-1 1,18-26 0,-14 13 252,-2-1-1,0 0 1,16-47 0,-21 47 94,-5 14 45,0 0 0,-1 0-1,4-22 1,13-59 807,-16 76-659,-1-1 0,-1 0 0,-1 0 0,1-32 0,-14-7-273,6 49 0,0 0 0,1 0 0,0-19 0,2 33 0,0 0 0,0-1 0,0 1 0,-1-1 0,1 1 0,0 0 0,0-1 0,0 1 0,-1-1 0,1 1 0,0-1 0,-1 1 0,1-1 0,-1 1 0,1-1 0,0 1 0,-1-1 0,1 1 0,-1-1 0,1 0 0,-1 1 0,1-1 0,-1 0 0,0 0 0,1 1 0,-1-1 0,1 0 0,-1 0 0,1 0 0,-1 0 0,0 1 0,1-1 0,-1 0 0,0 0 0,1 0 0,-1 0 0,1-1 0,-1 1 0,0 0 0,1 0 0,-1 0 0,1 0 0,-1-1 0,0 1 0,1 0 0,-1 0 0,1-1 0,-1 1 0,1-1 0,-1 1 0,1 0 0,-1-1 0,1 1 0,0-1 0,-1 1 0,1-1 0,0 1 0,-1-1 0,1 1 0,0-1 0,-1 0 0,1 0 0,-9 37 0,7-32 0,0 0 0,1 1 0,0-1 0,0 1 0,0 0 0,0-1 0,0 6 0,-1 57 0,1-33 0,0 0 0,8 58 0,-1-65 0,-3-11 0,0 0 0,-1 0 0,0 17 0,-1-12 0,2-1 0,0 1 0,1-1 0,8 20 0,-6-19 0,-1 1 0,0 0 0,-2-1 0,2 26 0,-5-39 0,1-1 0,1 1 0,-1 0 0,1-1 0,0 0 0,1 1 0,4 8 0,6 19 0,-6-18 146,-5-15-214,-1 0-1,0 0 1,0 0-1,0 0 1,-1 1-1,1-1 1,-1 0 0,1 0-1,-1 1 1,0-1-1,1 3 1,-1-3-173,0-1 1,0 1-1,0-1 1,1 1-1,-1-1 1,0 0-1,1 1 0,-1-1 1,1 0-1,0 1 1,-1-1-1,1 0 1,0 0-1,0 1 1,0-1-1,0 0 0,0 0 1,0 0-1,0 0 1,2 1-1,-2-2-165,0 1 0,0 0 0,0 0 0,0-1 0,-1 1 0,1 0 0,0 0 0,0 0 0,-1 0 0,1 0 0,0 0 0,-1 0 0,1 0 1,-1 0-1,0 0 0,1 0 0,-1 0 0,0 0 0,1 3 0,15-2-7835,-9-2 3649,17 0 1625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53.3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188 725 2465,'4'-8'870,"-1"0"0,-1-1 0,1 1 0,-1 0 0,0-1 1,-1 1-1,1-16 0,-2 20-462,1 1-1,0-1 1,-1 1 0,1-1 0,1 1 0,-1 0 0,0 0 0,1-1-1,0 1 1,2-3 0,-3 5-236,0 0 0,0 0 0,0-1 0,0 1 0,0 0 0,0-1 0,-1 1-1,1 0 1,0-1 0,-1 1 0,1-1 0,-1 1 0,0-1 0,1 1 0,-1-1 0,0 1 0,0-1 0,0 1-1,0-1 1,0 1 0,0-1 0,-1 1 0,1-1 0,0 1 0,-2-3 0,-8-4 1167,9 7-1188,0 1 0,1-1 0,-1 1 0,0-1 0,0 1 0,1-1 0,-1 1 0,0-1 0,0 0-1,1 0 1,-1 1 0,1-1 0,-1 0 0,1 0 0,-1 1 0,1-1 0,-1 0 0,1 0 0,0 0 0,0 0 0,-1 0 0,1 0 0,0 0 0,0 0 0,0-1-1,0 1-74,0 0-1,0 1 0,0-1 1,-1 0-1,1 1 0,0-1 1,0 0-1,0 1 0,-1-1 1,1 0-1,0 1 0,-1-1 0,1 1 1,-1-1-1,1 1 0,0-1 1,-1 1-1,1-1 0,-1 1 1,1-1-1,-1 1 0,0 0 0,1-1 1,-1 1-1,1 0 0,-1-1 1,0 1-1,0 0 0,-27-2 2977,24 2-2699,0 0 0,0 1 0,0 0 1,0 0-1,0 0 0,0 0 1,0 1-1,0 0 0,1 0 1,-7 4-1,-15 36-353,8-24 0,12-14 0,0 1 0,0-1 0,0 1 0,1 0 0,0 1 0,0-1 0,1 1 0,-1-1 0,1 1 0,0 0 0,1 0 0,-1 1 0,1-1 0,1 0 0,-3 13 0,-5 36 0,7-48 0,0 1 0,0-1 0,1 1 0,0-1 0,0 1 0,1 0 0,0-1 0,0 1 0,3 12 0,44 103 0,-44-117 0,1-1 0,0 0 0,1 1 0,-1-1 0,1-1 0,0 1 0,1-1 0,-1 0 0,1 0 0,0 0 0,-1-1 0,2 0 0,11 4 0,9 8 0,-22-13 0,1 1 0,-1-1 0,0 0 0,0 0 0,1-1 0,-1 0 0,1 0 0,-1 0 0,1 0 0,0-1 0,6 0 0,62-13 0,-51 7 0,-14 2 0,0 0 0,0-1 0,-1 0 0,0-1 0,0 0 0,0 0 0,0 0 0,-1-1 0,0 0 0,-1-1 0,9-11 0,2-2 0,-14 17 0,1 0 0,-1-1 0,0 0 0,-1 1 0,1-1 0,-1 0 0,0-1 0,2-6 0,-3 6 0,1 0 0,1 0 0,-1 0 0,1 0 0,0 1 0,4-6 0,-4 5 0,1 0 0,-2 0 0,1 0 0,0 0 0,-1-1 0,0 1 0,-1-1 0,0 1 0,0-1 0,1-10 0,-4-78 0,0 45 0,2 46 0,0-1 0,0 1 0,-1 0 0,0 0 0,1 0 0,-1 0 0,-1 0 0,1 0 0,-3-4 0,4 6 0,-1 1 0,0 0 0,1 0 0,-1 0 0,0 0 0,0 0 0,0 0 0,0 0 0,0 0 0,0 0 0,0 1 0,0-1 0,0 0 0,0 1 0,0-1 0,-1 0 0,1 1 0,0 0 0,0-1 0,-1 1 0,1 0 0,0-1 0,-1 1 0,1 0 0,0 0 0,0 0 0,-1 0 0,1 0 0,0 1 0,-2-1 0,-3 3 0,0 1 0,1 0 0,-1-1 0,1 2 0,0-1 0,0 1 0,0-1 0,1 1 0,0 1 0,0-1 0,-5 9 0,-4 18 0,10-24 0,0 0 0,0 0 0,0 0 0,1 0 0,1 1 0,-1-1 0,1 1 0,1-1 0,0 10 0,-1 15 0,2 41 0,-1-69 0,1 0 0,0 0 0,0 0 0,1 0 0,-1 0 0,1-1 0,0 1 0,1 0 0,-1-1 0,1 0 0,5 8 0,39 67 0,-40-72 0,0 0 0,0-1 0,0 0 0,1-1 0,0 0 0,0 0 0,1 0 0,-1-1 0,1 0 0,0-1 0,0 0 0,0 0 0,1-1 0,-1-1 0,1 1 0,-1-1 0,1-1 0,-1 0 0,1 0 0,-1-1 0,1 0 0,-1 0 0,0-1 0,1-1 0,12-4 0,13-6 0,-18 7 0,0-1 0,0 0 0,0-1 0,22-15 0,-14 6 0,-15 12 0,-1-1 0,0 0 0,0-1 0,-1 0 0,14-14 0,80-127 0,-78 110 0,33-72 0,-32 60 0,-1 0 0,-2-1 0,-2-1 0,15-63 0,-31 92 0,-1 0 0,-2 0 0,0 0 0,-3-31 0,0-1 0,2 53 0,0-1 0,0 0 0,-1 0 0,1 1 0,-1-1 0,1 0 0,-1 1 0,0-1 0,0 0 0,0 1 0,0 0 0,-1-1 0,1 1 0,-3-4 0,2 4 0,1 0 0,-1 0 0,1-1 0,0 1 0,-1 0 0,1-1 0,0 1 0,1-1 0,-1 1 0,0-1 0,1 1 0,-1-1 0,1 0 0,0-3 0,0 5 0,0 1 0,0 0 0,0-1 0,0 1 0,0 0 0,0-1 0,0 1 0,0-1 0,0 1 0,0 0 0,0-1 0,0 1 0,0 0 0,0-1 0,0 1 0,0 0 0,0-1 0,-1 1 0,1 0 0,0-1 0,0 1 0,0 0 0,-1-1 0,1 1 0,0 0 0,0 0 0,-1-1 0,1 1 0,0 0 0,-1 0 0,1-1 0,0 1 0,-1 0 0,1 0 0,0 0 0,-1 0 0,1 0 0,0-1 0,-1 1 0,1 0 0,-17 10 0,15-7 0,0-1 0,0 1 0,0-1 0,0 1 0,0 0 0,0 0 0,1-1 0,-1 2 0,1-1 0,0 0 0,0 0 0,0 0 0,-1 6 0,2-1 0,-1 0 0,0 0 0,-1 0 0,0 0 0,0 0 0,-4 8 0,3-8 0,0 0 0,1 0 0,0 0 0,1 0 0,-1 0 0,1 11 0,1 290 0,1-289 0,1 0 0,9 34 0,-7-33 0,0 1 0,2 37 0,-5-41 0,1 1 0,1-1 0,0 0 0,7 20 0,2 14 0,-4-19 0,21 56 0,-19-62 0,-9-24 0,1-1 0,-1 1 0,0-1 0,1 0 0,0 1 0,-1-1 0,1 0 0,0 0 0,0 0 0,0 0 0,4 2 0,17 20 0,-8-7-2088,-14-16 1544,1 0 0,-1 0 0,1-1-1,0 1 1,-1 0 0,1-1 0,-1 1-1,1-1 1,0 1 0,-1-1 0,1 0-1,0 1 1,0-1 0,2 0 0,-1-1-214,0 0 1,0 1 0,-1-1 0,1 0-1,0 0 1,0 0 0,-1-1 0,1 1-1,0-1 1,-1 1 0,1-1-1,-1 0 1,0 0 0,0 0 0,3-3-1,-4 3 429,0 0 0,0 0-1,-1 1 1,1-1-1,0 0 1,-1 0 0,1 0-1,-1 0 1,0 0-1,0 0 1,0 0 0,0 0-1,0 0 1,0 0-1,-1-3 1,1-3-566,0-19-1178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53.5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111 296 1649,'-50'-92'13854,"48"90"-13454,1 1 1,0-1-1,0 0 0,0 1 1,-1-1-1,1 0 0,-1 1 1,0-1-1,1 1 0,-1 0 0,0 0 1,0 0-1,-2-2 0,-19-16 5519,15 10-4267,3-1 1143,22 1-1501,6 3-1294,0 2 0,0 0 0,1 2 0,45 0 0,30-2 0,-45 3 0,9-2 0,-40-3 0,22-2 0,-37 8 0,0 0 0,1-1 0,-1 0 0,0 0 0,1-1 0,-1 0 0,0 0 0,0-1 0,0 0 0,11-7 0,-14-3-3656,-4 11 2619,0-1 0,-1 1 0,0 0 0,0-1 0,0 1 0,0-1 0,0 1 1,0 0-1,0-1 0,-1 1 0,1 0 0,-1-1 0,0 1 0,0 0 0,-2-5 0,-20-8-4488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53.7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263 1 9957,'-75'0'13094,"28"0"-4290,0 0-7892,0 0-912,19 0 0,9 0 0,38 0-13846,-19 16 7155,28-16 688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55.6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325 113 3410,'5'-3'1027,"-1"2"-577,-1 0 0,0 0 0,0-1 0,0 0 0,0 1 0,0-1 0,-1 0-1,1 0 1,-1-1 0,1 1 0,-1 0 0,0-1 0,0 0 0,0 1-1,0-1 1,0 0 0,0 0 0,-1 0 0,0 0 0,1 0 0,0-4 0,7-13 2690,-8 19-2880,0 0 0,0 0 0,0 0-1,0 0 1,0 0 0,0 0 0,-1 0 0,1 0-1,-1-1 1,1 1 0,-1 0 0,1 0 0,-1-1-1,1 1 1,-1 0 0,0 0 0,0-1-1,0 1 1,0 0 0,0-1 0,0 1 0,0 0-1,0-1 1,0 1 0,-2-3 0,2 4-205,-1 0-1,1 0 1,-1-1 0,1 1 0,-1 0 0,1 0 0,-1 0 0,0 0 0,1 0-1,-1 0 1,1 0 0,-1 0 0,1 0 0,-1 0 0,0 0 0,1 0-1,-1 0 1,1 1 0,-1-1 0,1 0 0,-1 0 0,1 1 0,-1-1-1,1 0 1,-1 0 0,1 1 0,-1-1 0,1 1 0,-1-1 0,1 0-1,0 1 1,-1-1 0,1 1 0,0-1 0,-1 1 0,1-1 0,0 1-1,0-1 1,-1 1 0,1 0 0,0 0 0,-4 4 610,-25 26 727,2 0 0,1 2 0,-36 59 0,56-79-1392,0 0 0,0 1 0,-4 19 0,-5 12 0,14-42 0,0-1 0,1 1 0,-1-1 0,1 1 0,0-1 0,0 1 0,0-1 0,0 1 0,0-1 0,1 1 0,-1-1 0,1 0 0,0 1 0,-1-1 0,1 1 0,0-1 0,0 0 0,1 0 0,-1 0 0,0 1 0,3 2 0,3 7 0,4 22 0,-10-31 0,-1-1 0,1 1 0,0-1 0,0 1 0,0-1 0,0 1 0,0-1 0,0 1 0,1-1 0,-1 0 0,1 0 0,0 0 0,-1 0 0,1 0 0,0 0 0,0 0 0,0 0 0,1-1 0,-1 1 0,0-1 0,1 0 0,-1 0 0,0 0 0,4 1 0,42 27 0,21 10 0,42 12 0,-102-47 0,1 0 0,-2 1 0,1 0 0,0 0 0,-1 1 0,0 0 0,0 1 0,-1 0 0,11 12 0,-17-18 0,-1-1 0,1 1 0,0 0 0,-1 0 0,1 0 0,-1 0 0,1 0 0,-1 1 0,1-1 0,-1 0 0,0 0 0,0 0 0,1 0 0,-1 0 0,0 0 0,0 1 0,0-1 0,0 0 0,0 0 0,-1 0 0,1 0 0,0 0 0,0 1 0,-1-1 0,1 0 0,-1 0 0,1 0 0,-1 0 0,0 2 0,-28 19 0,14-11 0,10-6 0,1-1 0,-1 0 0,0 0 0,0-1 0,0 0 0,0 0 0,0 0 0,-1 0 0,1-1 0,-13 4 0,-130 47 0,43-22 0,63-17 0,-1-2 0,-47 7 0,43-1-3628,47-30-3529,44-4-2355,8-10 2535,-10 11 4269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56.0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168 280 1969,'7'-6'581,"7"-6"1099,-1 0 0,0-1-1,-1 0 1,18-26 0,-16 17 274,-12 20-1761,0 0-1,0 0 1,-1-1 0,1 1 0,-1 0-1,1-1 1,-1 1 0,0-1 0,0 0-1,0 1 1,0-1 0,-1 0-1,1 0 1,-1-4 0,0-46 3254,0-3 6867,0 55-10271,0 1 1,0-1-1,0 1 1,0-1 0,-1 1-1,1-1 1,0 1-1,0-1 1,-1 1-1,1-1 1,0 1-1,-1-1 1,1 1-1,0-1 1,-1 1 0,1 0-1,-1-1 1,1 1-1,-1 0 1,1-1-1,-1 1 1,1 0-1,-1 0 1,1-1-1,-1 1 1,1 0-1,-1 0 1,0 0 0,1 0-1,-1 0 1,0 0-1,-31 0 962,-24 14-191,42-2-814,1 0 0,1 0 0,0 1 0,0 1 0,2 0 0,-11 17 0,13-21 0,0 1 0,1 1 0,0-1 0,1 1 0,0 0 0,1 1 0,1 0 0,-1-1 0,2 1 0,0 1 0,-2 22 0,5-30 0,-1 0 0,0-1 0,0 1 0,0-1 0,-1 1 0,0-1 0,0 1 0,-3 5 0,3-8 0,1 0 0,-1 0 0,1 0 0,0 1 0,0-1 0,0 0 0,0 1 0,0-1 0,1 1 0,-1-1 0,1 0 0,0 1 0,0-1 0,1 1 0,-1-1 0,1 1 0,1 4 0,11 35 0,-7-22 0,0-1 0,15 32 0,-16-45 0,0 0 0,0 0 0,0-1 0,0 0 0,1 1 0,0-2 0,1 1 0,-1-1 0,1 0 0,0-1 0,0 1 0,1-1 0,-1-1 0,1 1 0,0-1 0,0-1 0,0 1 0,0-1 0,0-1 0,1 0 0,11 1 0,-12-2 0,0-1 0,0 1 0,0-1 0,0-1 0,0 1 0,0-1 0,-1-1 0,1 0 0,-1 0 0,1 0 0,-1-1 0,0 0 0,0 0 0,-1-1 0,1 0 0,-1 0 0,0 0 0,-1-1 0,1 0 0,-1 0 0,0-1 0,0 1 0,-1-1 0,0 0 0,3-8 0,7-21 0,-8 24 0,-1-1 0,-1-1 0,0 1 0,0-1 0,-2 1 0,3-28 0,-5 36 0,-1 1 0,1-1 0,-1 1 0,0-1 0,0 1 0,0 0 0,-1 0 0,0-1 0,0 1 0,-2-4 0,2 5 0,0 0 0,1 0 0,-1-1 0,1 1 0,0-1 0,0 1 0,0-1 0,0 0 0,0-6 0,1-11 0,0-15 0,0 36 0,0-1 0,0 0 0,0 1 0,0-1 0,0 0 0,0 1 0,0-1 0,-1 1 0,1-1 0,0 0 0,0 1 0,-1-1 0,1 1 0,0-1 0,-1 1 0,1-1 0,0 1 0,-1-1 0,1 1 0,-1-1 0,1 1 0,-1-1 0,1 1 0,-1 0 0,1-1 0,-1 1 0,1 0 0,-1-1 0,1 1 0,-1 0 0,0 0 0,1 0 0,-2-1 0,3 1 0,-1 0 0,1 0 0,-1 0 0,1 0 0,-1 1 0,1-1 0,-1 0 0,1 0 0,-1 0 0,0 0 0,1 0 0,-1 1 0,1-1 0,-1 0 0,0 0 0,1 1 0,-1-1 0,0 0 0,1 0 0,-1 1 0,0-1 0,1 0 0,-1 1 0,0-1 0,0 1 0,1-1 0,-1 0 0,0 1 0,0-1 0,0 1 0,1 0 0,0 20 0,-2-16 0,1-1 0,0 1 0,1-1 0,-1 1 0,1-1 0,0 1 0,2 5 0,5 8 0,23 67 0,-30-78 0,1 0 0,0 0 0,0 0 0,1 0 0,-1 0 0,2-1 0,-1 0 0,7 11 0,-7-13 0,-1 0 0,0 1 0,0 0 0,0 0 0,0-1 0,1 11 0,6 17 0,19 23 0,12 29 0,-40-81-115,1-1 1,0 1-1,0-1 1,0 1-1,0-1 0,1 0 1,-1 0-1,1 1 1,-1-1-1,1 0 1,0 0-1,3 3 0,1 0-767,-1 23-7009,-5-19 1960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56.6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1 183 1329,'0'-7'807,"1"0"1,0 1 0,0-1 0,1 0-1,0 0 1,5-11 0,-5 11 262,1 1 0,-1-1 0,0 1 0,-1-1 0,1 0 0,0-12 0,0 5 4096,4 16-3262,7 17-1573,-11-16 395,13 10 196,-13-12-816,0 0 1,0 1-1,0-1 1,-1 0-1,1 1 0,-1-1 1,1 1-1,-1 0 1,1-1-1,-1 1 1,0 0-1,0 0 1,0 0-1,0 0 0,1 3 1,3 10 864,0-1-1,1 1 1,1-1 0,0-1-1,15 22 1,-14-21-677,0 0 1,-1 1-1,-1 0 1,7 21-1,14 31-48,-26-63-246,1 1 0,-1 0 0,0 0 0,0 0 0,-1-1 0,1 1 0,-1 0 0,0 0 0,-1 0 0,0 5 0,0 12 0,-1-48 0,2-1 0,0 1 0,7-43 0,32-49 0,-37 110 0,0 0 0,1 0 0,0 0 0,0 0 0,1 0 0,0 1 0,1-1 0,-1 1 0,1 0 0,1 1 0,-1-1 0,1 1 0,0 0 0,1 0 0,9-6 0,-3 2-1167,0 2 0,1-1 0,-1 2 0,2 0 0,-1 0 0,1 2 0,0 0 1,0 0-1,21-2 0,5 2-2958,56 2 1,-2 11 1594,-44-7 1880,-45-1 648,0-1 0,1 1 0,-1 0 0,0 1 0,0 0 0,7 1 0,85 9 1924,-35-9 7335,-58-2-6747,-24 1 1499,14-2-3250,5 1-593,-1-1 0,1 1 0,-1 0 0,1-1 0,-1 1 0,1-1 0,-1 1 0,1-1 0,-1 1 0,1-1 0,0 1 0,-1-1 0,1 0 0,0 1 0,0-1 0,-1 1 0,1-1 0,0 0 0,0 1 0,0-1 1,0 0-1,-1 0 217,-2 0-330,0 0 0,0 0 1,-1 0-1,1 0 0,0 1 0,-1 0 0,1 0 0,0 0 1,-1 0-1,1 0 0,-5 1 0,-12 0-72,-23 9 19,13-2 0,15-3 0,0 1 0,0 0 0,0 2 0,1-1 0,0 2 0,-18 14 0,26-17 0,1 1 0,1 0 0,-1 0 0,1 0 0,0 1 0,-5 15 0,2-7 0,2 14 0,2-5 0,-2-9 0,3-12 0,0 1 0,1 0 0,-1 0 0,1 0 0,0 0 0,0 0 0,1 0 0,-1 0 0,1 0 0,1 0 0,-1 0 0,1 0 0,1 6 0,3 5 0,-3-10 0,0 0 0,0 0 0,-1 0 0,0 0 0,0 0 0,0 8 0,0-10 0,0 1 0,0-1 0,0 1 0,0-1 0,1 1 0,-1-1 0,1 0 0,0 0 0,1 0 0,-1 0 0,1 0 0,0 0 0,0 0 0,0-1 0,0 0 0,0 0 0,1 0 0,5 4 0,21 25 0,-28-31 0,-1 0 0,1 0 0,-1 0 0,1 0 0,0 0 0,0 0 0,-1 0 0,1-1 0,0 1 0,0 0 0,0-1 0,0 0 0,-1 1 0,1-1 0,0 0 0,0 0 0,0 0 0,0 0 0,0 0 0,0-1 0,0 1 0,0-1 0,-1 1 0,1-1 0,0 1 0,0-1 0,0 0 0,-1 0 0,1 0 0,-1 0 0,4-2 0,15-24 0,-14 21 0,0 0 0,-1-1 0,0 1 0,0-2 0,-1 1 0,1 0 0,-2-1 0,1 0 0,-1 0 0,0 0 0,-1 0 0,1 0 0,-2 0 0,2-12 0,-4 4 0,1 8 0,0 0 0,0 0 0,0 0 0,1 0 0,0 0 0,3-9 0,1 1 0,-1 8 0,-1-1 0,0 0 0,-1 0 0,0-1 0,0 1 0,-1 0 0,0-18 0,-2 12 0,2-33 0,-1 47 0,-1 0 0,1 0 0,0 0 0,0 0 0,0 0 0,1 0 0,-1 0 0,0 0 0,0 0 0,1 0 0,-1 0 0,0 0 0,1 0 0,-1 0 0,1 0 0,-1 0 0,1 0 0,-1 0 0,1 0 0,0 1 0,-1-1 0,1 0 0,0 1 0,0-1 0,0 0 0,0 1 0,0-1 0,-1 1 0,1-1 0,2 0 0,-1 8 0,1-1 0,0 0 0,0 1 0,1-1 0,5 6 0,-7-8 0,2 3 0,-1 0 0,-1 1 0,1 0 0,2 14 0,6 19 0,16 27 0,-25-62 0,0-1 0,1 1 0,0 0 0,0-1 0,0 1 0,5 5 0,7 12 0,-12-14 0,1 0 0,0 0 0,1 0 0,0-1 0,0 1 0,1-1 0,12 13 0,3 8-140,-20-25-23,1-1 1,0 0 0,0 1-1,0-1 1,1 0 0,-1 0-1,0-1 1,1 1-1,0 0 1,0-1 0,0 0-1,0 0 1,0 0 0,0 0-1,1 0 1,-1 0 0,7 1-1,18 6-7271,-24-7 6173,0-1-1,0 1 1,-1-1-1,1 0 1,0 0-1,0-1 1,0 1-1,6-1 1,16 0-4214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56.9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236 27 12422,'-77'39'11472,"-7"2"-6726,16-17-4023,67-24-704,1 0 1,0 0 0,-1 0-1,1 1 1,0-1 0,-1 0-1,1 0 1,0 1 0,-1-1-1,1 0 1,0 0 0,0 1-1,-1-1 1,1 0-1,0 1 1,0-1 0,0 0-1,-1 1 1,1-1 0,0 0-1,0 1 1,0-1 0,0 0-1,0 1 1,0-1 0,0 0-1,0 1 1,0-1-1,0 1 1,0-1 0,0 0-1,0 1 1,0-1 0,0 0-1,0 1 1,0-1 0,0 1-1,0-1 1,1 0 0,-1 1-1,0-1 1,0 0-1,0 1 1,1-1 0,-1 0-1,0 0 1,0 1 0,1-1-1,-1 0 1,0 0 0,1 1-1,-1-1 1,0 0 0,1 0-1,-1 0 1,0 0-1,1 1 1,-1-1 0,1 0-1,24 11 2012,26-14-1984,-1-3 0,0-2 0,-1-1-1,51-18 1,67-14-86,49 15 39,-22 1 0,-119 21 0,-58 4 0,0-1 0,0 0 0,19-4 0,-25 3-1807,10 2-5399,-12 0 214,-20 0 2145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57.7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216 90 2001,'1'-16'4839,"0"11"-3875,-1-1 0,1 1-1,-1 0 1,0-1 0,-1 1-1,1-1 1,-1 1 0,0 0-1,-2-7 1,0 10-623,0 0 0,-1 1 0,1-1 0,0 1 0,-1 0 0,1 0 0,-1 0 0,1 0 0,-1 1 0,1-1 0,-1 1 0,1 0-1,-1 0 1,1 0 0,-1 0 0,0 1 0,1 0 0,-1 0 0,1 0 0,0 0 0,-1 0 0,1 0 0,0 1 0,-1 0 0,1 0 0,0-1 0,0 2 0,1-1 0,-1 0 0,-2 3 0,0-1-120,-1 1-1,2-1 1,-1 1 0,1 0-1,-1 0 1,1 0 0,1 1 0,-1 0-1,1-1 1,0 1 0,0 0-1,0 0 1,1 1 0,0-1-1,1 1 1,-1-1 0,0 8 0,2-7-112,0 0 1,0 0 0,0-1 0,1 1 0,0 0 0,0-1 0,1 1 0,0 0 0,0-1 0,0 0 0,1 1 0,0-1-1,0 0 1,5 6 0,2 1-72,8 13-23,0-1 0,2 0 1,36 34-1,60 32-15,34 30 0,-128-107 0,-19-13 0,0 0 0,0 1 0,0-1 0,0 1 0,0 0 0,-1 0 0,1 0 0,-1 0 0,1 0 0,-1 0 0,0 1 0,3 3 0,22 34 0,-27-39 0,1-1 0,-1 1 0,0-1 0,1 1 0,-1 0 0,0-1 0,0 1 0,1 0 0,-1-1 0,0 1 0,0 0 0,0-1 0,0 1 0,0 0 0,0-1 0,0 1 0,0 0 0,0-1 0,0 1 0,-1 0 0,1-1 0,0 1 0,0 0 0,0-1 0,-1 1 0,1 0 0,0-1 0,-1 1 0,0 0 0,-14 16 0,12-14 0,-1 1 8,-1 1-1,0-1 1,0 0 0,0 0-1,0-1 1,0 1 0,-1-1-1,0 0 1,1-1 0,-1 1-1,0-1 1,0 0 0,-8 1-1,-16 3-128,-45 3 0,43-6-200,-36-3-3196,-32-15-7141,30 3 2441,30 1 4600,8-13 613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58.1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1 452 2753,'79'-126'9654,"-66"107"-8692,-10 15-721,1-1 0,0 1 1,-1 0-1,2 0 0,-1 0 1,0 0-1,1 1 0,0 0 1,6-4-1,11-8 379,7-11 265,14-10-52,-2 10-711,1 2 0,1 2 0,1 2 0,1 2-1,73-20 1,-52 22-460,34-6-594,-90 21 819,0 1 0,0-1 0,0 2 0,0-1 1,-1 2-1,1-1 0,0 1 0,11 4 0,16 2-223,-34-8 324,1 0 1,0 0-1,0 1 0,0-1 0,0 1 1,0 0-1,0 0 0,-1 0 0,1 1 1,0 0-1,-1-1 0,0 1 0,1 0 1,-1 1-1,0-1 0,0 0 0,0 1 1,0 0-1,3 4 0,21 42 60,-26-48-6,0 1 0,0-1 0,-1 1 0,1 0 0,0 0-1,-1-1 1,1 1 0,-1 0 0,0 0 0,0 0 0,0 0 0,1 0 0,-2 2 0,3 15 427,1-6-261,0-6 138,-1 0-1,0 0 0,0 1 1,-1-1-1,0 1 1,0 0-1,-1-1 0,0 1 1,-1-1-1,-1 10 1,-4 17 2729,2 0 0,-1 69 0,4-53-2416,0-25-437,0-1 0,1 0 0,2 0 0,1 0 0,0 0 1,2 0-1,8 25 0,14 20-222,-25-64 0,1 1 0,-1-1 0,1 1 0,1-1 0,-1 0 0,1 0 0,0-1 0,0 1 0,0-1 0,0 0 0,1 0 0,0 0 0,6 3 0,-3-1 0,1 0 0,0-1 0,0-1 0,1 1 0,-1-2 0,13 4 0,5-1 0,-21-4 0,0 0 0,0-1 0,0 1 0,0-2 0,0 1 0,1-1 0,-1 0 0,0 0 0,0 0 0,1-1 0,-1 0 0,0 0 0,11-4 0,14-5 0,-22 8 0,0-1 0,0 0 0,-1 0 0,1-1 0,-1 0 0,0 0 0,0-1 0,14-11 0,9-9 0,-28 23 0,1-1 0,-1 0 0,1 0 0,-1 0 0,0-1 0,0 1 0,-1-1 0,1 0 0,-1 1 0,0-1 0,1 0 0,-2 0 0,1-1 0,1-5 0,12-20 0,-11 23 0,0 0 0,-1 0 0,0 0 0,0 0 0,0 0 0,-1-1 0,0 1 0,-1-1 0,0 1 0,0-12 0,1-51 0,0 30 0,-1 0 0,-9-61 0,4 85 0,-1 1 0,-1-1 0,0 1 0,-1 1 0,-1-1 0,0 1 0,-1 0 0,-1 1 0,-16-18 0,20 25 0,-1 1 0,0-1 0,-1 1 0,1 1 0,-1-1 0,0 1 0,0 1 0,-1-1 0,1 1 0,-1 1 0,1 0 0,-1 0 0,0 0 0,-13 1 0,5-1 0,1 2 0,-1 0 0,0 1 0,0 0 0,1 2 0,-1 0 0,-17 6 0,28-7-517,0 1-1,0 0 1,0 1 0,1 0-1,-1-1 1,1 2 0,0-1-1,-8 9 1,11-12 294,1 1 0,-1-1 0,1 1 0,-1 0 0,1-1 1,0 1-1,0 0 0,0 0 0,0 0 0,0 0 0,0 0 0,0 0 0,1 0 1,-1 0-1,1 0 0,-1 0 0,1 0 0,0 0 0,0 1 0,0-1 0,0 0 1,0 0-1,0 0 0,1 0 0,-1 0 0,1 0 0,0 1 0,-1-1 0,1 0 1,2 3-1,24 33-8584,-10-19 4765,9 6 411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58.5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0 389 2417,'25'-28'4031,"-21"23"-3428,1 1 0,-1-1 0,0 0 0,0 0 0,-1 0 0,0 0 0,0-1 0,5-11 0,-6 10-159,0-2-33,0 1 0,1 0 0,-1 1 0,2-1 0,-1 0 0,1 1 0,5-8 0,-2 4 590,-1 0 0,0 0 0,-1 0 0,0-1 0,-1 0 0,0 0 0,-1 0 0,-1 0 0,0 0 0,1-18 0,-3 27-729,0 0 1,0 0 0,1 1 0,-1-1 0,1 0 0,0 0-1,-1 1 1,1-1 0,1 0 0,-1 1 0,0-1 0,0 1-1,1-1 1,2-2 0,-3 3-136,1 0 0,-1 0 0,1 0 1,-1-1-1,0 1 0,0 0 0,0-1 0,0 1 0,-1 0 0,1-1 0,-1 1 1,1-1-1,-1 0 0,0-2 0,0 6-137,0-1 0,1 0 0,-1 1 0,0-1 0,0 1 0,0-1 0,1 0 0,-1 1 0,0-1 0,0 0 0,1 1 0,-1-1 0,0 0 0,0 1 0,1-1 0,-1 0 0,0 0 0,1 1 0,-1-1 0,1 0 0,-1 0 0,0 0 0,1 0 0,-1 1 0,1-1 0,-1 0 0,1 0 0,-1 0 0,0 0 0,1 0 0,-1 0 0,1 0 0,-1 0 0,1 0 0,-1 0 0,0 0 0,1-1 0,-1 1 0,1 0 0,-1 0 0,0 0 0,1 0 0,-1-1 0,0 1 0,1 0 0,-1 0 0,0-1 0,1 1 0,-1 0 0,0-1 0,1 1 0,-1 0 0,0-1 0,0 1 0,1 0 0,-1-1 0,-2 46 0,1-28 0,0 0 0,1 0 0,0 0 0,2 0 0,5 26 0,0-21 0,-4-12 0,0 0 0,0 0 0,0 1 0,-2-1 0,2 22 0,-2 22 0,14 107 0,-13-136 0,0 0 0,-2 35 0,-1-24 0,1-31 0,1 1 0,-1 0 0,1-1 0,1 1 0,-1-1 0,1 0 0,0 1 0,4 6 0,-4-7 0,0-1 0,0 1 0,-1 0 0,1-1 0,-1 1 0,0 0 0,0 0 0,0 6 0,-1-8 0,-1 1 0,1-1 0,0 0 0,1 0 0,-1 0 0,0 0 0,1 0 0,0 0 0,0 1 0,0-1 0,0-1 0,0 1 0,0 0 0,1 0 0,0 0 0,3 4 0,1 4 0,4 4 0,-9-15 0,-1 0 0,1 0 0,0 0 0,0 0 0,0 0 0,-1 0 0,1-1 0,0 1 0,0 0 0,-1 0 0,1-1 0,0 1 0,-1 0 0,1-1 0,0 1 0,-1-1 0,1 1 0,-1-1 0,1 1 0,-1-1 0,1 0 0,-1 1 0,1-1 0,-1 1 0,1-1 0,-1 0 0,0 1 0,1-2 0,38-53 0,-36 50 0,0 0 0,0-1 0,-1 0 0,0 1 0,0-1 0,0 0 0,-1 0 0,1-7 0,6-21 0,1 12 0,-7 17 0,1 0 0,-1-1 0,0 1 0,-1-1 0,1 1 0,-1-1 0,0 0 0,0-10 0,-1 4 0,2 0 0,-1 1 0,1-1 0,6-15 0,-4 14 0,-1-1 0,0 1 0,-1-1 0,1-20 0,-3-55 0,0 89 0,0-1 0,0 1 0,0 0 0,0 0 0,0 0 0,0 0 0,0-1 0,0 1 0,0 0 0,0 0 0,0 0 0,0 0 0,0-1 0,0 1 0,0 0 0,0 0 0,0 0 0,0 0 0,0-1 0,0 1 0,0 0 0,0 0 0,-1 0 0,1 0 0,0-1 0,0 1 0,0 0 0,0 0 0,0 0 0,0 0 0,-1 0 0,1 0 0,0 0 0,0-1 0,0 1 0,0 0 0,0 0 0,-1 0 0,1 0 0,0 0 0,0 0 0,0 0 0,-1 0 0,1 0 0,0 0 0,0 0 0,0 0 0,-1 0 0,-8 8 0,7-5 0,0-1 0,1 0 0,-1 1 0,1-1 0,0 1 0,0-1 0,0 1 0,0 0 0,0-1 0,1 1 0,-1 5 0,1 167 0,0-167 0,1 0 0,0 0 0,1-1 0,0 1 0,0 0 0,1 0 0,0-1 0,0 1 0,0-1 0,6 8 0,-1-2 0,1-1 0,1 1 0,0-2 0,19 19 0,-25-27 0,1 0 0,-1 0 0,1 0 0,0-1 0,0 0 0,0 0 0,0 0 0,8 1 0,5 3 0,-4-2 0,1 0 0,-1-1 0,1-1 0,0 0 0,0-1 0,0 0 0,20-3 0,-6 2 0,-16 0 0,0-1 0,0-1 0,23-5 0,8-1 0,-34 6 0,0-1 0,0 0 0,0 0 0,0-1 0,-1-1 0,13-7 0,14-6 0,-32 17 5,-1-1 1,1 0-1,0 0 1,-1 0-1,1-1 1,-1 1-1,0-1 1,0 0-1,4-4 0,6-5-443,8-8-2146,-9 2-4015,-1 0-796,-8 7 90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2:59.9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76 135 6131,'-4'-18'20465,"-2"10"-16795,5 7-3524,0 0-1,0 0 1,0 1-1,0-1 1,0 0-1,-1 1 1,1-1-1,0 1 0,0-1 1,-1 1-1,1 0 1,0-1-1,-1 1 1,1 0-1,-3 0 1,2 1-136,1 0 0,-1 0 1,0 0-1,0 0 0,0 0 1,0 1-1,1-1 0,-1 1 0,1-1 1,-1 1-1,1-1 0,-1 1 1,1 0-1,0 0 0,0-1 1,0 1-1,0 0 0,0 0 1,0 0-1,0 4 0,-2 1-17,1 0 0,-1 1 0,2-1-1,-1 0 1,0 12 0,2 754 7,0-1720 0,0 946 0,0 0 0,0 0 0,1 0 0,-1 0 0,0 0 0,1 1 0,-1-1 0,1 0 0,-1 0 0,1 0 0,-1 1 0,1-1 0,0 0 0,-1 1 0,1-1 0,0 1 0,-1-1 0,1 0 0,0 1 0,0 0 0,0-1 0,-1 1 0,1-1 0,0 1 0,0 0 0,0 0 0,0-1 0,0 1 0,0 0 0,0 0 0,-1 0 0,1 0 0,0 0 0,0 0 0,0 0 0,0 1 0,0-1 0,0 0 0,0 0 0,1 1 0,2 0 0,0 0 0,0 0 0,0 0 0,0 0 0,-1 1 0,1 0 0,0-1 0,-1 1 0,6 4 0,10 14 0,-1 0 0,27 39 0,12 14 0,-36-50-549,-1 2 0,-1 0 0,-2 1 0,-1 1 0,0 1-1,-2 0 1,-2 1 0,0 0 0,-2 1 0,-1 0 0,-1 1 0,-2 0 0,-1 0 0,-2 0 0,0 49 0,-3-73-168,0 0 1,0 0 0,-1 0-1,1 0 1,-2-1 0,1 1-1,-1 0 1,0-1 0,0 1-1,-1-1 1,0 1-1,0-1 1,-4 6 0,4-9 400,0 0 0,-1 0 1,1 0-1,-1 0 0,1 0 0,-1-1 1,0 1-1,0-1 0,0 0 0,0 0 1,-1-1-1,1 1 0,0-1 1,-1 0-1,1 0 0,-1-1 0,1 1 1,-1-1-1,-7 0 0,2 0 195,0-1 0,0 0 0,0 0 0,1-1 0,-1 0 0,1-1-1,-1 0 1,1 0 0,-12-7 0,0-3 628,0 0-1,-27-24 1,30 23-37,1 1-18,15 12-322,0 0 1,0 0-1,0 0 1,1-1-1,-1 1 1,0-1-1,0 0 1,1 1-1,-1-1 1,1 0-1,0 0 1,-1 0-1,1 0 1,0 0-1,0 0 1,0 0-1,1 0 1,-1 0-1,0-1 1,1 1-1,-1 0 1,1 0-1,0-1 1,0 1 0,0 0-1,0-1 1,1-3-1,-1 4-97,1 0-1,-1 1 1,1-1-1,-1 1 1,1-1 0,0 1-1,-1 0 1,1-1-1,0 1 1,0 0 0,0-1-1,0 1 1,0 0-1,0 0 1,1 0-1,-1 0 1,0 0 0,0 0-1,1 0 1,-1 1-1,1-1 1,-1 0 0,1 1-1,-1-1 1,1 1-1,-1-1 1,1 1-1,-1 0 1,1 0 0,0 0-1,2 0 1,24-9 239,-19 4-239,1 2 0,0-1 0,-1 1 0,1 0 0,0 1 0,19-2 0,-16 3-37,-1-1 0,0-1 0,0 0 0,19-7 0,4-4 259,0 2 0,36-8 1,34-10 2241,29-7 788,-97 29-2778,0-2 1,0-1-1,68-33 0,-38-8 675,-55 45-652,-1 0-1,0-1 1,0-1 0,0 1-1,-1-2 1,8-10-1,-13 15-161,-1 0 0,0 0 0,0-1 0,-1 1 0,0-1 0,0 0 0,0 0-1,-1 0 1,1 0 0,-1-1 0,-1 1 0,0-1 0,2-11 0,-3-60-267,0 78-101,0 1 0,-1 0 0,1-1 0,0 1 0,0-1 0,0 1 0,0 0 0,-1-1 0,1 1 0,0-1 0,-1 1 0,1-1 0,0 1 0,-1-1 0,1 1 0,-1-1 0,1 1 0,-1-1 0,1 0 0,-1 1 0,1-1 0,-1 0 0,1 1 0,-1-1 0,1 0 0,-1 0 0,0 1 0,1-1 0,-1 0 0,1 0 0,-1 0 0,0 0 0,1 0 0,-1 0 0,0 0 0,1 0 0,-1 0 0,1 0 0,-1 0 0,0 0 0,1-1 0,-1 1 0,1 0 0,-1 0 0,0-1 0,1 1 0,-1 0 0,1-1 0,-1 1 0,1 0 0,-1-1 0,1 1 0,0-1 0,-1 1 0,1-1 0,-1 1 0,1-1 0,0 1 0,0-1 0,-1 1 0,1-1 0,0-1 0,0 210 0,0-196 0,1 0 0,1 0 0,0 0 0,0 0 0,9 20 0,2 14 0,-8-32 0,0-1 0,1 1 0,0-1 0,1 0 0,1-1 0,14 19 0,11 19 0,-26-39 0,1 0 0,0 0 0,1-1 0,0 0 0,0-1 0,1 1 0,19 12 0,-4-3 0,-21-15 0,0 0 0,0-1 0,1 1 0,0-1 0,-1 0 0,1-1 0,0 1 0,11 3 0,5-1 0,-19-4 0,1 0 0,0 0 0,-1-1 0,1 1 0,0-1 0,-1 0 0,1 0 0,0 0 0,-1 0 0,1 0 0,0 0 0,-1-1 0,1 1 0,0-1 0,-1 0 0,3-1 0,16-4 0,-17 5 0,0 0 0,1 0 0,-1 0 0,0 0 0,1-1 0,-1 0 0,0 0 0,0 0 0,0 0 0,-1-1 0,1 1 0,0-1 0,-1 0 0,0 0 0,0-1 0,0 1 0,0 0 0,0-1 0,-1 0 0,1 0 0,-1 0 0,0 0 0,2-6 0,35-52 0,-33 45 0,-1 0 0,-1 0 0,-1-1 0,0 1 0,0-28 0,-3 37 0,0 1 0,1-1 0,0 0 0,1 1 0,0-1 0,0 0 0,4-9 0,-3 11 0,-1-1 0,0 0 0,0 0 0,0-1 0,-1 1 0,0 0 0,0-10 0,-1-111 0,5 109 0,6 16 0,-9 4 0,1 0 0,-1 0 0,0 1 0,0-1 0,0 0 0,0 1 0,0 0 0,-1-1 0,1 1 0,0 0 0,-1 0 0,2 2 0,18 43 0,-19-41 0,0 1 0,1-1 0,0 1 0,0-1 0,0 0 0,1 0 0,5 6 0,-5-6 0,0 0 0,0 0 0,-1 0 0,1 0 0,-1 1 0,2 7 0,16 28 0,3-2 0,1 1 0,-3-9-3231,-18-25 1729,-1 0 0,0 1 0,0-1 0,-1 1 0,1 0 0,-2 0 0,1-1 0,-1 1 0,0 13 0,-4-9-3884,-13 3 818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00.0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91 5603,'0'-27'3297,"0"17"-1808,0-6-1649,28 5-1361,-28-5-928,19 6-416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00.2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4818,'37'28'14208,"1"0"-6136,-34-26-7655,0 0 1,0-1-1,0 1 0,0-1 0,1 0 0,-1 0 1,0 0-1,1 0 0,7-1 0,199 11 1080,30-11-1497,-151 0 0,314-9 0,-361 6 0,-7 2 0,49-10 0,-9 7 0,-64-1-2609,-24 2-3424,-38 2-5550,27 1 5876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00.8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242 0 8644,'-5'0'5819,"0"1"-5161,0-1 0,0 1 0,0 0 1,0 0-1,0 0 0,1 1 0,-1 0 1,0 0-1,1 0 0,-6 4 0,1 0-267,0 0-1,1 0 1,0 1-1,-13 15 0,13-13-340,0 1 0,1 1 0,0-1 0,0 1 0,1 0 0,0 1 0,1-1 0,1 1 0,-5 17 0,2 6 452,-15 49-1,14-54-195,1 1 0,2 0-1,1 0 1,2 1 0,1-1 0,5 54-1,-2 4 562,-2-65-717,-1-10-37,1 0 1,0 1-1,1-1 1,0 0-1,1 0 1,1 0-1,0 0 1,9 20-1,-5-18 5,-1-3-65,0 0 0,0-1 1,1 0-1,1 0 0,0-1 1,1 0-1,10 11 0,-16-20-52,6 7 50,1-1-1,0 0 0,1 0 0,0-1 0,0-1 1,0 0-1,24 9 0,-3-9-24,1-1-1,-1-2 0,1-2 1,0-1-1,46-5 0,-64 3-26,0 0-1,0 0 1,-1-2-1,1 0 1,-1 0-1,0-2 0,0 0 1,-1 0-1,0-1 1,0-1-1,0 0 1,-1-1-1,0 0 1,-1-1-1,0 0 1,0 0-1,-1-2 0,16-23 1,-22 27 11,0 0 0,-1 0 0,0 0 0,0 0 0,-1-1-1,0 1 1,-1-1 0,0 0 0,0 1 0,-1-1 0,0 0 0,0 1 0,-2-12 0,0-14 110,2 28-72,0 1 0,-1-1 0,0 1 0,0-1 0,0 1 1,-1 0-1,1-1 0,-1 1 0,-1 0 0,1 0 0,-1 1 0,0-1 0,0 0 1,0 1-1,-1 0 0,1 0 0,-1 0 0,0 0 0,0 0 0,-1 1 1,1 0-1,-7-5 0,3 4 28,0 0 1,0 1 0,0 0-1,0 0 1,0 0-1,-1 1 1,1 0-1,-1 1 1,1 0-1,-1 0 1,1 1-1,-18 1 1,20 0-77,-8 0 0,-1 1 0,1 1 0,-1 0 0,1 0 0,0 2 0,0 0 0,1 0 0,-1 1 0,-22 15 0,-70 47 0,101-63-188,0-1 0,0 1-1,1 0 1,0 0 0,0 1 0,0-1-1,0 1 1,-4 10 0,-4 5-1143,12-20 1162,-1 0 0,1 1 0,0-1 0,0 0 0,-1 0 0,1 1 0,0-1 0,0 0 0,0 1 0,0-1 0,1 0 0,-1 1 0,0-1 0,0 0 0,1 0 0,-1 1 1,1-1-1,-1 0 0,1 0 0,0 0 0,-1 0 0,1 1 0,0-1 0,0 0 0,0 0 0,0 0 0,0-1 0,0 1 0,2 1 0,3 6-1149,-3-4 484,-1 1 1,1 0 0,1-1 0,-1 0-1,1 1 1,0-2 0,0 1 0,0 0-1,0-1 1,0 1 0,1-1-1,0-1 1,-1 1 0,1-1 0,0 1-1,0-1 1,10 2 0,24 8-2217,-16-9 529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01.1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94 202 2641,'19'-32'4754,"18"-39"-1,-22 40-1582,-14 30-3088,-1 1 1,1-1-1,-1 0 0,0 1 0,0-1 1,0 0-1,1 1 0,-1-1 0,0 0 1,0 0-1,0 1 0,0-1 0,0 0 1,0 1-1,0-1 0,0 0 1,0 1-1,-1-1 0,1 0 0,0 0 1,0 1-1,-1-1 0,1 1 0,0-1 1,-1 0-1,1 1 0,0-1 0,-1 1 1,1-1-1,-1 1 0,1-1 1,-1 1-1,1-1 0,-1 1 0,0-1 1,1 1-1,-1 0 0,1-1 0,-1 1 1,0 0-1,1 0 0,-1-1 0,-1 1 1,-26-2 2089,21 7-1430,-43 25 1457,46-28-2053,1 1 0,0-1 0,-1 1 0,1 0 1,1 0-1,-1 0 0,0 0 0,1 0 0,-1 1 0,1-1 1,0 1-1,-2 5 0,1 26 759,-2 10 149,1-32-765,0-6-150,1 0-1,1 1 0,-1-1 1,1 1-1,1-1 0,-1 1 1,1-1-1,1 1 0,-1 0 1,1 0-1,1-1 0,-1 1 1,4 12-1,22 59 504,-22-68-620,1-1 0,0 1 0,1-2 0,0 1 0,0-1-1,1 1 1,0-2 0,10 10 0,-16-17-21,9 8 29,0-1 0,0-1 0,0 1 0,1-2-1,0 1 1,1-1 0,-1-1 0,1 0 0,0-1 0,0 0 0,1-1 0,-1-1 0,1 1 0,0-2 0,-1 0 0,18-1-1,-13 0 97,0-2 0,0 0 0,0-1 0,31-10 0,-38 10-73,0 0 0,-1-1 0,1 0 1,-1-1-1,0 0 0,-1-1 0,1 1 1,-1-2-1,11-10 0,-11 10-54,-1-1 0,-1 0 0,1 0 0,-1 0 0,-1-1 0,1 0 0,-2 0 0,1 0 0,-1-1 0,-1 1 0,1-1 0,-2 0 0,1 0 0,-2 0 0,1 0 0,-1-1 0,-1 1 0,0-13 0,0 1 0,1 10 0,-1 0 0,0 0 0,-1 0 0,-4-23 0,-21-46 0,24 75 0,-1 0 0,1 0 0,-1 0 0,0 0 0,-1 1 0,1 0 0,-1-1 0,0 1 0,0 1 0,-1-1 0,0 1 0,1-1 0,-1 1 0,-1 1 0,1-1 0,0 1 0,-1 0 0,-7-3 0,-4-2 0,-1 1 0,0 0 0,0 2 0,-33-6 0,38 9-344,1 1 0,0 1 0,-1 0 0,1 1 0,-16 2 0,23-2 74,0 0-1,1 0 1,-1 0 0,0 0 0,0 1-1,1 0 1,-1 0 0,1 0 0,0 0 0,-1 1-1,1 0 1,0-1 0,1 2 0,-6 4 0,8-6-593,0 0 1,1 0 0,-1 0 0,1 1 0,-1-1-1,1 0 1,0 0 0,0 1 0,0-1 0,0 0-1,0 0 1,1 1 0,-1-1 0,0 0 0,1 0-1,1 3 1,13 7-4279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01.5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34 7107,'5'-13'6970,"19"-8"6251,-25 29-11676,0 16-571,1-15-553,-1 0 1,1-1-1,1 1 1,0 0-1,0-1 1,3 10-1,1 0-421,0-1 0,-1 1 0,0 0 0,-2 0 0,0 1 0,-1 21 0,-1 13 0,2 0 0,12 68 0,-12-74 0,3 11 0,4-30 0,-6-20 0,0 0 0,-1-1 0,0 1 0,0 1 0,-1-1 0,1 11 0,-2-6 0,2 0 0,-1 0 0,2 0 0,0-1 0,0 1 0,1-1 0,0 0 0,1 0 0,1 0 0,0 0 0,0-1 0,13 16 0,-18-26 0,-1-1 0,1 1 0,-1 0 0,0-1 0,1 1 0,0 0 0,-1-1 0,1 1 0,-1-1 0,1 1 0,0-1 0,-1 1 0,1-1 0,0 1 0,-1-1 0,1 0 0,0 1 0,0-1 0,0 0 0,-1 0 0,1 0 0,0 0 0,0 1 0,0-1 0,-1 0 0,1 0 0,0-1 0,0 1 0,0 0 0,-1 0 0,1 0 0,0 0 0,0-1 0,-1 1 0,1 0 0,0-1 0,0 1 0,0-1 0,3-2 0,-1 0 0,0 0 0,0 0 0,0-1 0,0 1 0,0-1 0,-1 0 0,3-4 0,3-9 0,0 0 0,-1 0 0,7-25 0,4-25 0,-10 39 0,-1-1 0,-1 0 0,-1 1 0,1-48 0,-5 59 0,1 0 0,0 1 0,7-22 0,-5 20 0,0 0 0,-1 0 0,0-26 0,-3 36 0,-2-35 0,-5 32 0,-7 22 0,11-3 0,1 0 0,1 0 0,-1 0 0,1 1 0,1-1 0,0 0 0,0 1 0,0-1 0,3 10 0,-2 7 0,0-10 0,0 0 0,1 0 0,0 0 0,1 0 0,1 0 0,9 23 0,-6-17 0,-2-10 0,1 0 0,1 0 0,0 0 0,0-1 0,1 0 0,13 12 0,-13-13 0,-2-3 0,1-1 0,0 1 0,0-1 0,0-1 0,0 1 0,1-2 0,0 1 0,0-1 0,0 0 0,0 0 0,1-1 0,-1 0 0,1 0 0,-1-1 0,12 0 0,-8-1 0,0 1 0,0-2 0,1 0 0,-1 0 0,0-1 0,0 0 0,0-1 0,-1-1 0,1 0 0,17-8 0,65-41 0,-90 50-278,-1 0 1,1 0-1,-1 0 0,1 0 1,-1-1-1,0 1 1,0-1-1,-1 0 0,1 0 1,-1 0-1,0 0 0,0 0 1,0-1-1,0 1 1,1-8-1,0 3-5090,14-8 586,-37 16-6542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04.1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77 1889,'0'-40'7902,"0"33"-7312,0-13 5171,0 10-633,0 21-3718,0-8-159,0 10 691,-2 46 257,0-32-1881,1-1-1,2 1 0,0-1 1,7 34-1,-1-35-246,-3-11-55,-1 1 1,1-1 0,-2 1 0,1 20 0,-3 17 1,3 0 1,10 62 0,-11-95-11,-1-1 1,-1 1 0,0-1-1,-1 1 1,-1-1 0,-1 1-1,-7 23 1,8-30-6,0 0-1,1 0 1,0 0 0,1 1 0,2 16-1,-1 2-13,-2-30 4,-1-1-1,1 1 1,0-1-1,-1 0 1,1 1-1,-1-1 0,1 0 1,-1 0-1,1 0 1,-1 0-1,1 0 1,0 0-1,-1 0 1,1-1-1,-1 1 0,1-1 1,-3 0-1,5-11 0,0 10 14,-1-1-1,1 0 1,-1 1 0,0-1 0,0 0 0,0 1 0,-1-1 0,1 0 0,0 1 0,-1-1 0,0 0 0,0 1 0,0-1-1,-2-3 1,-1-3 11,0-1 0,1 1 0,0-1 0,0 1 0,1-1 0,0 0 0,1 0 0,0 0 0,0 0 0,2-12 0,-1-581 2467,0 601-2480,0-1-1,0 1 1,1 0 0,-1 0 0,1 0-1,0-1 1,-1 1 0,1 0 0,0 0-1,0 0 1,0 0 0,1 0 0,-1 0-1,0 1 1,3-4 0,-2 4-7,-1-1 0,0 1 0,0 0 0,0-1 0,0 1 0,0-1 1,0 1-1,0-1 0,-1 1 0,1-1 0,-1 0 0,1 1 0,-1-1 0,1 0 0,-1-1 0,0 1 25,5 4 39,0 2-54,1 0 0,-1 0 0,0 1 0,0 0 0,0 0-1,-1 0 1,1 1 0,-2 0 0,1 0 0,0 0 0,-1 0 0,3 8 0,27 42 15,-15-32-22,77 115 0,-57-70-76,-11-17-338,38 52 0,-48-82-41,-12-17 221,-1 1-1,1-1 0,-1 2 1,0-1-1,0 0 0,0 1 0,-1-1 1,0 1-1,3 13 0,7 31-1799,-8-35 576,-1-1 1,-1 1-1,0 0 1,0 26 0,-3-36 622,0 0 1,0 0-1,-1 0 1,1-1-1,-1 1 0,-1 0 1,1 0-1,-1-1 1,0 1-1,-1-1 1,1 0-1,-1 1 1,0-1-1,0 0 0,-5 5 1,-8 2-2063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04.8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143 691 2417,'-22'-12'1378,"13"8"-163,0-1-1,0 0 1,0-1-1,0 0 0,1-1 1,-12-11-1,13 11-553,2 1 193,0 0 1,0 1 0,0-2-1,1 1 1,0 0-1,-5-11 1,8 15-785,1 0 1,-1-1-1,1 1 1,-1 0-1,1 0 1,0-1-1,0 1 1,0 0 0,0 0-1,0-1 1,1 1-1,-1 0 1,1 0-1,-1 0 1,1 0-1,0-1 1,0 1-1,0 0 1,0 0-1,0 0 1,0 1-1,0-1 1,1 0-1,-1 0 1,1 1 0,-1-1-1,5-2 1,11-10-29,1 1 0,1 1 0,0 1 0,1 0-1,33-12 1,-1 0-77,128-62 160,-35 20 174,-111 49-161,44-28 0,-46 25 18,-27 17 27,1 0 0,-1-1 0,0 0 0,0 0 0,0-1 0,0 1 0,0-1 0,-1 0 0,0 0-1,0-1 1,0 1 0,0-1 0,3-7 0,-5 9 89,-1 0 0,1 0 0,0 0-1,-1 0 1,1 0 0,0 0 0,1 0-1,-1 1 1,0-1 0,4-2 0,-4 3-106,0-3 278,-1-1 1,0 0-1,0 1 0,0-1 0,-1 0 0,0 0 0,0 0 0,-1-8 0,1-4 623,-5 21-1067,4-2 0,-1 0 0,0-1 0,1 1 0,-1 0 0,1 0 0,-1 0 0,1 0 0,-1 0 0,1 1 0,0-1 0,0 0 0,0 1 0,-1-1 0,1 1 0,0-1 0,0 3 0,-1 46 0,0-24 0,2 0 0,0 0 0,8 47 0,31 101 0,-36-157 0,0 0 0,2 0 0,0 0 0,9 21 0,-10-28 0,-1 1 0,0-1 0,3 22 0,3 9 0,-1-13 0,-2-4 0,2 0 0,17 39 0,-16-53 0,-8-9 0,0 0 0,0 0 0,0 0 0,0 0 0,0 0 0,0 0 0,0 1 0,0-1 0,0 0 0,0 0 0,-1 1 0,1-1 0,-1 1 0,1-1 0,-1 1 0,1-1 0,-1 1 0,0-1 0,0 3 0,0-3 0,1 0 0,-1 0 0,0 0 0,0 0 0,1 0 0,-1 0 0,0 0 0,1 0 0,-1-1 0,1 1 0,-1 0 0,1 0 0,-1 0 0,1 0 0,0-1 0,0 1 0,-1 0 0,1-1 0,0 1 0,0 0 0,0-1 0,0 1 0,-1-1 0,1 1 0,0-1 0,0 0 0,0 1 0,0-1 0,0 0 0,0 0 0,0 0 0,0 1 0,0-1 0,0 0 0,0 0 0,0-1 0,0 1 0,0 0 0,0 0 0,0 0 0,0-1 0,0 1 0,0 0 0,0-1 0,0 1 0,0-1 0,0 1 0,0-1 0,0 0 0,-1 1 0,1-1 0,0 0 0,-1 1 0,1-1 0,0 0 0,-1 0 0,1 0 0,-1 0 0,1 0 0,-1 1 0,1-1 0,-1 0 0,0 0 0,1 0 0,-1 0 0,0-2 0,0 1 0,0 1 0,1-1 0,-1 1 0,0-1 0,1 1 0,-1-1 0,1 1 0,-1-1 0,1 1 0,0-1 0,-1 1 0,1 0 0,0 0 0,0-1 0,0 1 0,0 0 0,0 0 0,0 0 0,2-1 0,6-8 0,-6 3 0,0-1 0,0 1 0,-1-1 0,1 1 0,-2-1 0,3-14 0,5-24 0,30-108 0,-25 94 0,-9 45 0,-2 0 0,1-1 0,-2 0 0,1-28 0,-3 42 0,0-1 0,0 0 0,1 1 0,-1-1 0,1 1 0,0-1 0,-1 0 0,1 1 0,0-1 0,1 1 0,-1 0 0,0-1 0,1 1 0,-1 0 0,4-4 0,-4 6 0,-1-1 0,1 0 0,0 1 0,-1-1 0,1 1 0,0-1 0,0 1 0,-1 0 0,1-1 0,0 1 0,0 0 0,0-1 0,0 1 0,-1 0 0,1 0 0,0 0 0,0 0 0,0 0 0,0 0 0,0 0 0,0 0 0,-1 0 0,1 0 0,0 1 0,0-1 0,0 0 0,0 0 0,-1 1 0,1-1 0,0 1 0,0-1 0,-1 1 0,1-1 0,0 1 0,-1-1 0,1 1 0,0 0 0,-1-1 0,1 1 0,-1 0 0,1-1 0,-1 1 0,1 1 0,38 27 0,-29-8 0,5 9 0,85 100 0,-54-62 12,-36-50-25,1-1 1,1 0-1,0-1 0,1 0 1,24 21-1,-35-35-98,1 0-1,-1 0 1,0 0 0,0 0 0,0 0-1,0 1 1,0-1 0,-1 1-1,1 0 1,1 4 0,-2-5-57,0 0 0,0-1 0,0 1 1,0 0-1,0 0 0,0-1 0,1 1 1,-1 0-1,0-1 0,1 1 0,0-1 1,-1 0-1,1 1 0,0-1 0,2 1 1,21 22-4670,14-9 1142,-37-15 3613,0 1 0,1 0 0,-1-1 0,1 0 0,-1 1 0,0-1 0,1 0 0,-1 0 0,1-1 0,-1 1 0,0 0 0,1-1 1,-1 1-1,1-1 0,-1 0 0,0 0 0,0 0 0,0 0 0,1 0 0,-1 0 0,0-1 0,2-1 0,-1 1-34,1-1 173,0 0-1,1 0 1,-1-1 0,0 1 0,0-1 0,-1 0 0,1 0-1,-1-1 1,0 1 0,0-1 0,-1 1 0,1-1 0,-1 0-1,3-8 1,-2 2 322,0-1-1,0 1 1,-1-1 0,-1 0-1,1-18 1,-2-256 11002,0 285-11381,1 0 0,0 0 0,0 0 0,-1 0 0,1 1 0,0-1 0,0 0 0,0 0 0,0 0 0,0 1 0,0-1 0,0 1 0,0-1 0,0 1 0,1-1 0,-1 1 0,0-1 0,0 1 0,0 0 0,0 0 0,1 0 0,-1 0 0,0 0 0,0 0 0,1 0 0,-1 0 0,2 1 0,39 2 0,-7 3 0,-29-5 0,1 0 0,-1 0 0,1 0 0,-1 1 0,1 0 0,-1 1 0,8 3 0,-11-4 0,1 0 0,-1 0 0,0 0 0,1-1 0,0 0 0,-1 0 0,1 0 0,0 0 0,0 0 0,-1-1 0,7 1 0,-6-1 0,1 0 0,0 0 0,-1 1 0,1 0 0,-1 0 0,1 1 0,-1-1 0,1 1 0,5 3 0,24 10 0,1-2 0,0-1 0,1-2 0,60 10 0,94 2 0,-152-18 0,-1-1 0,70-5 0,-26 0 0,-30 1 0,-5 0 0,0 2 0,50 8 0,-57-5 8,-23-3-24,-1 1 0,31 6 0,-7-5-6154,-35-3 5289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05.1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187 123 4530,'-68'0'12009,"-36"0"-3737,104 1-8216,-1-1-1,1 0 1,-1 0-1,1 0 1,-1 0-1,1 0 1,-1 0-1,1 0 1,-1 0-1,1 0 1,-1 0-1,1-1 1,-1 1-1,1 0 1,-1 0-1,1 0 0,-1 0 1,1-1-1,-1 1 1,1 0-1,0-1 1,-1 1-1,1 0 1,-1-1-1,1 1 1,0 0-1,-1-1 1,1 1-1,0-1 1,0 1-1,-1 0 1,1-1-1,0 1 1,0-1-1,0 1 1,-1-1-1,1 1 1,0-1-1,0 1 1,0-1-1,0 1 0,0-1 1,0 1-1,0-1 1,0 1-1,0-1 1,0 1-1,0-1 1,1 0-1,-1 0 77,1-1-1,0 1 0,0 0 1,0 0-1,0-1 1,0 1-1,0 0 0,0 0 1,0 0-1,0 0 1,0 0-1,0 0 0,1 1 1,-1-1-1,0 0 1,1 0-1,-1 1 0,0-1 1,1 1-1,1-1 1,155-34 2269,-102 22-2375,-46 10-27,-1 1 0,0 0 0,1 0 1,-1 1-1,13-1 0,92-8 1,-41-6-64,-51 15-240,-1 0-1415,-8 1-2364,-2 1-2147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05.7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59 149 1233,'0'-78'12341,"0"77"-12251,0 0-1,0 0 0,0 0 1,0 1-1,0-1 1,0 0-1,0 0 1,0 0-1,-1 1 0,1-1 1,0 0-1,-1 0 1,1 1-1,-1-1 0,1 0 1,0 1-1,-1-1 1,0 1-1,1-1 1,-1 0-1,1 1 0,-1-1 1,0 1-1,1 0 1,-1-1-1,0 1 1,1-1-1,-1 1 0,0 0 1,-1-1-1,2 1 11,-1 0-1,0 0 1,0-1 0,1 1-1,-1 0 1,0-1 0,0 1-1,1-1 1,-1 1 0,1-1-1,-1 1 1,0-1 0,1 1-1,-1-1 1,1 0 0,-1 1-1,1-1 1,-1 0 0,1 1-1,0-1 1,-1 0 0,1 0-1,0 1 1,0-1 0,0 0-1,-1 0 1,1 0 0,0 1-1,0-1 1,0-1 0,0-3 256,-3-15 6355,2 19-6395,-1 0-1,1 0 1,0 1 0,0-1 0,-1 1 0,1-1 0,0 1 0,-1-1 0,1 1 0,-1 0 0,1 0 0,0 0 0,-1 0-1,1 0 1,-1 0 0,-1 0 0,3 45 578,-1-10-894,0-19 0,0 0 0,2 0 0,0 1 0,5 26 0,3-16 0,-6-19 0,-1 0 0,1 0 0,-1 0 0,-1 0 0,1 1 0,-1 12 0,0-9 0,0 0 0,0 0 0,2-1 0,-1 1 0,1 0 0,9 19 0,9 41 0,-17-52 0,1 1 0,0-1 0,2 0 0,0-1 0,17 30 0,-17-32 0,-1-1 0,0 1 0,4 26 0,-8-37 2,0 0 1,0-1-1,1 1 0,0 0 1,0-1-1,6 9 0,14 28-85,-17-28-82,-4-10-81,-1-1-1,1 1 0,-1 0 0,0-1 0,0 1 0,0 0 0,0 7 1,-1-9-2,0-1 1,0 1 0,0 0 0,1-1-1,-1 1 1,0-1 0,1 1 0,-1-1-1,1 1 1,0-1 0,0 1 0,-1-1-1,1 0 1,0 1 0,0-1 0,0 0-1,0 0 1,1 1 0,0 0-1,-1-1-174,0 0-1,1 0 0,-1 0 0,0 0 1,0 0-1,-1 0 0,1 1 0,0-1 0,0 0 1,0 1-1,-1-1 0,1 0 0,-1 1 1,1-1-1,-1 1 0,0-1 0,1 1 0,-1-1 1,0 2-1,3 3-4387,7-3 3614,-4 0-3496,-6-12 1880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06.3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47 4978,'0'-40'11447,"0"34"-8130,0 27 659,10 55 3547,-1-7-6192,-10-45-1204,1-13-114,0 0 1,0 0 0,1 0-1,4 17 1,3 0-14,-5-18 0,0 0 0,0 0 0,-1 0 0,0 1 0,0 16 0,0 6 0,1 0 0,2-1 0,16 56 0,-2-7 0,-14-68 0,0 1 0,1-1 0,0 0 0,1-1 0,1 0 0,0 0 0,13 15 0,2 4 0,-18-24-8,1 0-1,0 0 1,1-1-1,-1 1 1,1-2 0,0 1-1,1-1 1,-1 0-1,1 0 1,0-1-1,0 0 1,17 6 0,-8-5-35,1-1 1,0 0 0,0-1 0,0-1-1,26-1 1,37-13-1332,-50 7 310,-12 0 7,0 0 0,0 0 0,-1-2-1,0-1 1,20-11 0,5-1-1194,-31 13 1359,0 0-1,-1 0 1,16-14-1,23-14-1497,-16 15 1563,-2-1-1,0-2 0,36-33 0,-52 41 932,-1-1 0,0 0-1,-1-1 1,0 0 0,-2-1 0,0-1-1,10-21 1,-17 26 890,0-1 0,-1 1 0,-1-1 0,0 0-1,-1 0 1,0-1 0,-1 1 0,-2-23 0,0 18 1112,1 18-1902,0 1 1,-1-1 0,0 0 0,1 0-1,-1 0 1,0 1 0,0-1-1,0 0 1,0 1 0,0-1 0,0 1-1,-1-1 1,1 1 0,0 0-1,-1-1 1,1 1 0,-1 0 0,1 0-1,-1 0 1,0 0 0,0 0 0,1 1-1,-1-1 1,0 0 0,-3 0-1,0 0 45,1-1 0,0 1 0,0 1 0,0-1 0,-1 0 0,1 1 0,0 0 0,-1 0 0,1 0 0,0 1 0,-6 1 0,-1 2-224,0 1 0,0 1 0,0 0 0,1 0 0,0 1 0,0 1 0,1-1 0,-1 1 0,2 1 0,-1 0 0,1 0 0,1 1 0,0 0 0,0 0 0,1 1 0,0-1 0,1 1 0,-4 12 0,6-13-25,1 0 0,0 0 0,1 0 0,0 0 0,0 0 0,1 1 0,1-1 0,1 13 0,0 10 0,-2-33 0,0 1 0,0 0 0,0 0 0,0 0 0,0 0 0,0-1 0,0 1 0,0 0 0,1 0 0,-1 0 0,0 0 0,1-1 0,-1 1 0,0 0 0,1 0 0,-1-1 0,1 1 0,-1 0 0,1-1 0,-1 1 0,1-1 0,0 1 0,-1 0 0,1-1 0,0 0 0,-1 1 0,1-1 0,0 1 0,0-1 0,0 0 0,1 1 0,-2-1 0,1 0 0,0 1 0,-1-1 0,1 0 0,0 1 0,-1-1 0,1 0 0,0 1 0,-1-1 0,1 1 0,0-1 0,-1 1 0,1-1 0,-1 1 0,1 0 0,-1-1 0,0 1 0,1-1 0,-1 1 0,1 0 0,-1-1 0,0 1 0,0 0 0,1 0 0,-1-1 0,0 1 0,0 0 0,0 0 0,0-1 0,0 1 0,0 1 0,1 0 0,0-1 0,0 1 0,0-1 0,0 1 0,1-1 0,-1 1 0,0-1 0,1 0 0,-1 1 0,1-1 0,-1 0 0,1 0 0,0 0 0,0 0 0,-1-1 0,1 1 0,0 0 0,0-1 0,0 1 0,0-1 0,-1 1 0,1-1 0,0 0 0,0 0 0,3 0 0,4-5 0,-6 3 0,1 0 0,-1 0 0,1 0 0,-1 0 0,0-1 0,0 0 0,0 1 0,0-1 0,0 0 0,3-4 0,7-10 0,-11 15 0,0 0 0,-1 0 0,1 0 0,-1 0 0,1 0 0,-1-1 0,0 1 0,0 0 0,0-1 0,0 1 0,0-1 0,0 1 0,-1-1 0,1 1 0,-1-1 0,0 0 0,0 1 0,0-1 0,0-3 0,0-3 0,0 22 0,3 23 0,-1-32 0,1 0 0,-1 1 0,0-1 0,-1 1 0,1-1 0,-1 1 0,0 0 0,0 0 0,-1-1 0,1 1 0,-1 0 0,0 5 0,0-3 0,0 0 1,1 0-1,0 0 1,1 0-1,-1-1 1,1 1-1,0-1 1,1 1-1,0-1 0,0 0 1,6 9-1,7 17-77,-14-29-188,0 1-1,1-1 1,-1 0 0,0 0-1,1 0 1,0 0-1,0-1 1,0 1 0,4 2-1,-4-2-504,0-1 0,1 0 0,-1 0 0,1 0 1,0 0-1,-1 0 0,1-1 0,0 0 0,0 0 0,0 0 0,0 0 0,0 0 0,0-1 0,0 0 0,1 0 0,3 0 0,22-6-3585,-22 6 3518,0-2-1,0 1 1,0-1-1,-1 0 1,1 0 0,0-1-1,-1 0 1,0-1-1,0 1 1,9-7 0,10-14-2533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06.5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113 97 2449,'3'-3'455,"0"0"1,0 0-1,-1-1 0,0 1 0,0-1 0,0 1 0,0-1 1,0 0-1,-1 1 0,3-8 0,-1-28 8224,-4 38-8422,1 1-1,-1-1 1,0 0-1,1 0 1,-1 0-1,0 1 0,1-1 1,-1 0-1,0 1 1,0-1-1,0 0 1,0 1-1,1-1 0,-1 1 1,0 0-1,0-1 1,0 1-1,0 0 1,0-1-1,0 1 1,0 0-1,0 0 0,0 0 1,0 0-1,0 0 1,0 0-1,0 0 1,0 0-1,0 0 0,0 1 1,0-1-1,0 0 1,0 1-1,0-1 1,-1 1-1,-36 12 4537,30 1-3375,-9 11-357,13-20-1050,0-1 1,0 1-1,0 0 0,1 0 0,-1 1 1,1-1-1,1 1 0,-1-1 1,1 1-1,0 0 0,0 0 0,0 0 1,0 11-1,-1 9-19,1 1 0,3 27 0,-1-20 2,0-26 6,1 1 0,0-1 0,1 1 0,0-1 0,0 0 0,1 0 0,0 0 0,0 0 0,1-1 0,0 1 0,0-1 0,1 0 0,0 0 0,0 0 0,1-1 0,-1 0 0,1 0 0,1 0 0,-1-1 0,1 0 0,0 0 0,0-1 0,1 1 0,-1-2 0,1 1 0,0-1 0,0 0 0,0-1 0,0 0 0,0 0 0,1-1 0,10 1 0,-9-2 0,0-2 0,0 1 0,0-1 0,-1-1 0,1 1 0,0-2 0,-1 1 0,0-1 0,0-1 0,14-9 0,-20 13 0,2-3-351,1 0 0,-1-1 0,0 1 0,0-1-1,0 0 1,6-10 0,11-10-2756,-19 13-6285,-3 10 7619,0-13-4804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07.3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43 1457,'0'-11'2765,"-1"-12"5557,1 23-8239,-1-1 1,1 1-1,0-1 1,0 1-1,-1-1 0,1 1 1,0-1-1,-1 1 1,1 0-1,0-1 1,-1 1-1,1 0 0,-1-1 1,1 1-1,-1 0 1,1-1-1,-1 1 1,1 0-1,-1 0 1,1-1-1,-1 1 0,1 0 1,-1 0-1,0 0 1,1 0-1,-1 0 1,1 0-1,-1 0 0,0 0 1,-3 0 463,4 16 2,0-14-478,0 0-1,0 0 1,0-1-1,0 1 1,-1 0-1,1 0 1,-1 0-1,0 0 1,1-1-1,-1 1 1,0 0-1,0-1 1,0 1-1,0 0 1,0-1-1,-2 2 1,1-1 53,0 0 1,1 0 0,0 0 0,-1 0-1,1 0 1,0 0 0,0 1 0,0-1-1,0 0 1,0 0 0,1 1 0,-1-1-1,1 0 1,0 1 0,-1-1-1,1 5 1,0 16 945,0-3 147,0 1-1,5 33 1,0-30-522,1 8 372,0 1 1,0 50 0,22 274 2380,-6-125-2668,-19-195-722,38 364 327,-13-151-365,-7-40-24,-13-155 4,26 234 0,17 246 0,-28-276 0,1 6 0,-1-15 0,1 5 0,-11-169 0,16 165 0,29 244-1219,-27-199-1836,-18-149 606,-8 1-789,-2-29 172,12 418-12875,-15-457 12190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09.0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463 28 6867,'-24'-15'10369,"8"6"-2774,2 6-5774,1 3-1140,1 0 0,0 0 1,0 2-1,-17 2 0,20 0-585,1 0 1,0 0 0,-1 0-1,2 1 1,-1 0-1,-11 10 1,2 0 160,0 2 0,2 0 0,0 0 0,-20 32 0,-47 85 347,69-104-581,1 1 0,1 1 0,2 0 0,2 0 1,-6 42-1,5-24-18,4-23-5,1-1 0,1 1 0,4 44 0,0-6 0,-1-40-2,1-1 1,2 0-1,0 0 1,1 0-1,10 24 1,49 117-79,-64-164 78,6 10-42,0 0 1,1 0-1,0-1 0,0 0 0,1-1 0,11 11 0,21 28-190,-35-41 136,0-1 1,1 0 0,-1 0-1,1-1 1,0 1 0,1-1-1,9 5 1,-5-3-803,0-1 0,0-1 0,1 0 0,18 5 0,-19-7-318,0 0-1,0-1 1,0 0 0,0-1 0,0 0-1,0-1 1,0 0 0,0-1 0,0 0-1,0-1 1,0 0 0,14-5-1,14-6-2665,-8-2 464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10.9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83 240,'0'-1'240,"0"0"1,0 0-1,0 0 0,1 0 0,-1 0 1,0 1-1,0-1 0,0 0 0,0 0 1,0 0-1,-1 0 0,1 0 0,0 0 1,0 1-1,0-1 0,-1 0 0,1 0 1,-1 0-1,1 1 0,0-1 0,-1 0 0,1 0 1,-1 1-1,0-1 0,1 0 0,-1 1 1,0-1-1,1 1 0,-1-1 0,0 1 1,1-1-1,-1 1 0,-1-1 0,-10 0-556,12 1 364,-1 0 1,1 0 0,0 0 0,0-1-1,-1 1 1,1 0 0,0 0-1,-1 0 1,1-1 0,0 1 0,0 0-1,-1-1 1,1 1 0,0 0-1,0 0 1,0-1 0,-1 1 0,1 0-1,0-1 1,0 1 0,0-1-1,0 1 1,0 0 0,0-1 0,0 1-1,0 0 1,0-1 0,0 1-1,0 0 1,0-1 0,0 1 0,0-1-1,0 1 1,0 0 0,0-1-1,0 1 1,0 0 0,1-1 0,-1 1-1,0 0 1,0-1 0,0 1-1,1 0 1,-1 0 0,0-1 0,0 1-1,1 0 1,-1 0 0,0-1-1,1 1 1,-1 0 0,0 0 0,1-1-1,3 2 86,-4-1-56,1 0-1,0 0 1,-1 0-1,1 1 1,-1-1-1,1 0 1,0 0-1,-1 0 1,1 0-1,-1 0 1,1 0-1,0 0 1,-1 0-1,1 0 1,-1-1-1,1 1 1,0 0-1,-1 0 1,1 0-1,-1-1 0,1 1 1,-1 0-1,1-1 1,-1 1-1,1 0 1,-1-1-1,1 1 1,-1-1-1,0 1 1,1 0-1,-1-1 1,1 1-1,-1-1 1,0 0-1,0 1 1,1-1-1,-1 1 1,0-1-1,0 1 1,1-2-1,3 2 1409,10-3 267,-13 2-1453,-1 1 1,1-1 0,-1 0-1,1 0 1,-1 1-1,1-1 1,-1 0-1,1 1 1,0-1-1,-1 0 1,1 1 0,0-1-1,-1 1 1,1-1-1,0 1 1,0 0-1,0-1 1,0 1-1,-1 0 1,1 0 0,0-1-1,0 1 1,0 0-1,0 0 1,1 0-1,40-5 7568,-8 0-8951,-16 3 1118,1 0 1,0 1 0,31 3 0,-13 0 50,-36-3-85,-1 1 0,1 0-1,-1 0 1,1 0 0,0 0 0,-1 0 0,1 0-1,-1 0 1,1 0 0,-1 0 0,1 0 0,-1 0-1,1 1 1,-1-1 0,1 0 0,-1 0 0,1 0-1,-1 1 1,1-1 0,-1 0 0,1 1 0,-1-1-1,0 0 1,1 1 0,-1-1 0,0 0-1,1 1 1,-1 0 0,1-1 3,-1 1 0,0-1 0,1 0-1,-1 1 1,0-1 0,1 1 0,-1-1 0,1 0-1,-1 1 1,1-1 0,-1 0 0,1 0 0,-1 1-1,1-1 1,-1 0 0,1 0 0,-1 0 0,1 0-1,-1 0 1,1 1 0,-1-1 0,1 0 0,-1 0-1,1 0 1,-1 0 0,1-1 0,-1 1 0,2 0-1,11 1 159,-26 4 90,-12 2-132,-44 6-141,69-13 18,-1 0 0,1 0 0,0 0 0,0 0 0,0 0 0,-1 0 0,1 0 0,0 0 0,0 0 0,0 0 0,0 0 0,-1 0 0,1 0 1,0 0-1,0-1 0,0 1 0,0 0 0,0 0 0,-1 0 0,1 0 0,0 0 0,0-1 0,0 1 0,0 0 0,0 0 0,0 0 0,0 0 0,0-1 1,0 1-1,0 0 0,-1 0 0,1 0 0,0-1 0,0 1 0,0 0 0,0 0 0,0 0 0,0-1 0,0 1 0,1 0 0,-1 0 0,0 0 0,0 0 0,0-1 1,0 1-1,0 0 0,0 0 0,0 0 0,0-1 0,0 1 0,0 0 0,1 0 0,-1 0 0,0 0 0,0 0 0,0 0 0,0-1 0,0 1 0,1 0 1,-1 0-1,0 0 0,0 0 0,0 0 0,1 0 0,-1 0 0,0 0 0,0 0 0,0 0 0,1 0 0,7-2 10,-7 2-9,-1 0 1,1 0-1,-1 0 0,1 0 1,-1 0-1,1 0 0,0 0 1,-1 0-1,1 0 0,-1 0 1,1-1-1,-1 1 1,1 0-1,-1 0 0,1 0 1,-1-1-1,1 1 0,-1 0 1,1-1-1,-1 1 1,0-1-1,1 1 0,-1 0 1,1-1-1,-1 1 0,0-1 1,0 1-1,1-1 0,-1 1 1,0-1-1,0 1 1,1-1-1,-1 1 0,0-1 1,0 1-1,0-1 0,0 1 1,0-1-1,0 0 1,0-2 278,0 23-408,1-6 165,0-8-23,-1 1 0,0-1-1,0 0 1,0 1 0,-1-1 0,0 0-1,0 1 1,-2 6 0,-4 2-3,4-10-8,1 0 0,-1 0 0,1 1 0,1-1 0,-1 1 0,1 0 0,0-1 0,0 1 0,0 9 0,1 381 0,0-389 0,1 0 1,0 0-1,0-1 1,0 1-1,1 0 0,0-1 1,4 10-1,-3-10-6,-1 0 0,0 1 0,0-1 0,0 1 0,-1-1 0,0 1 0,0 9 0,-1-1-250,1 0 0,1 0 1,0 0-1,1 0 0,5 15 1,1-2-3359,-9-26 3200,0 0 1,1 0-1,0 0 1,-1 0-1,1-1 1,0 1 0,0 0-1,0-1 1,0 1-1,0 0 1,0-1 0,0 0-1,1 1 1,-1-1-1,3 3 1,-1 1-1467,0 0-624,15-4-8452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11.3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497 54 1585,'-3'-2'1958,"3"2"-1820,-1-1 1,0 1 0,0-1 0,0 1 0,0-1 0,0 1 0,0-1 0,0 0 0,1 1-1,-1-1 1,0 0 0,1 0 0,-1 0 0,0 1 0,1-1 0,-1 0 0,1 0 0,-1 0 0,1 0 0,0 0 0,-1 0 0,1 0 0,0 0 0,0 0 0,0 0-1,-1 0 1,1 0 0,0-1 0,1 0 0,-1 1-114,0 1-1,-1 0 1,1-1-1,0 1 1,0-1-1,0 1 1,0-1 0,-1 1-1,1-1 1,0 1-1,0 0 1,-1-1-1,1 1 1,0 0-1,-1-1 1,1 1 0,0 0-1,-1-1 1,1 1-1,-1 0 1,1 0-1,0-1 1,-1 1-1,1 0 1,-1 0-1,1 0 1,-1 0 0,1 0-1,-1-1 1,1 1-1,-1 0 1,1 0-1,-1 0 1,1 0-1,-1 1 1,0-1-6,1 0 0,-1 0 0,1 0 0,-1 0 0,0 0 0,1 0 0,-1 0 0,1-1 0,-1 1 0,1 0 0,-1 0 0,0 0 0,1-1 0,-1 1 0,1 0 0,-1 0 0,1-1 0,0 1 0,-1-1 0,1 1 0,-1 0 0,1-1 0,0 1 0,-1-1 0,1 1 0,0-1 0,-1 1 0,1-1 0,0 1 0,-1-1 0,1 1 1,0-1-1,0 1 0,0-6 4586,-8 6-3270,8 0-1268,0 0 0,-1 0-1,1 0 1,0 0 0,-1 0-1,1 0 1,-1 0 0,1-1-1,0 1 1,-1 0 0,1 0-1,-1 0 1,1 1 0,0-1-1,-1 0 1,1 0 0,-1 0-1,1 0 1,0 0 0,-1 0-1,1 1 1,-1-1 0,1 0-1,0 0 1,-1 0 0,1 1-1,0-1 1,-1 0 0,1 1-1,0 0 55,0 0-1,0 0 1,-1 0 0,1 0-1,0 0 1,0 0-1,-1 0 1,1-1 0,-1 1-1,1 0 1,-1 0-1,1 0 1,-1 0 0,1-1-1,-1 1 1,0 0-1,1 0 1,-1-1 0,0 1-1,1-1 1,-1 1-1,-1 0 1,0 0 143,0 1-1,0-1 1,0 1 0,1-1 0,-1 1-1,1 0 1,-1 0 0,1 0-1,0-1 1,-2 5 0,-18 27 2300,17-28-2095,-1 1-1,2 0 1,-1 0 0,1 0-1,-4 10 1,-32 50 1620,29-43-1423,6-18-598,2 0-1,-1 0 0,0 1 1,1 0-1,0-1 0,0 1 1,1 0-1,0 0 0,0 0 1,0 0-1,1 0 0,-1 0 1,2 0-1,-1 0 0,1 0 1,2 10-1,15 16-6,-10-12-37,-7-15-21,0 0 0,1-1 0,0 1 0,0-1 0,0 0 0,1 1 0,0-1 0,5 6 0,38 69 24,18-11 290,-63-68-313,-1 1 0,0 0 0,0-1-1,0 1 1,0 0 0,0-1 0,0 1-1,-1 0 1,1-1 0,0 1 0,0 0-1,0-1 1,-1 1 0,1-1 0,0 1-1,-1 0 1,1-1 0,0 1 0,-1-1-1,1 1 1,-1-1 0,1 1 0,-1-1 0,1 1-1,-1-1 1,1 0 0,-1 1 0,1-1-1,-1 0 1,0 1 0,1-1 0,-1 0-1,0 0 1,1 0 0,-2 1 0,-31 8 39,-33-9-1110,-123-18 0,95-1-8001,47 1-4050,47 17 12958,-1 1 1,1-1 0,0 1 0,-1 0 0,1-1-1,0 1 1,-1-1 0,1 1 0,0-1 0,-1 1 0,1-1-1,0 1 1,0-1 0,0 0 0,0 1 0,-1-1-1,1 1 1,0-1 0,0 1 0,0-1 0,0 0-1,0 1 1,1-2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11.5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0 123 3249,'15'-20'3291,"-8"10"-964,0 0 1,0 0-1,7-18 1,-7 19-610,-6 8-1509,0 0-1,0 0 1,-1 1-1,1-1 1,0 0-1,-1 0 1,1 0-1,-1 0 1,1 0-1,-1 0 1,1 0-1,-1 0 1,0 0-1,1 0 1,-1 0-1,0 0 1,0 0-1,0-2 1,0 3-125,0-1 0,0 0-1,0 0 1,1 1 0,-1-1 0,0 0 0,0 1 0,0-1-1,1 0 1,-1 1 0,0-1 0,1 1 0,-1-1 0,1 0-1,-1 1 1,1-1 0,-1 1 0,1-1 0,-1 1 0,1 0-1,-1-1 1,1 1 0,-1-1 0,1 1 0,0 0 0,-1 0 0,1-1-1,0 1 1,-1 0 0,1 0 0,0 0 0,-1 0 0,1-1-1,0 1 1,0 0 0,-1 0 0,1 1 0,0-1 0,-1 0-1,1 0 1,0 0 0,2 0 106,-2 3 180,0-1 1,0 1-1,-1-1 1,1 1-1,0-1 0,-1 1 1,0-1-1,1 1 1,-1-1-1,0 1 0,0 0 1,-1-1-1,0 4 1,1-1-11,19 138 740,-19-124-1084,1 0 1,1 0 0,1 0 0,0 0 0,11 33 0,-11-39-45,0 0 0,-2 0 0,1 0-1,-2 0 1,0 0 0,-2 20 0,0 4-242,2 70-3757,0-35-2055,0-63 5044,-1-1-1,0 0 1,-1 1-1,0-1 1,0 0-1,-1 0 1,0 0-1,-5 10 1,7-16 791,-4 29-4958,5 9-1393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11.6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0 227 2897,'0'-80'20863,"1"78"-20618,-1 0 0,0 0 0,0 0 0,1 0 0,-1 0 0,1 0 0,0 0 0,-1 0 0,1 1 0,0-1 0,0 0 0,0 0 0,0 1 0,1-1 0,-1 0 0,0 1 0,1 0 0,-1-1 0,1 1 0,-1 0 0,4-2 0,45-20 1685,-9 6-1526,-27 11-471,1 0 0,0 1 1,0 0-1,0 2 0,0 0 0,23-2 1,2-1-1036,183-20-16056,-215 25 16449,42-1-4648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12.0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151 53 8676,'-52'-18'13370,"2"1"-5357,47 16-7718,2 2-257,1-1 0,-1 0-1,0 0 1,1 0 0,-1 0 0,1 0 0,-1 0 0,0 0-1,1 0 1,-1-1 0,1 1 0,-1 0 0,0 0 0,1 0-1,-1-1 1,1 1 0,-1 0 0,1-1 0,-1 1 0,1 0-1,-1-1 1,1 1 0,0-1 0,-1 1 0,1-1 0,-1 1-1,1-1 1,0 1 0,-1-1 0,1 1 0,0-1 0,0 1 0,0-1-1,-1 1 1,1-1 0,0 0 0,0 1 0,0-1 0,0 1-1,0-2 1,0 0 74,3 2-69,36 7-104,14 2 239,83 1-119,-37 6-35,-91-16-38,-2-1 28,-1 1 1,1 0-1,0 1 0,0-1 0,-1 1 1,1 0-1,0 0 0,10 5 1,-13-5 161,-19 2 40,10 4-216,-1-1 0,1 2 0,0-1 0,1 1 0,-1 0 0,2 0 0,-1 0 0,1 0 0,0 1 0,1 0 0,-3 11 0,4-16 0,0 1 0,0 0 0,0 0 0,-1-1 0,1 0 0,-1 1 0,-5 4 0,-10 19 0,6 0 0,-11 49 0,14-47 0,1 63 0,3-74 0,2 0 0,0 0 0,0 1 0,2 20 0,0-35 0,1-1 0,-1 0 0,0 0 0,0 1 0,0-1 0,0 0 0,-1 0 0,1 0 0,-5 6 0,4-6 0,0-1 0,0 1 0,1 0 0,-1-1 0,1 1 0,0 0 0,0 0 0,1 0 0,-2 7 0,2-8-7,-2 1 1,1-1-1,0 1 1,-1-1-1,1 0 0,-1 1 1,0-1-1,0 0 1,0 0-1,0 0 0,-1-1 1,1 1-1,-1-1 1,0 1-1,0-1 0,0 0 1,0 0-1,-3 2 1,4-3-20,1 1 0,-1-1 0,0 0 0,0 0 1,1 0-1,-1 0 0,0 0 0,0 0 0,0-1 0,0 1 1,0 0-1,0-1 0,0 0 0,0 1 0,0-1 1,0 0-1,0 0 0,0 0 0,0-1 0,0 1 0,0 0 1,0-1-1,0 1 0,0-1 0,0 0 0,0 1 1,0-1-1,0 0 0,0 0 0,1 0 0,-1-1 1,0 1-1,-1-2 0,-1-2-1269,-1 1 1,1-1-1,-1 1 0,0 0 1,-1 0-1,1 1 0,-11-6 1,12 7 102,-1 0 0,0-1 0,0 0 0,1 0 0,0 0-1,0-1 1,0 1 0,0-1 0,0 0 0,-4-7 0,3-15-7006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13.1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29 697 5683,'1'2'18201,"-1"-2"-18161,0 1 0,0-1 0,0 0 0,0 1 0,0-1 0,0 1 0,0-1-1,0 0 1,0 1 0,0-1 0,0 1 0,0-1 0,0 0 0,0 1 0,-1-1 0,1 1 0,0-1-1,0 0 1,0 1 0,-1-1 0,1 0 0,0 1 0,0-1 0,-1 0 0,1 0 0,0 1 0,-1-1-1,1 0 1,0 0 0,-1 1 0,1-1 0,-1 0 0,-8 5 680,-2 4 1869,8 15-800,3 117 209,0-140-1994,0 0-1,0 1 0,0-1 0,1 0 0,-1 1 0,0-1 0,1 0 0,-1 1 0,1-1 0,0 0 0,-1 0 0,1 1 0,0-1 1,-1 0-1,1 0 0,0 0 0,0 0 0,0 0 0,0 0 0,0 0 0,2 0 0,-2 0-7,0 0 1,0 0-1,0-1 0,-1 1 1,1 0-1,0 0 0,0 0 0,0 0 1,-1 0-1,1 0 0,0 0 0,-1 0 1,1 0-1,-1 0 0,1 1 0,-1-1 1,0 0-1,1 0 0,-1 0 1,0 3-1,0-3-6,0 1 0,1-1 1,-1 1-1,0-1 0,1 0 1,-1 1-1,1-1 0,0 0 0,-1 1 1,1-1-1,0 0 0,0 0 1,-1 1-1,1-1 0,0 0 0,0 0 1,1 0-1,-1 0 0,0 0 1,0-1-1,0 1 0,1 0 0,-1 0 1,0-1-1,3 2 0,35 5-948,-36-7 304,1-1 54,8-3 312,-10 4 248,1-1-1,-1 1 1,0-1 0,0 0-1,0 0 1,0 1 0,0-1-1,0-1 1,0 1 0,0 0-1,-1 0 1,1-1 0,0 1-1,-1-1 1,1 0 0,-1 1-1,2-4 1,17-28 4,19-45-1,-4 7 926,-31 63-686,-1 1-1,0 0 0,0-1 0,0 0 1,-1 0-1,0 0 0,-1 1 0,0-2 1,0 1-1,-1-12 0,1 19-200,-1 0-1,0 1 1,0-1-1,1 0 0,-1 0 1,1 0-1,-1 1 1,0-1-1,1 0 1,-1 1-1,1-1 0,0 0 1,-1 1-1,1-1 1,0 1-1,-1-1 1,1 1-1,0-1 0,-1 1 1,1-1-1,0 1 1,0 0-1,0 0 1,-1-1-1,1 1 0,0 0 1,0 0-1,0 0 1,0 0-1,-1 0 1,1 0-1,0 0 0,0 0 1,0 0-1,0 0 1,-1 0-1,1 0 1,0 1-1,0-1 1,1 1-1,1 15 151,1-10-138,-3-4-13,1 0-1,-1 1 0,0-1 1,0 0-1,0 0 0,0 1 1,0-1-1,-1 0 0,1 1 0,0-1 1,-1 0-1,0 1 0,0 3 1,0-4-3,1 0 1,-1 1-1,0-1 1,1 0-1,-1 1 0,1-1 1,0 0-1,0 0 1,0 0-1,0 0 1,0 0-1,0 0 1,0 0-1,1 0 1,1 2-1,14 23 16,-13-15 2,0 0 1,2 0-1,-1-1 1,1 0-1,11 15 1,6 13-47,-22-35 30,1 0 0,0-1 0,-1 1 0,2-1 1,-1 1-1,0-1 0,1 0 0,-1 0 1,1 0-1,0 0 0,0 0 0,0-1 0,0 1 1,1-1-1,4 3 0,7 3-81,36 19 24,-47-26 59,-1 1-1,1-1 1,-1 0-1,1-1 0,-1 1 1,1-1-1,0 1 1,-1-1-1,1 0 1,0 0-1,-1-1 1,1 1-1,5-2 1,2-2-16,-4 2 17,0 0 1,0 0-1,0-1 1,0 0-1,0-1 0,0 1 1,-1-1-1,0-1 1,0 1-1,10-10 1,-1-3 26,0-1 1,-1 0 0,-1-1-1,-1 0 1,0-1 0,-2 0-1,15-39 1,-16 24 50,-3 17-53,-1 0 0,-1 0 0,0-1 0,1-34 1,-5 25 16,1 14-8,-1-1 0,0 0-1,-1 0 1,-4-19 0,-4-4-29,-2 1 0,-19-46 0,15 47-8,13 30 0,0 1 0,0 0 0,0 0 0,-1 0 0,0 0 0,0 0 0,0 1 0,0-1 0,-6-5 0,3 5 0,-25-18 0,30 23 0,-1 0 0,1-1 0,-1 1 0,1 0 0,0 0 0,-1 0 0,1 0 0,-1 0 0,1 0 0,-1 1 0,1-1 0,0 0 0,-1 1 0,1-1 0,-1 1 0,1-1 0,0 1 0,0 0 0,-1 0 0,1-1 0,0 1 0,0 0 0,0 0 0,-2 2 0,-1 2 0,0 0 0,0-1 0,0 2 0,0-1 0,1 0 0,0 1 0,0 0 0,1-1 0,0 1 0,0 0 0,0 0 0,0 0 0,1 1 0,0-1 0,0 11 0,1 11 0,1-1 0,7 42 0,2 27 0,-10-87 0,1 0 0,1 0 0,0 0 0,0 0 0,0 0 0,1-1 1,7 15-1,11 40-4,-20-63 5,0 11-39,1 0 1,0-1 0,1 0-1,0 1 1,1-1-1,0 0 1,6 11 0,12 24-320,-20-39 147,0 0 1,1 0-1,-1-1 0,1 1 0,1 0 1,-1-1-1,1 0 0,0 0 1,0 0-1,0 0 0,1-1 0,0 1 1,-1-1-1,2 0 0,-1-1 0,8 5 1,-8-5-50,0-1 1,-1 0 0,1 0-1,0-1 1,0 0-1,0 0 1,0 0 0,0 0-1,0 0 1,0-1-1,0 0 1,0 0 0,0-1-1,0 0 1,0 1-1,0-2 1,0 1 0,0 0-1,0-1 1,0 0 0,6-4-1,2-3 250,0-1-1,-1 0 1,0-1-1,-1 0 1,15-19-1,-14 16 181,-11 13-143,6-5 327,-1 0-1,-1-1 0,1 0 1,-1 0-1,-1 0 0,1-1 1,-1 0-1,5-14 1,-8 21-299,2-7 635,0 0 1,-1 0-1,0-1 0,0 1 1,1-15-1,-3 23-657,0-1 0,-1 1-1,1-1 1,0 0 0,1 1 0,-1-1-1,0 1 1,0-1 0,0 1-1,0-1 1,0 0 0,1 1 0,-1-1-1,0 1 1,0-1 0,1 1-1,-1-1 1,0 1 0,1-1 0,-1 1-1,0 0 1,1-1 0,-1 1 0,1 0-1,-1-1 1,1 1 0,-1 0-1,1-1 1,-1 1 0,1 0 0,-1 0-1,1-1 1,-1 1 0,1 0-1,0 0 1,-1 0 0,1 0 0,-1 0-1,1 0 1,-1 0 0,2 0-1,-2 0-26,1 0 0,-1 0 0,1 0 0,-1 0 0,1 0 0,-1 0 0,1 0 0,-1 0 0,0 0 0,1 0-1,-1 0 1,1-1 0,-1 1 0,1 0 0,-1 0 0,1 0 0,-1-1 0,0 1 0,1 0 0,-1-1 0,0 1-1,1 0 1,-1-1 0,0 1 0,1 0 0,-1-1 0,0 1 0,1-1 0,-1 1 0,0 0 0,0-1 0,0 1-1,0-1 1,1 1 0,-1-1 0,0 1 0,0-1 0,0 1 0,0-1 0,0 0 0,0-2 286,0 31-207,0-26-51,-1-1-33,1 1 0,0-1 0,-1 1 0,1-1 0,0 1 0,0-1 0,0 1 1,0-1-1,0 1 0,1-1 0,-1 1 0,0-1 0,1 1 0,-1-1 0,1 1 0,0-1 0,-1 1 0,2 1 0,0-3-4,-1 1-1,0-1 0,0 1 0,1-1 1,-1 1-1,0-1 0,0 1 0,0 0 1,0-1-1,0 1 0,0 0 0,0 0 1,0 0-1,0 0 0,0 0 0,0 0 1,0 0-1,-1 0 0,1 0 0,0 0 1,-1 0-1,1 0 0,-1 1 0,0-1 1,1 0-1,-1 0 0,0 1 0,0-1 1,1 0-1,-1 0 0,0 1 1,0-1-1,0 0 0,-1 1 0,1 0 1,0-1 3,0 0 1,0-1-1,0 1 1,0 0 0,1-1-1,-1 1 1,0-1-1,0 1 1,1 0 0,-1-1-1,0 1 1,1-1 0,-1 1-1,1-1 1,-1 1-1,0-1 1,1 1 0,-1-1-1,1 1 1,0-1 0,-1 1-1,1-1 1,-1 0-1,1 1 1,-1-1 0,1 0-1,0 0 1,-1 0 0,1 1-1,0-1 1,0 0-1,32 0 108,-24-1-77,1-1-1,-1 0 0,0-1 1,16-6-1,5-15-31,17-18 0,-3 15 0,-44 27 0,0 0 0,0-1 0,0 1 0,1 0 0,-1-1 0,0 1 0,1 0 0,-1-1 0,0 1 0,1 0 0,-1 0 0,0 0 0,1-1 0,-1 1 0,0 0 0,1 0 0,-1 0 0,1 0 0,-1 0 0,0-1 0,1 1 0,-1 0 0,1 0 0,-1 0 0,0 0 0,1 0 0,-1 0 0,1 0 0,-1 1 0,0-1 0,1 0 0,-1 0 0,1 0 0,-1 0 0,0 0 0,1 1 0,-1-1 0,0 0 0,1 0 0,-1 1 0,0-1 0,1 0 0,-1 1 0,7 24 0,-6 53 0,-1-58 0,0 501 0,-9-402 0,-1 6 0,9-102 0,-1-1 0,-1 1 0,-1-1 0,-1 1 0,-1-2 0,-1 1 0,-1-1 0,0 0 0,-2 0 0,-1-1 0,0 0 0,-1-1 0,-20 23 0,25-34 0,-1-1 0,0 1 0,0-2 0,-1 1 0,0-1 0,0-1 0,0 1 0,-13 4 0,19-8 0,-1-1 0,0 1 0,0-1 0,0 0 0,0 0 0,0 0 0,0-1 0,0 1 0,0-1 0,0 0 0,0 0 0,0-1 0,-1 1 0,1-1 0,0 0 0,0 0 0,0 0 0,1-1 0,-1 1 0,0-1 0,0 0 0,1 0 0,-1 0 0,-4-4 0,-2-2 0,1-1 0,0-1 0,0 1 0,1-1 0,0-1 0,-7-12 0,8 2 0,1 1 0,1-1 0,1-1 0,1 1 0,1-1 0,0 1 0,2-1 0,1 0 0,0 1 0,6-24 0,8-34 0,32-100 0,-46 176 0,11-40 1,-5 17-5,1-1 0,17-37 0,19-7-97,59-166-2714,37 5-7107,-49 88 3568,-74 119 5215,1 0 0,29-31 0,-30 37 432,0 0-1,-1-2 1,16-28 0,-23 33 292,-4 5 146,1-1 0,1 1 0,0 0 1,1 1-1,0-1 0,14-13 0,20-20 122,-32 31 721,1 2 0,0-1 1,1 1-1,24-17 0,-34 27-318,1 0-1,-1 1 1,1-1 0,-1 1-1,1-1 1,-1 1 0,1 0-1,-1-1 1,1 1 0,-1 1 0,1-1-1,-1 0 1,1 1 0,-1-1-1,1 1 1,-1 0 0,1 0 0,-1 0-1,0 0 1,1 0 0,-1 0-1,0 0 1,0 1 0,0-1-1,0 1 1,0 0 0,2 2 0,4 4 1390,0 0 1,0 1 0,-1 0 0,13 20 0,-17-21-1064,0-1 0,0 1 1,0 0-1,-1 0 1,-1 0-1,1 0 1,0 14-1,4 18 760,41 140 1193,2 6-1825,-47-176-696,15 65 104,-5 1-1,6 120 1,-17-106-119,1-30 0,-2 0 0,-3 0 0,-3 0 0,-15 68 0,20-121 0,-5 19 0,-1 1 0,0-1 0,-2-1 0,-1 1 0,-1-2 0,-2 1 0,-18 28 0,0-6 15,23-32-32,-2-1 0,1 1 0,-2-1 0,0-1 0,-1 0 0,-18 16 0,8-13-1551,-46 24 0,47-30-2509,0-1 0,-34 9 0,8-3-3230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15.8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121 1087 6403,'0'0'129,"0"-1"0,0 1 0,0-1 1,0 0-1,0 1 0,0-1 0,0 1 0,0-1 0,0 1 1,0-1-1,1 0 0,-1 1 0,0-1 0,0 1 0,1-1 1,-1 1-1,0-1 0,0 1 0,1-1 0,-1 1 0,1-1 1,-1 1-1,0 0 0,1-1 0,-1 1 0,1 0 0,-1-1 0,1 1 1,-1 0-1,1-1 0,-1 1 0,1 0 0,0 0 0,-1 0 1,1 0-1,-1-1 0,2 1 0,-1 0 17,0 0 0,1 0 1,-1-1-1,0 1 0,0-1 0,0 1 0,0-1 0,0 1 0,0-1 1,0 0-1,0 0 0,0 1 0,0-1 0,0 0 0,0 0 1,0-1-1,36-28 1106,-10 10-680,89-77 1011,-108 91-1065,-1 0 0,0 0 0,0-1 0,0 0 0,-1-1 1,0 1-1,-1-1 0,9-16 0,2-5 2648,-14 27-2824,0 0-1,-1 0 1,1-1-1,-1 1 1,0-1-1,0 1 1,0-1 0,0 0-1,0 1 1,0-1-1,-1 0 1,1-5-1,-1 7-234,1-1 1,-1 0-1,0 0 0,0 0 1,1 0-1,-1 1 0,1-1 1,-1 0-1,1 0 0,0 1 1,0-1-1,0 0 0,0 1 1,0-1-1,0 1 0,0-1 1,1 1-1,-1 0 0,2-2 1,4-4 181,-7 6-270,0 0-1,1 0 1,-1 1-1,0-1 1,0 0 0,0 0-1,0 0 1,0 0 0,0 0-1,0 0 1,0 0-1,-1 0 1,1 1 0,0-1-1,0 0 1,-1 0-1,1 0 1,0 0 0,-1 1-1,1-1 1,-1 0 0,1 0-1,-1 1 1,0-1-1,1 0 1,-1 1 0,0-1-1,1 1 1,-1-1 0,0 1-1,0-1 1,1 1-1,-1-1 1,0 1 0,-1-1-1,-3-3 64,3-10 4,2 13-85,0 0 0,0 0 0,0 0 0,0 0 0,0 0 0,0 0 0,0-1 0,-1 1 0,1 0 1,0 0-1,-1 0 0,1 0 0,0 0 0,-1 0 0,1 0 0,-1 0 0,0 0 0,1 1 0,-2-3 0,-5-2-1,0-1 0,-1 1 0,1 0 0,-1 1 0,0 0 0,0 0 0,0 0 0,-1 1 0,1 1 0,-1-1 0,0 1 0,1 1 0,-1 0 0,0 0 0,-14 0 0,7 2 0,0 1 0,0 0 0,0 0 0,1 2 0,-1 0 0,1 1 0,0 0 0,-17 9 0,24-9 0,1 1 0,-1-1 0,1 2 0,1-1 0,-1 1 0,1 0 0,-6 8 0,-3 3 0,12-15 0,1 0 0,0 0 0,0 0 0,1 0 0,-1 0 0,1 1 0,-1-1 0,1 0 0,0 1 0,0-1 0,0 6 0,-5 13 0,-4-6-3,9-15 2,-1 0 0,1 0 0,0 1 0,0-1 0,1 0-1,-1 1 1,0-1 0,0 1 0,1-1 0,-1 1-1,0-1 1,1 1 0,0 0 0,-1-1 0,1 1-1,0-1 1,0 1 0,0 0 0,0-1 0,0 1-1,0 0 1,0-1 0,1 1 0,-1-1 0,1 1 0,0 1-1,6 15-63,1-1-1,0-1 0,1 0 0,1 0 0,17 20 0,-21-28 38,0-1 0,1 0 0,0 0 0,0-1 0,1 0 0,0 0 0,0-1 0,0 0 0,1 0 0,-1-1 0,1 0 0,0-1 0,14 4 0,-6-1-357,1-1 0,0-1 0,0 0 0,0-2 0,0 0 0,0-1 0,0 0 0,1-2 0,-1 0 0,0-1 0,18-5 0,34-9-1682,-46 12 1105,0-2 1,30-11-1,-25 6 222,18-5-174,0-2 0,-2-2 1,-1-3-1,51-32 0,-51 25 651,-28 20 214,0 0-1,26-25 1,-26 24 66,-12 8 13,1 0-1,-1 0 0,0 0 1,-1 0-1,1 0 1,0-1-1,-1 0 1,0 1-1,0-1 1,0 0-1,0-1 1,-1 1-1,3-6 0,-3-14 409,-3 21-301,1-1 0,0 1-1,1 0 1,-1-1 0,0 1 0,1 0 0,0 0 0,0 0 0,2-6 0,5-2 458,-7 10-500,0 0 0,0 0 1,0 0-1,0 0 0,0-1 0,0 1 0,0 0 0,0-1 1,0 1-1,-1-1 0,1 1 0,-1-1 0,1 1 0,-1-1 1,1 1-1,-1-1 0,0 0 0,0 1 0,0-1 0,0 1 1,0-1-1,0 0 0,0 1 0,0-1 0,-1 1 0,1-1 1,-2-1-1,1-1 226,0 0 1,-1 0 0,0 0-1,0 0 1,0 1-1,-1-1 1,1 1-1,-1-1 1,0 1 0,0 0-1,0 0 1,0 0-1,-1 1 1,1-1-1,-1 1 1,1 0 0,-1 0-1,0 0 1,0 0-1,0 1 1,0-1-1,0 1 1,0 0 0,0 0-1,0 1 1,-1-1-1,-6 1 1,-1 2-239,0 0 0,1 1 0,0 0 0,-1 1 0,1 0 0,1 1 0,-1 0 0,-10 7 0,15-8-84,0 0 0,1 1 1,-1 0-1,1-1 0,0 2 1,1-1-1,-1 0 0,1 1 0,0 0 1,0 0-1,1 0 0,-4 9 0,-1 6 9,0 0 0,-6 32-1,11-38-22,1 0 0,1 0 1,0 0-1,1 0 0,1 0 0,0 0 0,1 0 0,0 0 0,2 0 0,0 0 0,9 24 1,-10-35 15,0 1 0,1-1 0,-1 0 1,1 0-1,0 0 0,0 0 1,1-1-1,-1 0 0,1 0 1,-1 0-1,1 0 0,0-1 0,0 1 1,0-1-1,0 0 0,8 1 1,-4-1 22,0 1 1,1-2-1,-1 1 1,1-1-1,0-1 1,-1 0-1,1 0 1,18-3-1,-20 0-49,0 0 0,-1-1-1,1 0 1,-1 0 0,1-1-1,-1 0 1,0 0 0,-1-1-1,0 0 1,1 0 0,-2 0-1,1-1 1,5-8-1,9-10-14,-15 18 53,0 0 1,-1 0-1,0 0 0,0-1 0,-1 0 0,0 1 0,0-1 0,-1-1 0,0 1 0,0 0 0,0-9 0,2-5 17,-1 1 6,-1 0 0,-1 0 1,-3-34-1,1-2-5,-2 2 22,-3 0 0,-16-73 0,3 24 127,15 85-140,0 0 1,-13-33-1,-5-20 207,20 67-234,0 0 0,0 0 0,0 0-1,-1 0 1,1 1 0,-7-8 0,7 9-11,-1 0 0,1 0 0,0-1 0,0 1-1,0-1 1,0 1 0,1-1 0,0 0 0,-1 0 0,1 1 0,1-1 0,-2-5 0,2 8-2,0 0 0,0 1 0,0-1 0,0 0 0,0 0-1,0 1 1,0-1 0,0 0 0,0 1 0,0-1 0,-1 0 0,1 1 0,0-1 0,0 1-1,-1-1 1,1 0 0,0 1 0,-1-1 0,1 1 0,-1-1 0,1 1 0,-1-1 0,1 1 0,-1-1-1,1 1 1,-1 0 0,1-1 0,-1 1 0,0 0 0,1-1 0,-1 1 0,0 0 0,1 0 0,-1 0-1,0-1 1,1 1 0,-1 0 0,0 0 0,1 0 0,-1 0 0,0 0 0,1 0 0,-1 0 0,0 1-1,0-1 1,-2 0-6,2 1 3,0 0-1,1 0 1,-1 0 0,0 1-1,1-1 1,0 0-1,-1 0 1,1 0-1,-1 1 1,1-1-1,0 0 1,0 0-1,0 1 1,0-1 0,0 0-1,0 1 1,0-1-1,0 0 1,1 2-1,-1-3 1,0 5 4,1-1 0,-1 0 0,1 0 0,0 0 0,0 0 0,0 0 0,1 0-1,-1 0 1,5 7 0,3 10-26,15 59-14,-14-44 61,1 0 0,27 56 0,-15-41-31,-3 0 0,26 101 0,-33-110-102,1 0 0,23 46 0,-29-70 19,-2 1 1,-1-1 0,0 2-1,-1-1 1,2 26 0,-4-20-526,2-1 0,8 27 0,22 75-8135,-18-64 2047,-11-9 534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17.8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94 16 5731,'-19'-16'14534,"18"16"-14499,0 1 0,-1-1 0,1 0 0,0 0 0,0 1 0,0-1 0,0 1 0,-1-1 0,1 1 1,0-1-1,0 1 0,0 0 0,0-1 0,0 1 0,0 0 0,1 0 0,-1 0 0,0 0 0,0 0 0,0-1 0,1 2 0,-1-1 0,1 0 0,-1 0 0,1 0 0,-1 0 0,1 0 0,-1 0 0,1 1 0,0-1 0,0 2 0,-2 43 254,2-37-149,0 220 3643,1-215-3591,0 0 0,0 0 0,2-1 0,5 20 0,-4-20-102,-1 0 1,0 1-1,-1-1 0,0 21 1,0-1-66,2 0 0,1-1 0,1 1 1,17 47-1,0 3-949,-20-45-27,1 3-390,6-19 504,-8-17 414,0-1-1,0 1 0,0 0 0,-1 1 1,1-1-1,-1 0 0,0 0 0,-1 1 1,1 9-1,-5 14-2227,-16-17 414,19-11 2054,-3-1-1531,4-1 1685,0 1 0,0-1 0,1 0 0,-1 1-1,0-1 1,0 0 0,0 1 0,0-1 0,0 1 0,1-1 0,-1 0 0,0 1-1,-1-1 1,1 0 0,0 1 0,0-1 0,0 0 0,0 1 0,0-1-1,-1 0 1,1 1 0,0-1 0,-1 1 0,1-1 0,0 1 0,-1-2-1,-4-4-42,4 5 76,-1-1-1,1 1 1,0-1-1,0 1 0,1-1 1,-1 0-1,0 1 1,0-1-1,1 0 1,-1 0-1,1 1 0,-1-1 1,1 0-1,0 0 1,0 0-1,0 0 0,0-1 1,0-3 48,-1 0-1,0 1 1,0-1 0,0 1 0,-1-1 0,1 1-1,-1 0 1,-3-6 0,2 6 9,1 0 0,0 0 0,0-1 1,1 1-1,0-1 0,0 1 0,0-1 0,0-5 0,0-4 171,0 0 0,-1 0-1,-4-17 1,3 18-11,1 0 0,0 0 1,0-16-1,2 17 15,-2-1 0,1 1-1,-2-1 1,-5-18 0,4 19 121,1-1-1,0 0 0,1 0 1,0-21-1,-17-190 7189,19 218-7037,-1 0 0,0 1 0,0-1 0,-1 0 0,0 0 0,-5-11 0,4 11-55,1 1 1,0-1-1,0 1 0,0-1 0,1 0 0,-1-12 0,2 8-171,0-2-57,0 21-206,5-4-88,1 0 69,-1 1 0,1 0 0,-1 0 0,0 0 0,0 0 0,-1 1 0,6 8 0,13 15 8,8 11-22,11 12 14,-18-32-137,0-1 0,1-1 0,1-1 0,1-1 0,35 15 0,-29-17-889,1-1 1,0-2 0,1-2-1,50 8 1,-76-16 762,0-1 1,0 0 0,0-1-1,0 0 1,0 0-1,0-1 1,0 0 0,0-1-1,-1 1 1,1-2-1,-1 1 1,0-1 0,10-7-1,-13 8 272,0 0-1,0 0 1,0-1 0,-1 0-1,1 0 1,-1 0-1,0-1 1,0 1 0,0-1-1,-1 0 1,0 0-1,0 0 1,0 0 0,0-1-1,-1 1 1,0-1 0,0 0-1,0 0 1,-1 0-1,0 1 1,0-9 0,0 9 123,-1 0 1,1 0-1,0 0 1,0-1-1,0 1 1,1 0-1,0 1 1,4-9-1,-4 8 4,0 1 0,0-1 0,0 1-1,-1-1 1,0 1 0,1-1 0,-2 0-1,2-7 1,-2-136 7185,-1 147-7316,0 1-1,0 0 1,1-1 0,-1 1 0,0 0 0,0-1 0,0 1 0,0 0 0,1 0 0,-1 0-1,0 0 1,0 0 0,0 0 0,0 0 0,0 0 0,1 0 0,-1 0 0,0 0 0,0 1-1,0-1 1,0 0 0,1 1 0,-2 0 0,-1-1 3,-10 23-31,-2 7 41,9-22-36,1-3 9,1 0 0,0 0 0,1 1 0,-1-1 0,1 1 0,0 0 0,1 0 0,-3 8 0,-17 58 35,16-56-25,1 0-1,0 0 1,1 1-1,1-1 1,-2 31-1,5-42 2,-1 1 0,0-1 0,0 1 1,0-1-1,-1 0 0,1 1 0,-1-1 0,-4 6 0,4-6-6,0-1 1,0 1 0,0 0 0,1 0 0,0 0-1,0 0 1,0 0 0,0 6 0,1-4 25,1 4-18,-1 1 0,0-1 0,-1 1 0,0-1 0,-1 0 0,0 0 0,-1 0 0,-5 13 0,7-21-7,0-1 0,1 1 0,-1 0-1,1 0 1,-1 0 0,1 0 0,0-1-1,0 1 1,0 0 0,1 3 0,-1 1-15,0-6 17,0-1 0,0 1 0,0 0 1,0-1-1,0 1 0,0-1 0,0 1 0,0-1 0,0 1 1,-1-1-1,1 1 0,0-1 0,0 1 0,-1-1 0,1 1 0,0-1 1,0 1-1,-1-1 0,1 1 0,-1-1 0,1 0 0,0 1 0,-1-1 1,1 1-1,-1-1 0,1 0 0,-1 0 0,1 1 0,-1-1 1,1 0-1,-1 0 0,1 0 0,-1 1 0,0-1 0,1 0 0,-1 0 1,1 0-1,-1 0 0,1 0 0,-2 0 0,2 0 1,-1 0-1,1-1 1,-1 1-1,1 0 1,-1 1-1,1-1 1,-1 0-1,1 0 1,-1 0 0,1 0-1,-1 0 1,1 0-1,0 0 1,-1 1-1,1-1 1,-1 0-1,1 0 1,-1 1-1,1-1 1,0 0-1,-1 1 1,1-1 0,0 0-1,-1 1 1,1-1-1,0 1 1,-1-1-1,1 0 1,0 1-1,0-1 1,0 1-1,-1-1 1,1 1-1,0-1 1,0 1 0,0-1-1,0 1 1,0-1-1,0 2 1,0 0-80,0-12-8,0 9 90,0 0 0,0 0 0,0 1 0,0-1-1,0 0 1,0 0 0,0 0 0,0 0 0,0 1 0,0-1 0,0 0 0,0 0 0,1 0 0,-1 1 0,0-1 0,0 0 0,1 0 0,-1 1 0,1-1-1,-1 0 1,2-1 0,4-4 14,-4 4-8,-1 1 0,0 0 0,1 0 0,-1-1-1,0 1 1,0-1 0,0 1 0,0-1 0,0 1 0,0-1 0,0 0 0,-1 1 0,1-1-1,0 0 1,-1 0 0,0 0 0,1 1 0,-1-1 0,0 0 0,0-3 0,0-17-18,-1-11 54,2 0 0,0 1 0,3-1-1,0 1 1,11-34 0,-9 44-50,-2 12 10,-1 0 0,0-1-1,-1 1 1,0-1 0,1-20-1,-3 18 27,2-1-1,-1 0 0,2 1 1,7-25-1,-8 12 22,3-3-33,4 16-38,-7 11 12,-1 0-1,1 0 1,-1 0 0,1 0 0,-1-1-1,0 1 1,0 0 0,0-1 0,-1 1-1,1-1 1,0 1 0,-1-1 0,0 1-1,1-3 1,-1 3-58,0 27 28,0-23 39,0 0 0,0-1-1,0 1 1,0-1 0,1 1-1,-1 0 1,0-1 0,1 1-1,0-1 1,-1 1 0,1-1-1,0 1 1,0-1 0,1 2 0,5 13 7,-4 15 1,-3-25-8,0 0 1,0-1 0,1 1 0,-1 0 0,1-1-1,2 7 1,5 7-7,-5-12 5,-1-1-1,1 0 1,-1 0 0,-1 1-1,1-1 1,-1 1 0,0-1-1,0 9 1,8 55 62,-6-54-88,0 0 0,0 30 0,-2-38 8,0 0-1,0 0 1,1 0-1,-1 0 1,7 14-1,-5-13-25,0-1 0,-1 1-1,0-1 1,0 1-1,-1 0 1,1 9 0,-2-9-173,1 1 1,1-1-1,-1 0 0,2 1 1,-1-1-1,1 0 1,6 12-1,-7-17 53,-1 0-172,1 1-1,-1-1 1,0 0 0,-1 0 0,1 1-1,-1-1 1,1 0 0,-2 6 0,3 15-1646,2-9-1107,0 0 0,-1 1 0,-1-1 1,0 24-1,3-26-1068,19 1-1200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18.2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385 238 4722,'6'-9'1250,"0"-1"1,-1 0-1,-1 0 0,1 0 1,-2-1-1,1 1 0,1-16 1,1 3 480,-5 19-1283,-1-1 0,0 0 0,0 0 1,-1 0-1,1 0 0,-1 0 1,0 1-1,-1-1 0,1 0 1,-1 1-1,1-1 0,-1 1 0,-1-1 1,1 1-1,-1 0 0,0 0 1,1 0-1,-2 0 0,1 1 0,0-1 1,-1 1-1,0 0 0,1 0 1,-1 0-1,-1 0 0,1 1 1,0 0-1,-5-2 0,3 3-292,0 0-1,0 1 1,1 0-1,-1 0 0,0 1 1,0-1-1,0 1 1,1 0-1,-1 1 1,0 0-1,1 0 1,0 0-1,-1 0 1,-5 4-1,3-1-130,-1 0 1,1 1-1,0 0 0,1 0 1,-1 1-1,1 0 0,-10 13 1,-24 22 28,34-35-48,-1 0 1,1 0-1,0 0 0,1 1 1,0 0-1,-5 9 0,-26 42-10,29-49 4,1 0 0,0 1 0,0 0 0,2 0 0,-1 0 0,1 1-1,1-1 1,0 1 0,1 0 0,0 1 0,0-1 0,0 20 0,3-23 5,1 0 1,0 0-1,1-1 0,0 1 1,0 0-1,1-1 0,0 1 1,0-1-1,1 0 0,0 0 1,0-1-1,11 14 0,-14-19 8,1 1-1,0-1 0,0-1 0,1 1 1,-1 0-1,0 0 0,0-1 1,1 1-1,-1-1 0,1 0 0,-1 0 1,1 0-1,0 0 0,-1 0 1,1 0-1,0-1 0,0 0 0,-1 1 1,1-1-1,0 0 0,0 0 0,0 0 1,0-1-1,-1 1 0,1-1 1,3 0-1,7-3 5,-1 0 1,0-1-1,0 0 1,19-11-1,-27 15-14,-1-1 0,0 1 0,0-1-1,0 1 1,0-1 0,0 0 0,-1 0 0,1 0-1,0-1 1,-1 1 0,0-1 0,1 1-1,-1-1 1,0 0 0,0 0 0,-1 0 0,1 0-1,-1 0 1,1 0 0,-1 0 0,1-4 0,0 1-1,0 1 0,1 0 0,-1 0 0,1 1 0,0-1 0,5-5 0,16-30 90,-22 34-89,1 1 0,0-1 0,0 1 0,1 0 0,0 0 0,-1 1 0,2-1 0,7-6 0,-11 10-9,-1 0 1,1 0-1,0 0 0,-1 0 1,1 0-1,-1 0 0,1 0 1,-1 0-1,1 0 0,-1 0 1,0 0-1,1 0 0,-1 0 1,0 0-1,0 0 0,0 0 1,0-2-1,-3 25-108,22 41 85,-19-62 31,0 1 0,0 0 1,1-1-1,-1 1 0,0-1 1,1 1-1,-1-1 0,0 1 1,1-1-1,0 0 0,-1 1 1,1-1-1,0 0 1,0 1-1,0-1 0,0 0 1,0 0-1,0 0 0,0 0 1,2 2-1,6 6 18,39 78-591,-33-64-667,22 4-5813,-17-19 3374,10-5-8115,-7-3 8204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18.5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30 156 2385,'0'-104'15375,"0"102"-15124,0 0-1,-1 0 0,1 0 1,0 1-1,-1-1 0,1 0 1,-1 0-1,1 0 0,-1 1 1,0-1-1,0 0 1,0 1-1,0-1 0,0 1 1,0-1-1,0 1 0,-1-1 1,1 1-1,0 0 1,-4-2-1,1-1 319,-2-7 1971,8 22-62,-2 224 643,0-162-2896,0-57-184,2-1 1,0 1 0,8 27-1,-6-27-18,-1 0-1,0 0 0,1 30 1,5 52 19,-5-69-37,2 45 1,-6-65-3,1 1-1,0-1 1,1 0 0,0 1-1,5 13 1,-3-14 33,-2 1 1,1 0-1,-1 0 1,0 0-1,0 16 1,-2-25-29,0 0 0,0 0-1,0 1 1,1-1 0,-1 0 0,0 0 0,1 0-1,-1 0 1,1 0 0,-1 0 0,1 0 0,-1 0 0,1 0-1,0 0 1,-1 0 0,1 0 0,0-1 0,0 1-1,0 0 1,0 0 0,2 0 0,-3 0-6,0-1 0,1 0 0,-1 0-1,0 1 1,0-1 0,1 0 0,-1 0 0,0 0 0,1 0-1,-1 1 1,0-1 0,1 0 0,-1 0 0,0 0 0,1 0 0,-1 0-1,0 0 1,1 0 0,-1 0 0,0 0 0,1 0 0,-1 0 0,0 0-1,1 0 1,-1 0 0,1 0 0,-1-1 0,0 1 0,0 0 0,1 0-1,-1 0 1,0 0 0,1-1 0,-1 1 0,0 0 0,0 0 0,1-1-1,-1 1 1,0 0 0,0 0 0,1-1 0,-1 1 0,0 0 0,0-1-1,0 1 1,0 0 0,0-1 0,1 1 0,-1 0 0,0-1-1,0 1 1,0 0 0,0-1 0,1-3-2,0 0 0,0 0 0,1 1 0,-1-1 0,1 0 0,0 1 0,0 0 0,0-1 0,1 1 0,-1 0 0,5-4 0,9-15 0,-13 15 0,0 1 0,0-1 0,-1 0 0,0 0 0,0 0 0,1-12 0,7-27 0,1 12 0,-5 15 0,0-1 0,15-28 0,-20 46 0,5-8 0,1-1 0,-2 0 0,0 0 0,0 0 0,-1-1 0,0 1 0,-1-1 0,2-20 0,-4 30-2,-1 0 0,1 0-1,0 0 1,-1 0 0,1 0 0,0 0 0,0 0-1,1 0 1,-1 0 0,0 0 0,1 1 0,-1-1 0,1 1-1,-1-1 1,1 1 0,0-1 0,-1 1 0,1 0-1,0 0 1,0 0 0,0 0 0,0 0 0,0 0-1,0 1 1,0-1 0,1 0 0,1 1 0,22 42 63,-23-36-61,0 0 0,-1 0 0,0 1 0,0-1 0,0 1 0,0 11 0,11 34 0,-5-36 0,-6-13 0,0 1 0,0 0 0,-1-1 0,1 1 0,-1 0 0,1 0 0,-1 0 0,-1 1 0,1-1 0,0 0 0,-1 6 0,0-7 0,1 1 0,-1 0 0,1 0 0,0 0 0,0-1 0,0 1 0,0 0 0,1-1 0,3 7 0,-2-6 0,-1 0 0,0 0 0,-1 0 0,1 0 0,-1 0 0,0 0 0,0 1 0,0-1 0,0 0 0,-1 6 0,19 80-176,-19-88 163,0 0 1,0 0-1,0-1 1,1 1-1,-1 0 1,1 0-1,-1-1 0,1 1 1,-1 0-1,1 0 1,0-1-1,0 1 1,0-1-1,0 1 1,0-1-1,0 1 0,2 1 1,-1-2-162,-1 1 0,0-1 0,1 1 0,-1 0 0,0-1 0,0 1 0,0 0 0,0 0-1,0 0 1,0 0 0,-1 0 0,1 0 0,-1 0 0,1 0 0,-1 0 0,0 1 0,0 2 0,0 5 239,1 17-14047,5-17 5404,3-7 6678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18.8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65 2081,'3'-8'8531,"8"5"-3944,-10 3-4477,-1 0 0,1 0 0,-1 0 0,1 0 0,-1 0 0,1 0 0,-1 0 0,1 0 0,-1 0 0,1 0 1,-1-1-1,1 1 0,-1 0 0,0 0 0,1 0 0,-1 0 0,1-1 0,-1 1 0,1 0 0,-1 0 0,0-1 1,1 1-1,-1 0 0,0-1 0,1 1 0,-1-1 0,0 1 0,1 0 0,-1-1 0,0 1 0,0-1 0,1 1 1,-1-1-1,0 1 0,0 0 0,0-1 0,0 1 0,0-1 0,0 1 0,0-1 0,0 0 0,15-12 5225,15-1-2557,-29 14-2692,42-8 2800,-15 5-2082,11 0-359,70 3 1,-44 1-281,7 10-184,-69-11-1695,5 0 5455,-3 0-5044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19.6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197 106 928,'0'-17'3342,"-2"-27"5585,2 43-8737,-1 0-1,1-1 0,0 1 0,-1-1 0,1 1 1,-1 0-1,0-1 0,1 1 0,-1 0 1,0-1-1,0 1 0,0 0 0,0 0 0,0 0 1,0 0-1,0 0 0,0 0 0,-1 0 1,1 0-1,0 1 0,0-1 0,-3-1 0,4 2-118,0 0 0,-1 0 0,1 0-1,0 0 1,0-1 0,-1 1 0,1 0-1,0 0 1,-1-1 0,1 1 0,0 0-1,0 0 1,-1-1 0,1 1 0,0 0-1,0-1 1,0 1 0,0 0 0,-1-1-1,1 1 1,0 0 0,0-1 0,0 1-1,0 0 1,0-1 0,0 1 0,0-1-1,0 1 1,0 0 0,0-1 0,0 1-1,0 0 1,-2-8 6454,-33 13-1800,33-4-4718,0 0 0,0 1 0,0 0 0,1-1 0,-1 1 0,0 0 0,1 0 0,-1 0 0,1 0 0,-1 0 0,1 0 0,0 0 0,0 0 0,-1 4 0,-7 11 414,-11 6-300,16-20-120,1 0 0,0 0 0,0 0 1,0 1-1,1-1 0,-1 1 0,-2 5 1,-2 13 24,1 0 1,2 0 0,0 1-1,1-1 1,1 1 0,2 0-1,2 28 1,-2-6 69,1-39-95,-1-1 0,1 0 0,0 1 0,0-1 0,1 0 0,0 1-1,0-1 1,0 0 0,0 0 0,1-1 0,0 1 0,0 0 0,0-1 0,1 0 0,-1 0 0,1 0 0,0 0 0,0 0-1,1-1 1,5 4 0,25 27 47,-27-27-30,-1-1 1,1 0 0,0 0 0,1 0-1,-1-1 1,1 0 0,0-1 0,13 5-1,34 18 46,-22-9-128,46 15 0,-71-29 71,0 0-1,-1 0 1,0 0 0,0 1 0,0 1 0,-1-1-1,1 1 1,-2 0 0,1 1 0,9 11-1,-14-8 28,-2-9-30,0 0-1,0 0 0,0 0 1,0-1-1,0 1 0,0 0 1,0 0-1,1 0 1,-1-1-1,0 1 0,0 0 1,1 0-1,-1-1 1,1 1-1,-1 0 0,0-1 1,1 1-1,-1 0 0,2 0 1,1 2 7,14 12 34,-16-14-42,-1-1 0,1 1 1,-1-1-1,0 1 1,1 0-1,-1-1 1,0 1-1,0-1 0,1 1 1,-1 0-1,0-1 1,0 1-1,0 0 0,0-1 1,0 1-1,0 0 1,0-1-1,0 1 1,0 0-1,0-1 0,0 1 1,0 0-1,0-1 1,-1 1-1,1 0 0,0-1 1,0 1-1,-1-1 1,1 1-1,0 0 1,-1-1-1,1 1 0,-1-1 1,1 1-1,-1 0 1,-46 51 137,10-37-141,3-2 0,24-9 0,0 1-1,-1-2 1,1 1 0,-1-1 0,0-1-1,0 0 1,0 0 0,0-1 0,-13-1-1,-22 8-265,43-6 210,-1-1 0,1 0 0,-1 0 1,1-1-1,-1 1 0,1-1 0,-1 0 0,1 0 1,-1 0-1,-6-1 0,-45-19-5059,12 3-2328,39 16 6684,0 0 0,0 0 0,1 0 1,-1-1-1,0 0 0,1 0 0,-1 0 0,1 0 0,0 0 0,-1-1 0,1 1 0,-2-4 0,-22-12-3659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19.7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0 122 2865,'45'-20'9195,"0"-2"-3777,-25 11-4528,0 1-1,1 1 1,0 1-1,0 1 0,1 0 1,26-3-1,-20 7-739,158-11 75,-164 14-1089,1 1 0,-1 2 0,29 6 0,13 8-5145,15 3-1447,-48-18 4044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20.0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53 4226,'0'-53'16181,"-7"53"-12989,-14 2 2324,2 102-2678,19 269-2317,9-284-475,1-3-156,-10-80 97,0-1 1,1 0 0,0 1-1,1-1 1,-1 0 0,1 0 0,0 1-1,3 5 1,-3-6-21,0-1 0,0 1 0,0 0 0,0 0 0,-1 0 0,0 0-1,0 0 1,0 7 0,8 39-991,-7-45 52,0 0 0,0 0 0,1 0 0,0 0 0,1 0 0,-1 0 0,1-1 0,6 8 0,26 11-11207,-19-19 8647,10 3 568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20.4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220 470 1569,'42'-75'5191,"-31"57"-3380,0 0 1,14-33 0,-19 33-551,0 1 0,0-1 0,-2 0 1,0 0-1,-1-1 0,0-32 0,-3-58 8519,0 108-9732,0-1 0,-1 0 0,1 0 0,-1 0 0,0 0 0,1 1 0,-1-1 0,0 0 0,0 1 0,0-1 0,0 0 0,0 1 0,-1 0 0,1-1 0,0 1 0,-1 0 0,1-1 0,-1 1 0,0 0 0,1 0 0,-1 0 0,0 0 0,1 1 0,-1-1 0,0 0 0,0 1 0,0-1 0,0 1-1,1 0 1,-1 0 0,-3-1 0,0 1-44,-1-1 0,1 1 0,-1 0 1,1 0-1,-1 1 0,1-1 0,-1 1 0,1 1 0,-1-1 0,1 1 0,0 0 0,-9 4 0,-3 5 26,1 2 1,1 0-1,0 1 0,0 0 1,-20 27-1,12-14-7,19-22-16,0 1-1,0-1 0,1 1 0,0 0 1,0 1-1,0-1 0,1 0 1,0 1-1,-2 7 0,-15 38 33,13-40-53,1 0 1,1 1 0,0-1 0,1 1 0,0 0-1,1 0 1,0 0 0,1 1 0,1-1 0,0 0-1,2 16 1,-1 11 54,-1-37-36,1-1 0,-1 1-1,1 0 1,-1-1 0,1 1 0,0-1-1,0 1 1,0-1 0,0 1 0,1-1-1,-1 0 1,1 1 0,-1-1-1,1 0 1,0 0 0,0 0 0,0 0-1,0-1 1,0 1 0,0 0-1,1-1 1,-1 0 0,4 2 0,-3-1-1,0-1 1,1 1-1,-1-1 1,1 0 0,-1 0-1,1 0 1,-1 0-1,1-1 1,-1 1-1,1-1 1,0 0 0,-1 0-1,1 0 1,-1-1-1,5 0 1,6-4-5,-9 4 0,0 0 0,0 0 0,0-1 0,0 0 0,0 0 0,0 0 0,-1-1 0,1 1 0,-1-1 0,0 0 0,0 0 0,0-1 0,0 1 0,4-6 0,-3-1 0,0 0 0,0 0 0,1 1 0,1-1 0,-1 2 0,12-12 0,-13 13 0,0 1 0,0 0 0,-1-1 0,0 0 0,0 0 0,-1 0 0,0-1 0,0 1 0,-1-1 0,0 1 0,0-1 0,-1 0 0,1-10 0,-2 16 0,0 1 0,0-1 0,1 1 0,-1 0 0,0-1 0,0 1 0,1-1 0,-1 1 0,1 0 0,-1-1 0,1 1 0,0 0 0,0 0 0,-1-1 0,1 1 0,0 0 0,0 0 0,0 0 0,0 0 0,0 0 0,2-1 0,-2 1 0,0 0 0,0 1 0,0-1 0,0 0 0,0 0 0,0 0 0,-1 1 0,1-1 0,0 0 0,-1 0 0,1 0 0,0 0 0,-1 0 0,1-1 0,-1 1 0,0 0 0,1 0 0,-1 0 0,0 0 0,0 0 0,0-2 0,0 123 0,0-117 0,1 0 0,-1 0 0,0-1 0,1 1 0,0 0 0,-1 0 0,1-1 0,0 1 0,1-1 0,-1 1 0,0-1 0,1 1 0,1 2 0,-1-3 0,0 0 0,-1 1 0,1-1 0,-1 1 0,0-1 0,0 1 0,0-1 0,0 1 0,0 0 0,-1 0 0,1-1 0,-1 1 0,0 3 0,0 0-98,0 0 0,0-1 1,0 1-1,1 0 0,-1-1 0,1 1 0,1-1 0,-1 1 1,1-1-1,0 0 0,0 0 0,0 1 0,1-1 0,0-1 1,0 1-1,0 0 0,0-1 0,1 0 0,0 1 1,6 4-1,9 13-2607,-17-18 2026,1-1-1,-1 0 0,1 0 0,-1 0 0,1-1 0,0 1 1,0-1-1,4 3 0,1 0-2234,18 9-4246,-23-13 6697,0 1 1,0-1 0,0 0 0,0 0-1,0 0 1,0 0 0,0-1-1,0 1 1,0-1 0,1 0 0,-1 0-1,0 0 1,0 0 0,0 0 0,1-1-1,-1 1 1,3-2 0,15-12-3017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20.6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217 123 2065,'4'-8'830,"-1"0"-1,-1 0 1,1-1 0,-1 1 0,1-12-1,-1-25 5889,-2 44-6599,0 0 0,0 1 0,0-1 0,0 0 0,0 1 0,0-1 0,0 1 0,0-1 0,-1 0-1,1 1 1,0-1 0,0 1 0,-1-1 0,1 0 0,0 1 0,-1-1 0,1 1 0,0-1 0,-1 1 0,1-1 0,-1 1 0,1-1 0,-1 1 0,1 0 0,-1-1 0,1 1 0,-1 0 0,1-1-1,-1 1 1,0 0 0,1 0 0,-2-1 0,-25 4 5328,19 0-4249,1 0 0,-1 1 0,0 0 0,1 0 0,-8 6 0,4 0-956,0 1 0,2 1 1,-1-1-1,1 2 1,1-1-1,-12 25 0,4-10-116,13-21-98,0 0 0,1 0 0,-1 0 1,1 0-1,-2 12 0,-4 12 102,0-12-44,5-14-80,1 0 1,0-1-1,0 1 1,1 0-1,-1 0 1,1 0-1,0 0 1,0 0-1,0 1 1,1-1-1,-1 0 1,1 0-1,0 0 1,0 1-1,1-1 1,-1 0-1,1 0 1,0 0-1,2 7 1,36 86 102,-37-93-109,-1 0 0,1 0 0,0 0 0,0-1 0,0 1 0,0 0 0,1-1 0,-1 0 0,1 1 0,0-1 0,0 0 0,0 0 0,1-1 0,-1 1 0,1-1 0,-1 1 0,1-1 0,0 0 0,0-1 0,0 1 0,0-1 0,5 2 0,-8-3 0,33 21 0,-31-19 0,-1 1 0,1-1 0,0-1 0,0 1 0,0 0 0,0-1 0,0 1 0,0-1 0,0 0 0,0 0 0,6 1 0,6 2 0,0-1 0,0-1 0,0 0 0,0-1 0,1 0 0,-1-1 0,0-1 0,1-1 0,-1 0 0,23-6 0,-32 6-21,0 1 0,0-1 0,-1 0 0,1-1 1,-1 1-1,1-1 0,-1 0 0,0-1 0,0 1 0,0-1 0,7-8 0,7 0-1363,-14 1-5628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24.5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0 348 1473,'0'-41'14448,"0"14"-2391,4 38-9981,-2-7-1988,0-1 0,0 1 0,0 0 1,0 0-1,-1 0 0,0 0 0,0 0 0,0 1 1,0-1-1,0 0 0,-1 1 0,0-1 0,0 0 1,0 1-1,-1 3 0,2-3-69,-1-1-1,1 0 1,0 0 0,0 0-1,0 0 1,1 0 0,0 0-1,3 6 1,-3-6-9,0 0 1,0 0-1,0 1 0,-1-1 1,1 0-1,-1 1 1,0-1-1,0 9 1,-1-10 5,1 1 1,-1-1 0,1 0-1,-1 1 1,1-1 0,0 0-1,0 0 1,0 1 0,3 3 0,-2-4 4,-1-1 1,0 1 0,0 0-1,0-1 1,0 1 0,0 0 0,-1 0-1,1 0 1,-1 3 0,2-4 23,1 0 0,-1 0 1,1-1-1,0 0 0,-1 1 1,1-1-1,0 0 0,4 1 1,-2-4 95,7-4-125,-1 0-1,0 0 0,0-2 0,0 1 1,10-11-1,38-24 0,146-93-957,-74 46-541,-66 46-1316,85-50-6901,-86 53 4257,-14 2 86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25.72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20 348 2145,'1'-4'2027,"-1"0"0,0 0 0,0-1 0,0 1 0,0 0 0,-1 0 0,0 0 0,-1-5 0,1 9-1960,0 1 0,1-1-1,-1 0 1,0 0 0,0 1 0,0-1 0,0 1 0,1-1-1,-1 1 1,0-1 0,0 1 0,1 0 0,-1-1-1,0 1 1,1 0 0,-1-1 0,1 1 0,-1 0-1,1 0 1,-1-1 0,1 1 0,0 0 0,-1 0-1,1 0 1,0 0 0,0 0 0,0-1 0,-1 1 0,1 0-1,0 0 1,0 0 0,0 2 0,1 45 1239,0-23-335,-1 105 2537,8-94-2820,-6-32-536,0 1 0,-1-1 1,1 1-1,-1 0 0,0-1 0,-1 1 0,1 9 0,-1-14-137,0 1 1,0-1-1,0 0 0,1 1 1,-1-1-1,0 1 0,0-1 0,0 1 1,0-1-1,0 1 0,1-1 0,-1 0 1,0 1-1,0-1 0,1 1 1,-1-1-1,0 0 0,1 1 0,-1-1 1,0 0-1,1 0 0,-1 1 0,1-1 1,-1 0-1,0 0 0,1 1 0,-1-1 1,1 0-1,-1 0 0,1 0 1,-1 0-1,1 0 0,-1 0 0,1 1 1,24-4 821,-21 2-726,0 0 1,0-1-1,0 1 0,-1-1 0,1 0 0,0 0 0,-1 0 1,1-1-1,4-4 0,57-60-111,3 11 0,-46 33 0,-15 15 0,0 0 0,0 0 0,1 1 0,0 1 0,11-8 0,37-24-1052,70-62 0,22-15-2049,-99 81-961,90-55-9724,-93 62 9274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26.7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29 254 3249,'1'-3'10301,"-2"18"-5764,-3-10-5870,2-4 1386,1 0 0,-1-1 0,1 1-1,0 0 1,0 0 0,-1 0 0,1 0-1,0 0 1,0 0 0,0 0-1,0 0 1,0 0 0,0 0 0,0 1-1,1-1 1,-1 0 0,0 1 0,1-1-1,-1 1 1,1-1 0,-1 0 0,1 3-1,-2 41 2252,2-25-1651,0-12-423,3 16 273,-1-23-480,-1 0-1,0-1 0,0 1 1,1 0-1,-1-1 0,1 1 1,-1-1-1,0 0 0,1 1 1,-1-1-1,1 0 0,-1 0 0,1 0 1,-1 0-1,0 0 0,2-1 350,13 0 783,8-23-24,-22 21-1054,1 0-1,-1 0 1,1 0-1,0 0 0,0 0 1,0 0-1,5-2 1,22-11 31,-18 10-67,-1 0-1,1-1 0,-1 0 0,0 0 0,-1-1 0,15-15 0,-15 12-45,0 2 0,1-1 0,17-11 0,10-8-4,27-9-125,-50 32 9,-2-2 1,1 0-1,23-18 0,27-21-2850,-34 26-587,-5 1-3734,-7 7 3898,-13 11 20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31.23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43 12 2385,'-4'0'2841,"-26"0"3065,22 0-2229,27 0-2180,142-8 5664,-125 5-5472,72 3 1,-57 1-1003,588-1 5758,-365 0-5682,-10 0-4646,-97 0-2463,-11 0-3829,-157 0 9799,-33 0-4061,14 0-269,5 0 2353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31.59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151 0 3314,'-15'0'1289,"1"1"0,-1 0 0,1 1 0,0 0 0,-16 6 0,-10-6 466,36-2-1805,0 0 359,27 0 401,119-1 5049,288 11 2544,-236-5-5839,-131-6-1352,108 12 0,-126-7-1029,-1-2 0,51-4 0,-21 1-98,-71 1-115,-17 0-2142,5 0-2908,-16 0 1530,-24 0-9929,34 0 10180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35.49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96 118 1601,'0'-57'12981,"0"19"-8957,0 37-3975,0 0-1,0 0 1,0 1 0,0-1 0,-1 0 0,1 1-1,0-1 1,0 0 0,-1 1 0,1-1-1,0 0 1,-1 1 0,1-1 0,0 1-1,-1-1 1,1 1 0,-1-1 0,1 1 0,-1-1-1,0 1 1,1-1 0,-1 1 0,1 0-1,-1-1 1,0 1 0,1 0 0,-1 0 0,0-1-1,1 1 1,-1 0 0,0 0 0,1 0-1,-1 0 1,0 0 0,1 0 0,-1 0-1,0 0 1,0 0 0,1 0 0,-1 0 0,0 1-1,-1-1 89,-4-7 3994,7 14-3441,-2 7-401,1-9-89,-1 0-1,1 0 0,0 0 0,1 0 0,-1 0 0,1 0 0,0 0 0,3 9 0,-1-8-7,0 0 1,0 0-1,0 0 1,-1 0-1,1 0 0,-2 1 1,1-1-1,-1 1 1,0-1-1,0 1 1,0-1-1,-1 1 1,-1 8-1,2 15 517,0-20-583,0 1 0,-1 0 0,-1-1 0,1 1 0,-2 0-1,-3 13 1,-3-2-48,5-17-60,1 1-1,0-1 1,0 1-1,0-1 0,1 1 1,0-1-1,0 1 1,0 8-1,1-10-5,1 30 67,-2 0 0,-1 0 0,-12 58 0,11-77-64,1-1-1,1 1 0,0-1 0,1 1 1,2 25-1,0 9-76,-2-46 67,0 0-1,-1 0 0,1 1 0,-1-1 1,0 0-1,0 0 0,0 0 0,0 0 1,0 0-1,-1-1 0,-3 6 0,3-5 1,1 0 0,-1-1-1,1 1 1,-1 0-1,1 0 1,0 0 0,0 0-1,0 1 1,0-1 0,1 0-1,-1 6 1,1 3 0,0 0-1,-1 0 1,0 0-1,-1 0 1,0 0-1,-8 20 1,9-29 0,0 1-1,1-1 1,-1 0-1,1 1 1,-1-1-1,1 1 1,0-1 0,0 0-1,0 1 1,1-1-1,-1 1 1,1-1-1,1 6 1,3-7-5,-1 1 0,0-1 0,1 0 0,-1 0 0,1 0 0,-1-1 0,1 0 0,0 0 0,0 0 0,-1 0 0,1-1 0,0 0 0,0 0 0,0 0 0,0 0 0,0-1 0,5-1 0,1-2 0,0 1 0,1 1 0,-1 0 0,1 1 0,23 0 0,93-10 0,-17-5 0,126 6 0,-228 9 0,0 1 0,-1-1 0,1-1 0,13-3 0,17-2 0,-28 7 0,1 0 0,-1-1 0,1 0 0,0 0 0,-1-1 0,18-6 0,6 6 0,-8 0 0,-26 2 0,0-1 0,0 0 0,0 1 0,-1-1 0,1 0 0,0 1 0,-1-1 0,1 0 0,0 0 0,-1 0 0,1 1 0,-1-1 0,1 0 0,-1 0 0,0 0 0,1 0 0,-1 0 0,0 0 0,1 0 0,-1 0 0,0 0 0,0 0 0,0 0 0,0 0 0,0 0 0,-1-1 0,2-1 0,-1 1 0,0 0 0,0 0 0,0 0 0,0 0 0,0 0 0,0 0 0,-1 0 0,1-1 0,-1 1 0,1 0 0,-1 0 0,0 0 0,0 1 0,0-1 0,0 0 0,0 0 0,0 0 0,-1 1 0,1-1 0,0 0 0,-1 1 0,-2-3 0,-1 0 0,4 3 0,1 1 0,-1-1 0,1 0 0,-1 1 0,1-1 0,-1 0 0,1 1 0,0-1 0,-1 0 0,1 0 0,0 1 0,0-1 0,-1 0 0,1 0 0,0 0 0,0 0 0,0 1 0,0-1 0,0 0 0,0 0 0,0 0 0,0 1 0,0-1 0,1-1 0,-1 1 0,0 0 0,1 0 0,-1 0 0,0 0 0,0 0 0,0 0 0,0 0 0,0 0 0,0 0 0,-1 0 0,1 0 0,0 0 0,0 0 0,-1 0 0,1 1 0,0-1 0,-1 0 0,0-1 0,-14-14 0,12 14 0,1 0 0,-1 0 0,1-1 0,0 1 0,-1-1 0,1 1 0,0-1 0,1 0 0,-1 0 0,0 0 0,1 0 0,0 0 0,-2-3 0,2 4 0,0 0 0,0 0 0,-1 1 0,1-1 0,0 0 0,-1 1 0,0-1 0,1 1 0,-1 0 0,0-1 0,-3-1 0,-13-13 0,21 15 0,0 0 0,-1 1 0,1-1 0,0 1 0,-1 0 0,1-1 0,0 1 0,0 1 0,0-1 0,-1 0 0,1 1 0,0-1 0,-1 1 0,4 1 0,6 1 0,1 0 0,-1 1 0,0 0 0,-1 1 0,21 11 0,-25-12 0,0 0 0,0 1 0,0 0 0,-1 0 0,1 1 0,-1-1 0,-1 1 0,1 1 0,-1-1 0,7 12 0,9 8 0,-19-25 0,0 1 0,0 0 0,-1 0 0,1 0 0,0 0 0,-1 1 0,1-1 0,-1 0 0,1 1 0,-1-1 0,0 1 0,0-1 0,0 1 0,-1 0 0,1-1 0,-1 1 0,1 0 0,-1-1 0,0 1 0,0 3 0,1 10 0,0-9 0,-1 1 0,0 0 0,0 0 0,0 0 0,-1 0 0,0 0 0,-4 12 0,-3-10 0,-2-1 0,1 0 0,-1 0 0,-1-1 0,1 0 0,-1-1 0,-1 0 0,1-1 0,-13 6 0,-44 26 0,54-30-381,-1 0 0,1-1 0,-32 11-1,35-15-112,-1 1 0,2 0-1,-1 1 1,0 0-1,1 1 1,0 0 0,-17 14-1,22-12-2015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36.1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1 138 176,'0'-2'37,"0"1"0,0 0 1,0-1-1,1 1 0,-1 0 0,1 0 0,-1-1 0,1 1 1,-1 0-1,1 0 0,-1 0 0,1-1 0,0 1 0,0 0 0,0 0 1,0 0-1,0 0 0,0 1 0,0-1 0,0 0 0,0 0 1,0 1-1,0-1 0,0 0 0,2 0 0,0 0 112,-2 0-27,-1 1-1,0 0 1,1-1-1,-1 1 1,1 0-1,-1-1 1,0 1-1,1-1 1,-1 1-1,0-1 1,1 1-1,-1-1 1,0 1-1,0-1 1,1 1-1,-1-1 1,0 1-1,0-1 1,0 1-1,0-1 1,0 1 0,0-1-1,0 0 1,0 1-1,0-1 1,0 1-1,0-1 1,0 1-1,0-1 1,0 1-1,0-1 1,-1 0-1,1 0-44,-1 1-1,1-1 1,0 1-1,0 0 1,0-1-1,0 1 1,0-1-1,0 1 1,0-1-1,0 1 1,0-1 0,0 1-1,0-1 1,0 1-1,0 0 1,0-1-1,0 1 1,0-1-1,0 1 1,0-1-1,1 1 1,-1 0-1,0-1 1,0 1-1,0-1 1,1 1 0,-1 0-1,0-1 1,1 1-1,-1 0 1,1-1-1,11-15 2002,-8-21 7901,-4 30-8494,4 3-7,15-7-192,-14 9 742,-5 31 1651,0 568-675,0-586-3003,1-1 0,0 0 1,6 20-1,-4-20-7,-1 0 0,0 1 0,0 19 0,-1-25-75,-1-1-1,1 0 1,0 1-1,0-1 1,0 0-1,0 0 0,1 0 1,0 0-1,3 5 1,-3-5-316,0 0 0,-1 0 0,1 0-1,0 0 1,-1 0 0,0 0 0,0 0 0,0 0 0,0 7 0,-2-10-52,1 0-1,1 0 1,-1 0-1,0 1 1,0-1-1,0 0 1,1 0-1,-1 0 1,0 0-1,1 1 0,-1-1 1,1 0-1,-1 0 1,1 0-1,0 0 1,0 0-1,-1 0 1,1 0-1,0-1 1,0 1-1,0 0 1,0 0-1,0 0 1,0-1-1,0 1 1,0-1-1,0 1 1,0-1-1,0 1 1,0-1-1,1 0 1,-1 1-1,0-1 1,0 0-1,0 0 1,1 0-1,-1 0 1,0 0-1,0 0 1,0 0-1,1 0 1,-1 0-1,1-1 1,4 1-550,-2 0-2072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36.4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282 111 3618,'25'-30'4145,"-25"29"-3914,1 0 0,0 0-1,0 0 1,-1 0-1,1 0 1,-1 0 0,1-1-1,-1 1 1,1 0-1,-1 0 1,0-1 0,0 1-1,0 0 1,0-1 0,0 1-1,0 0 1,0 0-1,0-1 1,0 1 0,0 0-1,-1-1 1,1 1-1,0 0 1,-1 0 0,1 0-1,-1-1 1,0 1-1,1 0 1,-1 0 0,0 0-1,-1-1 1,-3-3 126,3 4-147,1 0 0,0 0 0,-1 0 0,1-1 0,0 1 0,0 0 0,0-1 0,0 1 0,0-1 0,0 1 0,0-1 0,0 1 0,0-1 0,1 1 0,-1-1 0,1 0 0,-1 0 0,1 1 0,0-1 0,0-3 0,-24 2 2365,-17 7 2831,27 10-3439,-6 10-224,18-22-1709,0 0 0,-1 0 0,1 0-1,0 1 1,1-1 0,-1 1 0,0-1-1,1 1 1,0 0 0,-1 0 0,1 0 0,0-1-1,0 1 1,1 0 0,-1 0 0,1 0 0,-1 1-1,1-1 1,0 0 0,0 0 0,0 0 0,1 0-1,0 3 1,-2 12 46,0-13-68,1-1 0,-1 1-1,1 0 1,0 0 0,0-1-1,1 1 1,0 0-1,0-1 1,0 1 0,2 7-1,7-2 6,-8-8-16,0 0-1,-1 0 0,1 1 0,-1-1 0,1 0 0,-1 0 0,0 1 1,1-1-1,-1 1 0,1 4 0,0-2 3,0-1 0,1 1 0,0-1 0,0 1 0,0-1 0,0 0 0,0 0 0,1 0 0,8 6 0,48 35 70,-19-16-48,-33-23-25,8 6 0,-2 0 0,0 0 0,23 27 0,-36-35 0,0 0 0,0 1 0,0-1 0,-1 1 0,1-1 0,-1 1 0,0-1 0,0 1 0,-1-1 0,0 1 0,1-1 0,-3 5 0,-6-4 0,0-1 0,0 0 0,-1 0 0,1-1 0,-1 0 0,0-1 0,-13 1 0,-9 4 0,12 0 0,-27 0 0,23-3 0,-44 11 0,-4-4-510,68-10-372,-1 0-1,0 0 0,1-1 0,-1 1 1,0-1-1,0-1 0,-6 0 0,-5-7-5211,9-8-3803,10 12 6333,13-5 741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36.7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0 123 2353,'1'-6'607,"0"1"0,0-1 0,0 1 0,1 0 0,0-1 0,0 1 0,0 0 0,1 0 0,0 0 0,0 0-1,0 0 1,0 1 0,1 0 0,-1-1 0,5-2 0,-7 6-439,0 0 0,0 0 0,-1 1 0,1-1 1,0 0-1,-1 0 0,1 0 0,-1 0 0,1 0 0,-1 0 0,0 0 0,1 0 0,-1 0 0,0 0 0,1 0 0,-1 0 0,0 0 0,0 0 0,0 0 1,0 0-1,0 0 0,0 0 0,-1 0 0,1 0 0,0-1 0,-1 1-114,1 1 0,0 0 0,0-1 0,0 1 0,0 0 1,0-1-1,0 1 0,0-1 0,0 1 0,0 0 0,0-1 0,0 1 0,0-1 0,0 1 0,0 0 0,0-1 1,0 1-1,0-1 0,0 1 0,1 0 0,-1-1 0,0 1 0,0 0 0,0-1 0,1 1 0,-1 0 1,0-1-1,0 1 0,1 0 0,-1-1 0,0 1 0,1 0 0,-1 0 0,0 0 0,1-1 0,-1 1 1,0 0-1,1 0 0,-1 0 0,1 0 0,-1 0 0,0-1 0,1 1 0,-1 0 0,1 0 0,-1 0 1,0 0-1,1 0 0,-1 0 0,1 0 0,-1 1 0,0-1 0,1 0 0,-1 0 0,0 0 0,1 0 1,0 1-1,-1 0 251,1 1 0,0-1 0,-1 1 1,1-1-1,-1 1 0,0-1 1,1 1-1,-1 0 0,0-1 1,0 1-1,0-1 0,0 1 0,0 0 1,-1 1-1,1 0 286,-9 32 2046,7-30-2341,1-1 1,-1 1-1,1 0 0,0-1 1,0 1-1,0 0 0,0 7 1,1 225 2258,1-221-2525,0 0 0,1-1 0,4 19-1,3 33 18,-10-31 10,0-26-56,0 0 1,1 0-1,0 0 0,1 0 1,0 0-1,5 17 1,3-7-7,-7-17-6,0 0 0,0 0 0,-1 1 0,1-1-1,-1 0 1,0 1 0,0-1 0,0 1-1,-1 0 1,1-1 0,-1 7 0,0-1-261,0 1 0,1 0-1,0 0 1,1 0 0,0-1 0,0 1 0,6 12 0,-6-15-633,-1-1-1,1 1 1,-1 0-1,0 0 1,-1 0 0,0 0-1,0 0 1,0-1 0,-2 11-1,0-2-5678,2-1-4305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36.8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 85 5202,'1'-2'6517,"-5"-9"-3387,0 8-1565,-10-8 6416,14 10-7940,0 1 1,0-1-1,0 1 1,0-1-1,0 1 1,0-1-1,0 1 1,0-1-1,0 1 1,0 0-1,0-1 1,1 1-1,-1-1 1,0 1-1,0-1 1,0 1-1,1 0 1,-1-1-1,0 1 1,0-1-1,1 1 1,-1 0-1,0-1 1,1 1-1,-1 0 1,0-1-1,1 1 1,0 0-1,5-4 251,0 1 0,1 1 0,-1 0 0,1 0-1,0 0 1,0 0 0,11 0 0,50-3-379,15 0-5837,-61 5 3897,62-3-10174,-52-10 4587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37.81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238 121 368,'0'0'104,"1"0"0,0 0-1,0 0 1,-1 0 0,1 0-1,0 0 1,0 0 0,-1 0 0,1-1-1,0 1 1,0 0 0,-1 0 0,1-1-1,0 1 1,-1 0 0,1-1-1,0 1 1,-1-1 0,1 1 0,0-1-1,-1 1 1,1-1 0,-1 1-1,1-1 1,-1 1 0,1-1 0,-1 0-1,0 1 1,1-1 0,-1 0-1,0 1 1,1-1 0,-1 0 0,0 0-1,0 1 1,0-1 0,0 0-1,0 0 1,0 1 0,0-1 0,0 0-1,0 0 1,0 0 0,0 1 0,0-1-1,0 0 1,-1 1 0,1-1-1,0-1 1,-1-8 713,1 9-585,-8-31 15140,5 32-13970,-1 0-3332,-4 13 4974,-4-6-1302,0-2-1047,0 2 1,1-1 0,0 1 0,1 1-1,-1 0 1,1 1 0,-17 19 0,25-25-659,-9 11 46,2 0 0,0 1 0,0 0 1,2 1-1,-10 25 0,15-31-62,0 0 0,-1 0 0,0-1 0,-1 1 0,0-1 0,-8 13 0,8-12 1,0 1 1,1-1 0,0 1 0,0-1 0,1 1 0,0 0-1,1 0 1,0 0 0,1 0 0,2 21 0,-1 5 8,0-30-30,0 1-1,1-1 0,-1 0 0,2 1 0,-1-1 0,1 0 0,0 0 1,0-1-1,1 1 0,0-1 0,0 1 0,0-1 0,1-1 1,0 1-1,0-1 0,1 1 0,-1-1 0,1-1 0,9 6 1,-2 0-1,1-2 0,0 0-1,0-1 1,0 0 0,1-1 0,0-1 0,1 0 0,25 4 0,29 6 0,-62-14-2,1 0 0,-1 0 0,1 0 0,-1-1 0,1-1 1,-1 0-1,0 0 0,1 0 0,-1-1 0,0 0 0,0-1 0,0 0 0,10-5 0,1 1-48,-7 3-228,-1 0-1,0-2 1,0 1 0,0-1 0,-1-1 0,0 0 0,0 0 0,0-1-1,-1 0 1,-1-1 0,12-14 0,1-15-609,-8 16 740,-1-1 0,0-1 0,-2 1 0,-1-2 0,9-38 0,-4 13 245,-10 37-7,0-1 0,-1 1 0,0-1 0,1-21 0,-5 21 206,2-1 0,0 0 1,1 1-1,0-1 1,8-26-1,-7 26 184,-1-1-1,-1 0 1,0 0-1,-3-26 0,0 2-35,2 41-445,0-1 0,0 0 0,0 1 0,0-1 0,0 1 0,-1-1 0,1 0 0,0 1 0,0-1 0,-1 0 0,1 1 0,0-1 0,-1 0 0,1 1 0,0-1 0,-1 0 0,1 0 0,0 1 0,-1-1 0,1 0 0,0 0 0,-1 0 0,1 0 0,-1 1 0,1-1 0,0 0 0,-1 0 0,1 0 0,-1 0 0,1 0 0,-1 0 0,1 0 0,0 0 0,-1 0 0,1 0 0,-1 0 0,1 0 0,-1-1 0,1 1 0,0 0 0,-1 0 0,1 0 0,0-1 0,-1 1 0,1 0 0,-1 0 0,1-1 0,0 1 0,0 0 0,-1 0 0,1-1 0,0 1 0,-1-1 0,1 1 0,0 0 0,0-1 0,0 161 0,0-153 0,-1 0 0,0 0 0,0 0 0,0 0 0,-1 0 0,0-1 0,-4 13 0,3-13 0,0 1 0,1-1 0,0 1 0,1 0 0,0 0 0,0 0 0,0 12 0,1 143 0,0-156 0,0-1 0,1 1 0,0-1 0,1 1 0,-1-1 0,1 0 0,0 1 0,3 5 0,-3-6 0,1-1 0,-2 1 0,1 0 0,0-1 0,-1 1 0,0 0 0,0 0 0,0 6 0,-2 13-15,0-18-60,1 0 1,-1-1-1,1 1 1,1 0-1,-1-1 1,1 1 0,3 10-1,2-3-672,-4-11 487,-1 0 0,0 0 0,0 0-1,0 0 1,0 1 0,-1-1 0,1 0-1,-1 0 1,1 1 0,-1 3-1,0-5 30,1 1 0,-1-1 0,0 0 0,0 1 0,0-1 0,1 0 0,-1 0 0,1 0 0,-1 1 0,1-1 0,0 0 0,-1 0 0,1 0 0,0 0 0,0 0 0,-1 0 0,1 0 0,0 0 0,0 0 0,0-1 0,0 1 0,2 1 0,13 13-4836,-15-14 4539,0 0 0,0 1 0,0-1 1,0 0-1,1 0 0,-1 0 0,0 0 1,1 0-1,-1 0 0,1 0 0,-1-1 0,1 1 1,-1-1-1,4 2 0,41-1-4595,-25-2 2820,7 1-504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38.21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265 391 2241,'4'-4'455,"0"0"0,0 0 0,-1-1 1,1 1-1,-1-1 0,0 0 0,0 0 0,-1 0 0,1-1 0,-1 1 1,0-1-1,2-9 0,6-18 1474,-2 13-1010,-5 15-641,-1 0-1,0-1 1,0 1 0,0-1-1,-1 0 1,0 1 0,0-1-1,1-9 1,-2 6 106,0-73 2976,0 23 2940,-1 57-6022,1 0 0,-1-1 0,1 1 0,-1 0 0,0-1 0,0 1 0,0 0 0,0 0 0,0-1 0,0 1 0,-1 0 0,1 0-1,-1 1 1,1-1 0,-1 0 0,0 0 0,0 1 0,0-1 0,0 1 0,0 0 0,-4-3 0,3 3-145,0-1 1,0 1-1,0-1 1,-1 1 0,1 0-1,0 0 1,-1 1-1,1-1 1,-1 1 0,1-1-1,-1 1 1,1 0-1,-1 1 1,1-1-1,-1 1 1,-5 1 0,-2 1-92,1 2 1,-1-1-1,1 2 1,0-1-1,0 1 1,1 1-1,-1 0 1,2 0-1,-1 1 1,1 0-1,0 0 1,0 1-1,1 0 1,-11 18-1,1 1-1,9-17-29,0 2 1,1-1-1,1 1 0,0 0 1,-6 18-1,-1 14 1,9-36-9,1-1 1,0 1 0,0 0 0,1-1 0,0 1 0,1 0-1,0 1 1,0-1 0,1 0 0,0 0 0,1 0-1,0 0 1,4 17 0,5-8-5,-8-16 0,-1 1 0,1-1 0,-1 0 0,0 0 0,0 1 0,0-1 0,0 0 0,0 1 0,-1-1 0,1 1 0,-1 0 0,1-1 0,-1 4 0,0-3 0,0 0 0,1 0 0,-1 0 0,0 0 0,1-1 0,0 1 0,0 0 0,0 0 0,0-1 0,0 1 0,0 0 0,1-1 0,-1 1 0,1-1 0,0 0 0,0 1 0,0-1 0,0 0 0,0 0 0,3 2 0,17 20 0,-20-22 0,0 0 0,-1 0 0,1 0 0,0 0 0,0-1 0,1 1 0,-1-1 0,0 1 0,0-1 0,1 0 0,-1 0 0,1 0 0,-1 0 0,1 0 0,-1 0 0,1-1 0,0 0 0,-1 1 0,4-1 0,4 0 0,-1 0 0,1-1 0,0 0 0,13-4 0,-16 3 0,-1-1 0,1 0 0,-1 0 0,1 0 0,-1 0 0,0-1 0,-1 0 0,1-1 0,-1 1 0,1-1 0,-2 0 0,1 0 0,0-1 0,-1 1 0,0-1 0,0 0 0,-1 0 0,6-13 0,13-18 0,-18 32 0,0-1 0,0 1 0,-1 0 0,0-1 0,4-9 0,-3 1 0,-1 0 0,0-1 0,0 1 0,-2-1 0,0 0 0,-1-20 0,0 34 0,0 0 0,0 0 0,1 0 0,-1 0 0,0 0 0,0 0 0,1 0 0,-1 0 0,0 0 0,1 1 0,-1-1 0,1 0 0,-1 0 0,1 0 0,0 1 0,-1-1 0,1 0 0,0 1 0,0-1 0,-1 0 0,1 1 0,0-1 0,0 1 0,0-1 0,-1 1 0,2-1 0,7-4 0,-3-2 0,-6 7 0,-2 19 0,12 48 0,-7-54 0,-1 0 0,0 0 0,0 17 0,-2-27 0,0 1 0,1-1 0,-1 0 0,1 0 0,0 0 0,0 1 0,0-1 0,0 0 0,0 0 0,1 0 0,2 4 0,-2-3 0,0-1 0,0 0 0,0 1 0,-1-1 0,1 1 0,-1-1 0,0 1 0,0 0 0,-1-1 0,1 1 0,-1 7 0,9 25 30,-7-31-117,0 0 0,-1 0 0,1 0 0,-1 1 0,0-1 0,0 9 0,-1-12-325,0-1 0,0 1-1,0-1 1,0 1 0,1-1 0,-1 0 0,0 1 0,1-1-1,-1 1 1,1-1 0,0 0 0,-1 1 0,1-1-1,0 0 1,0 0 0,0 1 0,0-1 0,0 0-1,0 0 1,0 0 0,2 1 0,-1-1-666,0 0 0,0 0 0,0 0 1,0 0-1,0 0 0,1-1 0,-1 1 0,0-1 0,0 1 1,1-1-1,2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38.6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124 198 5955,'0'-4'664,"-1"1"-1,0-1 1,0 1 0,0-1 0,0 1 0,0-1 0,-1 1 0,1 0-1,-1 0 1,0 0 0,0 0 0,0 0 0,-6-5 0,-38-36 4190,28 29-2736,13 1-105,1 2-683,-15 2 236,19 10-1506,-1 0 1,1 0-1,0 0 1,-1-1-1,1 1 1,0 0 0,-1 0-1,1 0 1,0-1-1,-1 1 1,1 0-1,0-1 1,0 1-1,-1 0 1,1 0-1,0-1 1,0 1-1,0 0 1,-1-1 0,1 1-1,0-1 1,0 1-1,0 0 1,0-1-1,0 1 1,0 0-1,0-1 1,0 1-1,0 0 1,0-1-1,0 1 1,0-1 0,0 1-1,0 0 1,0-1-1,0 1 1,0 0-1,1-1 1,-1 1-1,0 0 1,0-1-1,0 1 1,1 0-1,-1-1 1,0 1 0,0 0-1,1-1 1,-1 1-1,0 0 1,0 0-1,1 0 1,-1-1-1,0 1 1,1 0-1,-1 0 1,0 0-1,1 0 1,-1-1 0,1 1-1,1-1 72,0 0 0,0-1 0,0 1-1,0 0 1,0 0 0,0 0 0,0 0 0,1 1-1,-1-1 1,4 0 0,1 2-108,-1 0 0,1 0 0,0 1-1,-1 0 1,0 0 0,1 1 0,-1-1 0,0 1 0,0 1 0,-1-1-1,1 1 1,-1 0 0,1 0 0,-1 1 0,7 8 0,-4-5-5,-1 1 0,0 0 0,0 0 1,0 1-1,-2-1 0,1 2 0,-1-1 1,7 22-1,27 73-19,-36-92 0,-1 1 0,0-1 0,-1 1 0,0-1 0,-2 0 0,-1 16 0,1 6 0,1-33 0,0 0 0,0 0 0,-1 0 0,1 0 0,-1 0 0,1 0 0,-1 1 0,0-1 0,1 0 0,-1-1 0,0 1 0,0 0 0,-1 0 0,1 0 0,-3 3 0,2-4 0,1 1 0,0 0 0,-1-1 0,1 1 0,0 0 0,0 0 0,0 0 0,0 0 0,1 0 0,-1 0 0,0 0 0,1 0 0,0 0 0,-1 0 0,1 5 0,0-5 0,0-9 0,0-23 0,0-41 0,0 67 0,0 0 0,1 0 0,0 0 0,0 0 0,0 0 0,0 0 0,0 0 0,1 0 0,4-7 0,3-10 0,4-42 0,-11 49 0,0 1 0,1-1 0,5-15 0,6-15 0,-8 24 0,0 0 0,15-32 0,-15 45 0,1 0 0,-1 0 0,1 1 0,1 0 0,-1 1 0,1-1 0,10-5 0,-16 10 0,0 1 0,0-1 0,0 0 0,0 0 0,1 1 0,-1 0 0,0-1 0,0 1 0,0 0 0,0 0 0,0 0 0,5 0 0,-7 1 0,1-1 0,0 0 0,0 0 0,0 0 0,0 1 0,0-1 0,0 0 0,-1 1 0,1-1 0,0 1 0,0-1 0,-1 1 0,1-1 0,0 1 0,0 0 0,-1-1 0,1 1 0,-1 0 0,1-1 0,-1 1 0,1 0 0,-1 0 0,1 0 0,-1-1 0,0 1 0,1 0 0,-1 0 0,0 0 0,0 0 0,0 0 0,0 0 0,0 1 0,1 0 0,0 0 0,-1 0 0,1 0 0,0 0 0,0 0 0,0-1 0,0 1 0,0 0 0,1-1 0,-1 1 0,0 0 0,1-1 0,-1 0 0,1 1 0,-1-1 0,4 2 0,-3-2 0,0 1 0,1 0 0,-1 0 0,0 0 0,0 0 0,0 0 0,-1 1 0,1-1 0,1 4 0,32 90 0,-14-44 0,-15-41 0,-1 0 0,0 0 0,4 20 0,-3-12 0,-3-13 0,-2 0 0,1 0 0,-1 0 0,0 0 0,0 0 0,0 9 0,0-10 0,-1 0 0,1 1 0,0-1 0,1 0 0,-1 0 0,1 0 0,4 9 0,-4-9 0,1 0 0,-1 0 0,-1 0 0,1 0 0,-1 0 0,0 1 0,1 9 0,-2-8-97,0 0-1,0 0 1,1 0 0,-1 1 0,2-1-1,-1 0 1,1 0 0,0-1 0,0 1-1,4 6 1,2 25-6645,1-30 4574,2 2-611,-8 1-2542,2 3 92,18-2 637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38.89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47 7251,'5'-16'19665,"64"5"-13814,-68 11-5851,13 1 0,0-1 0,0-1 0,0 0 0,0-1 0,-1 0 0,18-6 0,-17 6 1,0 0 0,-1 0 1,1 1-1,0 1 0,24 3 0,2-1-104,-19-2-4023,7 0-9986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39.56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450 41 3522,'19'-18'14076,"-22"7"-12857,-4 8-549,1 1 1,0 0 0,-1 1-1,1-1 1,-1 1-1,0 1 1,-11-1 0,-4 8 64,1 1-1,1 1 1,0 0 0,0 2 0,1 0 0,0 2 0,-20 16 0,8-6 178,26-20-821,0 1 0,1 0 0,0 1 0,-1-1 0,2 1 0,-1-1 1,-3 7-1,-11 13 134,2-5-109,1-3-56,1 1 0,0 1 0,2 0 0,0 0 0,-17 38 0,24-44-40,1 0-1,0 1 0,1-1 1,0 1-1,1-1 0,1 1 1,0 0-1,0 0 1,1-1-1,3 20 0,-1-24-14,0 0 0,1 0 0,-1 0 0,2-1-1,-1 1 1,1-1 0,0 0 0,1 0 0,-1 0 0,1-1 0,1 1-1,-1-1 1,1 0 0,0-1 0,0 0 0,1 0 0,0 0-1,0 0 1,0-1 0,12 5 0,50 17-6,-63-23 0,1 0 0,0-1 0,-1 0 0,1 0 0,0-1 0,0 1 0,0-2 0,0 1 0,0-1 0,10-1 0,67-11 0,-66 3 0,-30 3 0,7 5 0,0 0 0,0 0 0,0 1 0,0 0 0,0 0 0,-1 0 0,1 1 0,-7 1 0,-5 6 0,-24 6 0,33-13 0,-1 0 0,1 0 0,0 1 0,0 1 0,0-1 0,0 1 0,0 1 0,0-1 0,1 1 0,0 0 0,0 1 0,-10 8 0,5-2 0,7-8 0,0 0 0,1 1 0,-1 0 0,1 0 0,0 0 0,0 0 0,0 1 0,1-1 0,0 1 0,0 0 0,0 0 0,0 0 0,1 1 0,0-1 0,0 0 0,0 1 0,-1 10 0,3-14 0,0 0 0,1 0 0,0 0 0,-1 0 0,1 0 0,0-1 0,0 1 0,0 0 0,0 0 0,0-1 0,0 1 0,0-1 0,1 1 0,-1-1 0,0 0 0,1 1 0,-1-1 0,1 0 0,0 0 0,-1 0 0,4 2 0,41 16 0,-46-19 0,16 4 1,0 0 1,0-1-1,0-1 1,0-1-1,0 0 1,26-2-1,108-18-435,-38-14-6628,-94 29 3435,0-1 0,-1-1 1,30-13-1,-25 10 1083,1-3-1332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40.5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70 149 2721,'-4'1'11149,"-11"7"-6130,11-4-2674,-15 6-464,18-9-1809,1-1 1,0 0-1,-1 0 1,1 1-1,0-1 1,-1 0-1,1 0 1,0 1-1,-1-1 1,1 0-1,0 1 0,0-1 1,-1 0-1,1 1 1,0-1-1,0 1 1,0-1-1,0 0 1,-1 1-1,1-1 1,0 1-1,0-1 1,0 1-1,0-1 1,0 0-1,0 1 1,0-1-1,0 1 1,0-1-1,0 1 1,0-1-1,0 0 1,1 1-1,-1 2 332,-9 27 1516,8-26-1690,-1-1 0,1 0 0,0 1-1,0-1 1,0 1 0,0-1 0,0 1-1,0 4 1,0 28 1136,0-27-1212,0 1-1,0-1 0,2 0 1,-1 1-1,1-1 1,0 0-1,4 12 0,15 42 29,-9-47-156,4 10-31,-11-19 5,-1 0 0,1 0 0,0 0 0,1-1 0,-1 0 0,1 0 0,1 0 0,-1 0 0,1-1 0,0 0 0,0 0 0,0-1 0,1 1 0,13 5 0,4-1 0,-19-7 0,-1-1 0,1 1 0,0-1 0,0 0 0,0 0 0,0 0 0,0-1 0,6 1 0,-10-1 0,1-1 0,0 1 0,0 0 0,0-1 0,-1 1 0,1-1 0,0 0 0,0 1 0,-1-1 0,1 0 0,0 0 0,-1 0 0,1 0 0,-1-1 0,0 1 0,1 0 0,-1-1 0,0 1 0,0 0 0,0-1 0,2-2 0,18-41 0,-13 27 0,-7 14 0,0-1 0,0 1 0,-1 0 0,1 0 0,-1-1 0,0 1 0,0 0 0,0-6 0,-1 6 0,1-1 0,0 1 0,0-1 0,0 1 0,1-1 0,-1 0 0,3-6 0,6-8 0,-6 15 0,-1 0 0,-1 0 0,1 0 0,-1 0 0,1 0 0,-1 0 0,0 0 0,0 0 0,-1-1 0,1-6 0,-1-177 0,0 188 0,0 0 0,0-1 0,-1 1 0,1 0 0,0-1 0,0 1 0,0 0 0,0-1 0,0 1 0,0 0 0,0 0 0,0-1 0,0 1 0,0 0 0,1-1 0,-1 1 0,0 0 0,0-1 0,0 1 0,0 0 0,0 0 0,0-1 0,1 1 0,-1 0 0,0 0 0,0-1 0,0 1 0,1 0 0,-1 0 0,0 0 0,0-1 0,1 1 0,-1 0 0,0 0 0,1 0 0,-1 0 0,0 0 0,0-1 0,1 1 0,-1 0 0,0 0 0,1 0 0,13 9 0,8 16 0,2 5 0,-19-24 0,0 0 0,0-1 0,-1 2 0,8 12 0,-9-14 0,1 0 0,1-1 0,-1 1 0,0-1 0,1 0 0,0 0 0,0 0 0,0-1 0,1 0 0,-1 0 0,8 3 0,-7-3 0,1 0 0,-1 1 0,0 0 0,0 0 0,0 0 0,-1 0 0,11 11 0,-15-14 0,0 1 0,0-1 0,1 0 0,-1-1 0,1 1 0,-1 0 0,1 0 0,-1 0 0,1-1 0,-1 1 0,1-1 0,0 0 0,-1 1 0,1-1 0,2 0 0,9 3 0,-6 4 0,-7-6 0,0-1 0,0 1 0,1-1 0,-1 1 0,0-1 0,1 0 0,-1 1 0,1-1 0,-1 0 0,0 1 0,1-1 0,-1 0 0,1 0 0,-1 1 0,1-1 0,-1 0 0,1 0 0,-1 0 0,1 0 0,-1 1 0,1-1 0,-1 0 0,1 0 0,-1 0 0,1 0 0,-1 0 0,1 0 0,-1-1 0,1 1 0,-1 0 0,1 0 0,-1 0 0,1 0 0,-1 0 0,1-1 0,-1 1 0,0 0 0,2-1 0,0 1 0,0-1 0,0 1 0,0-1 0,0 0 0,1 1 0,-1-1 0,0 0 0,0 0 0,0 0 0,-1 0 0,1-1 0,0 1 0,0-1 0,-1 1 0,1-1 0,-1 1 0,1-1 0,-1 0 0,0 0 0,1 0 0,-1 1 0,0-1 0,0 0 0,0-1 0,-1 1 0,1 0 0,0 0 0,-1 0 0,0 0 0,1 0 0,-1-1 0,0-2 0,0 1 0,0 0 0,0 0 0,0 0 0,1 0 0,0 1 0,-1-1 0,1 0 0,1 0 0,-1 0 0,0 1 0,1-1 0,0 1 0,0-1 0,0 1 0,4-5 0,-4 4 0,0 1 0,-1 0 0,0-1 0,0 1 0,0-1 0,0 1 0,0-1 0,-1 1 0,0-1 0,1 0 0,-1 1 0,-1-1 0,1 1 0,-1-5 0,-1-19 0,2-49 0,0 63 0,0 52 0,1-31 0,0 0 0,0 0 0,1 0 0,0 0 0,1-1 0,-1 1 0,1-1 0,1 0 0,6 11 0,11 27 0,-18-39 0,0-1 0,0 1 0,1-1 0,-1 0 0,1 0 0,0 0 0,1-1 0,-1 1 0,9 5 0,-8-6 0,0 0 0,0 1 0,-1-1 0,1 1 0,-1 1 0,0-1 0,6 10 0,-8-10 0,1 0 0,0-1 1,0 1-1,0-1 0,1 1 0,0-1 1,0 0-1,0-1 0,0 1 0,0-1 1,1 1-1,-1-1 0,1-1 0,0 1 1,0-1-1,0 0 0,0 0 0,7 2 1,24 11-86,-36-14 48,1-1-1,-1 1 1,1-1 0,-1 0-1,1 1 1,-1-1 0,1 0 0,-1 1-1,1-1 1,-1 0 0,1 0-1,-1 1 1,1-1 0,0 0-1,-1 0 1,1 0 0,-1 0-1,1 0 1,0 0 0,-1 0 0,1 0-1,-1 0 1,1 0 0,-1 0-1,1-1 1,0 1 0,-1 0-1,1 0 1,-1 0 0,1-1-1,-1 1 1,1 0 0,-1-1 0,1 1-1,-1 0 1,1-1 0,-1 1-1,1-1 1,-1 1 0,0-1-1,1 1 1,-1-1 0,0 1-1,0-1 1,1 0 0,4-5-648,11 0-117,-14 5 714,0 0 0,0 1 0,0-1 0,0 0 0,-1 0 0,1 0-1,0 0 1,-1 0 0,1 0 0,-1 0 0,1 0 0,-1-1 0,1 1 0,-1-1 0,0 1-1,0-1 1,0 1 0,2-4 0,4-3-84,-5 7 150,-1-1 0,0 1-1,1 0 1,-1-1-1,0 1 1,0-1 0,0 1-1,0-1 1,0 1-1,0-1 1,-1 0-1,1 0 1,0 1 0,-1-1-1,0 0 1,1 0-1,-1 0 1,0-3-1,0 0 3,1 0 0,-1 1 0,1-1-1,0 0 1,0 1 0,4-9 0,-3 8 19,0-1 0,0 1 0,-1 0 0,0-1 0,0 0 0,0 1 0,-1-7 0,0-139 755,0 45 3887,0 105-4636,1 1 0,-1-1 1,0 1-1,1-1 0,-1 1 1,0-1-1,1 1 0,-1-1 1,1 1-1,-1-1 0,1 1 1,-1-1-1,1 1 0,-1 0 1,1-1-1,-1 1 0,1 0 1,-1 0-1,1-1 0,0 1 1,-1 0-1,1 0 0,0 0 1,-1 0-1,1 0 0,-1 0 1,1 0-1,0 0 0,-1 0 1,1 0-1,0 0 0,-1 0 1,1 0-1,-1 0 0,1 1 1,0-1-1,-1 0 0,1 0 1,-1 1-1,1-1 0,-1 0 1,1 1-1,-1-1 0,1 1 1,-1-1-1,1 1 0,-1-1 1,1 1-1,-1-1 0,0 1 1,1-1-1,-1 1 0,0-1 1,0 1-1,1 0 0,-1-1 1,0 2-1,1 6-5,-1 1 0,2 0 0,-1 0 0,1-1 0,0 1 0,1-1 0,0 0 0,0 1 0,6 7 0,9 27 0,-15-19 0,2 5 0,3-16 0,-6-11 0,0 0 0,-1 0 0,1 1 0,-1-1 0,0 0 0,0 1 0,0-1 0,0 1 0,0-1 0,0 1 0,-1 0 0,1-1 0,-1 4 0,0-2 2,1-1 1,-1 1-1,1-1 1,-1 0-1,1 0 0,0 1 1,0-1-1,0 0 1,3 4-1,-3-4-14,1 0 0,-1-1 0,0 1 0,0 0 0,0 0 0,-1 0 0,1 0 0,-1 0 0,1 4 0,-1-6-41,0-1 0,0 1 0,1-1 0,-1 1 0,0 0 0,0-1 1,1 1-1,-1-1 0,0 1 0,1-1 0,-1 1 0,0 0 0,1-1 0,-1 0 0,1 1 0,-1-1 0,1 1 0,-1-1 1,1 0-1,-1 1 0,1-1 0,0 0 0,-1 1 0,1-1 0,-1 0 0,1 0 0,0 0 0,-1 1 0,1-1 1,0 0-1,-1 0 0,1 0 0,-1 0 0,1 0 0,0 0 0,-1-1 0,1 1 0,0 0 0,-1 0 0,2 0 0,0-1-440,3 1-2716,-4-11-6789,-1 10 9748,0 0 1,0 0-1,0 0 0,-1 0 0,1 1 0,0-1 1,-1 0-1,1 0 0,0 1 0,-1-1 0,1 0 0,-1 1 1,1-1-1,-2 0 0,-16-6-4328,17 5 4312,0 1-1,1 0 1,-1 0 0,1 0 0,-1-1-1,1 1 1,-1 0 0,1-1 0,0 1-1,0 0 1,0-1 0,0 1 0,0-1-1,0-1 1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40.68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69 2929,'0'-16'5139,"0"6"47,0-6-1392,0 5-545,0-4-2384,18 15-2546,-18 15-96,28-4-832,-9 5-384,9-6-321,-9 17 17,9-1 671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41.42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0 263 3570,'5'0'10170,"-3"0"-9340,-1 0 0,1 1 0,0-1 0,-1 0 0,1 1 0,-1-1 0,1 1 0,-1 0 1,1-1-1,-1 1 0,1 0 0,-1 0 0,2 1 0,6 4 4200,-2-5-5570,-6 2 769,0-1 0,0 1 1,-1-1-1,1 1 0,-1 0 0,0-1 0,0 1 1,0 0-1,0 0 0,-1 4 0,1-1 94,-1 12-262,0-11-60,1 0 0,0 0 0,0 1 1,0-1-1,1 0 0,0 0 0,0 0 1,3 10-1,2-6-1,-3-7 0,-1 1 0,0-1 0,0 0 0,0 1 0,0 0 0,-1-1 0,0 1 0,0 0 0,0 0 0,-1 0 0,1-1 0,-1 1 0,-1 6 0,10 30 0,-7-35 0,0 1 0,0-1 0,-1 1 0,1-1 0,-1 13 0,-1-18-53,0 0 0,-1-1 0,1 1 0,0 0 1,0 0-1,0 0 0,0 0 0,0 0 0,0 0 0,0 0 0,0 0 0,0 0 0,1-1 0,-1 1 1,0 0-1,1 0 0,-1 0 0,0 0 0,1-1 0,-1 1 0,1 0 0,-1 0 0,1-1 1,-1 1-1,1 0 0,0-1 0,-1 1 0,1 0 0,0-1 0,0 1 0,-1-1 0,1 0 0,0 1 1,0-1-1,0 1 0,0-1 0,-1 0 0,1 0 0,0 1 0,0-1 0,0 0 0,0 0 1,0 0-1,0 0 0,0 0 0,-1 0 0,1 0 0,0-1 0,0 1 0,0 0 0,0 0 0,0-1 1,0 1-1,-1-1 0,1 1 0,0 0 0,0-1 0,1 0 0,3-2-549,0-1-1,0 1 0,0-1 0,0 0 1,-1 0-1,1 0 0,5-8 1,-5 7-292,0 1 1,0 0-1,0 0 1,1 0 0,-1 1-1,1-1 1,0 1-1,0 1 1,0-1 0,0 1-1,0 0 1,8-1-1,47-21-5110,72-68-887,-28 10 8657,-80 43 4181,-22 37-4969,15-12 2312,-17 14-3117,-1-1 1,1 1-1,-1-1 1,0 1-1,1-1 0,-1 0 1,0 1-1,0-1 1,1 1-1,-1-1 1,0 0-1,0 1 0,0-1 1,0 0-1,0 1 1,0-1-1,0 0 1,0 1-1,0-1 0,0 0 1,0 1-1,0-1 1,0 1-1,-1-1 0,1 0 1,0 1-1,0-1 1,-1 1-1,1-1 1,0 0-1,-1 1 0,1-1 1,-1 1-1,1-1 1,-1 1-1,1 0 1,-1-1-1,-3-3 871,0 1 0,-1 0 0,1-1 1,-1 2-1,1-1 0,-1 1 0,0-1 0,-6-1 0,-13 4 495,12 3-1329,-1 2 0,1 0 1,0 0-1,0 1 1,0 0-1,1 1 0,0 1 1,0 0-1,1 0 0,0 1 1,1 0-1,0 1 1,-14 18-1,0 1-210,17-23 0,1 0 0,0 0 0,1 0 0,0 1 0,0-1 0,0 1 0,-5 14 0,-6 21 0,12-36 0,0 0 0,1 0 0,-1 0 0,1 0 0,0 0 0,1 1 0,0-1 0,0 0 0,0 1 0,1-1 0,0 1 0,0-1 0,0 1 0,1-1 0,0 1 0,0-1 0,4 10 0,34 46 0,-38-59 0,1-1 0,-1 0 0,1 0 0,0 0 0,0 0 0,0 0 0,0 0 0,0-1 0,1 1 0,-1-1 0,0 1 0,1-1 0,-1 0 0,1 0 0,-1 0 0,1 0 0,5 1 0,-6-2 0,0 1 0,0-1 0,0 0 0,0 1 0,0-1 0,0 0 0,0 0 0,0 0 0,0 0 0,0-1 0,0 1 0,0 0 0,0-1 0,0 0 0,0 1 0,0-1 0,0 0 0,0 0 0,0 0 0,-1 0 0,1 0 0,0-1 0,-1 1 0,2-2 0,18-12 0,-19 15 0,-1-1 0,1 0 0,0 1 0,-1-1 0,1 0 0,-1 0 0,1 0 0,-1 0 0,1 0 0,-1-1 0,0 1 0,0 0 0,0-1 0,1 1 0,-1 0 0,0-1 0,-1 1 0,1-1 0,0 0 0,0 1 0,-1-1 0,1 0 0,-1 1 0,1-1 0,-1 0 0,0-3 0,0 4 0,0 0 0,0 1 0,0-1 0,1 0 0,-1 0 0,0 0 0,0 0 0,0 1 0,1-1 0,-1 0 0,0 0 0,1 1 0,-1-1 0,1 0 0,-1 0 0,1 1 0,-1-1 0,1 0 0,-1 1 0,1-1 0,0 1 0,-1-1 0,1 1 0,0-1 0,-1 1 0,1-1 0,0 1 0,0 0 0,0-1 0,0 1 0,0 0 0,0-1 0,0 1 0,-1-1 0,1 1 0,0-1 0,0 1 0,-1-1 0,1 1 0,0-1 0,-1 1 0,1-1 0,-1 0 0,1 0 0,-1 1 0,1-1 0,-1 0 0,1 0 0,-1 1 0,0-1 0,1 0 0,-1 0 0,0 0 0,0 0 0,0 0 0,1 1 0,-1-1 0,0 0 0,0-1 0,-1 1 0,1 1 0,0 0 0,0-1 0,0 1 0,0-1 0,0 1 0,0 0 0,0-1 0,0 1 0,1-1 0,-1 1 0,0 0 0,0-1 0,0 1 0,0 0 0,0-1 0,1 1 0,-1-1 0,0 1 0,0 0 0,1-1 0,-1 1 0,0 0 0,0 0 0,1-1 0,-1 1 0,0 0 0,1 0 0,-1-1 0,1 1 0,-1 0 0,0 0 0,1 0 0,-1 0 0,0 0 0,1-1 0,-1 1 0,1 0 0,-1 0 0,1 0 0,21 9 0,17 23 0,-32-17 0,-7-14 0,1 1 0,-1-1 0,1 1 0,-1-1 0,1 1 0,0-1 0,0 0 0,-1 1 0,1-1 0,0 0 0,0 0 0,0 0 0,0 0 0,1 0 0,-1 0 0,0 0 0,3 2 0,-2-2 0,0 0 0,0 1 0,0-1 0,0 1 0,-1-1 0,1 1 0,0 0 0,-1 0 0,0 0 0,1 0 0,-1 0 0,2 3 0,-2-2 0,0-1 0,0 0 0,1 0 0,-1 0 0,0 0 0,1 0 0,0 0 0,0 0 0,-1 0 0,1-1 0,0 1 0,4 1 0,6 3 0,-9-4 0,0-1 0,0 1 0,0-1 0,0 1 0,0 0 0,0 0 0,0 1 0,3 3 0,-3-3 0,1-1 0,0 1 0,0-1 0,0 0 0,0 0 0,0 0 0,0 0 0,0-1 0,0 1 0,1-1 0,-1 0 0,1 0 0,-1-1 0,1 0 0,-1 1 0,6-2 0,10-5 0,-14 5 0,0-1 0,0 1 0,-1-1 0,1-1 0,0 1 0,-1-1 0,1 0 0,-1 0 0,0-1 0,0 0 0,-1 1 0,1-2 0,5-5 0,7-11 0,-10 13 0,0-1 0,0 0 0,-1-1 0,0 1 0,-1-1 0,0 0 0,0-1 0,4-14 0,30-107 0,-35 109 0,-2 1 0,0-1 0,-1 0 0,-4-32 0,2 5 0,0 37 0,0 0 0,-1 0 0,0 0 0,-1 0 0,-8-22 0,-1-1 0,11 29 0,-1 0 0,-1 0 0,1 0 0,-1 1 0,0-1 0,-1 1 0,0-1 0,0 1 0,0 0 0,-8-8 0,-2 0 0,-13-8 0,25 21 0,1 1 0,0 0 0,-1-1 0,1 1 0,-1 0 0,1 0 0,0 0 0,-1 0 0,1 1 0,0-1 0,-1 0 0,1 0 0,0 1 0,-1-1 0,1 1 0,0-1 0,0 1 0,-1 0 0,1-1 0,0 1 0,0 0 0,0 0 0,0 0 0,-2 2 0,-2 4 0,-1 0 0,1 0 0,1 0 0,-1 1 0,1 0 0,1 0 0,-1 0 0,1 0 0,1 1 0,0-1 0,0 1 0,-1 15 0,1 37 0,0-41 0,1-1 0,1 1 0,1 0 0,1 0 0,4 22 0,3-15 0,-6-16 0,0-1 0,0 0 0,-1 1 0,0-1 0,0 14 0,-1 1 0,2-1 0,1 0 0,0 0 0,2-1 0,1 0 0,10 25 0,-14-18 0,-3-27 0,0 0 0,0 0 0,0 0 0,1 0 0,-1 0 0,1 0 0,0-1 0,-1 1 0,3 5 0,6 6 0,-7-12 0,-1 0 0,1 0 0,-1 0 0,1 1 0,-1-1 0,0 0 0,0 1 0,0-1 0,0 1 0,-1-1 0,1 1 0,-1 0 0,1-1 0,-1 5 0,0-5 0,0 1 0,0 0 0,0-1 0,1 1 0,-1-1 0,1 1 0,-1-1 0,1 0 0,0 1 0,0-1 0,0 0 0,0 1 0,1-1 0,-1 0 0,1 0 0,-1 0 0,1 0 0,0 0 0,-1-1 0,1 1 0,0 0 0,0-1 0,0 1 0,1-1 0,-1 0 0,0 0 0,0 0 0,5 2 0,-5-3-411,0 1 0,0-1-1,0 0 1,0 0 0,0 0 0,-1 0 0,1 0-1,0-1 1,0 1 0,0-1 0,0 1 0,0-1 0,0 1-1,-1-1 1,1 0 0,0 0 0,-1 0 0,1 0-1,0 0 1,-1 0 0,0-1 0,1 1 0,-1 0-1,1-1 1,-1 1 0,0-1 0,0 1 0,0-1 0,0 0-1,0 1 1,1-4 0,-2 2-216,0 0 0,0 0 0,1 0-1,-1 1 1,1-1 0,0 0 0,0 0 0,0 1 0,2-5 0,-1 4 184,-1 0 1,1 0 0,-1 0 0,0-1 0,0 1 0,0 0 0,-1-1-1,1 1 1,-1-6 0,0-71-4792,0 25 3409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41.71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48 140 944,'-16'-45'3198,"13"7"2913,3 37-5948,0-1 0,0 1 0,0-1 0,0 1 1,0-1-1,-1 1 0,1-1 0,0 1 0,-1-1 1,1 1-1,-1-1 0,1 1 0,-1 0 0,0-1 0,0 1 1,1 0-1,-1 0 0,0-1 0,0 1 0,0 0 1,-1 0-1,1 0 0,0 0 0,0 0 0,0 1 1,-1-1-1,1 0 0,0 0 0,-3 0 0,4 1-119,0 0 0,-1 0 0,1 0 0,0-1 0,0 1 0,-1 0 0,1 0 0,0 0 0,-1-1 0,1 1 0,0 0 0,0-1 0,0 1 0,-1 0 0,1 0 0,0-1 0,0 1 0,0 0 0,0-1 0,0 1 0,0 0 0,-1-1 0,1 1 0,0 0 0,0-1 0,0 1 0,0 0 0,0-1 0,0 1 0,0-1 0,0 1-1,1 0 1,-1-1 0,0 1 0,0 0 0,0-1 0,0 1 0,0 0 0,0 0 0,1-1 0,-1 1 0,0 0 0,0-1 0,1 1 0,-1 0 0,0 0 0,0-1 0,1 1 0,-1 0 0,0 0 0,0 0 0,1-1 121,7 0-37,0-1 1,0 1-1,0 1 0,0-1 1,0 1-1,10 2 0,7-1-180,-14 0-115,1 1 0,-1 0 0,0 1 0,0 1 0,0-1 0,0 2 0,-1-1 0,0 2 0,11 6 0,-13-7 75,1-1 1,-1 0 0,1 0-1,11 3 1,-14-5 89,-1-1 1,1 1-1,-1 0 0,0 0 1,1 1-1,-1-1 1,-1 1-1,1 1 0,0-1 1,-1 0-1,1 1 1,6 8-1,-9-10 30,-1-1-1,0 0 1,0 0-1,1 0 1,-1 0-1,1-1 1,-1 1-1,1 0 1,-1-1-1,1 1 1,0-1-1,-1 1 1,1-1-1,0 0 1,2 0-1,8 4 368,9 9 15226,-27-12-15620,0 1 0,1-1-1,-1 1 1,1 1 0,-1-1 0,1 1 0,0 0 0,0 0 0,0 1 0,0-1 0,1 1 0,-1 0 0,1 0 0,0 1 0,-4 5 0,-19 17-3,21-20 2,0 1 0,1 0 0,0 0 0,1 0 0,-1 1 0,2-1 0,-1 1 0,-2 13 0,0-5 0,3-10 0,2 0 0,-1 1 0,1-1 0,0 0 0,0 1 0,1-1 0,-1 1 0,2-1 0,-1 0 0,1 1 0,3 10 0,2 2 0,1 0 0,14 30 0,-4-14 0,-13-25 0,-3-7 0,0 0 0,0 0 0,1 0 0,-1 0 0,1-1 0,0 1 0,0 0 0,1-1 0,-1 0 0,1 1 0,-1-1 0,1 0 0,0 0 0,0 0 0,1-1 0,-1 1 0,0-1 0,1 0 0,0 0 0,-1 0 0,1 0 0,7 2 0,-1-2 0,0-1 0,0 0 0,1-1 0,-1 1 0,12-3 0,-5 1 0,-11 1-3,1-1 1,-1 0-1,0 0 0,1-1 0,-1 0 1,0 0-1,0 0 0,0-1 1,0 0-1,0 0 0,6-5 1,55-46-1015,-63 50 865,0-1-1160,1 0-1,-2 0 0,1-1 1,-1 1-1,1-1 0,2-9 1,9-12-5832,-10 13 202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42.4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263 332 1233,'2'-29'2999,"-1"19"-1764,-1 0 0,1 1 0,-2-1 0,1 0 1,-1 1-1,-4-14 0,0 9-194,3 10-724,0 1 0,1-1 1,0 1-1,0-1 1,0 0-1,0 0 1,0 0-1,1-5 1,0 6-33,-1 0 0,1 0 1,-1 1-1,1-1 0,-1 0 0,0 0 1,0 1-1,0-1 0,0 0 0,-1 1 1,1-1-1,-1 1 0,-2-3 1,-12-24 2792,10 18-1930,5 10-914,0-1 1,0 1 0,0 0 0,0-1-1,0 1 1,1-1 0,-1 0 0,0 1 0,1-1-1,0 1 1,-1-1 0,1 0 0,0 1-1,0-1 1,0-3 0,0 3-103,0 0-1,-1 0 1,1 1 0,0-1-1,-1 0 1,1 0 0,-1 1-1,0-1 1,1 0 0,-1 1-1,0-1 1,0 0 0,0 1-1,0-1 1,0 1 0,-1 0-1,1-1 1,0 1 0,-1 0-1,-1-1 1,-2-3 80,1 2-110,3 1-47,-1 0 1,0 0-1,1 1 1,-1-1-1,0 1 0,0-1 1,0 1-1,0 0 0,0-1 1,-1 1-1,-2 0 0,4 1-44,0 0-1,0 0 1,-1 1-1,1-1 1,0 1-1,0-1 1,-1 1-1,1 0 0,0-1 1,0 1-1,0 0 1,0 0-1,0 0 1,0 0-1,0 0 1,0 0-1,1 0 0,-1 0 1,0 0-1,1 0 1,-1 0-1,0 0 1,1 1-1,-1-1 1,1 2-1,-39 50-10,7 37 0,24-74 0,1 0 0,0 1 0,1 0 0,1 0 0,0 0 0,1 1 0,1 0 0,1-1 0,1 1 0,1 31 0,0 121 0,2-154 0,1-1 0,1 1 0,0-1 0,1 1 0,1-1 0,0 0 0,1-1 0,0 0 0,1 0 0,15 18 0,-12-18 0,1-1 0,0-1 0,1 0 0,0 0 0,0-2 0,2 0 0,18 11 0,37 27 0,-61-41-323,0-2 1,1 0-1,-1 0 1,1 0-1,0-1 1,0-1-1,1 0 1,-1 0-1,14 1 1,9 1-2500,61-1 1,-79-4 696,-1-1 1,1 0-1,0-1 0,20-5 0,12-8-3322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44.21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98 97 2257,'-1'0'161,"0"0"0,0 0 0,0 0 0,0 0 0,-1 0 0,1 0 0,0 0 0,0 0 0,0 0-1,0-1 1,0 1 0,0 0 0,0-1 0,0 1 0,0-1 0,0 1 0,0-1 0,0 0 0,0 1 0,0-1 0,1 0 0,-1 0 0,0 1 0,-1-3 0,0-25 6251,2 16-5032,-9 0 1980,9 11-3188,-1 1 0,0-1 1,0 0-1,1 1 0,-1-1 1,0 1-1,1-1 0,-1 0 0,1 0 1,-1 1-1,1-1 0,-1 0 1,1 0-1,0 0 0,-1 0 1,1 0-1,0 1 0,0-1 1,-1-2-1,1 3-3,0-1 1,0 0 0,0 1-1,0-1 1,0 1-1,0-1 1,0 1-1,0-1 1,0 1-1,0-1 1,0 1 0,0-1-1,0 1 1,0-1-1,0 1 1,1-1-1,-1 1 1,0-1-1,0 1 1,1-1 0,-1 1-1,0-1 1,1 1-1,-1 0 1,0-1-1,1 1 1,-1-1 0,1 1-1,-1 0 1,1 0-1,-1-1 1,1 1-1,-1 0 1,1 0-1,-1-1 1,1 1 0,-1 0-1,1 0 1,-1 0-1,1 0 1,-1 0-1,1 0 1,-1 0-1,1 0 1,-1 0 0,1 0-1,-1 0 1,1 0-1,-1 0 1,1 1-1,0-1 1,1 0-276,-2 40 2803,-2 8-2466,0-35-196,1 0 1,1 0 0,0-1-1,1 1 1,1 0-1,5 23 1,0-16-36,-4-14 0,0 0 0,-1 1 0,0-1 0,0 1 0,-1-1 0,0 1 0,1 11 0,-3 25 0,2 42 0,-1-79 0,1 0 0,0 0 0,0 0 0,0 0 0,1 0 0,0-1 0,0 1 0,1-1 0,0 1 0,4 7 0,-5-10 0,-1 0 0,0 0 0,0 0 0,0 0 0,0 0 0,0 1 0,-1-1 0,0 0 0,0 1 0,0-1 0,0 0 0,0 1 0,0-1 0,-2 4 0,1 5 0,1-1 0,-2 27 0,2-37 0,0-1 0,0 1 0,0-1 0,-1 1 0,1-1 0,0 1 0,0-1 0,0 1 0,-1-1 0,1 1 0,0-1 0,-1 1 0,1-1 0,0 1 0,-1-1 0,1 0 0,0 1 0,-1-1 0,1 0 0,-1 1 0,1-1 0,-1 0 0,1 0 0,-1 1 0,1-1 0,-1 0 0,1 0 0,-1 0 0,1 0 0,-1 0 0,1 1 0,-1-1 0,1 0 0,-1 0 0,0 0 0,1-1 0,-1 1 0,1 0 0,-1 0 0,1 0 0,-1 0 0,1 0 0,-1-1 0,1 1 0,-1 0 0,1 0 0,-1-1 0,1 1 0,0 0 0,-1-1 0,-7-3 0,6 3 0,1 1 0,-1-1 0,1 0 0,0 1 0,-1-1 0,1 0 0,0 0 0,0 0 0,0 1 0,-1-1 0,1-1 0,0 1 0,0 0 0,0 0 0,1 0 0,-1 0 0,0-1 0,0 1 0,1 0 0,-1-1 0,1 1 0,-1-1 0,1 1 0,-1 0 0,1-1 0,0 1 0,0-1 0,0 1 0,0-4 0,0 4 0,0-1 0,-1 0 0,1 0 0,-1 0 0,1 1 0,-1-1 0,1 0 0,-1 1 0,0-1 0,0 0 0,0 1 0,-1-3 0,1 3 0,-1-1 0,1 0 0,0 1 0,1-1 0,-1 0 0,0 0 0,0 1 0,1-1 0,-1 0 0,1 0 0,0 0 0,-1-3 0,2-2 0,-1 0 0,-1 0 0,1 0 0,-1 0 0,0 0 0,-1 0 0,0 0 0,0 0 0,0 0 0,-1 1 0,0-1 0,-4-6 0,4 4 0,1 0 0,0 0 0,1 1 0,0-1 0,0 0 0,1 0 0,0 0 0,1 0 0,1-9 0,0-16 0,-2-76 0,-8 93 0,-5-9 0,13 26 0,0-1 0,-1 0 0,1 1 0,0-1 0,0 0 0,0 1 0,0-1 0,-1 1 0,1-1 0,0 0 0,0 1 0,0-1 0,1 0 0,-1 1 0,0-1 0,0 0 0,0 1 0,0-1 0,1 0 0,-1 1 0,0-1 0,0 1 0,1-1 0,-1 1 0,1-1 0,-1 1 0,0-1 0,1 1 0,-1-1 0,1 1 0,0-1 0,0 0 0,-1 1 0,0 0 0,0 0 0,1-1 0,-1 1 0,0 0 0,1 0 0,-1 0 0,0-1 0,1 1 0,-1 0 0,0 0 0,1 0 0,-1 0 0,0 0 0,1 0 0,-1 0 0,1 0 0,-1 0 0,0 0 0,1 0 0,-1 0 0,0 0 0,1 0 0,-1 0 0,1 0 0,-1 0 0,0 0 0,1 0 0,-1 1 0,0-1 0,1 0 0,-1 1 0,2 12 0,-2-11 0,0 0 0,1 0 0,-1-1 0,0 1 0,0 0 0,1 0 0,-1 0 0,1 0 0,0 0 0,-1 0 0,3 2 0,6 10 0,-1-1 0,13 30 0,-17-32 0,1 0 0,1 0 0,-1-1 0,2 0 0,-1 0 0,1-1 0,12 12 0,0 1 0,-17-18 0,0-1 0,1 0 0,-1 0 0,1 0 0,0-1 0,0 1 0,0-1 0,3 3 0,23 22 0,-28-25 0,0 0 0,1 0 0,-1 0 0,1-1 0,-1 1 0,1 0 0,0-1 0,-1 1 0,1-1 0,0 0 0,0 1 0,0-1 0,0 0 0,0 0 0,0 0 0,1-1 0,-1 1 0,0 0 0,4 0 0,20 7-61,-24-7 36,-1 0-1,1 0 1,-1 0-1,1 0 1,0 0-1,0-1 1,-1 1 0,1-1-1,0 1 1,0-1-1,-1 0 1,1 1 0,0-1-1,0 0 1,0 0-1,0-1 1,-1 1-1,1 0 1,0 0 0,0-1-1,0 1 1,2-2-1,21-14-2652,-17 13 1764,0-1-1,0 0 1,-1 0 0,1 0 0,-1-1 0,0 0-1,0-1 1,-1 0 0,1 0 0,-1 0 0,-1-1-1,1 0 1,-1 0 0,0 0 0,-1 0 0,0-1-1,5-12 1,6-7-974,5-16 828,-13 30 840,-6 12 195,0-1-1,-1 1 0,1-1 0,0 1 0,0-1 1,0 1-1,-1-1 0,1 1 0,-1-1 1,0 0-1,1 1 0,-1-1 0,0 0 1,0 1-1,0-4 0,0 3 25,0 0 1,1-1-1,-1 1 0,1 0 0,-1 0 1,1-1-1,0 1 0,0 0 1,0 0-1,0 0 0,0 0 1,0 0-1,3-3 0,-2 3 77,-1-1-1,1 1 1,0-1 0,-1 1-1,0-1 1,0 0-1,0 0 1,0 1 0,0-1-1,0 0 1,-1 0-1,1 0 1,-1-6-1,0 8 8,0 0 0,1 0-1,-1-1 1,0 1 0,0 0-1,1 0 1,-1 0 0,0 0-1,1 0 1,-1 0 0,1 0-1,0 0 1,-1 0-1,1 0 1,0 1 0,1-3-1,-1 2 61,0 0-1,0 0 0,0 0 1,-1 0-1,1-1 0,0 1 1,0 0-1,-1 0 0,1-1 1,-1 1-1,1-1 1,-1 1-1,0 0 0,1-1 1,-1 1-1,0-1 0,0-1 1,0-13 3122,0 11 10,0 11-2201,-12 9 1051,8-12-1700,-3 39 2401,-2-29-2184,7-11-512,1 0 0,-1 0-1,1 1 1,-1-1 0,1 0 0,0 1 0,0-1 0,0 1 0,0-1 0,1 1 0,-1-1-1,1 1 1,-1 0 0,1 4 0,0 0 53,-1 0 0,0-1 0,-1 1 0,0-1 0,0 1 1,0-1-1,0 0 0,-1 0 0,-7 11 0,-15 41 283,22-51-440,0 0-1,0-1 1,0 1-1,-1-1 0,0 1 1,-1-1-1,-7 8 1,6-8-9,1 1 0,-1 1 0,1-1 1,1 0-1,-8 17 0,9-19-7,1 0 0,-2 0 0,1 0 0,0 0 1,-1 0-1,-8 7 0,9-10-4,0 1 1,1 0-1,-1 0 0,1 0 1,-1 0-1,1 0 0,0 0 1,0 1-1,0-1 1,0 1-1,1-1 0,0 1 1,-2 7-1,2-4-6,1-11 0,4-13 0,0 11 0,-3 4 0,0 1 0,1 0 0,-1-1 0,0 1 0,-1-1 0,1 0 0,0 1 0,0-1 0,-1 0 0,1 0 0,-1 1 0,1-1 0,-1 0 0,0 0 0,0 0 0,0-1 0,0 1 0,0 0 0,1 0 0,-1 0 0,0 1 0,0-1 0,1 0 0,-1 1 0,1-1 0,0 0 0,-1 1 0,1-1 0,0 0 0,0 1 0,0-1 0,0 1 0,0 0 0,2-3 0,8-11 0,-5-8 0,-6 20 0,1-1 0,0 1 0,0-1 0,0 1 0,0 0 0,1-1 0,-1 1 0,1 0 0,0 0 0,0 0 0,3-4 0,0 1 0,-1 0 0,0-1 0,0 1 0,0-1 0,2-7 0,20-30 0,-21 37 0,-1 0 0,0 0 0,-1 0 0,1 0 0,3-13 0,10-18 0,-9 9 0,2 5 0,-6 15 0,-3 16 0,-1-1 0,1-1 0,-1 1 0,1-1 0,0 1 0,1-1 0,-1 1 0,1-1 0,4 7 0,-4-6 0,1 0 0,-1 0 0,0 0 0,-1 0 0,1 0 0,-1 0 0,-1 0 0,1 9 0,-1 156 0,9-116 0,-6-47 0,-1 1 0,0 0 0,-1 0 0,1 13 0,-2-21-11,0 1 1,0-1-1,0 1 1,0-1-1,0 0 1,1 1-1,-1-1 1,0 1-1,1-1 1,-1 1-1,1-1 1,-1 0-1,1 1 1,0-1-1,0 0 1,0 0-1,0 1 1,-1-1-1,1 0 1,1 0-1,0 1 1,16 22-775,8 20-4767,-25-42 4742,1 1 0,0 0 1,1-1-1,-1 1 0,0-1 1,1 1-1,0-1 0,-1 0 0,1 0 1,0 0-1,0-1 0,0 1 1,3 1-1,41 12-7378,-20-13 4859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44.81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160 129 832,'2'-1'243,"-1"0"0,1 0 0,0 0 0,0-1 0,-1 1-1,1-1 1,0 1 0,-1-1 0,1 1 0,-1-1 0,0 0-1,0 0 1,0 0 0,0 0 0,0 0 0,0 0 0,1-2-1,0-40 5889,-2 23-3939,-10-12 12778,-2 46-8609,3 8-8827,-10 28 2585,7-19-33,1 1-1,-7 35 1,-29 106-86,33-124 0,10-39 0,1-1 0,0 1 0,1 1 0,0-1 0,-1 17 0,3-20 1,-1 1 0,1-1 0,-1 1 0,-1-1 0,1 0 1,-4 8-1,3-9-12,0 1 1,1-1 0,0 0 0,0 1-1,0-1 1,0 8 0,1 38-1352,0-16-2281,0 20-10756,4-48 9164,12 1 2650,11-5-2878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45.46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95 177 4930,'0'-76'16296,"13"67"-12649,-3 6-3050,-5 1 681,-5 42 3959,1 3-4976,1 0-1,11 56 1,-5-16-261,17-4 0,17 56 0,-27-96 0,-12-35 0,-1 0 0,0 1 0,0-1 0,-1 0 0,1 1 0,-1 0 0,0-1 0,0 1 0,0 6 0,-1-5 0,1 0 0,0 0 0,0 0 0,0 0 0,4 10 0,-3-10 0,0 0 0,0 0 0,-1 1 0,0-1 0,1 13 0,-2-15 0,0-3-8,1 0 0,-1 1 0,0-1 0,0 1 1,0-1-1,0 1 0,0-1 0,0 0 0,0 1 1,0-1-1,0 1 0,-1-1 0,1 1 0,-1-1 0,1 0 1,-1 1-1,1-1 0,-1 0 0,0 1 0,0-1 1,1 0-1,-1 0 0,0 0 0,0 0 0,0 0 0,0 0 1,0 0-1,-1 0 0,-1 1 0,-23 7-1625,21-9 1113,-42-2-1862,47 1 2366,0 1 1,0-1-1,0 0 0,0 0 1,-1 1-1,1-1 0,0 0 1,0 1-1,-1-1 1,1 0-1,0 1 0,-1-1 1,1 1-1,-1-1 0,1 0 1,-1 1-1,1-1 1,-1 1-1,1-1 0,-1 1 1,1 0-1,-1-1 0,0 1 1,1-1-1,-1 1 1,1 0-1,-1 0 0,-1-1 1,1 1 4,0 0 0,0-1 1,1 1-1,-1 0 0,0-1 1,0 1-1,1-1 0,-1 1 1,0-1-1,1 1 0,-1-1 0,0 0 1,1 1-1,-1-1 0,1 0 1,-1 1-1,1-1 0,-1 0 1,1 1-1,0-1 0,-1 0 1,1 0-1,0 0 0,-1 1 1,1-1-1,0 0 0,0 0 0,0 0 1,0-1-1,-1-21-138,0 17 135,0-1 1,1 1 0,0-1-1,0 0 1,1 1 0,0-1-1,0 1 1,4-13 0,1 7 23,-4 9-8,1-1-1,-1 0 1,-1 1 0,1-1 0,0 0 0,-1 0 0,0 0 0,0 0 0,0 0 0,-1-1 0,1 1-1,-1-6 1,0-244 14,0 253-13,0 0-1,0 0 0,0 0 0,0-1 0,0 1 0,-1 0 0,1 0 1,0 0-1,-1 0 0,1-1 0,-1 1 0,1 0 0,-1 0 0,0 0 1,1 0-1,-1 0 0,0 0 0,0 0 0,1 1 0,-1-1 1,0 0-1,0 0 0,-2 0 0,2 0-5,0 0-1,0 0 1,0 0-1,0 1 1,0-1-1,0 0 1,0 0-1,1 0 1,-1-1-1,0 1 1,1 0-1,-1 0 1,0 0-1,1 0 1,-1-1-1,1 1 1,0 0-1,-1 0 1,1-1-1,0 1 1,0 0-1,0-1 1,0-1-1,0-196 114,0 198-111,0 0 0,0 0 0,0 0 0,0 0 0,1 1 0,-1-1 0,0 0 0,1 0 0,-1 0 0,1 0 0,-1 0 0,1 0 0,-1 1 0,1-1 0,-1 0 0,1 0 0,0 1 0,-1-1 0,1 0 0,0 1 0,0-1 0,0 1 0,-1-1 0,1 1 0,0-1 0,1 1 0,6-6 12,-1-1 30,0 1 0,0 0 0,1 0 1,-1 1-1,1 0 0,1 0 0,-1 1 1,0 0-1,1 0 0,13-3 0,17-7 149,-30 10-153,-1 0 1,1 1-1,0 0 0,14-2 0,46-10 6,-62 13-52,1 1 0,-1-1 0,1 2 0,-1-1 0,1 1 0,0 0 0,8 2 0,7-1-346,-20-1-338,21 0-1749,-24 0 2337,0 0 0,1 1 0,-1-1 0,0 0 0,1 0 0,-1 1 0,0-1 0,1 0 0,-1 0 0,0 1-1,1-1 1,-1 0 0,0 1 0,0-1 0,0 0 0,1 1 0,-1-1 0,0 1 0,0-1 0,0 0-1,0 1 1,0-1 0,1 1 0,-1-1 0,0 0 0,0 1 0,0-1 0,0 1 0,0-1 0,-1 0 0,1 1-1,0-1 1,0 1 0,0-1 0,0 0 0,0 1 0,0-1 0,-1 1 0,1 0 0,-4 2-3012,-25 9-2164,-47 28 1,-33 28 2555,107-67 2733,-47 23 663,34-17 80,0 0 0,-26 16 0,-6 2 786,39-22-1145,0 0-1,1 1 0,-1 0 1,1 1-1,0-1 1,0 1-1,-11 11 1,-73 76 4562,90-91-4844,1 1 1,-1-1-1,0 0 1,1 0-1,-1 1 0,1-1 1,0 0-1,-1 1 1,1-1-1,0 0 1,0 1-1,0-1 0,0 0 1,0 1-1,0-1 1,0 0-1,0 1 1,1-1-1,-1 0 0,0 1 1,1-1-1,-1 0 1,1 0-1,0 1 1,-1-1-1,1 0 0,0 0 1,0 0-1,-1 0 1,1 0-1,0 0 1,2 1-1,34 27 2635,-28-25-2395,0 0 0,1 0 0,0 0 0,0-2 0,0 1 0,0-1 0,16 1 0,77-1-271,-58-3 62,-21 0-805,-1-1 1,1 0-1,27-8 0,-32 5-941,0 0 1,-1-1 0,0-1 0,22-12 0,-28 11-162,-1 0 0,0-1 0,14-14 0,10-7-1754,-9 17 1495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45.63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48 480,'0'-14'1136,"1"-16"7714,4 26-4885,5 14-3096,38 44 4770,-37-42-4355,1 0 1,-2 0-1,13 19 0,-13-15-464,0 0 0,-1 1-1,-1-1 1,-1 2 0,0-1 0,6 31 0,1 17-295,-8-46-418,-2 1 0,-1-1-1,2 30 1,-5 127-107,-1-161 0,-1 1 1,-1-1-1,0 0 0,-7 22 0,-3 10-9,12-39 12,-2-1 0,1 1 0,-1-1-1,0 0 1,0 1 0,-6 7 0,-32 36-4117,23-34-1145,-1-1-1,-40 26 0,36-24-1063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47.2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121 386 2145,'-3'0'596,"0"0"-1,1 0 1,-1 0 0,0 0-1,0 1 1,1-1 0,-1 1-1,0 0 1,1 0-1,-1 0 1,0 0 0,1 0-1,0 1 1,-5 2 0,4-3-35,0 0 0,0 0 1,0 0-1,-1 0 0,1 0 1,0-1-1,0 0 0,-1 0 0,1 0 1,0 0-1,0 0 0,-1 0 1,-4-2-1,-4 1 2180,11 1-2509,0 0 0,1 0 0,-1 0 0,1 0 0,-1 0-1,0 0 1,1 0 0,-1 0 0,1 0 0,-1 0 0,0 1-1,1-1 1,-1 0 0,1 1 0,-1-1 0,1 0 0,-1 1 0,1-1-1,-1 0 1,1 1 0,0-1 0,-1 1 0,1-1 0,-1 1 0,1-1-1,-1 2 1,2-2-92,-1 1 1,1 0-1,-1-1 0,0 1 0,1-1 0,0 1 1,-1-1-1,1 1 0,-1-1 0,1 1 0,0-1 1,-1 1-1,1-1 0,0 0 0,-1 1 0,1-1 1,0 0-1,-1 0 0,1 0 0,0 1 0,0-1 1,-1 0-1,1 0 0,0 0 0,0 0 0,0 0 1,-1 0-1,1-1 0,0 1 0,0 0 0,0-1 1,262 12 200,353-11-341,-426-11 0,-45-4 0,-27-1 0,-21 5 0,-87 8-1467,-9 3 1106,0-1 0,0 1 0,0-1 0,0 0 0,-1 1 1,1-1-1,0 0 0,-1 1 0,1-1 0,0 0 0,-1 0 0,1 0 0,-1 0 0,1 0 0,-1 0 1,0 0-1,1 0 0,-1 0 0,0 0 0,0 0 0,1 0 0,-1 0 0,0 0 0,0 0 0,0 0 0,0 0 1,0 0-1,-1 0 0,1 0 0,0 0 0,0 0 0,-1 0 0,1 0 0,0 0 0,-1 1 0,1-1 0,-1 0 1,0 0-1,0-1 0,-6-1-1131,7 3 1397,-1 0 0,1 0 0,-1 0 0,1 0-1,0 0 1,-1 0 0,1 0 0,-1-1 0,1 1 0,0 0-1,-1 0 1,1 0 0,0-1 0,-1 1 0,1 0 0,0 0-1,-1-1 1,1 1 0,0 0 0,0-1 0,-1 1-1,1 0 1,0-1 0,0 1 0,0 0 0,-1-1 0,1 1-1,0 0 1,0-1 0,0 1 0,0-1 0,0 1 0,0 0-1,0-1 1,0 1 0,0-1 0,0 1 0,0 0-1,0-1 1,-1-2-232,0 0 0,0 1-1,0-1 1,-1 0 0,1 1-1,-1-1 1,0 1-1,1 0 1,-1 0 0,0 0-1,0 0 1,-1 0 0,-3-3-1,-11-12-1598,7 2 779,-14-24-372,23 37 1469,-1-1 0,1 1-1,-1 0 1,1-1 0,-1 1-1,0 0 1,0 0-1,0 0 1,0 0 0,0 0-1,-3-2 1,3 4 51,1-1-1,0 0 1,-1 0-1,1 0 1,0-1-1,0 1 1,-1 0 0,1 0-1,0-1 1,0 1-1,1 0 1,-1-1 0,0 1-1,0-1 1,1 1-1,-1-1 1,1 0 0,-1 1-1,1-1 1,-1 0-1,1 1 1,0-1 0,0 0-1,0-2 1,0 1 135,0 0 1,0 0-1,-1-1 1,0 1-1,1 0 1,-1 0-1,0 0 1,-1 0-1,-1-5 1,1 5 64,1 0-1,0 1 1,0-1 0,0 0 0,0 0-1,0 0 1,0 0 0,1 0-1,-1-5 1,1-71 7789,4 79-7331,0 0-1,0 1 1,0-1-1,0 1 1,0 0-1,0 0 1,0 0-1,0 1 1,4 2-1,-6-4-520,1 3 141,0-1 0,-1 1 0,1-1 0,0 1 0,-1 0 0,0 0 0,1 0 0,-1 0 0,-1 0 0,1 1 0,2 4 0,13 20 1341,-15-25-1446,0 0 0,0-1 0,0 2 0,0-1 0,-1 0 0,1 0 0,-1 0 0,0 1 0,0-1 0,0 0 0,1 7 0,4 14 587,2-3-135,-5-16-456,-1 1-1,0-1 0,0 1 0,0-1 0,-1 1 0,0-1 0,0 1 0,0 10 0,-1 129 2077,0-136-2191,-1 1 1,-1 0-1,0-1 0,0 0 0,-1 1 0,-5 12 0,-5 21 40,11-37-88,0 0-1,-1 1 1,0-1 0,0 0 0,0 0 0,0-1 0,-9 11 0,7-10-107,0 0 0,1 1 0,0 0 0,0 0 0,-3 8 0,7-11-263,-2 0 1,1 0-1,0 0 0,-1 0 0,0 0 0,0 0 0,0 0 1,0-1-1,-1 1 0,1-1 0,-1 0 0,0 0 0,0 0 1,0 0-1,0 0 0,-1 0 0,1-1 0,-7 4 1,-40 30-15750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48.45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450 32 2641,'-3'-3'2842,"-9"-7"-321,9 7-523,-2 3-501,-14-7-209,18 6-1151,0 0 0,-1 0 0,1 0 0,0 0 0,-1 1 0,1-1 0,-1 0 0,1 1 0,-1-1 0,0 1 0,1 0 0,-1-1 0,1 1 0,-4 0-1,-7 1 882,1 0 0,-1 0 0,0 2 0,0-1 0,1 1 0,0 1 0,-1 0 0,-14 8 0,-5-1 1461,28-10-2330,0-1 0,0 1 0,0 0 1,0 0-1,0 0 0,1 0 0,-1 1 0,0-1 0,1 1 0,-1 0 0,-3 3 1,-1 0 80,6-4-189,0-1 0,-1 1 1,1 0-1,0 0 0,-1 0 0,1 0 1,0 1-1,0-1 0,0 0 0,0 1 1,0-1-1,0 0 0,0 1 0,1-1 1,-1 1-1,0-1 0,1 1 1,-1-1-1,1 1 0,0 0 0,0-1 1,-1 4-1,1-2-4,0 0 0,-1 0 0,0 0 0,1 0 0,-1 0 0,0 0 0,0 0 1,-1 0-1,1-1 0,0 1 0,-3 3 0,2-3-19,0 0 0,0 0 1,1 0-1,-1 0 0,1 0 0,0 0 1,0 0-1,0 1 0,0-1 1,1 0-1,-1 6 0,1-2 87,1 0 0,0 0 0,0 1 0,0-1 0,1 0 0,0 0 0,1 0 0,-1-1 0,1 1 0,1 0 0,-1-1 0,7 8 0,16 35 875,-20-39-950,0-1 0,0 1 0,0-2-1,1 1 1,12 10 0,-14-14-22,1 0 0,-1 0 0,0 0 0,-1 1 0,1 0 0,-1-1 0,0 1 0,-1 1 0,0-1 0,0 1 0,0-1 0,0 1 0,-1 0 0,0 0 0,1 10 0,-2-3-8,0-10 0,-1 0 0,1 1 0,-1-1 0,0 0 0,0 1 0,-1-1 0,1 0 0,-1 0 0,0 0 0,-2 8 0,1-9 0,0-1 0,1 0 0,-1 0 0,0 0 0,0 0 0,0 0 0,-1 0 0,1-1 0,0 1 0,-1-1 0,1 1 0,-1-1 0,1 0 0,-1 0 0,0 0 0,-3 0 0,5-1 0,-24 22 0,13-17-521,0-1 0,0 0-1,-1-1 1,0 0 0,0-1 0,0 0 0,0-2-1,0 1 1,0-1 0,-25-4 0,28 1-2617,1 1 0,-1-2 0,1 1 0,-11-7 1,9 3 1527,6-8-2763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48.62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0 185 2657,'13'-14'2396,"0"0"1,0 1-1,1 1 0,1 0 0,19-12 0,6-5 646,-32 24-2747,-1 1 0,1 0 1,-1 1-1,1 0 0,0 0 1,0 1-1,1 0 0,-1 0 0,10 0 1,29-9 350,-26 5-867,0 0 0,1 2 1,-1 0-1,40-1 0,36 4-7288,-51 2 389,-41-1 3788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48.80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78 2 2113,'-1'0'295,"0"0"-138,0-1 0,1 1 0,-1 0 0,0 0 1,0 0-1,0-1 0,1 1 0,-1 0 0,0 0 0,0 0 1,0 0-1,0 0 0,0 1 0,1-1 0,-1 0 0,0 0 1,0 1-1,0-1 0,1 0 0,-1 1 0,0-1 0,0 0 1,1 1-1,-1-1 0,0 1 0,1 0 0,-1-1 0,1 1 1,-1-1-1,0 1 0,1 0 0,-1-1 0,1 1 0,0 0 1,-1 0-1,1-1 0,0 1 0,-1 1 0,1-1-31,0-1 0,-1 1 0,1-1 0,0 1 0,0-1 0,-1 0 0,1 1 0,0-1 1,-1 1-1,1-1 0,0 0 0,-1 1 0,1-1 0,-1 0 0,1 1 0,0-1 0,-1 0 0,1 0 0,-1 1 0,1-1 0,-1 0 0,1 0 0,-1 0 0,1 0 0,-1 0 0,1 0 0,-1 0 0,1 0 0,-1 0 0,1 0 0,-2 0 0,1 0-42,1 0-1,-1 0 1,1 0-1,-1 0 1,1 0 0,-1 0-1,1 0 1,-1 0-1,1 0 1,-1 0-1,1 0 1,-1 1 0,1-1-1,-1 0 1,1 0-1,-1 0 1,1 1-1,0-1 1,-1 0 0,1 1-1,-1-1 1,1 0-1,0 1 1,-1-1-1,1 0 1,0 1-1,-1-1 1,1 1 0,0-1-1,-1 1 1,1 0-1,-1 22 2186,-1 0 0,-1-1 0,-7 30 0,8-34-1332,0 0 0,1 1 0,0-1-1,2 0 1,0 1 0,1-1 0,5 20-1,-2-11-477,1 46 0,-6-65-453,1-1-1,0 1 1,0-1-1,0 1 0,1-1 1,0 0-1,4 9 1,-3-9-7,-1 0-1,1 0 1,-2 0 0,1 1 0,-1-1 0,0 0 0,0 9 0,0-7 1,-1 0 0,2 0 0,-1 0 0,1 0 0,1 0 0,5 12 0,6 26 0,-9-29-954,1 0 0,1 0 1,0 0-1,1-1 0,19 29 0,-20-20-7391,3-20 6692,20 0-8971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49.18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289 132 4162,'3'-4'978,"0"-1"1,-1 1-1,1 0 1,-1-1-1,0 0 1,-1 1-1,4-11 0,-5 13-329,0-1-1,0 1 0,1-1 1,-1 1-1,-1-1 0,1 1 1,0-1-1,-1 1 0,1-1 0,-1 1 1,0 0-1,-1-5 0,0 4-240,1-1-1,-1 1 0,0 0 1,0 0-1,0 0 0,0 0 1,-1 0-1,1 0 0,-1 1 0,0-1 1,1 1-1,-1 0 0,0 0 1,0 0-1,-7-3 0,5 4-72,0 0-1,0 0 1,0 1-1,0 0 1,-1 0-1,1 0 1,0 0-1,0 1 1,0 0-1,0 0 1,0 0-1,0 1 1,-6 2-1,-1 1-234,0-1-1,0 2 1,1-1 0,0 2-1,0 0 1,1 0 0,-17 15-1,22-17-78,0 0 0,1 0-1,-1 0 1,1 1 0,1-1 0,-1 1-1,1 0 1,0 0 0,0 0 0,1 1-1,0-1 1,0 1 0,0-1 0,1 1-1,0 0 1,-1 11 0,2-14-21,0 1 0,-1-1 0,0 1 0,1-1 0,-2 1 0,1-1 0,-1 0 0,1 0 0,-1 0 0,0 0 0,-3 4 0,-1 3 0,5-9 0,1-1 0,-1 1 0,1 0 0,0 0 0,-1 0 0,1-1 0,0 1 0,0 0 0,0 0 0,1 0 0,-1 0 0,0-1 0,1 1 0,-1 0 0,1 0 0,-1-1 0,1 1 0,0 0 0,0-1 0,0 1 0,0-1 0,0 1 0,0-1 0,2 3 0,-2-2 0,1 0 0,0 0 0,-1 1 0,0-1 0,0 1 0,0-1 0,0 1 0,0-1 0,0 1 0,0 0 0,-1 2 0,0 0 0,0 0 0,1 0 0,-1 0 0,1 0 0,0 0 0,0 0 0,1-1 0,3 9 0,-4-11 0,0 0 0,0 0 0,0 0 0,1-1 0,-1 1 0,0 0 0,1-1 0,0 1 0,-1-1 0,1 1 0,0-1 0,0 0 0,0 0 0,0 0 0,0 0 0,0 0 0,0 0 0,4 0 0,-3-1 0,0 0 0,0 0 0,0 0 0,0-1 0,0 1 0,0-1 0,0 0 0,0 0 0,0 0 0,0-1 0,0 1 0,-1-1 0,1 1 0,-1-1 0,1 0 0,-1 0 0,1 0 0,-1 0 0,0 0 0,0-1 0,0 1 0,3-6 0,9-6 0,-13 14 0,0-1 0,1 0 0,-1 0 0,0 0 0,0 0 0,0 0 0,0-1 0,0 1 0,0 0 0,0 0 0,0-1 0,-1 1 0,1 0 0,0-1 0,-1 1 0,1-1 0,-1 1 0,0-1 0,1 1 0,-1-1 0,0-1 0,9-28 0,-7 28 0,-1 0 0,0 0 0,1-1 0,-1 1 0,0 0 0,-1 0 0,1-1 0,0-5 0,-1 7 0,-1 6 0,1 16 0,0-15 0,0 0 0,0 0 0,0 0 0,1 0 0,0 0 0,2 9 0,2-7 0,-3-4 0,0 0 0,0 0 0,0 0 0,0 0 0,0 1 0,-1-1 0,0 1 0,1 0 0,-1-1 0,0 1 0,-1 0 0,1-1 0,-1 1 0,0 0 0,0 0 0,0 4 0,-1 12 0,0-14 0,1 0 0,0 0 0,0 0 0,0 1 0,1-1 0,0 0 0,2 8 0,3-1 16,-4-10-30,-1 0 1,0-1 0,1 1-1,-1 1 1,-1-1 0,1 0-1,0 0 1,-1 0 0,1 0 0,-1 1-1,0 4 1,0-6-207,1 0 1,-1 0 0,1 1-1,0-2 1,-1 1-1,1 0 1,0 0-1,0 0 1,1 0-1,-1 0 1,0-1-1,0 1 1,1-1-1,-1 1 1,1-1-1,0 1 1,-1-1-1,1 0 1,2 2-1,21 9-4223,1-8-3924,46-4-1755,-52 0 7702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49.38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216 122 2065,'20'-38'3333,"1"-7"3068,-15 9 2295,-14 34-3960,-11 4-2971,11 0-1434,-1 1-1,1 0 1,0 0-1,0 1 1,1 0-1,-1 0 1,1 1-1,0 0 1,0 0 0,-12 13-1,6-4 204,0 1 0,2 0-1,-18 30 1,7-12-534,16-25 0,0 1 0,0-1 0,1 1 0,0 1 0,1-1 0,0 0 0,0 1 0,1 0 0,0 0 0,1 0 0,-2 15 0,4 92 0,0-112 0,0-1 0,1 0 0,0 0 0,-1 0 0,1 0 0,0 0 0,1 0 0,-1 0 0,1 0 0,0 0 0,3 4 0,3 8 0,-5-10 0,0 0 0,0 0 0,1 0 0,0 0 0,0-1 0,1 1 0,-1-1 0,1 0 0,0-1 0,1 1 0,-1-1 0,1 0 0,0 0 0,0-1 0,0 0 0,0 0 0,1 0 0,-1-1 0,1 0 0,0 0 0,-1 0 0,1-1 0,0 0 0,0-1 0,0 0 0,0 0 0,0 0 0,0-1 0,0 1 0,-1-2 0,1 1 0,0-1 0,10-4 0,57-25-259,-63 16-1200,-10 13 1062,0 0 0,0 0 0,0 0-1,1 1 1,-1-1 0,1 0 0,-1 1 0,1-1 0,0 1 0,-1-1 0,4-1 0,17-9-6091,5-3-950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3:52.2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71 1 672,'-18'8'2113,"-1"-4"4469,-14 0 16751,52-4-23310,-1 1-1,35 6 0,-29-4-22,0 0 0,0-2 0,41-4 0,-3 1 0,144 2 0,-195 0 0,1 1 0,-1 0 0,21 6 0,21 0 0,209-7-272,-270 4-1726,2 1 377,-3-4-4471,-8-1 2187,-13 0-8966,7 0 6911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CF1D1C-344C-40F8-8B6A-8BD15E38D9CF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13E32-2B43-45CA-89F7-D75BCAEBD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9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13E32-2B43-45CA-89F7-D75BCAEBD2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70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13E32-2B43-45CA-89F7-D75BCAEBD2D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089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13E32-2B43-45CA-89F7-D75BCAEBD2D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31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B2331-0B43-E67C-50E1-B24A7C18A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9B925-AD7B-838A-6B21-4A3BA6DDA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1D325-9BBA-B220-C31C-D63A8270E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1A88-5E3C-4364-82F3-CD4293182D51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5653C-181A-B735-CAFC-B8B095C9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1C926-E079-BCD7-591D-DA6AA1927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CB5A2-7C0F-4731-A126-8C46D5B43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4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CC81F-73C1-9FFC-200F-2EE5CDB4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DE95A-2209-5901-90DC-B7109AF36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67E59-197C-0B4E-AF94-12CBD7B6C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1A88-5E3C-4364-82F3-CD4293182D51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6E189-2CB0-AE5B-07D5-A077346E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AE131-8715-CE8C-9E5E-C27A8DC2B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CB5A2-7C0F-4731-A126-8C46D5B43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2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8D741-4E0A-2AB1-3BB2-F0CA9611C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5A45D-523B-0047-06B2-B392644AC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47B07-8177-16DE-2966-08351349C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1A88-5E3C-4364-82F3-CD4293182D51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B284-EECA-7FF2-D0B2-B4F25F50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BE08C-2C7B-49A4-A19A-E846B1694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CB5A2-7C0F-4731-A126-8C46D5B43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737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079C-60B5-BFD3-6789-741BF6DF0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3818F-664E-5CE9-BCB4-9A3067C77D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6B4834-56BA-7AC7-D85D-D43EF3F56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F33F7-EBFC-2328-A053-E2F1BDBE4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1A88-5E3C-4364-82F3-CD4293182D51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022AB-D8BB-E4D9-4334-80F58D59B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0E1F0-A238-AB33-AEBA-B68260CDF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CB5A2-7C0F-4731-A126-8C46D5B43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90B36-3336-4C69-186A-5B7ACA71B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8FEB1-C1AF-61AE-1E67-86AC105F5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91F73-E2A9-691B-0358-52BAF48D5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1CCF1B-CB60-9283-7DB0-CDAF1B5BA6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3E0AE3-38D7-5678-AE70-5BB1D1B01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84847F-E371-2638-C2DF-DF529D31C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1A88-5E3C-4364-82F3-CD4293182D51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79FCEE-CB59-B4AB-3159-48D930C3B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77157C-3F6F-62BF-1E83-C7641C2F3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CB5A2-7C0F-4731-A126-8C46D5B43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42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3A5FF-3557-0C7A-3B36-85EA4E4E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5D6AEB-7892-7898-8A78-6911821B3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1A88-5E3C-4364-82F3-CD4293182D51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4F60D-DA82-D7A4-7B26-F24325E6C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0D08A-020E-6C75-D25F-300C6E9C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CB5A2-7C0F-4731-A126-8C46D5B43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93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D5EBF-CB06-0B4D-6E1B-AD8C4B5A0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1A88-5E3C-4364-82F3-CD4293182D51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CB7BFC-1E1E-97E6-3E82-97A96A431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8215A-36E0-2165-8342-9582DC882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CB5A2-7C0F-4731-A126-8C46D5B43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2858D-FB66-0458-84B6-AEA7EE279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7CE12-32AA-103A-ACA6-AB089F88D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96126-F453-13D5-CA86-0D5C51790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58A58-B7D5-6437-7840-FF7C1B85E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1A88-5E3C-4364-82F3-CD4293182D51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D1D5E-016F-00C2-FB3F-EF8D355C8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50CD6-E6EF-8638-B519-3080AC05D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CB5A2-7C0F-4731-A126-8C46D5B43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08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36D56-AC17-11B8-5B89-7959A0F58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7CA86F-2745-47A3-3674-C6EF9E0C96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BB9BE-BDF3-DB75-28C1-1F716D409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6F642-93DC-E80C-9843-2BB256C5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1A88-5E3C-4364-82F3-CD4293182D51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17263-7B43-25FC-C743-45783531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279AC-9D7C-AAF8-683D-14BBB93D3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CB5A2-7C0F-4731-A126-8C46D5B43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45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5F699-03FF-1BE4-7362-2B648F36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C205E-3C03-6109-B08A-706F63D9F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92615-60E5-7D15-0BED-E96C87C48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1A88-5E3C-4364-82F3-CD4293182D51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DAAFC-5A9F-FBA6-D9F6-C8808E7AB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408D5-F0F2-5C53-5AEE-5813730E4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CB5A2-7C0F-4731-A126-8C46D5B43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6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3471D9-5973-84E5-879B-6B7383960C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D0CDF8-D486-D3D6-2891-BE7006300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723D0-3DD7-C75C-EB03-F55D8D114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1A88-5E3C-4364-82F3-CD4293182D51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A82C6-4DB7-1B89-71F2-8F4A912A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8EB4C-BC0E-F3B1-5073-26FFA6C5C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CB5A2-7C0F-4731-A126-8C46D5B43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33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2ED381-1C96-7A41-D786-6A5345BD4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72D14-10A0-8C40-7EE1-AD275E97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65BF0-A0CD-9AFF-82F6-7C96E3EDEC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E1A88-5E3C-4364-82F3-CD4293182D51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5ABB8-8E55-0135-2823-343C01EAB7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DC8D6-9708-2492-A9C6-CA4D16BC8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CB5A2-7C0F-4731-A126-8C46D5B43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8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26" Type="http://schemas.openxmlformats.org/officeDocument/2006/relationships/customXml" Target="../ink/ink113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16" Type="http://schemas.openxmlformats.org/officeDocument/2006/relationships/customXml" Target="../ink/ink108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3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image" Target="../media/image108.png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28" Type="http://schemas.openxmlformats.org/officeDocument/2006/relationships/customXml" Target="../ink/ink114.xml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09.xml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4.png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0" Type="http://schemas.openxmlformats.org/officeDocument/2006/relationships/customXml" Target="../ink/ink110.xml"/><Relationship Id="rId225" Type="http://schemas.openxmlformats.org/officeDocument/2006/relationships/image" Target="../media/image112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185" Type="http://schemas.openxmlformats.org/officeDocument/2006/relationships/image" Target="../media/image9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customXml" Target="../ink/ink90.xml"/><Relationship Id="rId210" Type="http://schemas.openxmlformats.org/officeDocument/2006/relationships/customXml" Target="../ink/ink105.xml"/><Relationship Id="rId215" Type="http://schemas.openxmlformats.org/officeDocument/2006/relationships/image" Target="../media/image107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8.xml"/><Relationship Id="rId13" Type="http://schemas.openxmlformats.org/officeDocument/2006/relationships/image" Target="../media/image120.png"/><Relationship Id="rId18" Type="http://schemas.openxmlformats.org/officeDocument/2006/relationships/customXml" Target="../ink/ink123.xml"/><Relationship Id="rId26" Type="http://schemas.openxmlformats.org/officeDocument/2006/relationships/customXml" Target="../ink/ink127.xml"/><Relationship Id="rId3" Type="http://schemas.openxmlformats.org/officeDocument/2006/relationships/image" Target="../media/image115.png"/><Relationship Id="rId21" Type="http://schemas.openxmlformats.org/officeDocument/2006/relationships/image" Target="../media/image124.png"/><Relationship Id="rId7" Type="http://schemas.openxmlformats.org/officeDocument/2006/relationships/image" Target="../media/image117.png"/><Relationship Id="rId12" Type="http://schemas.openxmlformats.org/officeDocument/2006/relationships/customXml" Target="../ink/ink120.xml"/><Relationship Id="rId17" Type="http://schemas.openxmlformats.org/officeDocument/2006/relationships/image" Target="../media/image122.png"/><Relationship Id="rId25" Type="http://schemas.openxmlformats.org/officeDocument/2006/relationships/image" Target="../media/image126.png"/><Relationship Id="rId2" Type="http://schemas.openxmlformats.org/officeDocument/2006/relationships/customXml" Target="../ink/ink115.xml"/><Relationship Id="rId16" Type="http://schemas.openxmlformats.org/officeDocument/2006/relationships/customXml" Target="../ink/ink122.xml"/><Relationship Id="rId20" Type="http://schemas.openxmlformats.org/officeDocument/2006/relationships/customXml" Target="../ink/ink124.xml"/><Relationship Id="rId29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7.xml"/><Relationship Id="rId11" Type="http://schemas.openxmlformats.org/officeDocument/2006/relationships/image" Target="../media/image119.png"/><Relationship Id="rId24" Type="http://schemas.openxmlformats.org/officeDocument/2006/relationships/customXml" Target="../ink/ink126.xml"/><Relationship Id="rId5" Type="http://schemas.openxmlformats.org/officeDocument/2006/relationships/image" Target="../media/image116.png"/><Relationship Id="rId15" Type="http://schemas.openxmlformats.org/officeDocument/2006/relationships/image" Target="../media/image121.png"/><Relationship Id="rId23" Type="http://schemas.openxmlformats.org/officeDocument/2006/relationships/image" Target="../media/image125.png"/><Relationship Id="rId28" Type="http://schemas.openxmlformats.org/officeDocument/2006/relationships/customXml" Target="../ink/ink128.xml"/><Relationship Id="rId10" Type="http://schemas.openxmlformats.org/officeDocument/2006/relationships/customXml" Target="../ink/ink119.xml"/><Relationship Id="rId19" Type="http://schemas.openxmlformats.org/officeDocument/2006/relationships/image" Target="../media/image123.png"/><Relationship Id="rId31" Type="http://schemas.openxmlformats.org/officeDocument/2006/relationships/image" Target="../media/image129.png"/><Relationship Id="rId4" Type="http://schemas.openxmlformats.org/officeDocument/2006/relationships/customXml" Target="../ink/ink116.xml"/><Relationship Id="rId9" Type="http://schemas.openxmlformats.org/officeDocument/2006/relationships/image" Target="../media/image118.png"/><Relationship Id="rId14" Type="http://schemas.openxmlformats.org/officeDocument/2006/relationships/customXml" Target="../ink/ink121.xml"/><Relationship Id="rId22" Type="http://schemas.openxmlformats.org/officeDocument/2006/relationships/customXml" Target="../ink/ink125.xml"/><Relationship Id="rId27" Type="http://schemas.openxmlformats.org/officeDocument/2006/relationships/image" Target="../media/image127.png"/><Relationship Id="rId30" Type="http://schemas.openxmlformats.org/officeDocument/2006/relationships/customXml" Target="../ink/ink129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7.xml"/><Relationship Id="rId21" Type="http://schemas.openxmlformats.org/officeDocument/2006/relationships/customXml" Target="../ink/ink139.xml"/><Relationship Id="rId63" Type="http://schemas.openxmlformats.org/officeDocument/2006/relationships/customXml" Target="../ink/ink160.xml"/><Relationship Id="rId159" Type="http://schemas.openxmlformats.org/officeDocument/2006/relationships/customXml" Target="../ink/ink208.xml"/><Relationship Id="rId170" Type="http://schemas.openxmlformats.org/officeDocument/2006/relationships/image" Target="../media/image213.png"/><Relationship Id="rId226" Type="http://schemas.openxmlformats.org/officeDocument/2006/relationships/image" Target="../media/image241.png"/><Relationship Id="rId268" Type="http://schemas.openxmlformats.org/officeDocument/2006/relationships/image" Target="../media/image262.png"/><Relationship Id="rId32" Type="http://schemas.openxmlformats.org/officeDocument/2006/relationships/image" Target="../media/image144.png"/><Relationship Id="rId74" Type="http://schemas.openxmlformats.org/officeDocument/2006/relationships/image" Target="../media/image165.png"/><Relationship Id="rId128" Type="http://schemas.openxmlformats.org/officeDocument/2006/relationships/image" Target="../media/image192.png"/><Relationship Id="rId5" Type="http://schemas.openxmlformats.org/officeDocument/2006/relationships/customXml" Target="../ink/ink131.xml"/><Relationship Id="rId181" Type="http://schemas.openxmlformats.org/officeDocument/2006/relationships/customXml" Target="../ink/ink219.xml"/><Relationship Id="rId237" Type="http://schemas.openxmlformats.org/officeDocument/2006/relationships/customXml" Target="../ink/ink247.xml"/><Relationship Id="rId279" Type="http://schemas.openxmlformats.org/officeDocument/2006/relationships/customXml" Target="../ink/ink268.xml"/><Relationship Id="rId22" Type="http://schemas.openxmlformats.org/officeDocument/2006/relationships/image" Target="../media/image139.png"/><Relationship Id="rId43" Type="http://schemas.openxmlformats.org/officeDocument/2006/relationships/customXml" Target="../ink/ink150.xml"/><Relationship Id="rId64" Type="http://schemas.openxmlformats.org/officeDocument/2006/relationships/image" Target="../media/image160.png"/><Relationship Id="rId118" Type="http://schemas.openxmlformats.org/officeDocument/2006/relationships/image" Target="../media/image187.png"/><Relationship Id="rId139" Type="http://schemas.openxmlformats.org/officeDocument/2006/relationships/customXml" Target="../ink/ink198.xml"/><Relationship Id="rId85" Type="http://schemas.openxmlformats.org/officeDocument/2006/relationships/customXml" Target="../ink/ink171.xml"/><Relationship Id="rId150" Type="http://schemas.openxmlformats.org/officeDocument/2006/relationships/image" Target="../media/image203.png"/><Relationship Id="rId171" Type="http://schemas.openxmlformats.org/officeDocument/2006/relationships/customXml" Target="../ink/ink214.xml"/><Relationship Id="rId192" Type="http://schemas.openxmlformats.org/officeDocument/2006/relationships/image" Target="../media/image224.png"/><Relationship Id="rId206" Type="http://schemas.openxmlformats.org/officeDocument/2006/relationships/image" Target="../media/image231.png"/><Relationship Id="rId227" Type="http://schemas.openxmlformats.org/officeDocument/2006/relationships/customXml" Target="../ink/ink242.xml"/><Relationship Id="rId248" Type="http://schemas.openxmlformats.org/officeDocument/2006/relationships/image" Target="../media/image252.png"/><Relationship Id="rId269" Type="http://schemas.openxmlformats.org/officeDocument/2006/relationships/customXml" Target="../ink/ink263.xml"/><Relationship Id="rId12" Type="http://schemas.openxmlformats.org/officeDocument/2006/relationships/image" Target="../media/image134.png"/><Relationship Id="rId33" Type="http://schemas.openxmlformats.org/officeDocument/2006/relationships/customXml" Target="../ink/ink145.xml"/><Relationship Id="rId108" Type="http://schemas.openxmlformats.org/officeDocument/2006/relationships/image" Target="../media/image182.png"/><Relationship Id="rId129" Type="http://schemas.openxmlformats.org/officeDocument/2006/relationships/customXml" Target="../ink/ink193.xml"/><Relationship Id="rId280" Type="http://schemas.openxmlformats.org/officeDocument/2006/relationships/image" Target="../media/image268.png"/><Relationship Id="rId54" Type="http://schemas.openxmlformats.org/officeDocument/2006/relationships/image" Target="../media/image155.png"/><Relationship Id="rId75" Type="http://schemas.openxmlformats.org/officeDocument/2006/relationships/customXml" Target="../ink/ink166.xml"/><Relationship Id="rId96" Type="http://schemas.openxmlformats.org/officeDocument/2006/relationships/image" Target="../media/image176.png"/><Relationship Id="rId140" Type="http://schemas.openxmlformats.org/officeDocument/2006/relationships/image" Target="../media/image198.png"/><Relationship Id="rId161" Type="http://schemas.openxmlformats.org/officeDocument/2006/relationships/customXml" Target="../ink/ink209.xml"/><Relationship Id="rId182" Type="http://schemas.openxmlformats.org/officeDocument/2006/relationships/image" Target="../media/image219.png"/><Relationship Id="rId217" Type="http://schemas.openxmlformats.org/officeDocument/2006/relationships/customXml" Target="../ink/ink237.xml"/><Relationship Id="rId6" Type="http://schemas.openxmlformats.org/officeDocument/2006/relationships/image" Target="../media/image131.png"/><Relationship Id="rId238" Type="http://schemas.openxmlformats.org/officeDocument/2006/relationships/image" Target="../media/image247.png"/><Relationship Id="rId259" Type="http://schemas.openxmlformats.org/officeDocument/2006/relationships/customXml" Target="../ink/ink258.xml"/><Relationship Id="rId23" Type="http://schemas.openxmlformats.org/officeDocument/2006/relationships/customXml" Target="../ink/ink140.xml"/><Relationship Id="rId119" Type="http://schemas.openxmlformats.org/officeDocument/2006/relationships/customXml" Target="../ink/ink188.xml"/><Relationship Id="rId270" Type="http://schemas.openxmlformats.org/officeDocument/2006/relationships/image" Target="../media/image263.png"/><Relationship Id="rId44" Type="http://schemas.openxmlformats.org/officeDocument/2006/relationships/image" Target="../media/image150.png"/><Relationship Id="rId65" Type="http://schemas.openxmlformats.org/officeDocument/2006/relationships/customXml" Target="../ink/ink161.xml"/><Relationship Id="rId86" Type="http://schemas.openxmlformats.org/officeDocument/2006/relationships/image" Target="../media/image171.png"/><Relationship Id="rId130" Type="http://schemas.openxmlformats.org/officeDocument/2006/relationships/image" Target="../media/image193.png"/><Relationship Id="rId151" Type="http://schemas.openxmlformats.org/officeDocument/2006/relationships/customXml" Target="../ink/ink204.xml"/><Relationship Id="rId172" Type="http://schemas.openxmlformats.org/officeDocument/2006/relationships/image" Target="../media/image214.png"/><Relationship Id="rId193" Type="http://schemas.openxmlformats.org/officeDocument/2006/relationships/customXml" Target="../ink/ink225.xml"/><Relationship Id="rId207" Type="http://schemas.openxmlformats.org/officeDocument/2006/relationships/customXml" Target="../ink/ink232.xml"/><Relationship Id="rId228" Type="http://schemas.openxmlformats.org/officeDocument/2006/relationships/image" Target="../media/image242.png"/><Relationship Id="rId249" Type="http://schemas.openxmlformats.org/officeDocument/2006/relationships/customXml" Target="../ink/ink253.xml"/><Relationship Id="rId13" Type="http://schemas.openxmlformats.org/officeDocument/2006/relationships/customXml" Target="../ink/ink135.xml"/><Relationship Id="rId109" Type="http://schemas.openxmlformats.org/officeDocument/2006/relationships/customXml" Target="../ink/ink183.xml"/><Relationship Id="rId260" Type="http://schemas.openxmlformats.org/officeDocument/2006/relationships/image" Target="../media/image258.png"/><Relationship Id="rId281" Type="http://schemas.openxmlformats.org/officeDocument/2006/relationships/customXml" Target="../ink/ink269.xml"/><Relationship Id="rId34" Type="http://schemas.openxmlformats.org/officeDocument/2006/relationships/image" Target="../media/image145.png"/><Relationship Id="rId55" Type="http://schemas.openxmlformats.org/officeDocument/2006/relationships/customXml" Target="../ink/ink156.xml"/><Relationship Id="rId76" Type="http://schemas.openxmlformats.org/officeDocument/2006/relationships/image" Target="../media/image166.png"/><Relationship Id="rId97" Type="http://schemas.openxmlformats.org/officeDocument/2006/relationships/customXml" Target="../ink/ink177.xml"/><Relationship Id="rId120" Type="http://schemas.openxmlformats.org/officeDocument/2006/relationships/image" Target="../media/image188.png"/><Relationship Id="rId141" Type="http://schemas.openxmlformats.org/officeDocument/2006/relationships/customXml" Target="../ink/ink199.xml"/><Relationship Id="rId7" Type="http://schemas.openxmlformats.org/officeDocument/2006/relationships/customXml" Target="../ink/ink132.xml"/><Relationship Id="rId162" Type="http://schemas.openxmlformats.org/officeDocument/2006/relationships/image" Target="../media/image209.png"/><Relationship Id="rId183" Type="http://schemas.openxmlformats.org/officeDocument/2006/relationships/customXml" Target="../ink/ink220.xml"/><Relationship Id="rId218" Type="http://schemas.openxmlformats.org/officeDocument/2006/relationships/image" Target="../media/image237.png"/><Relationship Id="rId239" Type="http://schemas.openxmlformats.org/officeDocument/2006/relationships/customXml" Target="../ink/ink248.xml"/><Relationship Id="rId250" Type="http://schemas.openxmlformats.org/officeDocument/2006/relationships/image" Target="../media/image253.png"/><Relationship Id="rId271" Type="http://schemas.openxmlformats.org/officeDocument/2006/relationships/customXml" Target="../ink/ink264.xml"/><Relationship Id="rId24" Type="http://schemas.openxmlformats.org/officeDocument/2006/relationships/image" Target="../media/image140.png"/><Relationship Id="rId45" Type="http://schemas.openxmlformats.org/officeDocument/2006/relationships/customXml" Target="../ink/ink151.xml"/><Relationship Id="rId66" Type="http://schemas.openxmlformats.org/officeDocument/2006/relationships/image" Target="../media/image161.png"/><Relationship Id="rId87" Type="http://schemas.openxmlformats.org/officeDocument/2006/relationships/customXml" Target="../ink/ink172.xml"/><Relationship Id="rId110" Type="http://schemas.openxmlformats.org/officeDocument/2006/relationships/image" Target="../media/image183.png"/><Relationship Id="rId131" Type="http://schemas.openxmlformats.org/officeDocument/2006/relationships/customXml" Target="../ink/ink194.xml"/><Relationship Id="rId152" Type="http://schemas.openxmlformats.org/officeDocument/2006/relationships/image" Target="../media/image204.png"/><Relationship Id="rId173" Type="http://schemas.openxmlformats.org/officeDocument/2006/relationships/customXml" Target="../ink/ink215.xml"/><Relationship Id="rId194" Type="http://schemas.openxmlformats.org/officeDocument/2006/relationships/image" Target="../media/image225.png"/><Relationship Id="rId208" Type="http://schemas.openxmlformats.org/officeDocument/2006/relationships/image" Target="../media/image232.png"/><Relationship Id="rId229" Type="http://schemas.openxmlformats.org/officeDocument/2006/relationships/customXml" Target="../ink/ink243.xml"/><Relationship Id="rId240" Type="http://schemas.openxmlformats.org/officeDocument/2006/relationships/image" Target="../media/image248.png"/><Relationship Id="rId261" Type="http://schemas.openxmlformats.org/officeDocument/2006/relationships/customXml" Target="../ink/ink259.xml"/><Relationship Id="rId14" Type="http://schemas.openxmlformats.org/officeDocument/2006/relationships/image" Target="../media/image135.png"/><Relationship Id="rId35" Type="http://schemas.openxmlformats.org/officeDocument/2006/relationships/customXml" Target="../ink/ink146.xml"/><Relationship Id="rId56" Type="http://schemas.openxmlformats.org/officeDocument/2006/relationships/image" Target="../media/image156.png"/><Relationship Id="rId77" Type="http://schemas.openxmlformats.org/officeDocument/2006/relationships/customXml" Target="../ink/ink167.xml"/><Relationship Id="rId100" Type="http://schemas.openxmlformats.org/officeDocument/2006/relationships/image" Target="../media/image178.png"/><Relationship Id="rId282" Type="http://schemas.openxmlformats.org/officeDocument/2006/relationships/image" Target="../media/image269.png"/><Relationship Id="rId8" Type="http://schemas.openxmlformats.org/officeDocument/2006/relationships/image" Target="../media/image132.png"/><Relationship Id="rId98" Type="http://schemas.openxmlformats.org/officeDocument/2006/relationships/image" Target="../media/image177.png"/><Relationship Id="rId121" Type="http://schemas.openxmlformats.org/officeDocument/2006/relationships/customXml" Target="../ink/ink189.xml"/><Relationship Id="rId142" Type="http://schemas.openxmlformats.org/officeDocument/2006/relationships/image" Target="../media/image199.png"/><Relationship Id="rId163" Type="http://schemas.openxmlformats.org/officeDocument/2006/relationships/customXml" Target="../ink/ink210.xml"/><Relationship Id="rId184" Type="http://schemas.openxmlformats.org/officeDocument/2006/relationships/image" Target="../media/image220.png"/><Relationship Id="rId219" Type="http://schemas.openxmlformats.org/officeDocument/2006/relationships/customXml" Target="../ink/ink238.xml"/><Relationship Id="rId230" Type="http://schemas.openxmlformats.org/officeDocument/2006/relationships/image" Target="../media/image243.png"/><Relationship Id="rId251" Type="http://schemas.openxmlformats.org/officeDocument/2006/relationships/customXml" Target="../ink/ink254.xml"/><Relationship Id="rId25" Type="http://schemas.openxmlformats.org/officeDocument/2006/relationships/customXml" Target="../ink/ink141.xml"/><Relationship Id="rId46" Type="http://schemas.openxmlformats.org/officeDocument/2006/relationships/image" Target="../media/image151.png"/><Relationship Id="rId67" Type="http://schemas.openxmlformats.org/officeDocument/2006/relationships/customXml" Target="../ink/ink162.xml"/><Relationship Id="rId272" Type="http://schemas.openxmlformats.org/officeDocument/2006/relationships/image" Target="../media/image264.png"/><Relationship Id="rId88" Type="http://schemas.openxmlformats.org/officeDocument/2006/relationships/image" Target="../media/image172.png"/><Relationship Id="rId111" Type="http://schemas.openxmlformats.org/officeDocument/2006/relationships/customXml" Target="../ink/ink184.xml"/><Relationship Id="rId132" Type="http://schemas.openxmlformats.org/officeDocument/2006/relationships/image" Target="../media/image194.png"/><Relationship Id="rId153" Type="http://schemas.openxmlformats.org/officeDocument/2006/relationships/customXml" Target="../ink/ink205.xml"/><Relationship Id="rId174" Type="http://schemas.openxmlformats.org/officeDocument/2006/relationships/image" Target="../media/image215.png"/><Relationship Id="rId195" Type="http://schemas.openxmlformats.org/officeDocument/2006/relationships/customXml" Target="../ink/ink226.xml"/><Relationship Id="rId209" Type="http://schemas.openxmlformats.org/officeDocument/2006/relationships/customXml" Target="../ink/ink233.xml"/><Relationship Id="rId220" Type="http://schemas.openxmlformats.org/officeDocument/2006/relationships/image" Target="../media/image238.png"/><Relationship Id="rId241" Type="http://schemas.openxmlformats.org/officeDocument/2006/relationships/customXml" Target="../ink/ink249.xml"/><Relationship Id="rId15" Type="http://schemas.openxmlformats.org/officeDocument/2006/relationships/customXml" Target="../ink/ink136.xml"/><Relationship Id="rId36" Type="http://schemas.openxmlformats.org/officeDocument/2006/relationships/image" Target="../media/image146.png"/><Relationship Id="rId57" Type="http://schemas.openxmlformats.org/officeDocument/2006/relationships/customXml" Target="../ink/ink157.xml"/><Relationship Id="rId262" Type="http://schemas.openxmlformats.org/officeDocument/2006/relationships/image" Target="../media/image259.png"/><Relationship Id="rId78" Type="http://schemas.openxmlformats.org/officeDocument/2006/relationships/image" Target="../media/image167.png"/><Relationship Id="rId99" Type="http://schemas.openxmlformats.org/officeDocument/2006/relationships/customXml" Target="../ink/ink178.xml"/><Relationship Id="rId101" Type="http://schemas.openxmlformats.org/officeDocument/2006/relationships/customXml" Target="../ink/ink179.xml"/><Relationship Id="rId122" Type="http://schemas.openxmlformats.org/officeDocument/2006/relationships/image" Target="../media/image189.png"/><Relationship Id="rId143" Type="http://schemas.openxmlformats.org/officeDocument/2006/relationships/customXml" Target="../ink/ink200.xml"/><Relationship Id="rId164" Type="http://schemas.openxmlformats.org/officeDocument/2006/relationships/image" Target="../media/image210.png"/><Relationship Id="rId185" Type="http://schemas.openxmlformats.org/officeDocument/2006/relationships/customXml" Target="../ink/ink221.xml"/><Relationship Id="rId9" Type="http://schemas.openxmlformats.org/officeDocument/2006/relationships/customXml" Target="../ink/ink133.xml"/><Relationship Id="rId210" Type="http://schemas.openxmlformats.org/officeDocument/2006/relationships/image" Target="../media/image233.png"/><Relationship Id="rId26" Type="http://schemas.openxmlformats.org/officeDocument/2006/relationships/image" Target="../media/image141.png"/><Relationship Id="rId231" Type="http://schemas.openxmlformats.org/officeDocument/2006/relationships/customXml" Target="../ink/ink244.xml"/><Relationship Id="rId252" Type="http://schemas.openxmlformats.org/officeDocument/2006/relationships/image" Target="../media/image254.png"/><Relationship Id="rId273" Type="http://schemas.openxmlformats.org/officeDocument/2006/relationships/customXml" Target="../ink/ink265.xml"/><Relationship Id="rId47" Type="http://schemas.openxmlformats.org/officeDocument/2006/relationships/customXml" Target="../ink/ink152.xml"/><Relationship Id="rId68" Type="http://schemas.openxmlformats.org/officeDocument/2006/relationships/image" Target="../media/image162.png"/><Relationship Id="rId89" Type="http://schemas.openxmlformats.org/officeDocument/2006/relationships/customXml" Target="../ink/ink173.xml"/><Relationship Id="rId112" Type="http://schemas.openxmlformats.org/officeDocument/2006/relationships/image" Target="../media/image184.png"/><Relationship Id="rId133" Type="http://schemas.openxmlformats.org/officeDocument/2006/relationships/customXml" Target="../ink/ink195.xml"/><Relationship Id="rId154" Type="http://schemas.openxmlformats.org/officeDocument/2006/relationships/image" Target="../media/image205.png"/><Relationship Id="rId175" Type="http://schemas.openxmlformats.org/officeDocument/2006/relationships/customXml" Target="../ink/ink216.xml"/><Relationship Id="rId196" Type="http://schemas.openxmlformats.org/officeDocument/2006/relationships/image" Target="../media/image226.png"/><Relationship Id="rId200" Type="http://schemas.openxmlformats.org/officeDocument/2006/relationships/image" Target="../media/image228.png"/><Relationship Id="rId16" Type="http://schemas.openxmlformats.org/officeDocument/2006/relationships/image" Target="../media/image136.png"/><Relationship Id="rId221" Type="http://schemas.openxmlformats.org/officeDocument/2006/relationships/customXml" Target="../ink/ink239.xml"/><Relationship Id="rId242" Type="http://schemas.openxmlformats.org/officeDocument/2006/relationships/image" Target="../media/image249.png"/><Relationship Id="rId263" Type="http://schemas.openxmlformats.org/officeDocument/2006/relationships/customXml" Target="../ink/ink260.xml"/><Relationship Id="rId37" Type="http://schemas.openxmlformats.org/officeDocument/2006/relationships/customXml" Target="../ink/ink147.xml"/><Relationship Id="rId58" Type="http://schemas.openxmlformats.org/officeDocument/2006/relationships/image" Target="../media/image157.png"/><Relationship Id="rId79" Type="http://schemas.openxmlformats.org/officeDocument/2006/relationships/customXml" Target="../ink/ink168.xml"/><Relationship Id="rId102" Type="http://schemas.openxmlformats.org/officeDocument/2006/relationships/image" Target="../media/image179.png"/><Relationship Id="rId123" Type="http://schemas.openxmlformats.org/officeDocument/2006/relationships/customXml" Target="../ink/ink190.xml"/><Relationship Id="rId144" Type="http://schemas.openxmlformats.org/officeDocument/2006/relationships/image" Target="../media/image200.png"/><Relationship Id="rId90" Type="http://schemas.openxmlformats.org/officeDocument/2006/relationships/image" Target="../media/image173.png"/><Relationship Id="rId165" Type="http://schemas.openxmlformats.org/officeDocument/2006/relationships/customXml" Target="../ink/ink211.xml"/><Relationship Id="rId186" Type="http://schemas.openxmlformats.org/officeDocument/2006/relationships/image" Target="../media/image221.png"/><Relationship Id="rId211" Type="http://schemas.openxmlformats.org/officeDocument/2006/relationships/customXml" Target="../ink/ink234.xml"/><Relationship Id="rId232" Type="http://schemas.openxmlformats.org/officeDocument/2006/relationships/image" Target="../media/image244.png"/><Relationship Id="rId253" Type="http://schemas.openxmlformats.org/officeDocument/2006/relationships/customXml" Target="../ink/ink255.xml"/><Relationship Id="rId274" Type="http://schemas.openxmlformats.org/officeDocument/2006/relationships/image" Target="../media/image265.png"/><Relationship Id="rId27" Type="http://schemas.openxmlformats.org/officeDocument/2006/relationships/customXml" Target="../ink/ink142.xml"/><Relationship Id="rId48" Type="http://schemas.openxmlformats.org/officeDocument/2006/relationships/image" Target="../media/image152.png"/><Relationship Id="rId69" Type="http://schemas.openxmlformats.org/officeDocument/2006/relationships/customXml" Target="../ink/ink163.xml"/><Relationship Id="rId113" Type="http://schemas.openxmlformats.org/officeDocument/2006/relationships/customXml" Target="../ink/ink185.xml"/><Relationship Id="rId134" Type="http://schemas.openxmlformats.org/officeDocument/2006/relationships/image" Target="../media/image195.png"/><Relationship Id="rId80" Type="http://schemas.openxmlformats.org/officeDocument/2006/relationships/image" Target="../media/image168.png"/><Relationship Id="rId155" Type="http://schemas.openxmlformats.org/officeDocument/2006/relationships/customXml" Target="../ink/ink206.xml"/><Relationship Id="rId176" Type="http://schemas.openxmlformats.org/officeDocument/2006/relationships/image" Target="../media/image216.png"/><Relationship Id="rId197" Type="http://schemas.openxmlformats.org/officeDocument/2006/relationships/customXml" Target="../ink/ink227.xml"/><Relationship Id="rId201" Type="http://schemas.openxmlformats.org/officeDocument/2006/relationships/customXml" Target="../ink/ink229.xml"/><Relationship Id="rId222" Type="http://schemas.openxmlformats.org/officeDocument/2006/relationships/image" Target="../media/image239.png"/><Relationship Id="rId243" Type="http://schemas.openxmlformats.org/officeDocument/2006/relationships/customXml" Target="../ink/ink250.xml"/><Relationship Id="rId264" Type="http://schemas.openxmlformats.org/officeDocument/2006/relationships/image" Target="../media/image260.png"/><Relationship Id="rId17" Type="http://schemas.openxmlformats.org/officeDocument/2006/relationships/customXml" Target="../ink/ink137.xml"/><Relationship Id="rId38" Type="http://schemas.openxmlformats.org/officeDocument/2006/relationships/image" Target="../media/image147.png"/><Relationship Id="rId59" Type="http://schemas.openxmlformats.org/officeDocument/2006/relationships/customXml" Target="../ink/ink158.xml"/><Relationship Id="rId103" Type="http://schemas.openxmlformats.org/officeDocument/2006/relationships/customXml" Target="../ink/ink180.xml"/><Relationship Id="rId124" Type="http://schemas.openxmlformats.org/officeDocument/2006/relationships/image" Target="../media/image190.png"/><Relationship Id="rId70" Type="http://schemas.openxmlformats.org/officeDocument/2006/relationships/image" Target="../media/image163.png"/><Relationship Id="rId91" Type="http://schemas.openxmlformats.org/officeDocument/2006/relationships/customXml" Target="../ink/ink174.xml"/><Relationship Id="rId145" Type="http://schemas.openxmlformats.org/officeDocument/2006/relationships/customXml" Target="../ink/ink201.xml"/><Relationship Id="rId166" Type="http://schemas.openxmlformats.org/officeDocument/2006/relationships/image" Target="../media/image211.png"/><Relationship Id="rId187" Type="http://schemas.openxmlformats.org/officeDocument/2006/relationships/customXml" Target="../ink/ink222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34.png"/><Relationship Id="rId233" Type="http://schemas.openxmlformats.org/officeDocument/2006/relationships/customXml" Target="../ink/ink245.xml"/><Relationship Id="rId254" Type="http://schemas.openxmlformats.org/officeDocument/2006/relationships/image" Target="../media/image255.png"/><Relationship Id="rId28" Type="http://schemas.openxmlformats.org/officeDocument/2006/relationships/image" Target="../media/image142.png"/><Relationship Id="rId49" Type="http://schemas.openxmlformats.org/officeDocument/2006/relationships/customXml" Target="../ink/ink153.xml"/><Relationship Id="rId114" Type="http://schemas.openxmlformats.org/officeDocument/2006/relationships/image" Target="../media/image185.png"/><Relationship Id="rId275" Type="http://schemas.openxmlformats.org/officeDocument/2006/relationships/customXml" Target="../ink/ink266.xml"/><Relationship Id="rId60" Type="http://schemas.openxmlformats.org/officeDocument/2006/relationships/image" Target="../media/image158.png"/><Relationship Id="rId81" Type="http://schemas.openxmlformats.org/officeDocument/2006/relationships/customXml" Target="../ink/ink169.xml"/><Relationship Id="rId135" Type="http://schemas.openxmlformats.org/officeDocument/2006/relationships/customXml" Target="../ink/ink196.xml"/><Relationship Id="rId156" Type="http://schemas.openxmlformats.org/officeDocument/2006/relationships/image" Target="../media/image206.png"/><Relationship Id="rId177" Type="http://schemas.openxmlformats.org/officeDocument/2006/relationships/customXml" Target="../ink/ink217.xml"/><Relationship Id="rId198" Type="http://schemas.openxmlformats.org/officeDocument/2006/relationships/image" Target="../media/image227.png"/><Relationship Id="rId202" Type="http://schemas.openxmlformats.org/officeDocument/2006/relationships/image" Target="../media/image229.png"/><Relationship Id="rId223" Type="http://schemas.openxmlformats.org/officeDocument/2006/relationships/customXml" Target="../ink/ink240.xml"/><Relationship Id="rId244" Type="http://schemas.openxmlformats.org/officeDocument/2006/relationships/image" Target="../media/image250.png"/><Relationship Id="rId18" Type="http://schemas.openxmlformats.org/officeDocument/2006/relationships/image" Target="../media/image137.png"/><Relationship Id="rId39" Type="http://schemas.openxmlformats.org/officeDocument/2006/relationships/customXml" Target="../ink/ink148.xml"/><Relationship Id="rId265" Type="http://schemas.openxmlformats.org/officeDocument/2006/relationships/customXml" Target="../ink/ink261.xml"/><Relationship Id="rId50" Type="http://schemas.openxmlformats.org/officeDocument/2006/relationships/image" Target="../media/image153.png"/><Relationship Id="rId104" Type="http://schemas.openxmlformats.org/officeDocument/2006/relationships/image" Target="../media/image180.png"/><Relationship Id="rId125" Type="http://schemas.openxmlformats.org/officeDocument/2006/relationships/customXml" Target="../ink/ink191.xml"/><Relationship Id="rId146" Type="http://schemas.openxmlformats.org/officeDocument/2006/relationships/image" Target="../media/image201.png"/><Relationship Id="rId167" Type="http://schemas.openxmlformats.org/officeDocument/2006/relationships/customXml" Target="../ink/ink212.xml"/><Relationship Id="rId188" Type="http://schemas.openxmlformats.org/officeDocument/2006/relationships/image" Target="../media/image222.png"/><Relationship Id="rId71" Type="http://schemas.openxmlformats.org/officeDocument/2006/relationships/customXml" Target="../ink/ink164.xml"/><Relationship Id="rId92" Type="http://schemas.openxmlformats.org/officeDocument/2006/relationships/image" Target="../media/image174.png"/><Relationship Id="rId213" Type="http://schemas.openxmlformats.org/officeDocument/2006/relationships/customXml" Target="../ink/ink235.xml"/><Relationship Id="rId234" Type="http://schemas.openxmlformats.org/officeDocument/2006/relationships/image" Target="../media/image245.png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143.xml"/><Relationship Id="rId255" Type="http://schemas.openxmlformats.org/officeDocument/2006/relationships/customXml" Target="../ink/ink256.xml"/><Relationship Id="rId276" Type="http://schemas.openxmlformats.org/officeDocument/2006/relationships/image" Target="../media/image266.png"/><Relationship Id="rId40" Type="http://schemas.openxmlformats.org/officeDocument/2006/relationships/image" Target="../media/image148.png"/><Relationship Id="rId115" Type="http://schemas.openxmlformats.org/officeDocument/2006/relationships/customXml" Target="../ink/ink186.xml"/><Relationship Id="rId136" Type="http://schemas.openxmlformats.org/officeDocument/2006/relationships/image" Target="../media/image196.png"/><Relationship Id="rId157" Type="http://schemas.openxmlformats.org/officeDocument/2006/relationships/customXml" Target="../ink/ink207.xml"/><Relationship Id="rId178" Type="http://schemas.openxmlformats.org/officeDocument/2006/relationships/image" Target="../media/image217.png"/><Relationship Id="rId61" Type="http://schemas.openxmlformats.org/officeDocument/2006/relationships/customXml" Target="../ink/ink159.xml"/><Relationship Id="rId82" Type="http://schemas.openxmlformats.org/officeDocument/2006/relationships/image" Target="../media/image169.png"/><Relationship Id="rId199" Type="http://schemas.openxmlformats.org/officeDocument/2006/relationships/customXml" Target="../ink/ink228.xml"/><Relationship Id="rId203" Type="http://schemas.openxmlformats.org/officeDocument/2006/relationships/customXml" Target="../ink/ink230.xml"/><Relationship Id="rId19" Type="http://schemas.openxmlformats.org/officeDocument/2006/relationships/customXml" Target="../ink/ink138.xml"/><Relationship Id="rId224" Type="http://schemas.openxmlformats.org/officeDocument/2006/relationships/image" Target="../media/image240.png"/><Relationship Id="rId245" Type="http://schemas.openxmlformats.org/officeDocument/2006/relationships/customXml" Target="../ink/ink251.xml"/><Relationship Id="rId266" Type="http://schemas.openxmlformats.org/officeDocument/2006/relationships/image" Target="../media/image261.png"/><Relationship Id="rId30" Type="http://schemas.openxmlformats.org/officeDocument/2006/relationships/image" Target="../media/image143.png"/><Relationship Id="rId105" Type="http://schemas.openxmlformats.org/officeDocument/2006/relationships/customXml" Target="../ink/ink181.xml"/><Relationship Id="rId126" Type="http://schemas.openxmlformats.org/officeDocument/2006/relationships/image" Target="../media/image191.png"/><Relationship Id="rId147" Type="http://schemas.openxmlformats.org/officeDocument/2006/relationships/customXml" Target="../ink/ink202.xml"/><Relationship Id="rId168" Type="http://schemas.openxmlformats.org/officeDocument/2006/relationships/image" Target="../media/image212.png"/><Relationship Id="rId51" Type="http://schemas.openxmlformats.org/officeDocument/2006/relationships/customXml" Target="../ink/ink154.xml"/><Relationship Id="rId72" Type="http://schemas.openxmlformats.org/officeDocument/2006/relationships/image" Target="../media/image164.png"/><Relationship Id="rId93" Type="http://schemas.openxmlformats.org/officeDocument/2006/relationships/customXml" Target="../ink/ink175.xml"/><Relationship Id="rId189" Type="http://schemas.openxmlformats.org/officeDocument/2006/relationships/customXml" Target="../ink/ink223.xml"/><Relationship Id="rId3" Type="http://schemas.openxmlformats.org/officeDocument/2006/relationships/customXml" Target="../ink/ink130.xml"/><Relationship Id="rId214" Type="http://schemas.openxmlformats.org/officeDocument/2006/relationships/image" Target="../media/image235.png"/><Relationship Id="rId235" Type="http://schemas.openxmlformats.org/officeDocument/2006/relationships/customXml" Target="../ink/ink246.xml"/><Relationship Id="rId256" Type="http://schemas.openxmlformats.org/officeDocument/2006/relationships/image" Target="../media/image256.png"/><Relationship Id="rId277" Type="http://schemas.openxmlformats.org/officeDocument/2006/relationships/customXml" Target="../ink/ink267.xml"/><Relationship Id="rId116" Type="http://schemas.openxmlformats.org/officeDocument/2006/relationships/image" Target="../media/image186.png"/><Relationship Id="rId137" Type="http://schemas.openxmlformats.org/officeDocument/2006/relationships/customXml" Target="../ink/ink197.xml"/><Relationship Id="rId158" Type="http://schemas.openxmlformats.org/officeDocument/2006/relationships/image" Target="../media/image207.png"/><Relationship Id="rId20" Type="http://schemas.openxmlformats.org/officeDocument/2006/relationships/image" Target="../media/image138.png"/><Relationship Id="rId41" Type="http://schemas.openxmlformats.org/officeDocument/2006/relationships/customXml" Target="../ink/ink149.xml"/><Relationship Id="rId62" Type="http://schemas.openxmlformats.org/officeDocument/2006/relationships/image" Target="../media/image159.png"/><Relationship Id="rId83" Type="http://schemas.openxmlformats.org/officeDocument/2006/relationships/customXml" Target="../ink/ink170.xml"/><Relationship Id="rId179" Type="http://schemas.openxmlformats.org/officeDocument/2006/relationships/customXml" Target="../ink/ink218.xml"/><Relationship Id="rId190" Type="http://schemas.openxmlformats.org/officeDocument/2006/relationships/image" Target="../media/image223.png"/><Relationship Id="rId204" Type="http://schemas.openxmlformats.org/officeDocument/2006/relationships/image" Target="../media/image230.png"/><Relationship Id="rId225" Type="http://schemas.openxmlformats.org/officeDocument/2006/relationships/customXml" Target="../ink/ink241.xml"/><Relationship Id="rId246" Type="http://schemas.openxmlformats.org/officeDocument/2006/relationships/image" Target="../media/image251.png"/><Relationship Id="rId267" Type="http://schemas.openxmlformats.org/officeDocument/2006/relationships/customXml" Target="../ink/ink262.xml"/><Relationship Id="rId106" Type="http://schemas.openxmlformats.org/officeDocument/2006/relationships/image" Target="../media/image181.png"/><Relationship Id="rId127" Type="http://schemas.openxmlformats.org/officeDocument/2006/relationships/customXml" Target="../ink/ink192.xml"/><Relationship Id="rId10" Type="http://schemas.openxmlformats.org/officeDocument/2006/relationships/image" Target="../media/image133.png"/><Relationship Id="rId31" Type="http://schemas.openxmlformats.org/officeDocument/2006/relationships/customXml" Target="../ink/ink144.xml"/><Relationship Id="rId52" Type="http://schemas.openxmlformats.org/officeDocument/2006/relationships/image" Target="../media/image154.png"/><Relationship Id="rId73" Type="http://schemas.openxmlformats.org/officeDocument/2006/relationships/customXml" Target="../ink/ink165.xml"/><Relationship Id="rId94" Type="http://schemas.openxmlformats.org/officeDocument/2006/relationships/image" Target="../media/image175.png"/><Relationship Id="rId148" Type="http://schemas.openxmlformats.org/officeDocument/2006/relationships/image" Target="../media/image202.png"/><Relationship Id="rId169" Type="http://schemas.openxmlformats.org/officeDocument/2006/relationships/customXml" Target="../ink/ink213.xml"/><Relationship Id="rId4" Type="http://schemas.openxmlformats.org/officeDocument/2006/relationships/image" Target="../media/image130.png"/><Relationship Id="rId180" Type="http://schemas.openxmlformats.org/officeDocument/2006/relationships/image" Target="../media/image218.png"/><Relationship Id="rId215" Type="http://schemas.openxmlformats.org/officeDocument/2006/relationships/customXml" Target="../ink/ink236.xml"/><Relationship Id="rId236" Type="http://schemas.openxmlformats.org/officeDocument/2006/relationships/image" Target="../media/image246.png"/><Relationship Id="rId257" Type="http://schemas.openxmlformats.org/officeDocument/2006/relationships/customXml" Target="../ink/ink257.xml"/><Relationship Id="rId278" Type="http://schemas.openxmlformats.org/officeDocument/2006/relationships/image" Target="../media/image267.png"/><Relationship Id="rId42" Type="http://schemas.openxmlformats.org/officeDocument/2006/relationships/image" Target="../media/image149.png"/><Relationship Id="rId84" Type="http://schemas.openxmlformats.org/officeDocument/2006/relationships/image" Target="../media/image170.png"/><Relationship Id="rId138" Type="http://schemas.openxmlformats.org/officeDocument/2006/relationships/image" Target="../media/image197.png"/><Relationship Id="rId191" Type="http://schemas.openxmlformats.org/officeDocument/2006/relationships/customXml" Target="../ink/ink224.xml"/><Relationship Id="rId205" Type="http://schemas.openxmlformats.org/officeDocument/2006/relationships/customXml" Target="../ink/ink231.xml"/><Relationship Id="rId247" Type="http://schemas.openxmlformats.org/officeDocument/2006/relationships/customXml" Target="../ink/ink252.xml"/><Relationship Id="rId107" Type="http://schemas.openxmlformats.org/officeDocument/2006/relationships/customXml" Target="../ink/ink182.xml"/><Relationship Id="rId11" Type="http://schemas.openxmlformats.org/officeDocument/2006/relationships/customXml" Target="../ink/ink134.xml"/><Relationship Id="rId53" Type="http://schemas.openxmlformats.org/officeDocument/2006/relationships/customXml" Target="../ink/ink155.xml"/><Relationship Id="rId149" Type="http://schemas.openxmlformats.org/officeDocument/2006/relationships/customXml" Target="../ink/ink203.xml"/><Relationship Id="rId95" Type="http://schemas.openxmlformats.org/officeDocument/2006/relationships/customXml" Target="../ink/ink176.xml"/><Relationship Id="rId160" Type="http://schemas.openxmlformats.org/officeDocument/2006/relationships/image" Target="../media/image208.png"/><Relationship Id="rId216" Type="http://schemas.openxmlformats.org/officeDocument/2006/relationships/image" Target="../media/image236.png"/><Relationship Id="rId258" Type="http://schemas.openxmlformats.org/officeDocument/2006/relationships/image" Target="../media/image257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7.png"/><Relationship Id="rId21" Type="http://schemas.openxmlformats.org/officeDocument/2006/relationships/image" Target="../media/image279.png"/><Relationship Id="rId42" Type="http://schemas.openxmlformats.org/officeDocument/2006/relationships/customXml" Target="../ink/ink290.xml"/><Relationship Id="rId63" Type="http://schemas.openxmlformats.org/officeDocument/2006/relationships/image" Target="../media/image300.png"/><Relationship Id="rId84" Type="http://schemas.openxmlformats.org/officeDocument/2006/relationships/customXml" Target="../ink/ink311.xml"/><Relationship Id="rId138" Type="http://schemas.openxmlformats.org/officeDocument/2006/relationships/image" Target="../media/image337.png"/><Relationship Id="rId159" Type="http://schemas.openxmlformats.org/officeDocument/2006/relationships/customXml" Target="../ink/ink349.xml"/><Relationship Id="rId170" Type="http://schemas.openxmlformats.org/officeDocument/2006/relationships/image" Target="../media/image353.png"/><Relationship Id="rId107" Type="http://schemas.openxmlformats.org/officeDocument/2006/relationships/image" Target="../media/image322.png"/><Relationship Id="rId11" Type="http://schemas.openxmlformats.org/officeDocument/2006/relationships/image" Target="../media/image274.png"/><Relationship Id="rId32" Type="http://schemas.openxmlformats.org/officeDocument/2006/relationships/customXml" Target="../ink/ink285.xml"/><Relationship Id="rId53" Type="http://schemas.openxmlformats.org/officeDocument/2006/relationships/image" Target="../media/image295.png"/><Relationship Id="rId74" Type="http://schemas.openxmlformats.org/officeDocument/2006/relationships/customXml" Target="../ink/ink306.xml"/><Relationship Id="rId128" Type="http://schemas.openxmlformats.org/officeDocument/2006/relationships/image" Target="../media/image332.png"/><Relationship Id="rId149" Type="http://schemas.openxmlformats.org/officeDocument/2006/relationships/customXml" Target="../ink/ink344.xml"/><Relationship Id="rId5" Type="http://schemas.openxmlformats.org/officeDocument/2006/relationships/image" Target="../media/image271.png"/><Relationship Id="rId95" Type="http://schemas.openxmlformats.org/officeDocument/2006/relationships/image" Target="../media/image316.png"/><Relationship Id="rId160" Type="http://schemas.openxmlformats.org/officeDocument/2006/relationships/image" Target="../media/image348.png"/><Relationship Id="rId22" Type="http://schemas.openxmlformats.org/officeDocument/2006/relationships/customXml" Target="../ink/ink280.xml"/><Relationship Id="rId43" Type="http://schemas.openxmlformats.org/officeDocument/2006/relationships/image" Target="../media/image290.png"/><Relationship Id="rId64" Type="http://schemas.openxmlformats.org/officeDocument/2006/relationships/customXml" Target="../ink/ink301.xml"/><Relationship Id="rId118" Type="http://schemas.openxmlformats.org/officeDocument/2006/relationships/customXml" Target="../ink/ink328.xml"/><Relationship Id="rId139" Type="http://schemas.openxmlformats.org/officeDocument/2006/relationships/customXml" Target="../ink/ink339.xml"/><Relationship Id="rId85" Type="http://schemas.openxmlformats.org/officeDocument/2006/relationships/image" Target="../media/image311.png"/><Relationship Id="rId150" Type="http://schemas.openxmlformats.org/officeDocument/2006/relationships/image" Target="../media/image343.png"/><Relationship Id="rId171" Type="http://schemas.openxmlformats.org/officeDocument/2006/relationships/customXml" Target="../ink/ink355.xml"/><Relationship Id="rId12" Type="http://schemas.openxmlformats.org/officeDocument/2006/relationships/customXml" Target="../ink/ink275.xml"/><Relationship Id="rId33" Type="http://schemas.openxmlformats.org/officeDocument/2006/relationships/image" Target="../media/image285.png"/><Relationship Id="rId108" Type="http://schemas.openxmlformats.org/officeDocument/2006/relationships/customXml" Target="../ink/ink323.xml"/><Relationship Id="rId129" Type="http://schemas.openxmlformats.org/officeDocument/2006/relationships/customXml" Target="../ink/ink334.xml"/><Relationship Id="rId54" Type="http://schemas.openxmlformats.org/officeDocument/2006/relationships/customXml" Target="../ink/ink296.xml"/><Relationship Id="rId75" Type="http://schemas.openxmlformats.org/officeDocument/2006/relationships/image" Target="../media/image306.png"/><Relationship Id="rId96" Type="http://schemas.openxmlformats.org/officeDocument/2006/relationships/customXml" Target="../ink/ink317.xml"/><Relationship Id="rId140" Type="http://schemas.openxmlformats.org/officeDocument/2006/relationships/image" Target="../media/image338.png"/><Relationship Id="rId161" Type="http://schemas.openxmlformats.org/officeDocument/2006/relationships/customXml" Target="../ink/ink35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72.xml"/><Relationship Id="rId23" Type="http://schemas.openxmlformats.org/officeDocument/2006/relationships/image" Target="../media/image280.png"/><Relationship Id="rId28" Type="http://schemas.openxmlformats.org/officeDocument/2006/relationships/customXml" Target="../ink/ink283.xml"/><Relationship Id="rId49" Type="http://schemas.openxmlformats.org/officeDocument/2006/relationships/image" Target="../media/image293.png"/><Relationship Id="rId114" Type="http://schemas.openxmlformats.org/officeDocument/2006/relationships/customXml" Target="../ink/ink326.xml"/><Relationship Id="rId119" Type="http://schemas.openxmlformats.org/officeDocument/2006/relationships/image" Target="../media/image328.png"/><Relationship Id="rId44" Type="http://schemas.openxmlformats.org/officeDocument/2006/relationships/customXml" Target="../ink/ink291.xml"/><Relationship Id="rId60" Type="http://schemas.openxmlformats.org/officeDocument/2006/relationships/customXml" Target="../ink/ink299.xml"/><Relationship Id="rId65" Type="http://schemas.openxmlformats.org/officeDocument/2006/relationships/image" Target="../media/image301.png"/><Relationship Id="rId81" Type="http://schemas.openxmlformats.org/officeDocument/2006/relationships/image" Target="../media/image309.png"/><Relationship Id="rId86" Type="http://schemas.openxmlformats.org/officeDocument/2006/relationships/customXml" Target="../ink/ink312.xml"/><Relationship Id="rId130" Type="http://schemas.openxmlformats.org/officeDocument/2006/relationships/image" Target="../media/image333.png"/><Relationship Id="rId135" Type="http://schemas.openxmlformats.org/officeDocument/2006/relationships/customXml" Target="../ink/ink337.xml"/><Relationship Id="rId151" Type="http://schemas.openxmlformats.org/officeDocument/2006/relationships/customXml" Target="../ink/ink345.xml"/><Relationship Id="rId156" Type="http://schemas.openxmlformats.org/officeDocument/2006/relationships/image" Target="../media/image346.png"/><Relationship Id="rId172" Type="http://schemas.openxmlformats.org/officeDocument/2006/relationships/image" Target="../media/image354.png"/><Relationship Id="rId13" Type="http://schemas.openxmlformats.org/officeDocument/2006/relationships/image" Target="../media/image275.png"/><Relationship Id="rId18" Type="http://schemas.openxmlformats.org/officeDocument/2006/relationships/customXml" Target="../ink/ink278.xml"/><Relationship Id="rId39" Type="http://schemas.openxmlformats.org/officeDocument/2006/relationships/image" Target="../media/image288.png"/><Relationship Id="rId109" Type="http://schemas.openxmlformats.org/officeDocument/2006/relationships/image" Target="../media/image323.png"/><Relationship Id="rId34" Type="http://schemas.openxmlformats.org/officeDocument/2006/relationships/customXml" Target="../ink/ink286.xml"/><Relationship Id="rId50" Type="http://schemas.openxmlformats.org/officeDocument/2006/relationships/customXml" Target="../ink/ink294.xml"/><Relationship Id="rId55" Type="http://schemas.openxmlformats.org/officeDocument/2006/relationships/image" Target="../media/image296.png"/><Relationship Id="rId76" Type="http://schemas.openxmlformats.org/officeDocument/2006/relationships/customXml" Target="../ink/ink307.xml"/><Relationship Id="rId97" Type="http://schemas.openxmlformats.org/officeDocument/2006/relationships/image" Target="../media/image317.png"/><Relationship Id="rId104" Type="http://schemas.openxmlformats.org/officeDocument/2006/relationships/customXml" Target="../ink/ink321.xml"/><Relationship Id="rId120" Type="http://schemas.openxmlformats.org/officeDocument/2006/relationships/customXml" Target="../ink/ink329.xml"/><Relationship Id="rId125" Type="http://schemas.openxmlformats.org/officeDocument/2006/relationships/customXml" Target="../ink/ink332.xml"/><Relationship Id="rId141" Type="http://schemas.openxmlformats.org/officeDocument/2006/relationships/customXml" Target="../ink/ink340.xml"/><Relationship Id="rId146" Type="http://schemas.openxmlformats.org/officeDocument/2006/relationships/image" Target="../media/image341.png"/><Relationship Id="rId167" Type="http://schemas.openxmlformats.org/officeDocument/2006/relationships/customXml" Target="../ink/ink353.xml"/><Relationship Id="rId7" Type="http://schemas.openxmlformats.org/officeDocument/2006/relationships/image" Target="../media/image272.png"/><Relationship Id="rId71" Type="http://schemas.openxmlformats.org/officeDocument/2006/relationships/image" Target="../media/image304.png"/><Relationship Id="rId92" Type="http://schemas.openxmlformats.org/officeDocument/2006/relationships/customXml" Target="../ink/ink315.xml"/><Relationship Id="rId162" Type="http://schemas.openxmlformats.org/officeDocument/2006/relationships/image" Target="../media/image349.png"/><Relationship Id="rId2" Type="http://schemas.openxmlformats.org/officeDocument/2006/relationships/customXml" Target="../ink/ink270.xml"/><Relationship Id="rId29" Type="http://schemas.openxmlformats.org/officeDocument/2006/relationships/image" Target="../media/image283.png"/><Relationship Id="rId24" Type="http://schemas.openxmlformats.org/officeDocument/2006/relationships/customXml" Target="../ink/ink281.xml"/><Relationship Id="rId40" Type="http://schemas.openxmlformats.org/officeDocument/2006/relationships/customXml" Target="../ink/ink289.xml"/><Relationship Id="rId45" Type="http://schemas.openxmlformats.org/officeDocument/2006/relationships/image" Target="../media/image291.png"/><Relationship Id="rId66" Type="http://schemas.openxmlformats.org/officeDocument/2006/relationships/customXml" Target="../ink/ink302.xml"/><Relationship Id="rId87" Type="http://schemas.openxmlformats.org/officeDocument/2006/relationships/image" Target="../media/image312.png"/><Relationship Id="rId110" Type="http://schemas.openxmlformats.org/officeDocument/2006/relationships/customXml" Target="../ink/ink324.xml"/><Relationship Id="rId115" Type="http://schemas.openxmlformats.org/officeDocument/2006/relationships/image" Target="../media/image326.png"/><Relationship Id="rId131" Type="http://schemas.openxmlformats.org/officeDocument/2006/relationships/customXml" Target="../ink/ink335.xml"/><Relationship Id="rId136" Type="http://schemas.openxmlformats.org/officeDocument/2006/relationships/image" Target="../media/image336.png"/><Relationship Id="rId157" Type="http://schemas.openxmlformats.org/officeDocument/2006/relationships/customXml" Target="../ink/ink348.xml"/><Relationship Id="rId61" Type="http://schemas.openxmlformats.org/officeDocument/2006/relationships/image" Target="../media/image299.png"/><Relationship Id="rId82" Type="http://schemas.openxmlformats.org/officeDocument/2006/relationships/customXml" Target="../ink/ink310.xml"/><Relationship Id="rId152" Type="http://schemas.openxmlformats.org/officeDocument/2006/relationships/image" Target="../media/image344.png"/><Relationship Id="rId173" Type="http://schemas.openxmlformats.org/officeDocument/2006/relationships/customXml" Target="../ink/ink356.xml"/><Relationship Id="rId19" Type="http://schemas.openxmlformats.org/officeDocument/2006/relationships/image" Target="../media/image278.png"/><Relationship Id="rId14" Type="http://schemas.openxmlformats.org/officeDocument/2006/relationships/customXml" Target="../ink/ink276.xml"/><Relationship Id="rId30" Type="http://schemas.openxmlformats.org/officeDocument/2006/relationships/customXml" Target="../ink/ink284.xml"/><Relationship Id="rId35" Type="http://schemas.openxmlformats.org/officeDocument/2006/relationships/image" Target="../media/image286.png"/><Relationship Id="rId56" Type="http://schemas.openxmlformats.org/officeDocument/2006/relationships/customXml" Target="../ink/ink297.xml"/><Relationship Id="rId77" Type="http://schemas.openxmlformats.org/officeDocument/2006/relationships/image" Target="../media/image307.png"/><Relationship Id="rId100" Type="http://schemas.openxmlformats.org/officeDocument/2006/relationships/customXml" Target="../ink/ink319.xml"/><Relationship Id="rId105" Type="http://schemas.openxmlformats.org/officeDocument/2006/relationships/image" Target="../media/image321.png"/><Relationship Id="rId126" Type="http://schemas.openxmlformats.org/officeDocument/2006/relationships/image" Target="../media/image331.png"/><Relationship Id="rId147" Type="http://schemas.openxmlformats.org/officeDocument/2006/relationships/customXml" Target="../ink/ink343.xml"/><Relationship Id="rId168" Type="http://schemas.openxmlformats.org/officeDocument/2006/relationships/image" Target="../media/image352.png"/><Relationship Id="rId8" Type="http://schemas.openxmlformats.org/officeDocument/2006/relationships/customXml" Target="../ink/ink273.xml"/><Relationship Id="rId51" Type="http://schemas.openxmlformats.org/officeDocument/2006/relationships/image" Target="../media/image294.png"/><Relationship Id="rId72" Type="http://schemas.openxmlformats.org/officeDocument/2006/relationships/customXml" Target="../ink/ink305.xml"/><Relationship Id="rId93" Type="http://schemas.openxmlformats.org/officeDocument/2006/relationships/image" Target="../media/image315.png"/><Relationship Id="rId98" Type="http://schemas.openxmlformats.org/officeDocument/2006/relationships/customXml" Target="../ink/ink318.xml"/><Relationship Id="rId121" Type="http://schemas.openxmlformats.org/officeDocument/2006/relationships/image" Target="../media/image329.png"/><Relationship Id="rId142" Type="http://schemas.openxmlformats.org/officeDocument/2006/relationships/image" Target="../media/image339.png"/><Relationship Id="rId163" Type="http://schemas.openxmlformats.org/officeDocument/2006/relationships/customXml" Target="../ink/ink351.xml"/><Relationship Id="rId3" Type="http://schemas.openxmlformats.org/officeDocument/2006/relationships/image" Target="../media/image270.png"/><Relationship Id="rId25" Type="http://schemas.openxmlformats.org/officeDocument/2006/relationships/image" Target="../media/image281.png"/><Relationship Id="rId46" Type="http://schemas.openxmlformats.org/officeDocument/2006/relationships/customXml" Target="../ink/ink292.xml"/><Relationship Id="rId67" Type="http://schemas.openxmlformats.org/officeDocument/2006/relationships/image" Target="../media/image302.png"/><Relationship Id="rId116" Type="http://schemas.openxmlformats.org/officeDocument/2006/relationships/customXml" Target="../ink/ink327.xml"/><Relationship Id="rId137" Type="http://schemas.openxmlformats.org/officeDocument/2006/relationships/customXml" Target="../ink/ink338.xml"/><Relationship Id="rId158" Type="http://schemas.openxmlformats.org/officeDocument/2006/relationships/image" Target="../media/image347.png"/><Relationship Id="rId20" Type="http://schemas.openxmlformats.org/officeDocument/2006/relationships/customXml" Target="../ink/ink279.xml"/><Relationship Id="rId41" Type="http://schemas.openxmlformats.org/officeDocument/2006/relationships/image" Target="../media/image289.png"/><Relationship Id="rId62" Type="http://schemas.openxmlformats.org/officeDocument/2006/relationships/customXml" Target="../ink/ink300.xml"/><Relationship Id="rId83" Type="http://schemas.openxmlformats.org/officeDocument/2006/relationships/image" Target="../media/image310.png"/><Relationship Id="rId88" Type="http://schemas.openxmlformats.org/officeDocument/2006/relationships/customXml" Target="../ink/ink313.xml"/><Relationship Id="rId111" Type="http://schemas.openxmlformats.org/officeDocument/2006/relationships/image" Target="../media/image324.png"/><Relationship Id="rId132" Type="http://schemas.openxmlformats.org/officeDocument/2006/relationships/image" Target="../media/image334.png"/><Relationship Id="rId153" Type="http://schemas.openxmlformats.org/officeDocument/2006/relationships/customXml" Target="../ink/ink346.xml"/><Relationship Id="rId174" Type="http://schemas.openxmlformats.org/officeDocument/2006/relationships/image" Target="../media/image355.png"/><Relationship Id="rId15" Type="http://schemas.openxmlformats.org/officeDocument/2006/relationships/image" Target="../media/image276.png"/><Relationship Id="rId36" Type="http://schemas.openxmlformats.org/officeDocument/2006/relationships/customXml" Target="../ink/ink287.xml"/><Relationship Id="rId57" Type="http://schemas.openxmlformats.org/officeDocument/2006/relationships/image" Target="../media/image297.png"/><Relationship Id="rId106" Type="http://schemas.openxmlformats.org/officeDocument/2006/relationships/customXml" Target="../ink/ink322.xml"/><Relationship Id="rId127" Type="http://schemas.openxmlformats.org/officeDocument/2006/relationships/customXml" Target="../ink/ink333.xml"/><Relationship Id="rId10" Type="http://schemas.openxmlformats.org/officeDocument/2006/relationships/customXml" Target="../ink/ink274.xml"/><Relationship Id="rId31" Type="http://schemas.openxmlformats.org/officeDocument/2006/relationships/image" Target="../media/image284.png"/><Relationship Id="rId52" Type="http://schemas.openxmlformats.org/officeDocument/2006/relationships/customXml" Target="../ink/ink295.xml"/><Relationship Id="rId73" Type="http://schemas.openxmlformats.org/officeDocument/2006/relationships/image" Target="../media/image305.png"/><Relationship Id="rId78" Type="http://schemas.openxmlformats.org/officeDocument/2006/relationships/customXml" Target="../ink/ink308.xml"/><Relationship Id="rId94" Type="http://schemas.openxmlformats.org/officeDocument/2006/relationships/customXml" Target="../ink/ink316.xml"/><Relationship Id="rId99" Type="http://schemas.openxmlformats.org/officeDocument/2006/relationships/image" Target="../media/image318.png"/><Relationship Id="rId101" Type="http://schemas.openxmlformats.org/officeDocument/2006/relationships/image" Target="../media/image319.png"/><Relationship Id="rId122" Type="http://schemas.openxmlformats.org/officeDocument/2006/relationships/customXml" Target="../ink/ink330.xml"/><Relationship Id="rId143" Type="http://schemas.openxmlformats.org/officeDocument/2006/relationships/customXml" Target="../ink/ink341.xml"/><Relationship Id="rId148" Type="http://schemas.openxmlformats.org/officeDocument/2006/relationships/image" Target="../media/image342.png"/><Relationship Id="rId164" Type="http://schemas.openxmlformats.org/officeDocument/2006/relationships/image" Target="../media/image350.png"/><Relationship Id="rId169" Type="http://schemas.openxmlformats.org/officeDocument/2006/relationships/customXml" Target="../ink/ink354.xml"/><Relationship Id="rId4" Type="http://schemas.openxmlformats.org/officeDocument/2006/relationships/customXml" Target="../ink/ink271.xml"/><Relationship Id="rId9" Type="http://schemas.openxmlformats.org/officeDocument/2006/relationships/image" Target="../media/image273.png"/><Relationship Id="rId26" Type="http://schemas.openxmlformats.org/officeDocument/2006/relationships/customXml" Target="../ink/ink282.xml"/><Relationship Id="rId47" Type="http://schemas.openxmlformats.org/officeDocument/2006/relationships/image" Target="../media/image292.png"/><Relationship Id="rId68" Type="http://schemas.openxmlformats.org/officeDocument/2006/relationships/customXml" Target="../ink/ink303.xml"/><Relationship Id="rId89" Type="http://schemas.openxmlformats.org/officeDocument/2006/relationships/image" Target="../media/image313.png"/><Relationship Id="rId112" Type="http://schemas.openxmlformats.org/officeDocument/2006/relationships/customXml" Target="../ink/ink325.xml"/><Relationship Id="rId133" Type="http://schemas.openxmlformats.org/officeDocument/2006/relationships/customXml" Target="../ink/ink336.xml"/><Relationship Id="rId154" Type="http://schemas.openxmlformats.org/officeDocument/2006/relationships/image" Target="../media/image345.png"/><Relationship Id="rId175" Type="http://schemas.openxmlformats.org/officeDocument/2006/relationships/customXml" Target="../ink/ink357.xml"/><Relationship Id="rId16" Type="http://schemas.openxmlformats.org/officeDocument/2006/relationships/customXml" Target="../ink/ink277.xml"/><Relationship Id="rId37" Type="http://schemas.openxmlformats.org/officeDocument/2006/relationships/image" Target="../media/image287.png"/><Relationship Id="rId58" Type="http://schemas.openxmlformats.org/officeDocument/2006/relationships/customXml" Target="../ink/ink298.xml"/><Relationship Id="rId79" Type="http://schemas.openxmlformats.org/officeDocument/2006/relationships/image" Target="../media/image308.png"/><Relationship Id="rId102" Type="http://schemas.openxmlformats.org/officeDocument/2006/relationships/customXml" Target="../ink/ink320.xml"/><Relationship Id="rId123" Type="http://schemas.openxmlformats.org/officeDocument/2006/relationships/image" Target="../media/image330.png"/><Relationship Id="rId144" Type="http://schemas.openxmlformats.org/officeDocument/2006/relationships/image" Target="../media/image340.png"/><Relationship Id="rId90" Type="http://schemas.openxmlformats.org/officeDocument/2006/relationships/customXml" Target="../ink/ink314.xml"/><Relationship Id="rId165" Type="http://schemas.openxmlformats.org/officeDocument/2006/relationships/customXml" Target="../ink/ink352.xml"/><Relationship Id="rId27" Type="http://schemas.openxmlformats.org/officeDocument/2006/relationships/image" Target="../media/image282.png"/><Relationship Id="rId48" Type="http://schemas.openxmlformats.org/officeDocument/2006/relationships/customXml" Target="../ink/ink293.xml"/><Relationship Id="rId69" Type="http://schemas.openxmlformats.org/officeDocument/2006/relationships/image" Target="../media/image303.png"/><Relationship Id="rId113" Type="http://schemas.openxmlformats.org/officeDocument/2006/relationships/image" Target="../media/image325.png"/><Relationship Id="rId134" Type="http://schemas.openxmlformats.org/officeDocument/2006/relationships/image" Target="../media/image335.png"/><Relationship Id="rId80" Type="http://schemas.openxmlformats.org/officeDocument/2006/relationships/customXml" Target="../ink/ink309.xml"/><Relationship Id="rId155" Type="http://schemas.openxmlformats.org/officeDocument/2006/relationships/customXml" Target="../ink/ink347.xml"/><Relationship Id="rId176" Type="http://schemas.openxmlformats.org/officeDocument/2006/relationships/image" Target="../media/image356.png"/><Relationship Id="rId17" Type="http://schemas.openxmlformats.org/officeDocument/2006/relationships/image" Target="../media/image277.png"/><Relationship Id="rId38" Type="http://schemas.openxmlformats.org/officeDocument/2006/relationships/customXml" Target="../ink/ink288.xml"/><Relationship Id="rId59" Type="http://schemas.openxmlformats.org/officeDocument/2006/relationships/image" Target="../media/image298.png"/><Relationship Id="rId103" Type="http://schemas.openxmlformats.org/officeDocument/2006/relationships/image" Target="../media/image320.png"/><Relationship Id="rId124" Type="http://schemas.openxmlformats.org/officeDocument/2006/relationships/customXml" Target="../ink/ink331.xml"/><Relationship Id="rId70" Type="http://schemas.openxmlformats.org/officeDocument/2006/relationships/customXml" Target="../ink/ink304.xml"/><Relationship Id="rId91" Type="http://schemas.openxmlformats.org/officeDocument/2006/relationships/image" Target="../media/image314.png"/><Relationship Id="rId145" Type="http://schemas.openxmlformats.org/officeDocument/2006/relationships/customXml" Target="../ink/ink342.xml"/><Relationship Id="rId166" Type="http://schemas.openxmlformats.org/officeDocument/2006/relationships/image" Target="../media/image351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2.png"/><Relationship Id="rId18" Type="http://schemas.openxmlformats.org/officeDocument/2006/relationships/customXml" Target="../ink/ink366.xml"/><Relationship Id="rId26" Type="http://schemas.openxmlformats.org/officeDocument/2006/relationships/customXml" Target="../ink/ink370.xml"/><Relationship Id="rId39" Type="http://schemas.openxmlformats.org/officeDocument/2006/relationships/image" Target="../media/image375.png"/><Relationship Id="rId21" Type="http://schemas.openxmlformats.org/officeDocument/2006/relationships/image" Target="../media/image366.png"/><Relationship Id="rId34" Type="http://schemas.openxmlformats.org/officeDocument/2006/relationships/customXml" Target="../ink/ink374.xml"/><Relationship Id="rId42" Type="http://schemas.openxmlformats.org/officeDocument/2006/relationships/customXml" Target="../ink/ink378.xml"/><Relationship Id="rId47" Type="http://schemas.openxmlformats.org/officeDocument/2006/relationships/image" Target="../media/image379.png"/><Relationship Id="rId50" Type="http://schemas.openxmlformats.org/officeDocument/2006/relationships/customXml" Target="../ink/ink382.xml"/><Relationship Id="rId55" Type="http://schemas.openxmlformats.org/officeDocument/2006/relationships/image" Target="../media/image383.png"/><Relationship Id="rId7" Type="http://schemas.openxmlformats.org/officeDocument/2006/relationships/image" Target="../media/image359.png"/><Relationship Id="rId2" Type="http://schemas.openxmlformats.org/officeDocument/2006/relationships/customXml" Target="../ink/ink358.xml"/><Relationship Id="rId16" Type="http://schemas.openxmlformats.org/officeDocument/2006/relationships/customXml" Target="../ink/ink365.xml"/><Relationship Id="rId29" Type="http://schemas.openxmlformats.org/officeDocument/2006/relationships/image" Target="../media/image370.png"/><Relationship Id="rId11" Type="http://schemas.openxmlformats.org/officeDocument/2006/relationships/image" Target="../media/image361.png"/><Relationship Id="rId24" Type="http://schemas.openxmlformats.org/officeDocument/2006/relationships/customXml" Target="../ink/ink369.xml"/><Relationship Id="rId32" Type="http://schemas.openxmlformats.org/officeDocument/2006/relationships/customXml" Target="../ink/ink373.xml"/><Relationship Id="rId37" Type="http://schemas.openxmlformats.org/officeDocument/2006/relationships/image" Target="../media/image374.png"/><Relationship Id="rId40" Type="http://schemas.openxmlformats.org/officeDocument/2006/relationships/customXml" Target="../ink/ink377.xml"/><Relationship Id="rId45" Type="http://schemas.openxmlformats.org/officeDocument/2006/relationships/image" Target="../media/image378.png"/><Relationship Id="rId53" Type="http://schemas.openxmlformats.org/officeDocument/2006/relationships/image" Target="../media/image382.png"/><Relationship Id="rId5" Type="http://schemas.openxmlformats.org/officeDocument/2006/relationships/image" Target="../media/image358.png"/><Relationship Id="rId19" Type="http://schemas.openxmlformats.org/officeDocument/2006/relationships/image" Target="../media/image365.png"/><Relationship Id="rId4" Type="http://schemas.openxmlformats.org/officeDocument/2006/relationships/customXml" Target="../ink/ink359.xml"/><Relationship Id="rId9" Type="http://schemas.openxmlformats.org/officeDocument/2006/relationships/image" Target="../media/image360.png"/><Relationship Id="rId14" Type="http://schemas.openxmlformats.org/officeDocument/2006/relationships/customXml" Target="../ink/ink364.xml"/><Relationship Id="rId22" Type="http://schemas.openxmlformats.org/officeDocument/2006/relationships/customXml" Target="../ink/ink368.xml"/><Relationship Id="rId27" Type="http://schemas.openxmlformats.org/officeDocument/2006/relationships/image" Target="../media/image369.png"/><Relationship Id="rId30" Type="http://schemas.openxmlformats.org/officeDocument/2006/relationships/customXml" Target="../ink/ink372.xml"/><Relationship Id="rId35" Type="http://schemas.openxmlformats.org/officeDocument/2006/relationships/image" Target="../media/image373.png"/><Relationship Id="rId43" Type="http://schemas.openxmlformats.org/officeDocument/2006/relationships/image" Target="../media/image377.png"/><Relationship Id="rId48" Type="http://schemas.openxmlformats.org/officeDocument/2006/relationships/customXml" Target="../ink/ink381.xml"/><Relationship Id="rId56" Type="http://schemas.openxmlformats.org/officeDocument/2006/relationships/customXml" Target="../ink/ink385.xml"/><Relationship Id="rId8" Type="http://schemas.openxmlformats.org/officeDocument/2006/relationships/customXml" Target="../ink/ink361.xml"/><Relationship Id="rId51" Type="http://schemas.openxmlformats.org/officeDocument/2006/relationships/image" Target="../media/image381.png"/><Relationship Id="rId3" Type="http://schemas.openxmlformats.org/officeDocument/2006/relationships/image" Target="../media/image357.png"/><Relationship Id="rId12" Type="http://schemas.openxmlformats.org/officeDocument/2006/relationships/customXml" Target="../ink/ink363.xml"/><Relationship Id="rId17" Type="http://schemas.openxmlformats.org/officeDocument/2006/relationships/image" Target="../media/image364.png"/><Relationship Id="rId25" Type="http://schemas.openxmlformats.org/officeDocument/2006/relationships/image" Target="../media/image368.png"/><Relationship Id="rId33" Type="http://schemas.openxmlformats.org/officeDocument/2006/relationships/image" Target="../media/image372.png"/><Relationship Id="rId38" Type="http://schemas.openxmlformats.org/officeDocument/2006/relationships/customXml" Target="../ink/ink376.xml"/><Relationship Id="rId46" Type="http://schemas.openxmlformats.org/officeDocument/2006/relationships/customXml" Target="../ink/ink380.xml"/><Relationship Id="rId20" Type="http://schemas.openxmlformats.org/officeDocument/2006/relationships/customXml" Target="../ink/ink367.xml"/><Relationship Id="rId41" Type="http://schemas.openxmlformats.org/officeDocument/2006/relationships/image" Target="../media/image376.png"/><Relationship Id="rId54" Type="http://schemas.openxmlformats.org/officeDocument/2006/relationships/customXml" Target="../ink/ink38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60.xml"/><Relationship Id="rId15" Type="http://schemas.openxmlformats.org/officeDocument/2006/relationships/image" Target="../media/image363.png"/><Relationship Id="rId23" Type="http://schemas.openxmlformats.org/officeDocument/2006/relationships/image" Target="../media/image367.png"/><Relationship Id="rId28" Type="http://schemas.openxmlformats.org/officeDocument/2006/relationships/customXml" Target="../ink/ink371.xml"/><Relationship Id="rId36" Type="http://schemas.openxmlformats.org/officeDocument/2006/relationships/customXml" Target="../ink/ink375.xml"/><Relationship Id="rId49" Type="http://schemas.openxmlformats.org/officeDocument/2006/relationships/image" Target="../media/image380.png"/><Relationship Id="rId57" Type="http://schemas.openxmlformats.org/officeDocument/2006/relationships/image" Target="../media/image384.png"/><Relationship Id="rId10" Type="http://schemas.openxmlformats.org/officeDocument/2006/relationships/customXml" Target="../ink/ink362.xml"/><Relationship Id="rId31" Type="http://schemas.openxmlformats.org/officeDocument/2006/relationships/image" Target="../media/image371.png"/><Relationship Id="rId44" Type="http://schemas.openxmlformats.org/officeDocument/2006/relationships/customXml" Target="../ink/ink379.xml"/><Relationship Id="rId52" Type="http://schemas.openxmlformats.org/officeDocument/2006/relationships/customXml" Target="../ink/ink383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42.png"/><Relationship Id="rId299" Type="http://schemas.openxmlformats.org/officeDocument/2006/relationships/image" Target="../media/image532.png"/><Relationship Id="rId21" Type="http://schemas.openxmlformats.org/officeDocument/2006/relationships/image" Target="../media/image394.png"/><Relationship Id="rId63" Type="http://schemas.openxmlformats.org/officeDocument/2006/relationships/image" Target="../media/image415.png"/><Relationship Id="rId159" Type="http://schemas.openxmlformats.org/officeDocument/2006/relationships/image" Target="../media/image463.png"/><Relationship Id="rId324" Type="http://schemas.openxmlformats.org/officeDocument/2006/relationships/customXml" Target="../ink/ink547.xml"/><Relationship Id="rId366" Type="http://schemas.openxmlformats.org/officeDocument/2006/relationships/image" Target="../media/image565.png"/><Relationship Id="rId170" Type="http://schemas.openxmlformats.org/officeDocument/2006/relationships/customXml" Target="../ink/ink470.xml"/><Relationship Id="rId226" Type="http://schemas.openxmlformats.org/officeDocument/2006/relationships/customXml" Target="../ink/ink498.xml"/><Relationship Id="rId433" Type="http://schemas.openxmlformats.org/officeDocument/2006/relationships/customXml" Target="../ink/ink602.xml"/><Relationship Id="rId268" Type="http://schemas.openxmlformats.org/officeDocument/2006/relationships/customXml" Target="../ink/ink519.xml"/><Relationship Id="rId32" Type="http://schemas.openxmlformats.org/officeDocument/2006/relationships/customXml" Target="../ink/ink401.xml"/><Relationship Id="rId74" Type="http://schemas.openxmlformats.org/officeDocument/2006/relationships/customXml" Target="../ink/ink422.xml"/><Relationship Id="rId128" Type="http://schemas.openxmlformats.org/officeDocument/2006/relationships/customXml" Target="../ink/ink449.xml"/><Relationship Id="rId335" Type="http://schemas.openxmlformats.org/officeDocument/2006/relationships/customXml" Target="../ink/ink553.xml"/><Relationship Id="rId377" Type="http://schemas.openxmlformats.org/officeDocument/2006/relationships/customXml" Target="../ink/ink574.xml"/><Relationship Id="rId5" Type="http://schemas.openxmlformats.org/officeDocument/2006/relationships/image" Target="../media/image386.png"/><Relationship Id="rId181" Type="http://schemas.openxmlformats.org/officeDocument/2006/relationships/image" Target="../media/image474.png"/><Relationship Id="rId237" Type="http://schemas.openxmlformats.org/officeDocument/2006/relationships/image" Target="../media/image502.png"/><Relationship Id="rId402" Type="http://schemas.openxmlformats.org/officeDocument/2006/relationships/image" Target="../media/image583.png"/><Relationship Id="rId279" Type="http://schemas.openxmlformats.org/officeDocument/2006/relationships/image" Target="../media/image523.png"/><Relationship Id="rId444" Type="http://schemas.openxmlformats.org/officeDocument/2006/relationships/image" Target="../media/image604.png"/><Relationship Id="rId43" Type="http://schemas.openxmlformats.org/officeDocument/2006/relationships/image" Target="../media/image405.png"/><Relationship Id="rId139" Type="http://schemas.openxmlformats.org/officeDocument/2006/relationships/image" Target="../media/image453.png"/><Relationship Id="rId290" Type="http://schemas.openxmlformats.org/officeDocument/2006/relationships/customXml" Target="../ink/ink530.xml"/><Relationship Id="rId304" Type="http://schemas.openxmlformats.org/officeDocument/2006/relationships/customXml" Target="../ink/ink537.xml"/><Relationship Id="rId346" Type="http://schemas.openxmlformats.org/officeDocument/2006/relationships/image" Target="../media/image555.png"/><Relationship Id="rId388" Type="http://schemas.openxmlformats.org/officeDocument/2006/relationships/image" Target="../media/image576.png"/><Relationship Id="rId85" Type="http://schemas.openxmlformats.org/officeDocument/2006/relationships/image" Target="../media/image426.png"/><Relationship Id="rId150" Type="http://schemas.openxmlformats.org/officeDocument/2006/relationships/customXml" Target="../ink/ink460.xml"/><Relationship Id="rId192" Type="http://schemas.openxmlformats.org/officeDocument/2006/relationships/customXml" Target="../ink/ink481.xml"/><Relationship Id="rId206" Type="http://schemas.openxmlformats.org/officeDocument/2006/relationships/customXml" Target="../ink/ink488.xml"/><Relationship Id="rId413" Type="http://schemas.openxmlformats.org/officeDocument/2006/relationships/customXml" Target="../ink/ink592.xml"/><Relationship Id="rId248" Type="http://schemas.openxmlformats.org/officeDocument/2006/relationships/customXml" Target="../ink/ink509.xml"/><Relationship Id="rId12" Type="http://schemas.openxmlformats.org/officeDocument/2006/relationships/customXml" Target="../ink/ink391.xml"/><Relationship Id="rId108" Type="http://schemas.openxmlformats.org/officeDocument/2006/relationships/customXml" Target="../ink/ink439.xml"/><Relationship Id="rId315" Type="http://schemas.openxmlformats.org/officeDocument/2006/relationships/image" Target="../media/image540.png"/><Relationship Id="rId357" Type="http://schemas.openxmlformats.org/officeDocument/2006/relationships/customXml" Target="../ink/ink564.xml"/><Relationship Id="rId54" Type="http://schemas.openxmlformats.org/officeDocument/2006/relationships/customXml" Target="../ink/ink412.xml"/><Relationship Id="rId96" Type="http://schemas.openxmlformats.org/officeDocument/2006/relationships/customXml" Target="../ink/ink433.xml"/><Relationship Id="rId161" Type="http://schemas.openxmlformats.org/officeDocument/2006/relationships/image" Target="../media/image464.png"/><Relationship Id="rId217" Type="http://schemas.openxmlformats.org/officeDocument/2006/relationships/image" Target="../media/image492.png"/><Relationship Id="rId399" Type="http://schemas.openxmlformats.org/officeDocument/2006/relationships/customXml" Target="../ink/ink585.xml"/><Relationship Id="rId259" Type="http://schemas.openxmlformats.org/officeDocument/2006/relationships/image" Target="../media/image513.png"/><Relationship Id="rId424" Type="http://schemas.openxmlformats.org/officeDocument/2006/relationships/image" Target="../media/image594.png"/><Relationship Id="rId23" Type="http://schemas.openxmlformats.org/officeDocument/2006/relationships/image" Target="../media/image395.png"/><Relationship Id="rId119" Type="http://schemas.openxmlformats.org/officeDocument/2006/relationships/image" Target="../media/image443.png"/><Relationship Id="rId270" Type="http://schemas.openxmlformats.org/officeDocument/2006/relationships/customXml" Target="../ink/ink520.xml"/><Relationship Id="rId326" Type="http://schemas.openxmlformats.org/officeDocument/2006/relationships/image" Target="../media/image545.png"/><Relationship Id="rId65" Type="http://schemas.openxmlformats.org/officeDocument/2006/relationships/image" Target="../media/image416.png"/><Relationship Id="rId130" Type="http://schemas.openxmlformats.org/officeDocument/2006/relationships/customXml" Target="../ink/ink450.xml"/><Relationship Id="rId368" Type="http://schemas.openxmlformats.org/officeDocument/2006/relationships/image" Target="../media/image566.png"/><Relationship Id="rId172" Type="http://schemas.openxmlformats.org/officeDocument/2006/relationships/customXml" Target="../ink/ink471.xml"/><Relationship Id="rId228" Type="http://schemas.openxmlformats.org/officeDocument/2006/relationships/customXml" Target="../ink/ink499.xml"/><Relationship Id="rId435" Type="http://schemas.openxmlformats.org/officeDocument/2006/relationships/customXml" Target="../ink/ink603.xml"/><Relationship Id="rId281" Type="http://schemas.openxmlformats.org/officeDocument/2006/relationships/image" Target="../media/image524.png"/><Relationship Id="rId337" Type="http://schemas.openxmlformats.org/officeDocument/2006/relationships/customXml" Target="../ink/ink554.xml"/><Relationship Id="rId34" Type="http://schemas.openxmlformats.org/officeDocument/2006/relationships/customXml" Target="../ink/ink402.xml"/><Relationship Id="rId76" Type="http://schemas.openxmlformats.org/officeDocument/2006/relationships/customXml" Target="../ink/ink423.xml"/><Relationship Id="rId141" Type="http://schemas.openxmlformats.org/officeDocument/2006/relationships/image" Target="../media/image454.png"/><Relationship Id="rId379" Type="http://schemas.openxmlformats.org/officeDocument/2006/relationships/customXml" Target="../ink/ink575.xml"/><Relationship Id="rId7" Type="http://schemas.openxmlformats.org/officeDocument/2006/relationships/image" Target="../media/image387.png"/><Relationship Id="rId183" Type="http://schemas.openxmlformats.org/officeDocument/2006/relationships/image" Target="../media/image475.png"/><Relationship Id="rId239" Type="http://schemas.openxmlformats.org/officeDocument/2006/relationships/image" Target="../media/image503.png"/><Relationship Id="rId390" Type="http://schemas.openxmlformats.org/officeDocument/2006/relationships/image" Target="../media/image577.png"/><Relationship Id="rId404" Type="http://schemas.openxmlformats.org/officeDocument/2006/relationships/image" Target="../media/image584.png"/><Relationship Id="rId446" Type="http://schemas.openxmlformats.org/officeDocument/2006/relationships/image" Target="../media/image605.png"/><Relationship Id="rId250" Type="http://schemas.openxmlformats.org/officeDocument/2006/relationships/customXml" Target="../ink/ink510.xml"/><Relationship Id="rId292" Type="http://schemas.openxmlformats.org/officeDocument/2006/relationships/customXml" Target="../ink/ink531.xml"/><Relationship Id="rId306" Type="http://schemas.openxmlformats.org/officeDocument/2006/relationships/customXml" Target="../ink/ink538.xml"/><Relationship Id="rId45" Type="http://schemas.openxmlformats.org/officeDocument/2006/relationships/image" Target="../media/image406.png"/><Relationship Id="rId87" Type="http://schemas.openxmlformats.org/officeDocument/2006/relationships/image" Target="../media/image427.png"/><Relationship Id="rId110" Type="http://schemas.openxmlformats.org/officeDocument/2006/relationships/customXml" Target="../ink/ink440.xml"/><Relationship Id="rId348" Type="http://schemas.openxmlformats.org/officeDocument/2006/relationships/image" Target="../media/image556.png"/><Relationship Id="rId152" Type="http://schemas.openxmlformats.org/officeDocument/2006/relationships/customXml" Target="../ink/ink461.xml"/><Relationship Id="rId194" Type="http://schemas.openxmlformats.org/officeDocument/2006/relationships/customXml" Target="../ink/ink482.xml"/><Relationship Id="rId208" Type="http://schemas.openxmlformats.org/officeDocument/2006/relationships/customXml" Target="../ink/ink489.xml"/><Relationship Id="rId415" Type="http://schemas.openxmlformats.org/officeDocument/2006/relationships/customXml" Target="../ink/ink593.xml"/><Relationship Id="rId261" Type="http://schemas.openxmlformats.org/officeDocument/2006/relationships/image" Target="../media/image514.png"/><Relationship Id="rId14" Type="http://schemas.openxmlformats.org/officeDocument/2006/relationships/customXml" Target="../ink/ink392.xml"/><Relationship Id="rId56" Type="http://schemas.openxmlformats.org/officeDocument/2006/relationships/customXml" Target="../ink/ink413.xml"/><Relationship Id="rId317" Type="http://schemas.openxmlformats.org/officeDocument/2006/relationships/image" Target="../media/image541.png"/><Relationship Id="rId359" Type="http://schemas.openxmlformats.org/officeDocument/2006/relationships/customXml" Target="../ink/ink565.xml"/><Relationship Id="rId98" Type="http://schemas.openxmlformats.org/officeDocument/2006/relationships/customXml" Target="../ink/ink434.xml"/><Relationship Id="rId121" Type="http://schemas.openxmlformats.org/officeDocument/2006/relationships/image" Target="../media/image444.png"/><Relationship Id="rId163" Type="http://schemas.openxmlformats.org/officeDocument/2006/relationships/image" Target="../media/image465.png"/><Relationship Id="rId219" Type="http://schemas.openxmlformats.org/officeDocument/2006/relationships/image" Target="../media/image493.png"/><Relationship Id="rId370" Type="http://schemas.openxmlformats.org/officeDocument/2006/relationships/image" Target="../media/image567.png"/><Relationship Id="rId426" Type="http://schemas.openxmlformats.org/officeDocument/2006/relationships/image" Target="../media/image595.png"/><Relationship Id="rId230" Type="http://schemas.openxmlformats.org/officeDocument/2006/relationships/customXml" Target="../ink/ink500.xml"/><Relationship Id="rId25" Type="http://schemas.openxmlformats.org/officeDocument/2006/relationships/image" Target="../media/image396.png"/><Relationship Id="rId67" Type="http://schemas.openxmlformats.org/officeDocument/2006/relationships/image" Target="../media/image417.png"/><Relationship Id="rId272" Type="http://schemas.openxmlformats.org/officeDocument/2006/relationships/customXml" Target="../ink/ink521.xml"/><Relationship Id="rId328" Type="http://schemas.openxmlformats.org/officeDocument/2006/relationships/image" Target="../media/image546.png"/><Relationship Id="rId132" Type="http://schemas.openxmlformats.org/officeDocument/2006/relationships/customXml" Target="../ink/ink451.xml"/><Relationship Id="rId174" Type="http://schemas.openxmlformats.org/officeDocument/2006/relationships/customXml" Target="../ink/ink472.xml"/><Relationship Id="rId381" Type="http://schemas.openxmlformats.org/officeDocument/2006/relationships/customXml" Target="../ink/ink576.xml"/><Relationship Id="rId241" Type="http://schemas.openxmlformats.org/officeDocument/2006/relationships/image" Target="../media/image504.png"/><Relationship Id="rId437" Type="http://schemas.openxmlformats.org/officeDocument/2006/relationships/customXml" Target="../ink/ink604.xml"/><Relationship Id="rId36" Type="http://schemas.openxmlformats.org/officeDocument/2006/relationships/customXml" Target="../ink/ink403.xml"/><Relationship Id="rId283" Type="http://schemas.openxmlformats.org/officeDocument/2006/relationships/image" Target="../media/image203.png"/><Relationship Id="rId339" Type="http://schemas.openxmlformats.org/officeDocument/2006/relationships/customXml" Target="../ink/ink555.xml"/><Relationship Id="rId78" Type="http://schemas.openxmlformats.org/officeDocument/2006/relationships/customXml" Target="../ink/ink424.xml"/><Relationship Id="rId101" Type="http://schemas.openxmlformats.org/officeDocument/2006/relationships/image" Target="../media/image434.png"/><Relationship Id="rId143" Type="http://schemas.openxmlformats.org/officeDocument/2006/relationships/image" Target="../media/image455.png"/><Relationship Id="rId185" Type="http://schemas.openxmlformats.org/officeDocument/2006/relationships/image" Target="../media/image476.png"/><Relationship Id="rId350" Type="http://schemas.openxmlformats.org/officeDocument/2006/relationships/image" Target="../media/image557.png"/><Relationship Id="rId406" Type="http://schemas.openxmlformats.org/officeDocument/2006/relationships/image" Target="../media/image585.png"/><Relationship Id="rId9" Type="http://schemas.openxmlformats.org/officeDocument/2006/relationships/image" Target="../media/image388.png"/><Relationship Id="rId210" Type="http://schemas.openxmlformats.org/officeDocument/2006/relationships/customXml" Target="../ink/ink490.xml"/><Relationship Id="rId392" Type="http://schemas.openxmlformats.org/officeDocument/2006/relationships/image" Target="../media/image578.png"/><Relationship Id="rId448" Type="http://schemas.openxmlformats.org/officeDocument/2006/relationships/image" Target="../media/image606.png"/><Relationship Id="rId252" Type="http://schemas.openxmlformats.org/officeDocument/2006/relationships/customXml" Target="../ink/ink511.xml"/><Relationship Id="rId294" Type="http://schemas.openxmlformats.org/officeDocument/2006/relationships/customXml" Target="../ink/ink532.xml"/><Relationship Id="rId308" Type="http://schemas.openxmlformats.org/officeDocument/2006/relationships/customXml" Target="../ink/ink539.xml"/><Relationship Id="rId47" Type="http://schemas.openxmlformats.org/officeDocument/2006/relationships/image" Target="../media/image407.png"/><Relationship Id="rId89" Type="http://schemas.openxmlformats.org/officeDocument/2006/relationships/image" Target="../media/image428.png"/><Relationship Id="rId112" Type="http://schemas.openxmlformats.org/officeDocument/2006/relationships/customXml" Target="../ink/ink441.xml"/><Relationship Id="rId154" Type="http://schemas.openxmlformats.org/officeDocument/2006/relationships/customXml" Target="../ink/ink462.xml"/><Relationship Id="rId361" Type="http://schemas.openxmlformats.org/officeDocument/2006/relationships/customXml" Target="../ink/ink566.xml"/><Relationship Id="rId196" Type="http://schemas.openxmlformats.org/officeDocument/2006/relationships/customXml" Target="../ink/ink483.xml"/><Relationship Id="rId417" Type="http://schemas.openxmlformats.org/officeDocument/2006/relationships/customXml" Target="../ink/ink594.xml"/><Relationship Id="rId16" Type="http://schemas.openxmlformats.org/officeDocument/2006/relationships/customXml" Target="../ink/ink393.xml"/><Relationship Id="rId221" Type="http://schemas.openxmlformats.org/officeDocument/2006/relationships/image" Target="../media/image494.png"/><Relationship Id="rId263" Type="http://schemas.openxmlformats.org/officeDocument/2006/relationships/image" Target="../media/image515.png"/><Relationship Id="rId319" Type="http://schemas.openxmlformats.org/officeDocument/2006/relationships/image" Target="../media/image542.png"/><Relationship Id="rId58" Type="http://schemas.openxmlformats.org/officeDocument/2006/relationships/customXml" Target="../ink/ink414.xml"/><Relationship Id="rId123" Type="http://schemas.openxmlformats.org/officeDocument/2006/relationships/image" Target="../media/image445.png"/><Relationship Id="rId330" Type="http://schemas.openxmlformats.org/officeDocument/2006/relationships/image" Target="../media/image547.png"/><Relationship Id="rId165" Type="http://schemas.openxmlformats.org/officeDocument/2006/relationships/image" Target="../media/image466.png"/><Relationship Id="rId372" Type="http://schemas.openxmlformats.org/officeDocument/2006/relationships/image" Target="../media/image568.png"/><Relationship Id="rId428" Type="http://schemas.openxmlformats.org/officeDocument/2006/relationships/image" Target="../media/image596.png"/><Relationship Id="rId232" Type="http://schemas.openxmlformats.org/officeDocument/2006/relationships/customXml" Target="../ink/ink501.xml"/><Relationship Id="rId274" Type="http://schemas.openxmlformats.org/officeDocument/2006/relationships/customXml" Target="../ink/ink522.xml"/><Relationship Id="rId27" Type="http://schemas.openxmlformats.org/officeDocument/2006/relationships/image" Target="../media/image397.png"/><Relationship Id="rId69" Type="http://schemas.openxmlformats.org/officeDocument/2006/relationships/image" Target="../media/image418.png"/><Relationship Id="rId134" Type="http://schemas.openxmlformats.org/officeDocument/2006/relationships/customXml" Target="../ink/ink452.xml"/><Relationship Id="rId80" Type="http://schemas.openxmlformats.org/officeDocument/2006/relationships/customXml" Target="../ink/ink425.xml"/><Relationship Id="rId176" Type="http://schemas.openxmlformats.org/officeDocument/2006/relationships/customXml" Target="../ink/ink473.xml"/><Relationship Id="rId341" Type="http://schemas.openxmlformats.org/officeDocument/2006/relationships/customXml" Target="../ink/ink556.xml"/><Relationship Id="rId383" Type="http://schemas.openxmlformats.org/officeDocument/2006/relationships/customXml" Target="../ink/ink577.xml"/><Relationship Id="rId439" Type="http://schemas.openxmlformats.org/officeDocument/2006/relationships/customXml" Target="../ink/ink605.xml"/><Relationship Id="rId201" Type="http://schemas.openxmlformats.org/officeDocument/2006/relationships/image" Target="../media/image484.png"/><Relationship Id="rId243" Type="http://schemas.openxmlformats.org/officeDocument/2006/relationships/image" Target="../media/image505.png"/><Relationship Id="rId285" Type="http://schemas.openxmlformats.org/officeDocument/2006/relationships/image" Target="../media/image525.png"/><Relationship Id="rId450" Type="http://schemas.openxmlformats.org/officeDocument/2006/relationships/image" Target="../media/image607.png"/><Relationship Id="rId38" Type="http://schemas.openxmlformats.org/officeDocument/2006/relationships/customXml" Target="../ink/ink404.xml"/><Relationship Id="rId103" Type="http://schemas.openxmlformats.org/officeDocument/2006/relationships/image" Target="../media/image435.png"/><Relationship Id="rId310" Type="http://schemas.openxmlformats.org/officeDocument/2006/relationships/customXml" Target="../ink/ink540.xml"/><Relationship Id="rId91" Type="http://schemas.openxmlformats.org/officeDocument/2006/relationships/image" Target="../media/image429.png"/><Relationship Id="rId145" Type="http://schemas.openxmlformats.org/officeDocument/2006/relationships/image" Target="../media/image456.png"/><Relationship Id="rId187" Type="http://schemas.openxmlformats.org/officeDocument/2006/relationships/image" Target="../media/image477.png"/><Relationship Id="rId352" Type="http://schemas.openxmlformats.org/officeDocument/2006/relationships/image" Target="../media/image558.png"/><Relationship Id="rId394" Type="http://schemas.openxmlformats.org/officeDocument/2006/relationships/image" Target="../media/image579.png"/><Relationship Id="rId408" Type="http://schemas.openxmlformats.org/officeDocument/2006/relationships/image" Target="../media/image586.png"/><Relationship Id="rId212" Type="http://schemas.openxmlformats.org/officeDocument/2006/relationships/customXml" Target="../ink/ink491.xml"/><Relationship Id="rId254" Type="http://schemas.openxmlformats.org/officeDocument/2006/relationships/customXml" Target="../ink/ink512.xml"/><Relationship Id="rId49" Type="http://schemas.openxmlformats.org/officeDocument/2006/relationships/image" Target="../media/image408.png"/><Relationship Id="rId114" Type="http://schemas.openxmlformats.org/officeDocument/2006/relationships/customXml" Target="../ink/ink442.xml"/><Relationship Id="rId296" Type="http://schemas.openxmlformats.org/officeDocument/2006/relationships/customXml" Target="../ink/ink533.xml"/><Relationship Id="rId60" Type="http://schemas.openxmlformats.org/officeDocument/2006/relationships/customXml" Target="../ink/ink415.xml"/><Relationship Id="rId156" Type="http://schemas.openxmlformats.org/officeDocument/2006/relationships/customXml" Target="../ink/ink463.xml"/><Relationship Id="rId198" Type="http://schemas.openxmlformats.org/officeDocument/2006/relationships/customXml" Target="../ink/ink484.xml"/><Relationship Id="rId321" Type="http://schemas.openxmlformats.org/officeDocument/2006/relationships/image" Target="../media/image543.png"/><Relationship Id="rId363" Type="http://schemas.openxmlformats.org/officeDocument/2006/relationships/customXml" Target="../ink/ink567.xml"/><Relationship Id="rId419" Type="http://schemas.openxmlformats.org/officeDocument/2006/relationships/customXml" Target="../ink/ink595.xml"/><Relationship Id="rId223" Type="http://schemas.openxmlformats.org/officeDocument/2006/relationships/image" Target="../media/image495.png"/><Relationship Id="rId430" Type="http://schemas.openxmlformats.org/officeDocument/2006/relationships/image" Target="../media/image597.png"/><Relationship Id="rId18" Type="http://schemas.openxmlformats.org/officeDocument/2006/relationships/customXml" Target="../ink/ink394.xml"/><Relationship Id="rId265" Type="http://schemas.openxmlformats.org/officeDocument/2006/relationships/image" Target="../media/image516.png"/><Relationship Id="rId50" Type="http://schemas.openxmlformats.org/officeDocument/2006/relationships/customXml" Target="../ink/ink410.xml"/><Relationship Id="rId104" Type="http://schemas.openxmlformats.org/officeDocument/2006/relationships/customXml" Target="../ink/ink437.xml"/><Relationship Id="rId125" Type="http://schemas.openxmlformats.org/officeDocument/2006/relationships/image" Target="../media/image446.png"/><Relationship Id="rId146" Type="http://schemas.openxmlformats.org/officeDocument/2006/relationships/customXml" Target="../ink/ink458.xml"/><Relationship Id="rId167" Type="http://schemas.openxmlformats.org/officeDocument/2006/relationships/image" Target="../media/image467.png"/><Relationship Id="rId188" Type="http://schemas.openxmlformats.org/officeDocument/2006/relationships/customXml" Target="../ink/ink479.xml"/><Relationship Id="rId311" Type="http://schemas.openxmlformats.org/officeDocument/2006/relationships/image" Target="../media/image538.png"/><Relationship Id="rId332" Type="http://schemas.openxmlformats.org/officeDocument/2006/relationships/image" Target="../media/image548.png"/><Relationship Id="rId353" Type="http://schemas.openxmlformats.org/officeDocument/2006/relationships/customXml" Target="../ink/ink562.xml"/><Relationship Id="rId374" Type="http://schemas.openxmlformats.org/officeDocument/2006/relationships/image" Target="../media/image569.png"/><Relationship Id="rId395" Type="http://schemas.openxmlformats.org/officeDocument/2006/relationships/customXml" Target="../ink/ink583.xml"/><Relationship Id="rId409" Type="http://schemas.openxmlformats.org/officeDocument/2006/relationships/customXml" Target="../ink/ink590.xml"/><Relationship Id="rId71" Type="http://schemas.openxmlformats.org/officeDocument/2006/relationships/image" Target="../media/image419.png"/><Relationship Id="rId92" Type="http://schemas.openxmlformats.org/officeDocument/2006/relationships/customXml" Target="../ink/ink431.xml"/><Relationship Id="rId213" Type="http://schemas.openxmlformats.org/officeDocument/2006/relationships/image" Target="../media/image490.png"/><Relationship Id="rId234" Type="http://schemas.openxmlformats.org/officeDocument/2006/relationships/customXml" Target="../ink/ink502.xml"/><Relationship Id="rId420" Type="http://schemas.openxmlformats.org/officeDocument/2006/relationships/image" Target="../media/image592.png"/><Relationship Id="rId2" Type="http://schemas.openxmlformats.org/officeDocument/2006/relationships/customXml" Target="../ink/ink386.xml"/><Relationship Id="rId29" Type="http://schemas.openxmlformats.org/officeDocument/2006/relationships/image" Target="../media/image398.png"/><Relationship Id="rId255" Type="http://schemas.openxmlformats.org/officeDocument/2006/relationships/image" Target="../media/image511.png"/><Relationship Id="rId276" Type="http://schemas.openxmlformats.org/officeDocument/2006/relationships/customXml" Target="../ink/ink523.xml"/><Relationship Id="rId297" Type="http://schemas.openxmlformats.org/officeDocument/2006/relationships/image" Target="../media/image531.png"/><Relationship Id="rId441" Type="http://schemas.openxmlformats.org/officeDocument/2006/relationships/customXml" Target="../ink/ink606.xml"/><Relationship Id="rId40" Type="http://schemas.openxmlformats.org/officeDocument/2006/relationships/customXml" Target="../ink/ink405.xml"/><Relationship Id="rId115" Type="http://schemas.openxmlformats.org/officeDocument/2006/relationships/image" Target="../media/image441.png"/><Relationship Id="rId136" Type="http://schemas.openxmlformats.org/officeDocument/2006/relationships/customXml" Target="../ink/ink453.xml"/><Relationship Id="rId157" Type="http://schemas.openxmlformats.org/officeDocument/2006/relationships/image" Target="../media/image462.png"/><Relationship Id="rId178" Type="http://schemas.openxmlformats.org/officeDocument/2006/relationships/customXml" Target="../ink/ink474.xml"/><Relationship Id="rId301" Type="http://schemas.openxmlformats.org/officeDocument/2006/relationships/image" Target="../media/image533.png"/><Relationship Id="rId322" Type="http://schemas.openxmlformats.org/officeDocument/2006/relationships/customXml" Target="../ink/ink546.xml"/><Relationship Id="rId343" Type="http://schemas.openxmlformats.org/officeDocument/2006/relationships/customXml" Target="../ink/ink557.xml"/><Relationship Id="rId364" Type="http://schemas.openxmlformats.org/officeDocument/2006/relationships/image" Target="../media/image564.png"/><Relationship Id="rId61" Type="http://schemas.openxmlformats.org/officeDocument/2006/relationships/image" Target="../media/image414.png"/><Relationship Id="rId82" Type="http://schemas.openxmlformats.org/officeDocument/2006/relationships/customXml" Target="../ink/ink426.xml"/><Relationship Id="rId199" Type="http://schemas.openxmlformats.org/officeDocument/2006/relationships/image" Target="../media/image483.png"/><Relationship Id="rId203" Type="http://schemas.openxmlformats.org/officeDocument/2006/relationships/image" Target="../media/image485.png"/><Relationship Id="rId385" Type="http://schemas.openxmlformats.org/officeDocument/2006/relationships/customXml" Target="../ink/ink578.xml"/><Relationship Id="rId19" Type="http://schemas.openxmlformats.org/officeDocument/2006/relationships/image" Target="../media/image393.png"/><Relationship Id="rId224" Type="http://schemas.openxmlformats.org/officeDocument/2006/relationships/customXml" Target="../ink/ink497.xml"/><Relationship Id="rId245" Type="http://schemas.openxmlformats.org/officeDocument/2006/relationships/image" Target="../media/image506.png"/><Relationship Id="rId266" Type="http://schemas.openxmlformats.org/officeDocument/2006/relationships/customXml" Target="../ink/ink518.xml"/><Relationship Id="rId287" Type="http://schemas.openxmlformats.org/officeDocument/2006/relationships/image" Target="../media/image526.png"/><Relationship Id="rId410" Type="http://schemas.openxmlformats.org/officeDocument/2006/relationships/image" Target="../media/image587.png"/><Relationship Id="rId431" Type="http://schemas.openxmlformats.org/officeDocument/2006/relationships/customXml" Target="../ink/ink601.xml"/><Relationship Id="rId452" Type="http://schemas.openxmlformats.org/officeDocument/2006/relationships/image" Target="../media/image608.png"/><Relationship Id="rId30" Type="http://schemas.openxmlformats.org/officeDocument/2006/relationships/customXml" Target="../ink/ink400.xml"/><Relationship Id="rId105" Type="http://schemas.openxmlformats.org/officeDocument/2006/relationships/image" Target="../media/image436.png"/><Relationship Id="rId126" Type="http://schemas.openxmlformats.org/officeDocument/2006/relationships/customXml" Target="../ink/ink448.xml"/><Relationship Id="rId147" Type="http://schemas.openxmlformats.org/officeDocument/2006/relationships/image" Target="../media/image457.png"/><Relationship Id="rId168" Type="http://schemas.openxmlformats.org/officeDocument/2006/relationships/customXml" Target="../ink/ink469.xml"/><Relationship Id="rId312" Type="http://schemas.openxmlformats.org/officeDocument/2006/relationships/customXml" Target="../ink/ink541.xml"/><Relationship Id="rId333" Type="http://schemas.openxmlformats.org/officeDocument/2006/relationships/customXml" Target="../ink/ink552.xml"/><Relationship Id="rId354" Type="http://schemas.openxmlformats.org/officeDocument/2006/relationships/image" Target="../media/image559.png"/><Relationship Id="rId51" Type="http://schemas.openxmlformats.org/officeDocument/2006/relationships/image" Target="../media/image409.png"/><Relationship Id="rId72" Type="http://schemas.openxmlformats.org/officeDocument/2006/relationships/customXml" Target="../ink/ink421.xml"/><Relationship Id="rId93" Type="http://schemas.openxmlformats.org/officeDocument/2006/relationships/image" Target="../media/image430.png"/><Relationship Id="rId189" Type="http://schemas.openxmlformats.org/officeDocument/2006/relationships/image" Target="../media/image478.png"/><Relationship Id="rId375" Type="http://schemas.openxmlformats.org/officeDocument/2006/relationships/customXml" Target="../ink/ink573.xml"/><Relationship Id="rId396" Type="http://schemas.openxmlformats.org/officeDocument/2006/relationships/image" Target="../media/image580.png"/><Relationship Id="rId3" Type="http://schemas.openxmlformats.org/officeDocument/2006/relationships/image" Target="../media/image385.png"/><Relationship Id="rId214" Type="http://schemas.openxmlformats.org/officeDocument/2006/relationships/customXml" Target="../ink/ink492.xml"/><Relationship Id="rId235" Type="http://schemas.openxmlformats.org/officeDocument/2006/relationships/image" Target="../media/image501.png"/><Relationship Id="rId256" Type="http://schemas.openxmlformats.org/officeDocument/2006/relationships/customXml" Target="../ink/ink513.xml"/><Relationship Id="rId277" Type="http://schemas.openxmlformats.org/officeDocument/2006/relationships/image" Target="../media/image522.png"/><Relationship Id="rId298" Type="http://schemas.openxmlformats.org/officeDocument/2006/relationships/customXml" Target="../ink/ink534.xml"/><Relationship Id="rId400" Type="http://schemas.openxmlformats.org/officeDocument/2006/relationships/image" Target="../media/image582.png"/><Relationship Id="rId421" Type="http://schemas.openxmlformats.org/officeDocument/2006/relationships/customXml" Target="../ink/ink596.xml"/><Relationship Id="rId442" Type="http://schemas.openxmlformats.org/officeDocument/2006/relationships/image" Target="../media/image603.png"/><Relationship Id="rId116" Type="http://schemas.openxmlformats.org/officeDocument/2006/relationships/customXml" Target="../ink/ink443.xml"/><Relationship Id="rId137" Type="http://schemas.openxmlformats.org/officeDocument/2006/relationships/image" Target="../media/image452.png"/><Relationship Id="rId158" Type="http://schemas.openxmlformats.org/officeDocument/2006/relationships/customXml" Target="../ink/ink464.xml"/><Relationship Id="rId302" Type="http://schemas.openxmlformats.org/officeDocument/2006/relationships/customXml" Target="../ink/ink536.xml"/><Relationship Id="rId323" Type="http://schemas.openxmlformats.org/officeDocument/2006/relationships/image" Target="../media/image544.png"/><Relationship Id="rId344" Type="http://schemas.openxmlformats.org/officeDocument/2006/relationships/image" Target="../media/image554.png"/><Relationship Id="rId20" Type="http://schemas.openxmlformats.org/officeDocument/2006/relationships/customXml" Target="../ink/ink395.xml"/><Relationship Id="rId41" Type="http://schemas.openxmlformats.org/officeDocument/2006/relationships/image" Target="../media/image404.png"/><Relationship Id="rId62" Type="http://schemas.openxmlformats.org/officeDocument/2006/relationships/customXml" Target="../ink/ink416.xml"/><Relationship Id="rId83" Type="http://schemas.openxmlformats.org/officeDocument/2006/relationships/image" Target="../media/image425.png"/><Relationship Id="rId179" Type="http://schemas.openxmlformats.org/officeDocument/2006/relationships/image" Target="../media/image473.png"/><Relationship Id="rId365" Type="http://schemas.openxmlformats.org/officeDocument/2006/relationships/customXml" Target="../ink/ink568.xml"/><Relationship Id="rId386" Type="http://schemas.openxmlformats.org/officeDocument/2006/relationships/image" Target="../media/image575.png"/><Relationship Id="rId190" Type="http://schemas.openxmlformats.org/officeDocument/2006/relationships/customXml" Target="../ink/ink480.xml"/><Relationship Id="rId204" Type="http://schemas.openxmlformats.org/officeDocument/2006/relationships/customXml" Target="../ink/ink487.xml"/><Relationship Id="rId225" Type="http://schemas.openxmlformats.org/officeDocument/2006/relationships/image" Target="../media/image496.png"/><Relationship Id="rId246" Type="http://schemas.openxmlformats.org/officeDocument/2006/relationships/customXml" Target="../ink/ink508.xml"/><Relationship Id="rId267" Type="http://schemas.openxmlformats.org/officeDocument/2006/relationships/image" Target="../media/image517.png"/><Relationship Id="rId288" Type="http://schemas.openxmlformats.org/officeDocument/2006/relationships/customXml" Target="../ink/ink529.xml"/><Relationship Id="rId411" Type="http://schemas.openxmlformats.org/officeDocument/2006/relationships/customXml" Target="../ink/ink591.xml"/><Relationship Id="rId432" Type="http://schemas.openxmlformats.org/officeDocument/2006/relationships/image" Target="../media/image598.png"/><Relationship Id="rId106" Type="http://schemas.openxmlformats.org/officeDocument/2006/relationships/customXml" Target="../ink/ink438.xml"/><Relationship Id="rId127" Type="http://schemas.openxmlformats.org/officeDocument/2006/relationships/image" Target="../media/image447.png"/><Relationship Id="rId313" Type="http://schemas.openxmlformats.org/officeDocument/2006/relationships/image" Target="../media/image539.png"/><Relationship Id="rId10" Type="http://schemas.openxmlformats.org/officeDocument/2006/relationships/customXml" Target="../ink/ink390.xml"/><Relationship Id="rId31" Type="http://schemas.openxmlformats.org/officeDocument/2006/relationships/image" Target="../media/image399.png"/><Relationship Id="rId52" Type="http://schemas.openxmlformats.org/officeDocument/2006/relationships/customXml" Target="../ink/ink411.xml"/><Relationship Id="rId73" Type="http://schemas.openxmlformats.org/officeDocument/2006/relationships/image" Target="../media/image420.png"/><Relationship Id="rId94" Type="http://schemas.openxmlformats.org/officeDocument/2006/relationships/customXml" Target="../ink/ink432.xml"/><Relationship Id="rId148" Type="http://schemas.openxmlformats.org/officeDocument/2006/relationships/customXml" Target="../ink/ink459.xml"/><Relationship Id="rId169" Type="http://schemas.openxmlformats.org/officeDocument/2006/relationships/image" Target="../media/image468.png"/><Relationship Id="rId334" Type="http://schemas.openxmlformats.org/officeDocument/2006/relationships/image" Target="../media/image549.png"/><Relationship Id="rId355" Type="http://schemas.openxmlformats.org/officeDocument/2006/relationships/customXml" Target="../ink/ink563.xml"/><Relationship Id="rId376" Type="http://schemas.openxmlformats.org/officeDocument/2006/relationships/image" Target="../media/image570.png"/><Relationship Id="rId397" Type="http://schemas.openxmlformats.org/officeDocument/2006/relationships/customXml" Target="../ink/ink584.xml"/><Relationship Id="rId4" Type="http://schemas.openxmlformats.org/officeDocument/2006/relationships/customXml" Target="../ink/ink387.xml"/><Relationship Id="rId180" Type="http://schemas.openxmlformats.org/officeDocument/2006/relationships/customXml" Target="../ink/ink475.xml"/><Relationship Id="rId215" Type="http://schemas.openxmlformats.org/officeDocument/2006/relationships/image" Target="../media/image491.png"/><Relationship Id="rId236" Type="http://schemas.openxmlformats.org/officeDocument/2006/relationships/customXml" Target="../ink/ink503.xml"/><Relationship Id="rId257" Type="http://schemas.openxmlformats.org/officeDocument/2006/relationships/image" Target="../media/image512.png"/><Relationship Id="rId278" Type="http://schemas.openxmlformats.org/officeDocument/2006/relationships/customXml" Target="../ink/ink524.xml"/><Relationship Id="rId401" Type="http://schemas.openxmlformats.org/officeDocument/2006/relationships/customXml" Target="../ink/ink586.xml"/><Relationship Id="rId422" Type="http://schemas.openxmlformats.org/officeDocument/2006/relationships/image" Target="../media/image593.png"/><Relationship Id="rId443" Type="http://schemas.openxmlformats.org/officeDocument/2006/relationships/customXml" Target="../ink/ink607.xml"/><Relationship Id="rId303" Type="http://schemas.openxmlformats.org/officeDocument/2006/relationships/image" Target="../media/image534.png"/><Relationship Id="rId42" Type="http://schemas.openxmlformats.org/officeDocument/2006/relationships/customXml" Target="../ink/ink406.xml"/><Relationship Id="rId84" Type="http://schemas.openxmlformats.org/officeDocument/2006/relationships/customXml" Target="../ink/ink427.xml"/><Relationship Id="rId138" Type="http://schemas.openxmlformats.org/officeDocument/2006/relationships/customXml" Target="../ink/ink454.xml"/><Relationship Id="rId345" Type="http://schemas.openxmlformats.org/officeDocument/2006/relationships/customXml" Target="../ink/ink558.xml"/><Relationship Id="rId387" Type="http://schemas.openxmlformats.org/officeDocument/2006/relationships/customXml" Target="../ink/ink579.xml"/><Relationship Id="rId191" Type="http://schemas.openxmlformats.org/officeDocument/2006/relationships/image" Target="../media/image479.png"/><Relationship Id="rId205" Type="http://schemas.openxmlformats.org/officeDocument/2006/relationships/image" Target="../media/image486.png"/><Relationship Id="rId247" Type="http://schemas.openxmlformats.org/officeDocument/2006/relationships/image" Target="../media/image507.png"/><Relationship Id="rId412" Type="http://schemas.openxmlformats.org/officeDocument/2006/relationships/image" Target="../media/image588.png"/><Relationship Id="rId107" Type="http://schemas.openxmlformats.org/officeDocument/2006/relationships/image" Target="../media/image437.png"/><Relationship Id="rId289" Type="http://schemas.openxmlformats.org/officeDocument/2006/relationships/image" Target="../media/image527.png"/><Relationship Id="rId11" Type="http://schemas.openxmlformats.org/officeDocument/2006/relationships/image" Target="../media/image389.png"/><Relationship Id="rId53" Type="http://schemas.openxmlformats.org/officeDocument/2006/relationships/image" Target="../media/image410.png"/><Relationship Id="rId149" Type="http://schemas.openxmlformats.org/officeDocument/2006/relationships/image" Target="../media/image458.png"/><Relationship Id="rId314" Type="http://schemas.openxmlformats.org/officeDocument/2006/relationships/customXml" Target="../ink/ink542.xml"/><Relationship Id="rId356" Type="http://schemas.openxmlformats.org/officeDocument/2006/relationships/image" Target="../media/image560.png"/><Relationship Id="rId398" Type="http://schemas.openxmlformats.org/officeDocument/2006/relationships/image" Target="../media/image581.png"/><Relationship Id="rId95" Type="http://schemas.openxmlformats.org/officeDocument/2006/relationships/image" Target="../media/image431.png"/><Relationship Id="rId160" Type="http://schemas.openxmlformats.org/officeDocument/2006/relationships/customXml" Target="../ink/ink465.xml"/><Relationship Id="rId216" Type="http://schemas.openxmlformats.org/officeDocument/2006/relationships/customXml" Target="../ink/ink493.xml"/><Relationship Id="rId423" Type="http://schemas.openxmlformats.org/officeDocument/2006/relationships/customXml" Target="../ink/ink597.xml"/><Relationship Id="rId258" Type="http://schemas.openxmlformats.org/officeDocument/2006/relationships/customXml" Target="../ink/ink514.xml"/><Relationship Id="rId22" Type="http://schemas.openxmlformats.org/officeDocument/2006/relationships/customXml" Target="../ink/ink396.xml"/><Relationship Id="rId64" Type="http://schemas.openxmlformats.org/officeDocument/2006/relationships/customXml" Target="../ink/ink417.xml"/><Relationship Id="rId118" Type="http://schemas.openxmlformats.org/officeDocument/2006/relationships/customXml" Target="../ink/ink444.xml"/><Relationship Id="rId325" Type="http://schemas.openxmlformats.org/officeDocument/2006/relationships/customXml" Target="../ink/ink548.xml"/><Relationship Id="rId367" Type="http://schemas.openxmlformats.org/officeDocument/2006/relationships/customXml" Target="../ink/ink569.xml"/><Relationship Id="rId171" Type="http://schemas.openxmlformats.org/officeDocument/2006/relationships/image" Target="../media/image469.png"/><Relationship Id="rId227" Type="http://schemas.openxmlformats.org/officeDocument/2006/relationships/image" Target="../media/image497.png"/><Relationship Id="rId269" Type="http://schemas.openxmlformats.org/officeDocument/2006/relationships/image" Target="../media/image518.png"/><Relationship Id="rId434" Type="http://schemas.openxmlformats.org/officeDocument/2006/relationships/image" Target="../media/image599.png"/><Relationship Id="rId33" Type="http://schemas.openxmlformats.org/officeDocument/2006/relationships/image" Target="../media/image400.png"/><Relationship Id="rId129" Type="http://schemas.openxmlformats.org/officeDocument/2006/relationships/image" Target="../media/image448.png"/><Relationship Id="rId280" Type="http://schemas.openxmlformats.org/officeDocument/2006/relationships/customXml" Target="../ink/ink525.xml"/><Relationship Id="rId336" Type="http://schemas.openxmlformats.org/officeDocument/2006/relationships/image" Target="../media/image550.png"/><Relationship Id="rId75" Type="http://schemas.openxmlformats.org/officeDocument/2006/relationships/image" Target="../media/image421.png"/><Relationship Id="rId140" Type="http://schemas.openxmlformats.org/officeDocument/2006/relationships/customXml" Target="../ink/ink455.xml"/><Relationship Id="rId182" Type="http://schemas.openxmlformats.org/officeDocument/2006/relationships/customXml" Target="../ink/ink476.xml"/><Relationship Id="rId378" Type="http://schemas.openxmlformats.org/officeDocument/2006/relationships/image" Target="../media/image571.png"/><Relationship Id="rId403" Type="http://schemas.openxmlformats.org/officeDocument/2006/relationships/customXml" Target="../ink/ink587.xml"/><Relationship Id="rId6" Type="http://schemas.openxmlformats.org/officeDocument/2006/relationships/customXml" Target="../ink/ink388.xml"/><Relationship Id="rId238" Type="http://schemas.openxmlformats.org/officeDocument/2006/relationships/customXml" Target="../ink/ink504.xml"/><Relationship Id="rId445" Type="http://schemas.openxmlformats.org/officeDocument/2006/relationships/customXml" Target="../ink/ink608.xml"/><Relationship Id="rId291" Type="http://schemas.openxmlformats.org/officeDocument/2006/relationships/image" Target="../media/image528.png"/><Relationship Id="rId305" Type="http://schemas.openxmlformats.org/officeDocument/2006/relationships/image" Target="../media/image535.png"/><Relationship Id="rId347" Type="http://schemas.openxmlformats.org/officeDocument/2006/relationships/customXml" Target="../ink/ink559.xml"/><Relationship Id="rId44" Type="http://schemas.openxmlformats.org/officeDocument/2006/relationships/customXml" Target="../ink/ink407.xml"/><Relationship Id="rId86" Type="http://schemas.openxmlformats.org/officeDocument/2006/relationships/customXml" Target="../ink/ink428.xml"/><Relationship Id="rId151" Type="http://schemas.openxmlformats.org/officeDocument/2006/relationships/image" Target="../media/image459.png"/><Relationship Id="rId389" Type="http://schemas.openxmlformats.org/officeDocument/2006/relationships/customXml" Target="../ink/ink580.xml"/><Relationship Id="rId193" Type="http://schemas.openxmlformats.org/officeDocument/2006/relationships/image" Target="../media/image480.png"/><Relationship Id="rId207" Type="http://schemas.openxmlformats.org/officeDocument/2006/relationships/image" Target="../media/image487.png"/><Relationship Id="rId249" Type="http://schemas.openxmlformats.org/officeDocument/2006/relationships/image" Target="../media/image508.png"/><Relationship Id="rId414" Type="http://schemas.openxmlformats.org/officeDocument/2006/relationships/image" Target="../media/image589.png"/><Relationship Id="rId13" Type="http://schemas.openxmlformats.org/officeDocument/2006/relationships/image" Target="../media/image390.png"/><Relationship Id="rId109" Type="http://schemas.openxmlformats.org/officeDocument/2006/relationships/image" Target="../media/image438.png"/><Relationship Id="rId260" Type="http://schemas.openxmlformats.org/officeDocument/2006/relationships/customXml" Target="../ink/ink515.xml"/><Relationship Id="rId316" Type="http://schemas.openxmlformats.org/officeDocument/2006/relationships/customXml" Target="../ink/ink543.xml"/><Relationship Id="rId55" Type="http://schemas.openxmlformats.org/officeDocument/2006/relationships/image" Target="../media/image411.png"/><Relationship Id="rId97" Type="http://schemas.openxmlformats.org/officeDocument/2006/relationships/image" Target="../media/image432.png"/><Relationship Id="rId120" Type="http://schemas.openxmlformats.org/officeDocument/2006/relationships/customXml" Target="../ink/ink445.xml"/><Relationship Id="rId358" Type="http://schemas.openxmlformats.org/officeDocument/2006/relationships/image" Target="../media/image561.png"/><Relationship Id="rId162" Type="http://schemas.openxmlformats.org/officeDocument/2006/relationships/customXml" Target="../ink/ink466.xml"/><Relationship Id="rId218" Type="http://schemas.openxmlformats.org/officeDocument/2006/relationships/customXml" Target="../ink/ink494.xml"/><Relationship Id="rId425" Type="http://schemas.openxmlformats.org/officeDocument/2006/relationships/customXml" Target="../ink/ink598.xml"/><Relationship Id="rId271" Type="http://schemas.openxmlformats.org/officeDocument/2006/relationships/image" Target="../media/image519.png"/><Relationship Id="rId24" Type="http://schemas.openxmlformats.org/officeDocument/2006/relationships/customXml" Target="../ink/ink397.xml"/><Relationship Id="rId66" Type="http://schemas.openxmlformats.org/officeDocument/2006/relationships/customXml" Target="../ink/ink418.xml"/><Relationship Id="rId131" Type="http://schemas.openxmlformats.org/officeDocument/2006/relationships/image" Target="../media/image449.png"/><Relationship Id="rId327" Type="http://schemas.openxmlformats.org/officeDocument/2006/relationships/customXml" Target="../ink/ink549.xml"/><Relationship Id="rId369" Type="http://schemas.openxmlformats.org/officeDocument/2006/relationships/customXml" Target="../ink/ink570.xml"/><Relationship Id="rId173" Type="http://schemas.openxmlformats.org/officeDocument/2006/relationships/image" Target="../media/image470.png"/><Relationship Id="rId229" Type="http://schemas.openxmlformats.org/officeDocument/2006/relationships/image" Target="../media/image498.png"/><Relationship Id="rId380" Type="http://schemas.openxmlformats.org/officeDocument/2006/relationships/image" Target="../media/image572.png"/><Relationship Id="rId436" Type="http://schemas.openxmlformats.org/officeDocument/2006/relationships/image" Target="../media/image600.png"/><Relationship Id="rId240" Type="http://schemas.openxmlformats.org/officeDocument/2006/relationships/customXml" Target="../ink/ink505.xml"/><Relationship Id="rId35" Type="http://schemas.openxmlformats.org/officeDocument/2006/relationships/image" Target="../media/image401.png"/><Relationship Id="rId77" Type="http://schemas.openxmlformats.org/officeDocument/2006/relationships/image" Target="../media/image422.png"/><Relationship Id="rId100" Type="http://schemas.openxmlformats.org/officeDocument/2006/relationships/customXml" Target="../ink/ink435.xml"/><Relationship Id="rId282" Type="http://schemas.openxmlformats.org/officeDocument/2006/relationships/customXml" Target="../ink/ink526.xml"/><Relationship Id="rId338" Type="http://schemas.openxmlformats.org/officeDocument/2006/relationships/image" Target="../media/image551.png"/><Relationship Id="rId8" Type="http://schemas.openxmlformats.org/officeDocument/2006/relationships/customXml" Target="../ink/ink389.xml"/><Relationship Id="rId142" Type="http://schemas.openxmlformats.org/officeDocument/2006/relationships/customXml" Target="../ink/ink456.xml"/><Relationship Id="rId184" Type="http://schemas.openxmlformats.org/officeDocument/2006/relationships/customXml" Target="../ink/ink477.xml"/><Relationship Id="rId391" Type="http://schemas.openxmlformats.org/officeDocument/2006/relationships/customXml" Target="../ink/ink581.xml"/><Relationship Id="rId405" Type="http://schemas.openxmlformats.org/officeDocument/2006/relationships/customXml" Target="../ink/ink588.xml"/><Relationship Id="rId447" Type="http://schemas.openxmlformats.org/officeDocument/2006/relationships/customXml" Target="../ink/ink609.xml"/><Relationship Id="rId251" Type="http://schemas.openxmlformats.org/officeDocument/2006/relationships/image" Target="../media/image509.png"/><Relationship Id="rId46" Type="http://schemas.openxmlformats.org/officeDocument/2006/relationships/customXml" Target="../ink/ink408.xml"/><Relationship Id="rId293" Type="http://schemas.openxmlformats.org/officeDocument/2006/relationships/image" Target="../media/image529.png"/><Relationship Id="rId307" Type="http://schemas.openxmlformats.org/officeDocument/2006/relationships/image" Target="../media/image536.png"/><Relationship Id="rId349" Type="http://schemas.openxmlformats.org/officeDocument/2006/relationships/customXml" Target="../ink/ink560.xml"/><Relationship Id="rId88" Type="http://schemas.openxmlformats.org/officeDocument/2006/relationships/customXml" Target="../ink/ink429.xml"/><Relationship Id="rId111" Type="http://schemas.openxmlformats.org/officeDocument/2006/relationships/image" Target="../media/image439.png"/><Relationship Id="rId153" Type="http://schemas.openxmlformats.org/officeDocument/2006/relationships/image" Target="../media/image460.png"/><Relationship Id="rId195" Type="http://schemas.openxmlformats.org/officeDocument/2006/relationships/image" Target="../media/image481.png"/><Relationship Id="rId209" Type="http://schemas.openxmlformats.org/officeDocument/2006/relationships/image" Target="../media/image488.png"/><Relationship Id="rId360" Type="http://schemas.openxmlformats.org/officeDocument/2006/relationships/image" Target="../media/image562.png"/><Relationship Id="rId416" Type="http://schemas.openxmlformats.org/officeDocument/2006/relationships/image" Target="../media/image590.png"/><Relationship Id="rId220" Type="http://schemas.openxmlformats.org/officeDocument/2006/relationships/customXml" Target="../ink/ink495.xml"/><Relationship Id="rId15" Type="http://schemas.openxmlformats.org/officeDocument/2006/relationships/image" Target="../media/image391.png"/><Relationship Id="rId57" Type="http://schemas.openxmlformats.org/officeDocument/2006/relationships/image" Target="../media/image412.png"/><Relationship Id="rId262" Type="http://schemas.openxmlformats.org/officeDocument/2006/relationships/customXml" Target="../ink/ink516.xml"/><Relationship Id="rId318" Type="http://schemas.openxmlformats.org/officeDocument/2006/relationships/customXml" Target="../ink/ink544.xml"/><Relationship Id="rId99" Type="http://schemas.openxmlformats.org/officeDocument/2006/relationships/image" Target="../media/image433.png"/><Relationship Id="rId122" Type="http://schemas.openxmlformats.org/officeDocument/2006/relationships/customXml" Target="../ink/ink446.xml"/><Relationship Id="rId164" Type="http://schemas.openxmlformats.org/officeDocument/2006/relationships/customXml" Target="../ink/ink467.xml"/><Relationship Id="rId371" Type="http://schemas.openxmlformats.org/officeDocument/2006/relationships/customXml" Target="../ink/ink571.xml"/><Relationship Id="rId427" Type="http://schemas.openxmlformats.org/officeDocument/2006/relationships/customXml" Target="../ink/ink599.xml"/><Relationship Id="rId26" Type="http://schemas.openxmlformats.org/officeDocument/2006/relationships/customXml" Target="../ink/ink398.xml"/><Relationship Id="rId231" Type="http://schemas.openxmlformats.org/officeDocument/2006/relationships/image" Target="../media/image499.png"/><Relationship Id="rId273" Type="http://schemas.openxmlformats.org/officeDocument/2006/relationships/image" Target="../media/image520.png"/><Relationship Id="rId329" Type="http://schemas.openxmlformats.org/officeDocument/2006/relationships/customXml" Target="../ink/ink550.xml"/><Relationship Id="rId68" Type="http://schemas.openxmlformats.org/officeDocument/2006/relationships/customXml" Target="../ink/ink419.xml"/><Relationship Id="rId133" Type="http://schemas.openxmlformats.org/officeDocument/2006/relationships/image" Target="../media/image450.png"/><Relationship Id="rId175" Type="http://schemas.openxmlformats.org/officeDocument/2006/relationships/image" Target="../media/image471.png"/><Relationship Id="rId340" Type="http://schemas.openxmlformats.org/officeDocument/2006/relationships/image" Target="../media/image552.png"/><Relationship Id="rId200" Type="http://schemas.openxmlformats.org/officeDocument/2006/relationships/customXml" Target="../ink/ink485.xml"/><Relationship Id="rId382" Type="http://schemas.openxmlformats.org/officeDocument/2006/relationships/image" Target="../media/image573.png"/><Relationship Id="rId438" Type="http://schemas.openxmlformats.org/officeDocument/2006/relationships/image" Target="../media/image601.png"/><Relationship Id="rId242" Type="http://schemas.openxmlformats.org/officeDocument/2006/relationships/customXml" Target="../ink/ink506.xml"/><Relationship Id="rId284" Type="http://schemas.openxmlformats.org/officeDocument/2006/relationships/customXml" Target="../ink/ink527.xml"/><Relationship Id="rId37" Type="http://schemas.openxmlformats.org/officeDocument/2006/relationships/image" Target="../media/image402.png"/><Relationship Id="rId79" Type="http://schemas.openxmlformats.org/officeDocument/2006/relationships/image" Target="../media/image423.png"/><Relationship Id="rId102" Type="http://schemas.openxmlformats.org/officeDocument/2006/relationships/customXml" Target="../ink/ink436.xml"/><Relationship Id="rId144" Type="http://schemas.openxmlformats.org/officeDocument/2006/relationships/customXml" Target="../ink/ink457.xml"/><Relationship Id="rId90" Type="http://schemas.openxmlformats.org/officeDocument/2006/relationships/customXml" Target="../ink/ink430.xml"/><Relationship Id="rId186" Type="http://schemas.openxmlformats.org/officeDocument/2006/relationships/customXml" Target="../ink/ink478.xml"/><Relationship Id="rId351" Type="http://schemas.openxmlformats.org/officeDocument/2006/relationships/customXml" Target="../ink/ink561.xml"/><Relationship Id="rId393" Type="http://schemas.openxmlformats.org/officeDocument/2006/relationships/customXml" Target="../ink/ink582.xml"/><Relationship Id="rId407" Type="http://schemas.openxmlformats.org/officeDocument/2006/relationships/customXml" Target="../ink/ink589.xml"/><Relationship Id="rId449" Type="http://schemas.openxmlformats.org/officeDocument/2006/relationships/customXml" Target="../ink/ink610.xml"/><Relationship Id="rId211" Type="http://schemas.openxmlformats.org/officeDocument/2006/relationships/image" Target="../media/image489.png"/><Relationship Id="rId253" Type="http://schemas.openxmlformats.org/officeDocument/2006/relationships/image" Target="../media/image510.png"/><Relationship Id="rId295" Type="http://schemas.openxmlformats.org/officeDocument/2006/relationships/image" Target="../media/image530.png"/><Relationship Id="rId309" Type="http://schemas.openxmlformats.org/officeDocument/2006/relationships/image" Target="../media/image537.png"/><Relationship Id="rId48" Type="http://schemas.openxmlformats.org/officeDocument/2006/relationships/customXml" Target="../ink/ink409.xml"/><Relationship Id="rId113" Type="http://schemas.openxmlformats.org/officeDocument/2006/relationships/image" Target="../media/image440.png"/><Relationship Id="rId320" Type="http://schemas.openxmlformats.org/officeDocument/2006/relationships/customXml" Target="../ink/ink545.xml"/><Relationship Id="rId155" Type="http://schemas.openxmlformats.org/officeDocument/2006/relationships/image" Target="../media/image461.png"/><Relationship Id="rId197" Type="http://schemas.openxmlformats.org/officeDocument/2006/relationships/image" Target="../media/image482.png"/><Relationship Id="rId362" Type="http://schemas.openxmlformats.org/officeDocument/2006/relationships/image" Target="../media/image563.png"/><Relationship Id="rId418" Type="http://schemas.openxmlformats.org/officeDocument/2006/relationships/image" Target="../media/image591.png"/><Relationship Id="rId222" Type="http://schemas.openxmlformats.org/officeDocument/2006/relationships/customXml" Target="../ink/ink496.xml"/><Relationship Id="rId264" Type="http://schemas.openxmlformats.org/officeDocument/2006/relationships/customXml" Target="../ink/ink517.xml"/><Relationship Id="rId17" Type="http://schemas.openxmlformats.org/officeDocument/2006/relationships/image" Target="../media/image392.png"/><Relationship Id="rId59" Type="http://schemas.openxmlformats.org/officeDocument/2006/relationships/image" Target="../media/image413.png"/><Relationship Id="rId124" Type="http://schemas.openxmlformats.org/officeDocument/2006/relationships/customXml" Target="../ink/ink447.xml"/><Relationship Id="rId70" Type="http://schemas.openxmlformats.org/officeDocument/2006/relationships/customXml" Target="../ink/ink420.xml"/><Relationship Id="rId166" Type="http://schemas.openxmlformats.org/officeDocument/2006/relationships/customXml" Target="../ink/ink468.xml"/><Relationship Id="rId331" Type="http://schemas.openxmlformats.org/officeDocument/2006/relationships/customXml" Target="../ink/ink551.xml"/><Relationship Id="rId373" Type="http://schemas.openxmlformats.org/officeDocument/2006/relationships/customXml" Target="../ink/ink572.xml"/><Relationship Id="rId429" Type="http://schemas.openxmlformats.org/officeDocument/2006/relationships/customXml" Target="../ink/ink600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500.png"/><Relationship Id="rId440" Type="http://schemas.openxmlformats.org/officeDocument/2006/relationships/image" Target="../media/image602.png"/><Relationship Id="rId28" Type="http://schemas.openxmlformats.org/officeDocument/2006/relationships/customXml" Target="../ink/ink399.xml"/><Relationship Id="rId275" Type="http://schemas.openxmlformats.org/officeDocument/2006/relationships/image" Target="../media/image521.png"/><Relationship Id="rId300" Type="http://schemas.openxmlformats.org/officeDocument/2006/relationships/customXml" Target="../ink/ink535.xml"/><Relationship Id="rId81" Type="http://schemas.openxmlformats.org/officeDocument/2006/relationships/image" Target="../media/image424.png"/><Relationship Id="rId135" Type="http://schemas.openxmlformats.org/officeDocument/2006/relationships/image" Target="../media/image451.png"/><Relationship Id="rId177" Type="http://schemas.openxmlformats.org/officeDocument/2006/relationships/image" Target="../media/image472.png"/><Relationship Id="rId342" Type="http://schemas.openxmlformats.org/officeDocument/2006/relationships/image" Target="../media/image553.png"/><Relationship Id="rId384" Type="http://schemas.openxmlformats.org/officeDocument/2006/relationships/image" Target="../media/image574.png"/><Relationship Id="rId202" Type="http://schemas.openxmlformats.org/officeDocument/2006/relationships/customXml" Target="../ink/ink486.xml"/><Relationship Id="rId244" Type="http://schemas.openxmlformats.org/officeDocument/2006/relationships/customXml" Target="../ink/ink507.xml"/><Relationship Id="rId39" Type="http://schemas.openxmlformats.org/officeDocument/2006/relationships/image" Target="../media/image403.png"/><Relationship Id="rId286" Type="http://schemas.openxmlformats.org/officeDocument/2006/relationships/customXml" Target="../ink/ink528.xml"/><Relationship Id="rId451" Type="http://schemas.openxmlformats.org/officeDocument/2006/relationships/customXml" Target="../ink/ink611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66.png"/><Relationship Id="rId21" Type="http://schemas.openxmlformats.org/officeDocument/2006/relationships/image" Target="../media/image618.png"/><Relationship Id="rId42" Type="http://schemas.openxmlformats.org/officeDocument/2006/relationships/customXml" Target="../ink/ink632.xml"/><Relationship Id="rId47" Type="http://schemas.openxmlformats.org/officeDocument/2006/relationships/image" Target="../media/image631.png"/><Relationship Id="rId63" Type="http://schemas.openxmlformats.org/officeDocument/2006/relationships/image" Target="../media/image639.png"/><Relationship Id="rId68" Type="http://schemas.openxmlformats.org/officeDocument/2006/relationships/customXml" Target="../ink/ink645.xml"/><Relationship Id="rId84" Type="http://schemas.openxmlformats.org/officeDocument/2006/relationships/customXml" Target="../ink/ink653.xml"/><Relationship Id="rId89" Type="http://schemas.openxmlformats.org/officeDocument/2006/relationships/image" Target="../media/image652.png"/><Relationship Id="rId112" Type="http://schemas.openxmlformats.org/officeDocument/2006/relationships/customXml" Target="../ink/ink667.xml"/><Relationship Id="rId16" Type="http://schemas.openxmlformats.org/officeDocument/2006/relationships/customXml" Target="../ink/ink619.xml"/><Relationship Id="rId107" Type="http://schemas.openxmlformats.org/officeDocument/2006/relationships/image" Target="../media/image661.png"/><Relationship Id="rId11" Type="http://schemas.openxmlformats.org/officeDocument/2006/relationships/image" Target="../media/image613.png"/><Relationship Id="rId32" Type="http://schemas.openxmlformats.org/officeDocument/2006/relationships/customXml" Target="../ink/ink627.xml"/><Relationship Id="rId37" Type="http://schemas.openxmlformats.org/officeDocument/2006/relationships/image" Target="../media/image626.png"/><Relationship Id="rId53" Type="http://schemas.openxmlformats.org/officeDocument/2006/relationships/image" Target="../media/image634.png"/><Relationship Id="rId58" Type="http://schemas.openxmlformats.org/officeDocument/2006/relationships/customXml" Target="../ink/ink640.xml"/><Relationship Id="rId74" Type="http://schemas.openxmlformats.org/officeDocument/2006/relationships/customXml" Target="../ink/ink648.xml"/><Relationship Id="rId79" Type="http://schemas.openxmlformats.org/officeDocument/2006/relationships/image" Target="../media/image647.png"/><Relationship Id="rId102" Type="http://schemas.openxmlformats.org/officeDocument/2006/relationships/customXml" Target="../ink/ink662.xml"/><Relationship Id="rId123" Type="http://schemas.openxmlformats.org/officeDocument/2006/relationships/image" Target="../media/image669.png"/><Relationship Id="rId128" Type="http://schemas.openxmlformats.org/officeDocument/2006/relationships/customXml" Target="../ink/ink675.xml"/><Relationship Id="rId5" Type="http://schemas.openxmlformats.org/officeDocument/2006/relationships/image" Target="../media/image610.png"/><Relationship Id="rId90" Type="http://schemas.openxmlformats.org/officeDocument/2006/relationships/customXml" Target="../ink/ink656.xml"/><Relationship Id="rId95" Type="http://schemas.openxmlformats.org/officeDocument/2006/relationships/image" Target="../media/image655.png"/><Relationship Id="rId22" Type="http://schemas.openxmlformats.org/officeDocument/2006/relationships/customXml" Target="../ink/ink622.xml"/><Relationship Id="rId27" Type="http://schemas.openxmlformats.org/officeDocument/2006/relationships/image" Target="../media/image621.png"/><Relationship Id="rId43" Type="http://schemas.openxmlformats.org/officeDocument/2006/relationships/image" Target="../media/image629.png"/><Relationship Id="rId48" Type="http://schemas.openxmlformats.org/officeDocument/2006/relationships/customXml" Target="../ink/ink635.xml"/><Relationship Id="rId64" Type="http://schemas.openxmlformats.org/officeDocument/2006/relationships/customXml" Target="../ink/ink643.xml"/><Relationship Id="rId69" Type="http://schemas.openxmlformats.org/officeDocument/2006/relationships/image" Target="../media/image642.png"/><Relationship Id="rId113" Type="http://schemas.openxmlformats.org/officeDocument/2006/relationships/image" Target="../media/image664.png"/><Relationship Id="rId118" Type="http://schemas.openxmlformats.org/officeDocument/2006/relationships/customXml" Target="../ink/ink670.xml"/><Relationship Id="rId80" Type="http://schemas.openxmlformats.org/officeDocument/2006/relationships/customXml" Target="../ink/ink651.xml"/><Relationship Id="rId85" Type="http://schemas.openxmlformats.org/officeDocument/2006/relationships/image" Target="../media/image650.png"/><Relationship Id="rId12" Type="http://schemas.openxmlformats.org/officeDocument/2006/relationships/customXml" Target="../ink/ink617.xml"/><Relationship Id="rId17" Type="http://schemas.openxmlformats.org/officeDocument/2006/relationships/image" Target="../media/image616.png"/><Relationship Id="rId33" Type="http://schemas.openxmlformats.org/officeDocument/2006/relationships/image" Target="../media/image624.png"/><Relationship Id="rId38" Type="http://schemas.openxmlformats.org/officeDocument/2006/relationships/customXml" Target="../ink/ink630.xml"/><Relationship Id="rId59" Type="http://schemas.openxmlformats.org/officeDocument/2006/relationships/image" Target="../media/image637.png"/><Relationship Id="rId103" Type="http://schemas.openxmlformats.org/officeDocument/2006/relationships/image" Target="../media/image659.png"/><Relationship Id="rId108" Type="http://schemas.openxmlformats.org/officeDocument/2006/relationships/customXml" Target="../ink/ink665.xml"/><Relationship Id="rId124" Type="http://schemas.openxmlformats.org/officeDocument/2006/relationships/customXml" Target="../ink/ink673.xml"/><Relationship Id="rId129" Type="http://schemas.openxmlformats.org/officeDocument/2006/relationships/image" Target="../media/image672.png"/><Relationship Id="rId54" Type="http://schemas.openxmlformats.org/officeDocument/2006/relationships/customXml" Target="../ink/ink638.xml"/><Relationship Id="rId70" Type="http://schemas.openxmlformats.org/officeDocument/2006/relationships/customXml" Target="../ink/ink646.xml"/><Relationship Id="rId75" Type="http://schemas.openxmlformats.org/officeDocument/2006/relationships/image" Target="../media/image645.png"/><Relationship Id="rId91" Type="http://schemas.openxmlformats.org/officeDocument/2006/relationships/image" Target="../media/image653.png"/><Relationship Id="rId96" Type="http://schemas.openxmlformats.org/officeDocument/2006/relationships/customXml" Target="../ink/ink65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14.xml"/><Relationship Id="rId23" Type="http://schemas.openxmlformats.org/officeDocument/2006/relationships/image" Target="../media/image619.png"/><Relationship Id="rId28" Type="http://schemas.openxmlformats.org/officeDocument/2006/relationships/customXml" Target="../ink/ink625.xml"/><Relationship Id="rId49" Type="http://schemas.openxmlformats.org/officeDocument/2006/relationships/image" Target="../media/image632.png"/><Relationship Id="rId114" Type="http://schemas.openxmlformats.org/officeDocument/2006/relationships/customXml" Target="../ink/ink668.xml"/><Relationship Id="rId119" Type="http://schemas.openxmlformats.org/officeDocument/2006/relationships/image" Target="../media/image667.png"/><Relationship Id="rId44" Type="http://schemas.openxmlformats.org/officeDocument/2006/relationships/customXml" Target="../ink/ink633.xml"/><Relationship Id="rId60" Type="http://schemas.openxmlformats.org/officeDocument/2006/relationships/customXml" Target="../ink/ink641.xml"/><Relationship Id="rId65" Type="http://schemas.openxmlformats.org/officeDocument/2006/relationships/image" Target="../media/image640.png"/><Relationship Id="rId81" Type="http://schemas.openxmlformats.org/officeDocument/2006/relationships/image" Target="../media/image648.png"/><Relationship Id="rId86" Type="http://schemas.openxmlformats.org/officeDocument/2006/relationships/customXml" Target="../ink/ink654.xml"/><Relationship Id="rId13" Type="http://schemas.openxmlformats.org/officeDocument/2006/relationships/image" Target="../media/image614.png"/><Relationship Id="rId18" Type="http://schemas.openxmlformats.org/officeDocument/2006/relationships/customXml" Target="../ink/ink620.xml"/><Relationship Id="rId39" Type="http://schemas.openxmlformats.org/officeDocument/2006/relationships/image" Target="../media/image627.png"/><Relationship Id="rId109" Type="http://schemas.openxmlformats.org/officeDocument/2006/relationships/image" Target="../media/image662.png"/><Relationship Id="rId34" Type="http://schemas.openxmlformats.org/officeDocument/2006/relationships/customXml" Target="../ink/ink628.xml"/><Relationship Id="rId50" Type="http://schemas.openxmlformats.org/officeDocument/2006/relationships/customXml" Target="../ink/ink636.xml"/><Relationship Id="rId55" Type="http://schemas.openxmlformats.org/officeDocument/2006/relationships/image" Target="../media/image635.png"/><Relationship Id="rId76" Type="http://schemas.openxmlformats.org/officeDocument/2006/relationships/customXml" Target="../ink/ink649.xml"/><Relationship Id="rId97" Type="http://schemas.openxmlformats.org/officeDocument/2006/relationships/image" Target="../media/image656.png"/><Relationship Id="rId104" Type="http://schemas.openxmlformats.org/officeDocument/2006/relationships/customXml" Target="../ink/ink663.xml"/><Relationship Id="rId120" Type="http://schemas.openxmlformats.org/officeDocument/2006/relationships/customXml" Target="../ink/ink671.xml"/><Relationship Id="rId125" Type="http://schemas.openxmlformats.org/officeDocument/2006/relationships/image" Target="../media/image670.png"/><Relationship Id="rId7" Type="http://schemas.openxmlformats.org/officeDocument/2006/relationships/image" Target="../media/image611.png"/><Relationship Id="rId71" Type="http://schemas.openxmlformats.org/officeDocument/2006/relationships/image" Target="../media/image643.png"/><Relationship Id="rId92" Type="http://schemas.openxmlformats.org/officeDocument/2006/relationships/customXml" Target="../ink/ink657.xml"/><Relationship Id="rId2" Type="http://schemas.openxmlformats.org/officeDocument/2006/relationships/customXml" Target="../ink/ink612.xml"/><Relationship Id="rId29" Type="http://schemas.openxmlformats.org/officeDocument/2006/relationships/image" Target="../media/image622.png"/><Relationship Id="rId24" Type="http://schemas.openxmlformats.org/officeDocument/2006/relationships/customXml" Target="../ink/ink623.xml"/><Relationship Id="rId40" Type="http://schemas.openxmlformats.org/officeDocument/2006/relationships/customXml" Target="../ink/ink631.xml"/><Relationship Id="rId45" Type="http://schemas.openxmlformats.org/officeDocument/2006/relationships/image" Target="../media/image630.png"/><Relationship Id="rId66" Type="http://schemas.openxmlformats.org/officeDocument/2006/relationships/customXml" Target="../ink/ink644.xml"/><Relationship Id="rId87" Type="http://schemas.openxmlformats.org/officeDocument/2006/relationships/image" Target="../media/image651.png"/><Relationship Id="rId110" Type="http://schemas.openxmlformats.org/officeDocument/2006/relationships/customXml" Target="../ink/ink666.xml"/><Relationship Id="rId115" Type="http://schemas.openxmlformats.org/officeDocument/2006/relationships/image" Target="../media/image665.png"/><Relationship Id="rId61" Type="http://schemas.openxmlformats.org/officeDocument/2006/relationships/image" Target="../media/image638.png"/><Relationship Id="rId82" Type="http://schemas.openxmlformats.org/officeDocument/2006/relationships/customXml" Target="../ink/ink652.xml"/><Relationship Id="rId19" Type="http://schemas.openxmlformats.org/officeDocument/2006/relationships/image" Target="../media/image617.png"/><Relationship Id="rId14" Type="http://schemas.openxmlformats.org/officeDocument/2006/relationships/customXml" Target="../ink/ink618.xml"/><Relationship Id="rId30" Type="http://schemas.openxmlformats.org/officeDocument/2006/relationships/customXml" Target="../ink/ink626.xml"/><Relationship Id="rId35" Type="http://schemas.openxmlformats.org/officeDocument/2006/relationships/image" Target="../media/image625.png"/><Relationship Id="rId56" Type="http://schemas.openxmlformats.org/officeDocument/2006/relationships/customXml" Target="../ink/ink639.xml"/><Relationship Id="rId77" Type="http://schemas.openxmlformats.org/officeDocument/2006/relationships/image" Target="../media/image646.png"/><Relationship Id="rId100" Type="http://schemas.openxmlformats.org/officeDocument/2006/relationships/customXml" Target="../ink/ink661.xml"/><Relationship Id="rId105" Type="http://schemas.openxmlformats.org/officeDocument/2006/relationships/image" Target="../media/image660.png"/><Relationship Id="rId126" Type="http://schemas.openxmlformats.org/officeDocument/2006/relationships/customXml" Target="../ink/ink674.xml"/><Relationship Id="rId8" Type="http://schemas.openxmlformats.org/officeDocument/2006/relationships/customXml" Target="../ink/ink615.xml"/><Relationship Id="rId51" Type="http://schemas.openxmlformats.org/officeDocument/2006/relationships/image" Target="../media/image633.png"/><Relationship Id="rId72" Type="http://schemas.openxmlformats.org/officeDocument/2006/relationships/customXml" Target="../ink/ink647.xml"/><Relationship Id="rId93" Type="http://schemas.openxmlformats.org/officeDocument/2006/relationships/image" Target="../media/image654.png"/><Relationship Id="rId98" Type="http://schemas.openxmlformats.org/officeDocument/2006/relationships/customXml" Target="../ink/ink660.xml"/><Relationship Id="rId121" Type="http://schemas.openxmlformats.org/officeDocument/2006/relationships/image" Target="../media/image668.png"/><Relationship Id="rId3" Type="http://schemas.openxmlformats.org/officeDocument/2006/relationships/image" Target="../media/image609.png"/><Relationship Id="rId25" Type="http://schemas.openxmlformats.org/officeDocument/2006/relationships/image" Target="../media/image620.png"/><Relationship Id="rId46" Type="http://schemas.openxmlformats.org/officeDocument/2006/relationships/customXml" Target="../ink/ink634.xml"/><Relationship Id="rId67" Type="http://schemas.openxmlformats.org/officeDocument/2006/relationships/image" Target="../media/image641.png"/><Relationship Id="rId116" Type="http://schemas.openxmlformats.org/officeDocument/2006/relationships/customXml" Target="../ink/ink669.xml"/><Relationship Id="rId20" Type="http://schemas.openxmlformats.org/officeDocument/2006/relationships/customXml" Target="../ink/ink621.xml"/><Relationship Id="rId41" Type="http://schemas.openxmlformats.org/officeDocument/2006/relationships/image" Target="../media/image628.png"/><Relationship Id="rId62" Type="http://schemas.openxmlformats.org/officeDocument/2006/relationships/customXml" Target="../ink/ink642.xml"/><Relationship Id="rId83" Type="http://schemas.openxmlformats.org/officeDocument/2006/relationships/image" Target="../media/image649.png"/><Relationship Id="rId88" Type="http://schemas.openxmlformats.org/officeDocument/2006/relationships/customXml" Target="../ink/ink655.xml"/><Relationship Id="rId111" Type="http://schemas.openxmlformats.org/officeDocument/2006/relationships/image" Target="../media/image663.png"/><Relationship Id="rId15" Type="http://schemas.openxmlformats.org/officeDocument/2006/relationships/image" Target="../media/image615.png"/><Relationship Id="rId36" Type="http://schemas.openxmlformats.org/officeDocument/2006/relationships/customXml" Target="../ink/ink629.xml"/><Relationship Id="rId57" Type="http://schemas.openxmlformats.org/officeDocument/2006/relationships/image" Target="../media/image636.png"/><Relationship Id="rId106" Type="http://schemas.openxmlformats.org/officeDocument/2006/relationships/customXml" Target="../ink/ink664.xml"/><Relationship Id="rId127" Type="http://schemas.openxmlformats.org/officeDocument/2006/relationships/image" Target="../media/image671.png"/><Relationship Id="rId10" Type="http://schemas.openxmlformats.org/officeDocument/2006/relationships/customXml" Target="../ink/ink616.xml"/><Relationship Id="rId31" Type="http://schemas.openxmlformats.org/officeDocument/2006/relationships/image" Target="../media/image623.png"/><Relationship Id="rId52" Type="http://schemas.openxmlformats.org/officeDocument/2006/relationships/customXml" Target="../ink/ink637.xml"/><Relationship Id="rId73" Type="http://schemas.openxmlformats.org/officeDocument/2006/relationships/image" Target="../media/image644.png"/><Relationship Id="rId78" Type="http://schemas.openxmlformats.org/officeDocument/2006/relationships/customXml" Target="../ink/ink650.xml"/><Relationship Id="rId94" Type="http://schemas.openxmlformats.org/officeDocument/2006/relationships/customXml" Target="../ink/ink658.xml"/><Relationship Id="rId99" Type="http://schemas.openxmlformats.org/officeDocument/2006/relationships/image" Target="../media/image657.png"/><Relationship Id="rId101" Type="http://schemas.openxmlformats.org/officeDocument/2006/relationships/image" Target="../media/image658.png"/><Relationship Id="rId122" Type="http://schemas.openxmlformats.org/officeDocument/2006/relationships/customXml" Target="../ink/ink672.xml"/><Relationship Id="rId4" Type="http://schemas.openxmlformats.org/officeDocument/2006/relationships/customXml" Target="../ink/ink613.xml"/><Relationship Id="rId9" Type="http://schemas.openxmlformats.org/officeDocument/2006/relationships/image" Target="../media/image612.png"/><Relationship Id="rId26" Type="http://schemas.openxmlformats.org/officeDocument/2006/relationships/customXml" Target="../ink/ink624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88.xml"/><Relationship Id="rId21" Type="http://schemas.openxmlformats.org/officeDocument/2006/relationships/image" Target="../media/image682.png"/><Relationship Id="rId42" Type="http://schemas.openxmlformats.org/officeDocument/2006/relationships/customXml" Target="../ink/ink696.xml"/><Relationship Id="rId47" Type="http://schemas.openxmlformats.org/officeDocument/2006/relationships/image" Target="../media/image695.png"/><Relationship Id="rId63" Type="http://schemas.openxmlformats.org/officeDocument/2006/relationships/image" Target="../media/image703.png"/><Relationship Id="rId68" Type="http://schemas.openxmlformats.org/officeDocument/2006/relationships/customXml" Target="../ink/ink709.xml"/><Relationship Id="rId84" Type="http://schemas.openxmlformats.org/officeDocument/2006/relationships/customXml" Target="../ink/ink717.xml"/><Relationship Id="rId89" Type="http://schemas.openxmlformats.org/officeDocument/2006/relationships/image" Target="../media/image716.png"/><Relationship Id="rId112" Type="http://schemas.openxmlformats.org/officeDocument/2006/relationships/customXml" Target="../ink/ink731.xml"/><Relationship Id="rId16" Type="http://schemas.openxmlformats.org/officeDocument/2006/relationships/customXml" Target="../ink/ink683.xml"/><Relationship Id="rId107" Type="http://schemas.openxmlformats.org/officeDocument/2006/relationships/image" Target="../media/image725.png"/><Relationship Id="rId11" Type="http://schemas.openxmlformats.org/officeDocument/2006/relationships/image" Target="../media/image677.png"/><Relationship Id="rId32" Type="http://schemas.openxmlformats.org/officeDocument/2006/relationships/customXml" Target="../ink/ink691.xml"/><Relationship Id="rId37" Type="http://schemas.openxmlformats.org/officeDocument/2006/relationships/image" Target="../media/image690.png"/><Relationship Id="rId53" Type="http://schemas.openxmlformats.org/officeDocument/2006/relationships/image" Target="../media/image698.png"/><Relationship Id="rId58" Type="http://schemas.openxmlformats.org/officeDocument/2006/relationships/customXml" Target="../ink/ink704.xml"/><Relationship Id="rId74" Type="http://schemas.openxmlformats.org/officeDocument/2006/relationships/customXml" Target="../ink/ink712.xml"/><Relationship Id="rId79" Type="http://schemas.openxmlformats.org/officeDocument/2006/relationships/image" Target="../media/image711.png"/><Relationship Id="rId102" Type="http://schemas.openxmlformats.org/officeDocument/2006/relationships/customXml" Target="../ink/ink726.xml"/><Relationship Id="rId5" Type="http://schemas.openxmlformats.org/officeDocument/2006/relationships/image" Target="../media/image674.png"/><Relationship Id="rId90" Type="http://schemas.openxmlformats.org/officeDocument/2006/relationships/customXml" Target="../ink/ink720.xml"/><Relationship Id="rId95" Type="http://schemas.openxmlformats.org/officeDocument/2006/relationships/image" Target="../media/image719.png"/><Relationship Id="rId22" Type="http://schemas.openxmlformats.org/officeDocument/2006/relationships/customXml" Target="../ink/ink686.xml"/><Relationship Id="rId27" Type="http://schemas.openxmlformats.org/officeDocument/2006/relationships/image" Target="../media/image685.png"/><Relationship Id="rId43" Type="http://schemas.openxmlformats.org/officeDocument/2006/relationships/image" Target="../media/image693.png"/><Relationship Id="rId48" Type="http://schemas.openxmlformats.org/officeDocument/2006/relationships/customXml" Target="../ink/ink699.xml"/><Relationship Id="rId64" Type="http://schemas.openxmlformats.org/officeDocument/2006/relationships/customXml" Target="../ink/ink707.xml"/><Relationship Id="rId69" Type="http://schemas.openxmlformats.org/officeDocument/2006/relationships/image" Target="../media/image706.png"/><Relationship Id="rId113" Type="http://schemas.openxmlformats.org/officeDocument/2006/relationships/image" Target="../media/image728.png"/><Relationship Id="rId80" Type="http://schemas.openxmlformats.org/officeDocument/2006/relationships/customXml" Target="../ink/ink715.xml"/><Relationship Id="rId85" Type="http://schemas.openxmlformats.org/officeDocument/2006/relationships/image" Target="../media/image714.png"/><Relationship Id="rId12" Type="http://schemas.openxmlformats.org/officeDocument/2006/relationships/customXml" Target="../ink/ink681.xml"/><Relationship Id="rId17" Type="http://schemas.openxmlformats.org/officeDocument/2006/relationships/image" Target="../media/image680.png"/><Relationship Id="rId33" Type="http://schemas.openxmlformats.org/officeDocument/2006/relationships/image" Target="../media/image688.png"/><Relationship Id="rId38" Type="http://schemas.openxmlformats.org/officeDocument/2006/relationships/customXml" Target="../ink/ink694.xml"/><Relationship Id="rId59" Type="http://schemas.openxmlformats.org/officeDocument/2006/relationships/image" Target="../media/image701.png"/><Relationship Id="rId103" Type="http://schemas.openxmlformats.org/officeDocument/2006/relationships/image" Target="../media/image723.png"/><Relationship Id="rId108" Type="http://schemas.openxmlformats.org/officeDocument/2006/relationships/customXml" Target="../ink/ink729.xml"/><Relationship Id="rId54" Type="http://schemas.openxmlformats.org/officeDocument/2006/relationships/customXml" Target="../ink/ink702.xml"/><Relationship Id="rId70" Type="http://schemas.openxmlformats.org/officeDocument/2006/relationships/customXml" Target="../ink/ink710.xml"/><Relationship Id="rId75" Type="http://schemas.openxmlformats.org/officeDocument/2006/relationships/image" Target="../media/image709.png"/><Relationship Id="rId91" Type="http://schemas.openxmlformats.org/officeDocument/2006/relationships/image" Target="../media/image717.png"/><Relationship Id="rId96" Type="http://schemas.openxmlformats.org/officeDocument/2006/relationships/customXml" Target="../ink/ink72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78.xml"/><Relationship Id="rId15" Type="http://schemas.openxmlformats.org/officeDocument/2006/relationships/image" Target="../media/image679.png"/><Relationship Id="rId23" Type="http://schemas.openxmlformats.org/officeDocument/2006/relationships/image" Target="../media/image683.png"/><Relationship Id="rId28" Type="http://schemas.openxmlformats.org/officeDocument/2006/relationships/customXml" Target="../ink/ink689.xml"/><Relationship Id="rId36" Type="http://schemas.openxmlformats.org/officeDocument/2006/relationships/customXml" Target="../ink/ink693.xml"/><Relationship Id="rId49" Type="http://schemas.openxmlformats.org/officeDocument/2006/relationships/image" Target="../media/image696.png"/><Relationship Id="rId57" Type="http://schemas.openxmlformats.org/officeDocument/2006/relationships/image" Target="../media/image700.png"/><Relationship Id="rId106" Type="http://schemas.openxmlformats.org/officeDocument/2006/relationships/customXml" Target="../ink/ink728.xml"/><Relationship Id="rId114" Type="http://schemas.openxmlformats.org/officeDocument/2006/relationships/customXml" Target="../ink/ink732.xml"/><Relationship Id="rId10" Type="http://schemas.openxmlformats.org/officeDocument/2006/relationships/customXml" Target="../ink/ink680.xml"/><Relationship Id="rId31" Type="http://schemas.openxmlformats.org/officeDocument/2006/relationships/image" Target="../media/image687.png"/><Relationship Id="rId44" Type="http://schemas.openxmlformats.org/officeDocument/2006/relationships/customXml" Target="../ink/ink697.xml"/><Relationship Id="rId52" Type="http://schemas.openxmlformats.org/officeDocument/2006/relationships/customXml" Target="../ink/ink701.xml"/><Relationship Id="rId60" Type="http://schemas.openxmlformats.org/officeDocument/2006/relationships/customXml" Target="../ink/ink705.xml"/><Relationship Id="rId65" Type="http://schemas.openxmlformats.org/officeDocument/2006/relationships/image" Target="../media/image704.png"/><Relationship Id="rId73" Type="http://schemas.openxmlformats.org/officeDocument/2006/relationships/image" Target="../media/image708.png"/><Relationship Id="rId78" Type="http://schemas.openxmlformats.org/officeDocument/2006/relationships/customXml" Target="../ink/ink714.xml"/><Relationship Id="rId81" Type="http://schemas.openxmlformats.org/officeDocument/2006/relationships/image" Target="../media/image712.png"/><Relationship Id="rId86" Type="http://schemas.openxmlformats.org/officeDocument/2006/relationships/customXml" Target="../ink/ink718.xml"/><Relationship Id="rId94" Type="http://schemas.openxmlformats.org/officeDocument/2006/relationships/customXml" Target="../ink/ink722.xml"/><Relationship Id="rId99" Type="http://schemas.openxmlformats.org/officeDocument/2006/relationships/image" Target="../media/image721.png"/><Relationship Id="rId101" Type="http://schemas.openxmlformats.org/officeDocument/2006/relationships/image" Target="../media/image722.png"/><Relationship Id="rId4" Type="http://schemas.openxmlformats.org/officeDocument/2006/relationships/customXml" Target="../ink/ink677.xml"/><Relationship Id="rId9" Type="http://schemas.openxmlformats.org/officeDocument/2006/relationships/image" Target="../media/image676.png"/><Relationship Id="rId13" Type="http://schemas.openxmlformats.org/officeDocument/2006/relationships/image" Target="../media/image678.png"/><Relationship Id="rId18" Type="http://schemas.openxmlformats.org/officeDocument/2006/relationships/customXml" Target="../ink/ink684.xml"/><Relationship Id="rId39" Type="http://schemas.openxmlformats.org/officeDocument/2006/relationships/image" Target="../media/image691.png"/><Relationship Id="rId109" Type="http://schemas.openxmlformats.org/officeDocument/2006/relationships/image" Target="../media/image726.png"/><Relationship Id="rId34" Type="http://schemas.openxmlformats.org/officeDocument/2006/relationships/customXml" Target="../ink/ink692.xml"/><Relationship Id="rId50" Type="http://schemas.openxmlformats.org/officeDocument/2006/relationships/customXml" Target="../ink/ink700.xml"/><Relationship Id="rId55" Type="http://schemas.openxmlformats.org/officeDocument/2006/relationships/image" Target="../media/image699.png"/><Relationship Id="rId76" Type="http://schemas.openxmlformats.org/officeDocument/2006/relationships/customXml" Target="../ink/ink713.xml"/><Relationship Id="rId97" Type="http://schemas.openxmlformats.org/officeDocument/2006/relationships/image" Target="../media/image720.png"/><Relationship Id="rId104" Type="http://schemas.openxmlformats.org/officeDocument/2006/relationships/customXml" Target="../ink/ink727.xml"/><Relationship Id="rId7" Type="http://schemas.openxmlformats.org/officeDocument/2006/relationships/image" Target="../media/image675.png"/><Relationship Id="rId71" Type="http://schemas.openxmlformats.org/officeDocument/2006/relationships/image" Target="../media/image707.png"/><Relationship Id="rId92" Type="http://schemas.openxmlformats.org/officeDocument/2006/relationships/customXml" Target="../ink/ink721.xml"/><Relationship Id="rId2" Type="http://schemas.openxmlformats.org/officeDocument/2006/relationships/customXml" Target="../ink/ink676.xml"/><Relationship Id="rId29" Type="http://schemas.openxmlformats.org/officeDocument/2006/relationships/image" Target="../media/image686.png"/><Relationship Id="rId24" Type="http://schemas.openxmlformats.org/officeDocument/2006/relationships/customXml" Target="../ink/ink687.xml"/><Relationship Id="rId40" Type="http://schemas.openxmlformats.org/officeDocument/2006/relationships/customXml" Target="../ink/ink695.xml"/><Relationship Id="rId45" Type="http://schemas.openxmlformats.org/officeDocument/2006/relationships/image" Target="../media/image694.png"/><Relationship Id="rId66" Type="http://schemas.openxmlformats.org/officeDocument/2006/relationships/customXml" Target="../ink/ink708.xml"/><Relationship Id="rId87" Type="http://schemas.openxmlformats.org/officeDocument/2006/relationships/image" Target="../media/image715.png"/><Relationship Id="rId110" Type="http://schemas.openxmlformats.org/officeDocument/2006/relationships/customXml" Target="../ink/ink730.xml"/><Relationship Id="rId115" Type="http://schemas.openxmlformats.org/officeDocument/2006/relationships/image" Target="../media/image729.png"/><Relationship Id="rId61" Type="http://schemas.openxmlformats.org/officeDocument/2006/relationships/image" Target="../media/image702.png"/><Relationship Id="rId82" Type="http://schemas.openxmlformats.org/officeDocument/2006/relationships/customXml" Target="../ink/ink716.xml"/><Relationship Id="rId19" Type="http://schemas.openxmlformats.org/officeDocument/2006/relationships/image" Target="../media/image681.png"/><Relationship Id="rId14" Type="http://schemas.openxmlformats.org/officeDocument/2006/relationships/customXml" Target="../ink/ink682.xml"/><Relationship Id="rId30" Type="http://schemas.openxmlformats.org/officeDocument/2006/relationships/customXml" Target="../ink/ink690.xml"/><Relationship Id="rId35" Type="http://schemas.openxmlformats.org/officeDocument/2006/relationships/image" Target="../media/image689.png"/><Relationship Id="rId56" Type="http://schemas.openxmlformats.org/officeDocument/2006/relationships/customXml" Target="../ink/ink703.xml"/><Relationship Id="rId77" Type="http://schemas.openxmlformats.org/officeDocument/2006/relationships/image" Target="../media/image710.png"/><Relationship Id="rId100" Type="http://schemas.openxmlformats.org/officeDocument/2006/relationships/customXml" Target="../ink/ink725.xml"/><Relationship Id="rId105" Type="http://schemas.openxmlformats.org/officeDocument/2006/relationships/image" Target="../media/image724.png"/><Relationship Id="rId8" Type="http://schemas.openxmlformats.org/officeDocument/2006/relationships/customXml" Target="../ink/ink679.xml"/><Relationship Id="rId51" Type="http://schemas.openxmlformats.org/officeDocument/2006/relationships/image" Target="../media/image697.png"/><Relationship Id="rId72" Type="http://schemas.openxmlformats.org/officeDocument/2006/relationships/customXml" Target="../ink/ink711.xml"/><Relationship Id="rId93" Type="http://schemas.openxmlformats.org/officeDocument/2006/relationships/image" Target="../media/image718.png"/><Relationship Id="rId98" Type="http://schemas.openxmlformats.org/officeDocument/2006/relationships/customXml" Target="../ink/ink724.xml"/><Relationship Id="rId3" Type="http://schemas.openxmlformats.org/officeDocument/2006/relationships/image" Target="../media/image673.png"/><Relationship Id="rId25" Type="http://schemas.openxmlformats.org/officeDocument/2006/relationships/image" Target="../media/image684.png"/><Relationship Id="rId46" Type="http://schemas.openxmlformats.org/officeDocument/2006/relationships/customXml" Target="../ink/ink698.xml"/><Relationship Id="rId67" Type="http://schemas.openxmlformats.org/officeDocument/2006/relationships/image" Target="../media/image705.png"/><Relationship Id="rId20" Type="http://schemas.openxmlformats.org/officeDocument/2006/relationships/customXml" Target="../ink/ink685.xml"/><Relationship Id="rId41" Type="http://schemas.openxmlformats.org/officeDocument/2006/relationships/image" Target="../media/image692.png"/><Relationship Id="rId62" Type="http://schemas.openxmlformats.org/officeDocument/2006/relationships/customXml" Target="../ink/ink706.xml"/><Relationship Id="rId83" Type="http://schemas.openxmlformats.org/officeDocument/2006/relationships/image" Target="../media/image713.png"/><Relationship Id="rId88" Type="http://schemas.openxmlformats.org/officeDocument/2006/relationships/customXml" Target="../ink/ink719.xml"/><Relationship Id="rId111" Type="http://schemas.openxmlformats.org/officeDocument/2006/relationships/image" Target="../media/image727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45.xml"/><Relationship Id="rId117" Type="http://schemas.openxmlformats.org/officeDocument/2006/relationships/image" Target="../media/image787.png"/><Relationship Id="rId21" Type="http://schemas.openxmlformats.org/officeDocument/2006/relationships/image" Target="../media/image739.png"/><Relationship Id="rId42" Type="http://schemas.openxmlformats.org/officeDocument/2006/relationships/customXml" Target="../ink/ink753.xml"/><Relationship Id="rId47" Type="http://schemas.openxmlformats.org/officeDocument/2006/relationships/image" Target="../media/image752.png"/><Relationship Id="rId63" Type="http://schemas.openxmlformats.org/officeDocument/2006/relationships/image" Target="../media/image760.png"/><Relationship Id="rId68" Type="http://schemas.openxmlformats.org/officeDocument/2006/relationships/customXml" Target="../ink/ink766.xml"/><Relationship Id="rId84" Type="http://schemas.openxmlformats.org/officeDocument/2006/relationships/customXml" Target="../ink/ink774.xml"/><Relationship Id="rId89" Type="http://schemas.openxmlformats.org/officeDocument/2006/relationships/image" Target="../media/image773.png"/><Relationship Id="rId112" Type="http://schemas.openxmlformats.org/officeDocument/2006/relationships/customXml" Target="../ink/ink788.xml"/><Relationship Id="rId16" Type="http://schemas.openxmlformats.org/officeDocument/2006/relationships/customXml" Target="../ink/ink740.xml"/><Relationship Id="rId107" Type="http://schemas.openxmlformats.org/officeDocument/2006/relationships/image" Target="../media/image782.png"/><Relationship Id="rId11" Type="http://schemas.openxmlformats.org/officeDocument/2006/relationships/image" Target="../media/image734.png"/><Relationship Id="rId32" Type="http://schemas.openxmlformats.org/officeDocument/2006/relationships/customXml" Target="../ink/ink748.xml"/><Relationship Id="rId37" Type="http://schemas.openxmlformats.org/officeDocument/2006/relationships/image" Target="../media/image747.png"/><Relationship Id="rId53" Type="http://schemas.openxmlformats.org/officeDocument/2006/relationships/image" Target="../media/image755.png"/><Relationship Id="rId58" Type="http://schemas.openxmlformats.org/officeDocument/2006/relationships/customXml" Target="../ink/ink761.xml"/><Relationship Id="rId74" Type="http://schemas.openxmlformats.org/officeDocument/2006/relationships/customXml" Target="../ink/ink769.xml"/><Relationship Id="rId79" Type="http://schemas.openxmlformats.org/officeDocument/2006/relationships/image" Target="../media/image768.png"/><Relationship Id="rId102" Type="http://schemas.openxmlformats.org/officeDocument/2006/relationships/customXml" Target="../ink/ink783.xml"/><Relationship Id="rId5" Type="http://schemas.openxmlformats.org/officeDocument/2006/relationships/image" Target="../media/image731.png"/><Relationship Id="rId90" Type="http://schemas.openxmlformats.org/officeDocument/2006/relationships/customXml" Target="../ink/ink777.xml"/><Relationship Id="rId95" Type="http://schemas.openxmlformats.org/officeDocument/2006/relationships/image" Target="../media/image776.png"/><Relationship Id="rId22" Type="http://schemas.openxmlformats.org/officeDocument/2006/relationships/customXml" Target="../ink/ink743.xml"/><Relationship Id="rId27" Type="http://schemas.openxmlformats.org/officeDocument/2006/relationships/image" Target="../media/image742.png"/><Relationship Id="rId43" Type="http://schemas.openxmlformats.org/officeDocument/2006/relationships/image" Target="../media/image750.png"/><Relationship Id="rId48" Type="http://schemas.openxmlformats.org/officeDocument/2006/relationships/customXml" Target="../ink/ink756.xml"/><Relationship Id="rId64" Type="http://schemas.openxmlformats.org/officeDocument/2006/relationships/customXml" Target="../ink/ink764.xml"/><Relationship Id="rId69" Type="http://schemas.openxmlformats.org/officeDocument/2006/relationships/image" Target="../media/image763.png"/><Relationship Id="rId113" Type="http://schemas.openxmlformats.org/officeDocument/2006/relationships/image" Target="../media/image785.png"/><Relationship Id="rId80" Type="http://schemas.openxmlformats.org/officeDocument/2006/relationships/customXml" Target="../ink/ink772.xml"/><Relationship Id="rId85" Type="http://schemas.openxmlformats.org/officeDocument/2006/relationships/image" Target="../media/image771.png"/><Relationship Id="rId12" Type="http://schemas.openxmlformats.org/officeDocument/2006/relationships/customXml" Target="../ink/ink738.xml"/><Relationship Id="rId17" Type="http://schemas.openxmlformats.org/officeDocument/2006/relationships/image" Target="../media/image737.png"/><Relationship Id="rId33" Type="http://schemas.openxmlformats.org/officeDocument/2006/relationships/image" Target="../media/image745.png"/><Relationship Id="rId38" Type="http://schemas.openxmlformats.org/officeDocument/2006/relationships/customXml" Target="../ink/ink751.xml"/><Relationship Id="rId59" Type="http://schemas.openxmlformats.org/officeDocument/2006/relationships/image" Target="../media/image758.png"/><Relationship Id="rId103" Type="http://schemas.openxmlformats.org/officeDocument/2006/relationships/image" Target="../media/image780.png"/><Relationship Id="rId108" Type="http://schemas.openxmlformats.org/officeDocument/2006/relationships/customXml" Target="../ink/ink786.xml"/><Relationship Id="rId54" Type="http://schemas.openxmlformats.org/officeDocument/2006/relationships/customXml" Target="../ink/ink759.xml"/><Relationship Id="rId70" Type="http://schemas.openxmlformats.org/officeDocument/2006/relationships/customXml" Target="../ink/ink767.xml"/><Relationship Id="rId75" Type="http://schemas.openxmlformats.org/officeDocument/2006/relationships/image" Target="../media/image766.png"/><Relationship Id="rId91" Type="http://schemas.openxmlformats.org/officeDocument/2006/relationships/image" Target="../media/image774.png"/><Relationship Id="rId96" Type="http://schemas.openxmlformats.org/officeDocument/2006/relationships/customXml" Target="../ink/ink78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35.xml"/><Relationship Id="rId23" Type="http://schemas.openxmlformats.org/officeDocument/2006/relationships/image" Target="../media/image740.png"/><Relationship Id="rId28" Type="http://schemas.openxmlformats.org/officeDocument/2006/relationships/customXml" Target="../ink/ink746.xml"/><Relationship Id="rId49" Type="http://schemas.openxmlformats.org/officeDocument/2006/relationships/image" Target="../media/image753.png"/><Relationship Id="rId114" Type="http://schemas.openxmlformats.org/officeDocument/2006/relationships/customXml" Target="../ink/ink789.xml"/><Relationship Id="rId10" Type="http://schemas.openxmlformats.org/officeDocument/2006/relationships/customXml" Target="../ink/ink737.xml"/><Relationship Id="rId31" Type="http://schemas.openxmlformats.org/officeDocument/2006/relationships/image" Target="../media/image744.png"/><Relationship Id="rId44" Type="http://schemas.openxmlformats.org/officeDocument/2006/relationships/customXml" Target="../ink/ink754.xml"/><Relationship Id="rId52" Type="http://schemas.openxmlformats.org/officeDocument/2006/relationships/customXml" Target="../ink/ink758.xml"/><Relationship Id="rId60" Type="http://schemas.openxmlformats.org/officeDocument/2006/relationships/customXml" Target="../ink/ink762.xml"/><Relationship Id="rId65" Type="http://schemas.openxmlformats.org/officeDocument/2006/relationships/image" Target="../media/image761.png"/><Relationship Id="rId73" Type="http://schemas.openxmlformats.org/officeDocument/2006/relationships/image" Target="../media/image765.png"/><Relationship Id="rId78" Type="http://schemas.openxmlformats.org/officeDocument/2006/relationships/customXml" Target="../ink/ink771.xml"/><Relationship Id="rId81" Type="http://schemas.openxmlformats.org/officeDocument/2006/relationships/image" Target="../media/image769.png"/><Relationship Id="rId86" Type="http://schemas.openxmlformats.org/officeDocument/2006/relationships/customXml" Target="../ink/ink775.xml"/><Relationship Id="rId94" Type="http://schemas.openxmlformats.org/officeDocument/2006/relationships/customXml" Target="../ink/ink779.xml"/><Relationship Id="rId99" Type="http://schemas.openxmlformats.org/officeDocument/2006/relationships/image" Target="../media/image778.png"/><Relationship Id="rId101" Type="http://schemas.openxmlformats.org/officeDocument/2006/relationships/image" Target="../media/image779.png"/><Relationship Id="rId4" Type="http://schemas.openxmlformats.org/officeDocument/2006/relationships/customXml" Target="../ink/ink734.xml"/><Relationship Id="rId9" Type="http://schemas.openxmlformats.org/officeDocument/2006/relationships/image" Target="../media/image733.png"/><Relationship Id="rId13" Type="http://schemas.openxmlformats.org/officeDocument/2006/relationships/image" Target="../media/image735.png"/><Relationship Id="rId18" Type="http://schemas.openxmlformats.org/officeDocument/2006/relationships/customXml" Target="../ink/ink741.xml"/><Relationship Id="rId39" Type="http://schemas.openxmlformats.org/officeDocument/2006/relationships/image" Target="../media/image748.png"/><Relationship Id="rId109" Type="http://schemas.openxmlformats.org/officeDocument/2006/relationships/image" Target="../media/image783.png"/><Relationship Id="rId34" Type="http://schemas.openxmlformats.org/officeDocument/2006/relationships/customXml" Target="../ink/ink749.xml"/><Relationship Id="rId50" Type="http://schemas.openxmlformats.org/officeDocument/2006/relationships/customXml" Target="../ink/ink757.xml"/><Relationship Id="rId55" Type="http://schemas.openxmlformats.org/officeDocument/2006/relationships/image" Target="../media/image756.png"/><Relationship Id="rId76" Type="http://schemas.openxmlformats.org/officeDocument/2006/relationships/customXml" Target="../ink/ink770.xml"/><Relationship Id="rId97" Type="http://schemas.openxmlformats.org/officeDocument/2006/relationships/image" Target="../media/image777.png"/><Relationship Id="rId104" Type="http://schemas.openxmlformats.org/officeDocument/2006/relationships/customXml" Target="../ink/ink784.xml"/><Relationship Id="rId7" Type="http://schemas.openxmlformats.org/officeDocument/2006/relationships/image" Target="../media/image732.png"/><Relationship Id="rId71" Type="http://schemas.openxmlformats.org/officeDocument/2006/relationships/image" Target="../media/image764.png"/><Relationship Id="rId92" Type="http://schemas.openxmlformats.org/officeDocument/2006/relationships/customXml" Target="../ink/ink778.xml"/><Relationship Id="rId2" Type="http://schemas.openxmlformats.org/officeDocument/2006/relationships/customXml" Target="../ink/ink733.xml"/><Relationship Id="rId29" Type="http://schemas.openxmlformats.org/officeDocument/2006/relationships/image" Target="../media/image743.png"/><Relationship Id="rId24" Type="http://schemas.openxmlformats.org/officeDocument/2006/relationships/customXml" Target="../ink/ink744.xml"/><Relationship Id="rId40" Type="http://schemas.openxmlformats.org/officeDocument/2006/relationships/customXml" Target="../ink/ink752.xml"/><Relationship Id="rId45" Type="http://schemas.openxmlformats.org/officeDocument/2006/relationships/image" Target="../media/image751.png"/><Relationship Id="rId66" Type="http://schemas.openxmlformats.org/officeDocument/2006/relationships/customXml" Target="../ink/ink765.xml"/><Relationship Id="rId87" Type="http://schemas.openxmlformats.org/officeDocument/2006/relationships/image" Target="../media/image772.png"/><Relationship Id="rId110" Type="http://schemas.openxmlformats.org/officeDocument/2006/relationships/customXml" Target="../ink/ink787.xml"/><Relationship Id="rId115" Type="http://schemas.openxmlformats.org/officeDocument/2006/relationships/image" Target="../media/image786.png"/><Relationship Id="rId61" Type="http://schemas.openxmlformats.org/officeDocument/2006/relationships/image" Target="../media/image759.png"/><Relationship Id="rId82" Type="http://schemas.openxmlformats.org/officeDocument/2006/relationships/customXml" Target="../ink/ink773.xml"/><Relationship Id="rId19" Type="http://schemas.openxmlformats.org/officeDocument/2006/relationships/image" Target="../media/image738.png"/><Relationship Id="rId14" Type="http://schemas.openxmlformats.org/officeDocument/2006/relationships/customXml" Target="../ink/ink739.xml"/><Relationship Id="rId30" Type="http://schemas.openxmlformats.org/officeDocument/2006/relationships/customXml" Target="../ink/ink747.xml"/><Relationship Id="rId35" Type="http://schemas.openxmlformats.org/officeDocument/2006/relationships/image" Target="../media/image746.png"/><Relationship Id="rId56" Type="http://schemas.openxmlformats.org/officeDocument/2006/relationships/customXml" Target="../ink/ink760.xml"/><Relationship Id="rId77" Type="http://schemas.openxmlformats.org/officeDocument/2006/relationships/image" Target="../media/image767.png"/><Relationship Id="rId100" Type="http://schemas.openxmlformats.org/officeDocument/2006/relationships/customXml" Target="../ink/ink782.xml"/><Relationship Id="rId105" Type="http://schemas.openxmlformats.org/officeDocument/2006/relationships/image" Target="../media/image781.png"/><Relationship Id="rId8" Type="http://schemas.openxmlformats.org/officeDocument/2006/relationships/customXml" Target="../ink/ink736.xml"/><Relationship Id="rId51" Type="http://schemas.openxmlformats.org/officeDocument/2006/relationships/image" Target="../media/image754.png"/><Relationship Id="rId72" Type="http://schemas.openxmlformats.org/officeDocument/2006/relationships/customXml" Target="../ink/ink768.xml"/><Relationship Id="rId93" Type="http://schemas.openxmlformats.org/officeDocument/2006/relationships/image" Target="../media/image775.png"/><Relationship Id="rId98" Type="http://schemas.openxmlformats.org/officeDocument/2006/relationships/customXml" Target="../ink/ink781.xml"/><Relationship Id="rId3" Type="http://schemas.openxmlformats.org/officeDocument/2006/relationships/image" Target="../media/image730.png"/><Relationship Id="rId25" Type="http://schemas.openxmlformats.org/officeDocument/2006/relationships/image" Target="../media/image741.png"/><Relationship Id="rId46" Type="http://schemas.openxmlformats.org/officeDocument/2006/relationships/customXml" Target="../ink/ink755.xml"/><Relationship Id="rId67" Type="http://schemas.openxmlformats.org/officeDocument/2006/relationships/image" Target="../media/image762.png"/><Relationship Id="rId116" Type="http://schemas.openxmlformats.org/officeDocument/2006/relationships/customXml" Target="../ink/ink790.xml"/><Relationship Id="rId20" Type="http://schemas.openxmlformats.org/officeDocument/2006/relationships/customXml" Target="../ink/ink742.xml"/><Relationship Id="rId41" Type="http://schemas.openxmlformats.org/officeDocument/2006/relationships/image" Target="../media/image749.png"/><Relationship Id="rId62" Type="http://schemas.openxmlformats.org/officeDocument/2006/relationships/customXml" Target="../ink/ink763.xml"/><Relationship Id="rId83" Type="http://schemas.openxmlformats.org/officeDocument/2006/relationships/image" Target="../media/image770.png"/><Relationship Id="rId88" Type="http://schemas.openxmlformats.org/officeDocument/2006/relationships/customXml" Target="../ink/ink776.xml"/><Relationship Id="rId111" Type="http://schemas.openxmlformats.org/officeDocument/2006/relationships/image" Target="../media/image784.png"/><Relationship Id="rId15" Type="http://schemas.openxmlformats.org/officeDocument/2006/relationships/image" Target="../media/image736.png"/><Relationship Id="rId36" Type="http://schemas.openxmlformats.org/officeDocument/2006/relationships/customXml" Target="../ink/ink750.xml"/><Relationship Id="rId57" Type="http://schemas.openxmlformats.org/officeDocument/2006/relationships/image" Target="../media/image757.png"/><Relationship Id="rId106" Type="http://schemas.openxmlformats.org/officeDocument/2006/relationships/customXml" Target="../ink/ink785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45.png"/><Relationship Id="rId21" Type="http://schemas.openxmlformats.org/officeDocument/2006/relationships/image" Target="../media/image797.png"/><Relationship Id="rId42" Type="http://schemas.openxmlformats.org/officeDocument/2006/relationships/customXml" Target="../ink/ink811.xml"/><Relationship Id="rId63" Type="http://schemas.openxmlformats.org/officeDocument/2006/relationships/image" Target="../media/image818.png"/><Relationship Id="rId84" Type="http://schemas.openxmlformats.org/officeDocument/2006/relationships/customXml" Target="../ink/ink832.xml"/><Relationship Id="rId16" Type="http://schemas.openxmlformats.org/officeDocument/2006/relationships/customXml" Target="../ink/ink798.xml"/><Relationship Id="rId107" Type="http://schemas.openxmlformats.org/officeDocument/2006/relationships/image" Target="../media/image840.png"/><Relationship Id="rId11" Type="http://schemas.openxmlformats.org/officeDocument/2006/relationships/image" Target="../media/image792.png"/><Relationship Id="rId32" Type="http://schemas.openxmlformats.org/officeDocument/2006/relationships/customXml" Target="../ink/ink806.xml"/><Relationship Id="rId37" Type="http://schemas.openxmlformats.org/officeDocument/2006/relationships/image" Target="../media/image805.png"/><Relationship Id="rId53" Type="http://schemas.openxmlformats.org/officeDocument/2006/relationships/image" Target="../media/image813.png"/><Relationship Id="rId58" Type="http://schemas.openxmlformats.org/officeDocument/2006/relationships/customXml" Target="../ink/ink819.xml"/><Relationship Id="rId74" Type="http://schemas.openxmlformats.org/officeDocument/2006/relationships/customXml" Target="../ink/ink827.xml"/><Relationship Id="rId79" Type="http://schemas.openxmlformats.org/officeDocument/2006/relationships/image" Target="../media/image826.png"/><Relationship Id="rId102" Type="http://schemas.openxmlformats.org/officeDocument/2006/relationships/customXml" Target="../ink/ink841.xml"/><Relationship Id="rId123" Type="http://schemas.openxmlformats.org/officeDocument/2006/relationships/image" Target="../media/image848.png"/><Relationship Id="rId128" Type="http://schemas.openxmlformats.org/officeDocument/2006/relationships/customXml" Target="../ink/ink854.xml"/><Relationship Id="rId5" Type="http://schemas.openxmlformats.org/officeDocument/2006/relationships/image" Target="../media/image789.png"/><Relationship Id="rId90" Type="http://schemas.openxmlformats.org/officeDocument/2006/relationships/customXml" Target="../ink/ink835.xml"/><Relationship Id="rId95" Type="http://schemas.openxmlformats.org/officeDocument/2006/relationships/image" Target="../media/image834.png"/><Relationship Id="rId22" Type="http://schemas.openxmlformats.org/officeDocument/2006/relationships/customXml" Target="../ink/ink801.xml"/><Relationship Id="rId27" Type="http://schemas.openxmlformats.org/officeDocument/2006/relationships/image" Target="../media/image800.png"/><Relationship Id="rId43" Type="http://schemas.openxmlformats.org/officeDocument/2006/relationships/image" Target="../media/image808.png"/><Relationship Id="rId48" Type="http://schemas.openxmlformats.org/officeDocument/2006/relationships/customXml" Target="../ink/ink814.xml"/><Relationship Id="rId64" Type="http://schemas.openxmlformats.org/officeDocument/2006/relationships/customXml" Target="../ink/ink822.xml"/><Relationship Id="rId69" Type="http://schemas.openxmlformats.org/officeDocument/2006/relationships/image" Target="../media/image821.png"/><Relationship Id="rId113" Type="http://schemas.openxmlformats.org/officeDocument/2006/relationships/image" Target="../media/image843.png"/><Relationship Id="rId118" Type="http://schemas.openxmlformats.org/officeDocument/2006/relationships/customXml" Target="../ink/ink849.xml"/><Relationship Id="rId134" Type="http://schemas.openxmlformats.org/officeDocument/2006/relationships/customXml" Target="../ink/ink857.xml"/><Relationship Id="rId80" Type="http://schemas.openxmlformats.org/officeDocument/2006/relationships/customXml" Target="../ink/ink830.xml"/><Relationship Id="rId85" Type="http://schemas.openxmlformats.org/officeDocument/2006/relationships/image" Target="../media/image829.png"/><Relationship Id="rId12" Type="http://schemas.openxmlformats.org/officeDocument/2006/relationships/customXml" Target="../ink/ink796.xml"/><Relationship Id="rId17" Type="http://schemas.openxmlformats.org/officeDocument/2006/relationships/image" Target="../media/image795.png"/><Relationship Id="rId33" Type="http://schemas.openxmlformats.org/officeDocument/2006/relationships/image" Target="../media/image803.png"/><Relationship Id="rId38" Type="http://schemas.openxmlformats.org/officeDocument/2006/relationships/customXml" Target="../ink/ink809.xml"/><Relationship Id="rId59" Type="http://schemas.openxmlformats.org/officeDocument/2006/relationships/image" Target="../media/image816.png"/><Relationship Id="rId103" Type="http://schemas.openxmlformats.org/officeDocument/2006/relationships/image" Target="../media/image838.png"/><Relationship Id="rId108" Type="http://schemas.openxmlformats.org/officeDocument/2006/relationships/customXml" Target="../ink/ink844.xml"/><Relationship Id="rId124" Type="http://schemas.openxmlformats.org/officeDocument/2006/relationships/customXml" Target="../ink/ink852.xml"/><Relationship Id="rId129" Type="http://schemas.openxmlformats.org/officeDocument/2006/relationships/image" Target="../media/image851.png"/><Relationship Id="rId54" Type="http://schemas.openxmlformats.org/officeDocument/2006/relationships/customXml" Target="../ink/ink817.xml"/><Relationship Id="rId70" Type="http://schemas.openxmlformats.org/officeDocument/2006/relationships/customXml" Target="../ink/ink825.xml"/><Relationship Id="rId75" Type="http://schemas.openxmlformats.org/officeDocument/2006/relationships/image" Target="../media/image824.png"/><Relationship Id="rId91" Type="http://schemas.openxmlformats.org/officeDocument/2006/relationships/image" Target="../media/image832.png"/><Relationship Id="rId96" Type="http://schemas.openxmlformats.org/officeDocument/2006/relationships/customXml" Target="../ink/ink83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93.xml"/><Relationship Id="rId23" Type="http://schemas.openxmlformats.org/officeDocument/2006/relationships/image" Target="../media/image798.png"/><Relationship Id="rId28" Type="http://schemas.openxmlformats.org/officeDocument/2006/relationships/customXml" Target="../ink/ink804.xml"/><Relationship Id="rId49" Type="http://schemas.openxmlformats.org/officeDocument/2006/relationships/image" Target="../media/image811.png"/><Relationship Id="rId114" Type="http://schemas.openxmlformats.org/officeDocument/2006/relationships/customXml" Target="../ink/ink847.xml"/><Relationship Id="rId119" Type="http://schemas.openxmlformats.org/officeDocument/2006/relationships/image" Target="../media/image846.png"/><Relationship Id="rId44" Type="http://schemas.openxmlformats.org/officeDocument/2006/relationships/customXml" Target="../ink/ink812.xml"/><Relationship Id="rId60" Type="http://schemas.openxmlformats.org/officeDocument/2006/relationships/customXml" Target="../ink/ink820.xml"/><Relationship Id="rId65" Type="http://schemas.openxmlformats.org/officeDocument/2006/relationships/image" Target="../media/image819.png"/><Relationship Id="rId81" Type="http://schemas.openxmlformats.org/officeDocument/2006/relationships/image" Target="../media/image827.png"/><Relationship Id="rId86" Type="http://schemas.openxmlformats.org/officeDocument/2006/relationships/customXml" Target="../ink/ink833.xml"/><Relationship Id="rId130" Type="http://schemas.openxmlformats.org/officeDocument/2006/relationships/customXml" Target="../ink/ink855.xml"/><Relationship Id="rId135" Type="http://schemas.openxmlformats.org/officeDocument/2006/relationships/image" Target="../media/image854.png"/><Relationship Id="rId13" Type="http://schemas.openxmlformats.org/officeDocument/2006/relationships/image" Target="../media/image793.png"/><Relationship Id="rId18" Type="http://schemas.openxmlformats.org/officeDocument/2006/relationships/customXml" Target="../ink/ink799.xml"/><Relationship Id="rId39" Type="http://schemas.openxmlformats.org/officeDocument/2006/relationships/image" Target="../media/image806.png"/><Relationship Id="rId109" Type="http://schemas.openxmlformats.org/officeDocument/2006/relationships/image" Target="../media/image841.png"/><Relationship Id="rId34" Type="http://schemas.openxmlformats.org/officeDocument/2006/relationships/customXml" Target="../ink/ink807.xml"/><Relationship Id="rId50" Type="http://schemas.openxmlformats.org/officeDocument/2006/relationships/customXml" Target="../ink/ink815.xml"/><Relationship Id="rId55" Type="http://schemas.openxmlformats.org/officeDocument/2006/relationships/image" Target="../media/image814.png"/><Relationship Id="rId76" Type="http://schemas.openxmlformats.org/officeDocument/2006/relationships/customXml" Target="../ink/ink828.xml"/><Relationship Id="rId97" Type="http://schemas.openxmlformats.org/officeDocument/2006/relationships/image" Target="../media/image835.png"/><Relationship Id="rId104" Type="http://schemas.openxmlformats.org/officeDocument/2006/relationships/customXml" Target="../ink/ink842.xml"/><Relationship Id="rId120" Type="http://schemas.openxmlformats.org/officeDocument/2006/relationships/customXml" Target="../ink/ink850.xml"/><Relationship Id="rId125" Type="http://schemas.openxmlformats.org/officeDocument/2006/relationships/image" Target="../media/image849.png"/><Relationship Id="rId7" Type="http://schemas.openxmlformats.org/officeDocument/2006/relationships/image" Target="../media/image790.png"/><Relationship Id="rId71" Type="http://schemas.openxmlformats.org/officeDocument/2006/relationships/image" Target="../media/image822.png"/><Relationship Id="rId92" Type="http://schemas.openxmlformats.org/officeDocument/2006/relationships/customXml" Target="../ink/ink836.xml"/><Relationship Id="rId2" Type="http://schemas.openxmlformats.org/officeDocument/2006/relationships/customXml" Target="../ink/ink791.xml"/><Relationship Id="rId29" Type="http://schemas.openxmlformats.org/officeDocument/2006/relationships/image" Target="../media/image801.png"/><Relationship Id="rId24" Type="http://schemas.openxmlformats.org/officeDocument/2006/relationships/customXml" Target="../ink/ink802.xml"/><Relationship Id="rId40" Type="http://schemas.openxmlformats.org/officeDocument/2006/relationships/customXml" Target="../ink/ink810.xml"/><Relationship Id="rId45" Type="http://schemas.openxmlformats.org/officeDocument/2006/relationships/image" Target="../media/image809.png"/><Relationship Id="rId66" Type="http://schemas.openxmlformats.org/officeDocument/2006/relationships/customXml" Target="../ink/ink823.xml"/><Relationship Id="rId87" Type="http://schemas.openxmlformats.org/officeDocument/2006/relationships/image" Target="../media/image830.png"/><Relationship Id="rId110" Type="http://schemas.openxmlformats.org/officeDocument/2006/relationships/customXml" Target="../ink/ink845.xml"/><Relationship Id="rId115" Type="http://schemas.openxmlformats.org/officeDocument/2006/relationships/image" Target="../media/image844.png"/><Relationship Id="rId131" Type="http://schemas.openxmlformats.org/officeDocument/2006/relationships/image" Target="../media/image852.png"/><Relationship Id="rId61" Type="http://schemas.openxmlformats.org/officeDocument/2006/relationships/image" Target="../media/image817.png"/><Relationship Id="rId82" Type="http://schemas.openxmlformats.org/officeDocument/2006/relationships/customXml" Target="../ink/ink831.xml"/><Relationship Id="rId19" Type="http://schemas.openxmlformats.org/officeDocument/2006/relationships/image" Target="../media/image796.png"/><Relationship Id="rId14" Type="http://schemas.openxmlformats.org/officeDocument/2006/relationships/customXml" Target="../ink/ink797.xml"/><Relationship Id="rId30" Type="http://schemas.openxmlformats.org/officeDocument/2006/relationships/customXml" Target="../ink/ink805.xml"/><Relationship Id="rId35" Type="http://schemas.openxmlformats.org/officeDocument/2006/relationships/image" Target="../media/image804.png"/><Relationship Id="rId56" Type="http://schemas.openxmlformats.org/officeDocument/2006/relationships/customXml" Target="../ink/ink818.xml"/><Relationship Id="rId77" Type="http://schemas.openxmlformats.org/officeDocument/2006/relationships/image" Target="../media/image825.png"/><Relationship Id="rId100" Type="http://schemas.openxmlformats.org/officeDocument/2006/relationships/customXml" Target="../ink/ink840.xml"/><Relationship Id="rId105" Type="http://schemas.openxmlformats.org/officeDocument/2006/relationships/image" Target="../media/image839.png"/><Relationship Id="rId126" Type="http://schemas.openxmlformats.org/officeDocument/2006/relationships/customXml" Target="../ink/ink853.xml"/><Relationship Id="rId8" Type="http://schemas.openxmlformats.org/officeDocument/2006/relationships/customXml" Target="../ink/ink794.xml"/><Relationship Id="rId51" Type="http://schemas.openxmlformats.org/officeDocument/2006/relationships/image" Target="../media/image812.png"/><Relationship Id="rId72" Type="http://schemas.openxmlformats.org/officeDocument/2006/relationships/customXml" Target="../ink/ink826.xml"/><Relationship Id="rId93" Type="http://schemas.openxmlformats.org/officeDocument/2006/relationships/image" Target="../media/image833.png"/><Relationship Id="rId98" Type="http://schemas.openxmlformats.org/officeDocument/2006/relationships/customXml" Target="../ink/ink839.xml"/><Relationship Id="rId121" Type="http://schemas.openxmlformats.org/officeDocument/2006/relationships/image" Target="../media/image847.png"/><Relationship Id="rId3" Type="http://schemas.openxmlformats.org/officeDocument/2006/relationships/image" Target="../media/image788.png"/><Relationship Id="rId25" Type="http://schemas.openxmlformats.org/officeDocument/2006/relationships/image" Target="../media/image799.png"/><Relationship Id="rId46" Type="http://schemas.openxmlformats.org/officeDocument/2006/relationships/customXml" Target="../ink/ink813.xml"/><Relationship Id="rId67" Type="http://schemas.openxmlformats.org/officeDocument/2006/relationships/image" Target="../media/image820.png"/><Relationship Id="rId116" Type="http://schemas.openxmlformats.org/officeDocument/2006/relationships/customXml" Target="../ink/ink848.xml"/><Relationship Id="rId20" Type="http://schemas.openxmlformats.org/officeDocument/2006/relationships/customXml" Target="../ink/ink800.xml"/><Relationship Id="rId41" Type="http://schemas.openxmlformats.org/officeDocument/2006/relationships/image" Target="../media/image807.png"/><Relationship Id="rId62" Type="http://schemas.openxmlformats.org/officeDocument/2006/relationships/customXml" Target="../ink/ink821.xml"/><Relationship Id="rId83" Type="http://schemas.openxmlformats.org/officeDocument/2006/relationships/image" Target="../media/image828.png"/><Relationship Id="rId88" Type="http://schemas.openxmlformats.org/officeDocument/2006/relationships/customXml" Target="../ink/ink834.xml"/><Relationship Id="rId111" Type="http://schemas.openxmlformats.org/officeDocument/2006/relationships/image" Target="../media/image842.png"/><Relationship Id="rId132" Type="http://schemas.openxmlformats.org/officeDocument/2006/relationships/customXml" Target="../ink/ink856.xml"/><Relationship Id="rId15" Type="http://schemas.openxmlformats.org/officeDocument/2006/relationships/image" Target="../media/image794.png"/><Relationship Id="rId36" Type="http://schemas.openxmlformats.org/officeDocument/2006/relationships/customXml" Target="../ink/ink808.xml"/><Relationship Id="rId57" Type="http://schemas.openxmlformats.org/officeDocument/2006/relationships/image" Target="../media/image815.png"/><Relationship Id="rId106" Type="http://schemas.openxmlformats.org/officeDocument/2006/relationships/customXml" Target="../ink/ink843.xml"/><Relationship Id="rId127" Type="http://schemas.openxmlformats.org/officeDocument/2006/relationships/image" Target="../media/image850.png"/><Relationship Id="rId10" Type="http://schemas.openxmlformats.org/officeDocument/2006/relationships/customXml" Target="../ink/ink795.xml"/><Relationship Id="rId31" Type="http://schemas.openxmlformats.org/officeDocument/2006/relationships/image" Target="../media/image802.png"/><Relationship Id="rId52" Type="http://schemas.openxmlformats.org/officeDocument/2006/relationships/customXml" Target="../ink/ink816.xml"/><Relationship Id="rId73" Type="http://schemas.openxmlformats.org/officeDocument/2006/relationships/image" Target="../media/image823.png"/><Relationship Id="rId78" Type="http://schemas.openxmlformats.org/officeDocument/2006/relationships/customXml" Target="../ink/ink829.xml"/><Relationship Id="rId94" Type="http://schemas.openxmlformats.org/officeDocument/2006/relationships/customXml" Target="../ink/ink837.xml"/><Relationship Id="rId99" Type="http://schemas.openxmlformats.org/officeDocument/2006/relationships/image" Target="../media/image836.png"/><Relationship Id="rId101" Type="http://schemas.openxmlformats.org/officeDocument/2006/relationships/image" Target="../media/image837.png"/><Relationship Id="rId122" Type="http://schemas.openxmlformats.org/officeDocument/2006/relationships/customXml" Target="../ink/ink851.xml"/><Relationship Id="rId4" Type="http://schemas.openxmlformats.org/officeDocument/2006/relationships/customXml" Target="../ink/ink792.xml"/><Relationship Id="rId9" Type="http://schemas.openxmlformats.org/officeDocument/2006/relationships/image" Target="../media/image791.png"/><Relationship Id="rId26" Type="http://schemas.openxmlformats.org/officeDocument/2006/relationships/customXml" Target="../ink/ink803.xml"/><Relationship Id="rId47" Type="http://schemas.openxmlformats.org/officeDocument/2006/relationships/image" Target="../media/image810.png"/><Relationship Id="rId68" Type="http://schemas.openxmlformats.org/officeDocument/2006/relationships/customXml" Target="../ink/ink824.xml"/><Relationship Id="rId89" Type="http://schemas.openxmlformats.org/officeDocument/2006/relationships/image" Target="../media/image831.png"/><Relationship Id="rId112" Type="http://schemas.openxmlformats.org/officeDocument/2006/relationships/customXml" Target="../ink/ink846.xml"/><Relationship Id="rId133" Type="http://schemas.openxmlformats.org/officeDocument/2006/relationships/image" Target="../media/image853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12.png"/><Relationship Id="rId21" Type="http://schemas.openxmlformats.org/officeDocument/2006/relationships/image" Target="../media/image864.png"/><Relationship Id="rId42" Type="http://schemas.openxmlformats.org/officeDocument/2006/relationships/customXml" Target="../ink/ink878.xml"/><Relationship Id="rId63" Type="http://schemas.openxmlformats.org/officeDocument/2006/relationships/image" Target="../media/image885.png"/><Relationship Id="rId84" Type="http://schemas.openxmlformats.org/officeDocument/2006/relationships/customXml" Target="../ink/ink899.xml"/><Relationship Id="rId138" Type="http://schemas.openxmlformats.org/officeDocument/2006/relationships/customXml" Target="../ink/ink926.xml"/><Relationship Id="rId107" Type="http://schemas.openxmlformats.org/officeDocument/2006/relationships/image" Target="../media/image907.png"/><Relationship Id="rId11" Type="http://schemas.openxmlformats.org/officeDocument/2006/relationships/image" Target="../media/image859.png"/><Relationship Id="rId32" Type="http://schemas.openxmlformats.org/officeDocument/2006/relationships/customXml" Target="../ink/ink873.xml"/><Relationship Id="rId37" Type="http://schemas.openxmlformats.org/officeDocument/2006/relationships/image" Target="../media/image872.png"/><Relationship Id="rId53" Type="http://schemas.openxmlformats.org/officeDocument/2006/relationships/image" Target="../media/image880.png"/><Relationship Id="rId58" Type="http://schemas.openxmlformats.org/officeDocument/2006/relationships/customXml" Target="../ink/ink886.xml"/><Relationship Id="rId74" Type="http://schemas.openxmlformats.org/officeDocument/2006/relationships/customXml" Target="../ink/ink894.xml"/><Relationship Id="rId79" Type="http://schemas.openxmlformats.org/officeDocument/2006/relationships/image" Target="../media/image893.png"/><Relationship Id="rId102" Type="http://schemas.openxmlformats.org/officeDocument/2006/relationships/customXml" Target="../ink/ink908.xml"/><Relationship Id="rId123" Type="http://schemas.openxmlformats.org/officeDocument/2006/relationships/image" Target="../media/image915.png"/><Relationship Id="rId128" Type="http://schemas.openxmlformats.org/officeDocument/2006/relationships/customXml" Target="../ink/ink921.xml"/><Relationship Id="rId5" Type="http://schemas.openxmlformats.org/officeDocument/2006/relationships/image" Target="../media/image856.png"/><Relationship Id="rId90" Type="http://schemas.openxmlformats.org/officeDocument/2006/relationships/customXml" Target="../ink/ink902.xml"/><Relationship Id="rId95" Type="http://schemas.openxmlformats.org/officeDocument/2006/relationships/image" Target="../media/image901.png"/><Relationship Id="rId22" Type="http://schemas.openxmlformats.org/officeDocument/2006/relationships/customXml" Target="../ink/ink868.xml"/><Relationship Id="rId27" Type="http://schemas.openxmlformats.org/officeDocument/2006/relationships/image" Target="../media/image867.png"/><Relationship Id="rId43" Type="http://schemas.openxmlformats.org/officeDocument/2006/relationships/image" Target="../media/image875.png"/><Relationship Id="rId48" Type="http://schemas.openxmlformats.org/officeDocument/2006/relationships/customXml" Target="../ink/ink881.xml"/><Relationship Id="rId64" Type="http://schemas.openxmlformats.org/officeDocument/2006/relationships/customXml" Target="../ink/ink889.xml"/><Relationship Id="rId69" Type="http://schemas.openxmlformats.org/officeDocument/2006/relationships/image" Target="../media/image888.png"/><Relationship Id="rId113" Type="http://schemas.openxmlformats.org/officeDocument/2006/relationships/image" Target="../media/image910.png"/><Relationship Id="rId118" Type="http://schemas.openxmlformats.org/officeDocument/2006/relationships/customXml" Target="../ink/ink916.xml"/><Relationship Id="rId134" Type="http://schemas.openxmlformats.org/officeDocument/2006/relationships/customXml" Target="../ink/ink924.xml"/><Relationship Id="rId139" Type="http://schemas.openxmlformats.org/officeDocument/2006/relationships/image" Target="../media/image923.png"/><Relationship Id="rId80" Type="http://schemas.openxmlformats.org/officeDocument/2006/relationships/customXml" Target="../ink/ink897.xml"/><Relationship Id="rId85" Type="http://schemas.openxmlformats.org/officeDocument/2006/relationships/image" Target="../media/image896.png"/><Relationship Id="rId12" Type="http://schemas.openxmlformats.org/officeDocument/2006/relationships/customXml" Target="../ink/ink863.xml"/><Relationship Id="rId17" Type="http://schemas.openxmlformats.org/officeDocument/2006/relationships/image" Target="../media/image862.png"/><Relationship Id="rId33" Type="http://schemas.openxmlformats.org/officeDocument/2006/relationships/image" Target="../media/image870.png"/><Relationship Id="rId38" Type="http://schemas.openxmlformats.org/officeDocument/2006/relationships/customXml" Target="../ink/ink876.xml"/><Relationship Id="rId59" Type="http://schemas.openxmlformats.org/officeDocument/2006/relationships/image" Target="../media/image883.png"/><Relationship Id="rId103" Type="http://schemas.openxmlformats.org/officeDocument/2006/relationships/image" Target="../media/image905.png"/><Relationship Id="rId108" Type="http://schemas.openxmlformats.org/officeDocument/2006/relationships/customXml" Target="../ink/ink911.xml"/><Relationship Id="rId124" Type="http://schemas.openxmlformats.org/officeDocument/2006/relationships/customXml" Target="../ink/ink919.xml"/><Relationship Id="rId129" Type="http://schemas.openxmlformats.org/officeDocument/2006/relationships/image" Target="../media/image918.png"/><Relationship Id="rId54" Type="http://schemas.openxmlformats.org/officeDocument/2006/relationships/customXml" Target="../ink/ink884.xml"/><Relationship Id="rId70" Type="http://schemas.openxmlformats.org/officeDocument/2006/relationships/customXml" Target="../ink/ink892.xml"/><Relationship Id="rId75" Type="http://schemas.openxmlformats.org/officeDocument/2006/relationships/image" Target="../media/image891.png"/><Relationship Id="rId91" Type="http://schemas.openxmlformats.org/officeDocument/2006/relationships/image" Target="../media/image899.png"/><Relationship Id="rId96" Type="http://schemas.openxmlformats.org/officeDocument/2006/relationships/customXml" Target="../ink/ink905.xml"/><Relationship Id="rId140" Type="http://schemas.openxmlformats.org/officeDocument/2006/relationships/customXml" Target="../ink/ink92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60.xml"/><Relationship Id="rId23" Type="http://schemas.openxmlformats.org/officeDocument/2006/relationships/image" Target="../media/image865.png"/><Relationship Id="rId28" Type="http://schemas.openxmlformats.org/officeDocument/2006/relationships/customXml" Target="../ink/ink871.xml"/><Relationship Id="rId49" Type="http://schemas.openxmlformats.org/officeDocument/2006/relationships/image" Target="../media/image878.png"/><Relationship Id="rId114" Type="http://schemas.openxmlformats.org/officeDocument/2006/relationships/customXml" Target="../ink/ink914.xml"/><Relationship Id="rId119" Type="http://schemas.openxmlformats.org/officeDocument/2006/relationships/image" Target="../media/image913.png"/><Relationship Id="rId44" Type="http://schemas.openxmlformats.org/officeDocument/2006/relationships/customXml" Target="../ink/ink879.xml"/><Relationship Id="rId60" Type="http://schemas.openxmlformats.org/officeDocument/2006/relationships/customXml" Target="../ink/ink887.xml"/><Relationship Id="rId65" Type="http://schemas.openxmlformats.org/officeDocument/2006/relationships/image" Target="../media/image886.png"/><Relationship Id="rId81" Type="http://schemas.openxmlformats.org/officeDocument/2006/relationships/image" Target="../media/image894.png"/><Relationship Id="rId86" Type="http://schemas.openxmlformats.org/officeDocument/2006/relationships/customXml" Target="../ink/ink900.xml"/><Relationship Id="rId130" Type="http://schemas.openxmlformats.org/officeDocument/2006/relationships/customXml" Target="../ink/ink922.xml"/><Relationship Id="rId135" Type="http://schemas.openxmlformats.org/officeDocument/2006/relationships/image" Target="../media/image921.png"/><Relationship Id="rId13" Type="http://schemas.openxmlformats.org/officeDocument/2006/relationships/image" Target="../media/image860.png"/><Relationship Id="rId18" Type="http://schemas.openxmlformats.org/officeDocument/2006/relationships/customXml" Target="../ink/ink866.xml"/><Relationship Id="rId39" Type="http://schemas.openxmlformats.org/officeDocument/2006/relationships/image" Target="../media/image873.png"/><Relationship Id="rId109" Type="http://schemas.openxmlformats.org/officeDocument/2006/relationships/image" Target="../media/image908.png"/><Relationship Id="rId34" Type="http://schemas.openxmlformats.org/officeDocument/2006/relationships/customXml" Target="../ink/ink874.xml"/><Relationship Id="rId50" Type="http://schemas.openxmlformats.org/officeDocument/2006/relationships/customXml" Target="../ink/ink882.xml"/><Relationship Id="rId55" Type="http://schemas.openxmlformats.org/officeDocument/2006/relationships/image" Target="../media/image881.png"/><Relationship Id="rId76" Type="http://schemas.openxmlformats.org/officeDocument/2006/relationships/customXml" Target="../ink/ink895.xml"/><Relationship Id="rId97" Type="http://schemas.openxmlformats.org/officeDocument/2006/relationships/image" Target="../media/image902.png"/><Relationship Id="rId104" Type="http://schemas.openxmlformats.org/officeDocument/2006/relationships/customXml" Target="../ink/ink909.xml"/><Relationship Id="rId120" Type="http://schemas.openxmlformats.org/officeDocument/2006/relationships/customXml" Target="../ink/ink917.xml"/><Relationship Id="rId125" Type="http://schemas.openxmlformats.org/officeDocument/2006/relationships/image" Target="../media/image916.png"/><Relationship Id="rId141" Type="http://schemas.openxmlformats.org/officeDocument/2006/relationships/image" Target="../media/image924.png"/><Relationship Id="rId7" Type="http://schemas.openxmlformats.org/officeDocument/2006/relationships/image" Target="../media/image857.png"/><Relationship Id="rId71" Type="http://schemas.openxmlformats.org/officeDocument/2006/relationships/image" Target="../media/image889.png"/><Relationship Id="rId92" Type="http://schemas.openxmlformats.org/officeDocument/2006/relationships/customXml" Target="../ink/ink903.xml"/><Relationship Id="rId2" Type="http://schemas.openxmlformats.org/officeDocument/2006/relationships/customXml" Target="../ink/ink858.xml"/><Relationship Id="rId29" Type="http://schemas.openxmlformats.org/officeDocument/2006/relationships/image" Target="../media/image868.png"/><Relationship Id="rId24" Type="http://schemas.openxmlformats.org/officeDocument/2006/relationships/customXml" Target="../ink/ink869.xml"/><Relationship Id="rId40" Type="http://schemas.openxmlformats.org/officeDocument/2006/relationships/customXml" Target="../ink/ink877.xml"/><Relationship Id="rId45" Type="http://schemas.openxmlformats.org/officeDocument/2006/relationships/image" Target="../media/image876.png"/><Relationship Id="rId66" Type="http://schemas.openxmlformats.org/officeDocument/2006/relationships/customXml" Target="../ink/ink890.xml"/><Relationship Id="rId87" Type="http://schemas.openxmlformats.org/officeDocument/2006/relationships/image" Target="../media/image897.png"/><Relationship Id="rId110" Type="http://schemas.openxmlformats.org/officeDocument/2006/relationships/customXml" Target="../ink/ink912.xml"/><Relationship Id="rId115" Type="http://schemas.openxmlformats.org/officeDocument/2006/relationships/image" Target="../media/image911.png"/><Relationship Id="rId131" Type="http://schemas.openxmlformats.org/officeDocument/2006/relationships/image" Target="../media/image919.png"/><Relationship Id="rId136" Type="http://schemas.openxmlformats.org/officeDocument/2006/relationships/customXml" Target="../ink/ink925.xml"/><Relationship Id="rId61" Type="http://schemas.openxmlformats.org/officeDocument/2006/relationships/image" Target="../media/image884.png"/><Relationship Id="rId82" Type="http://schemas.openxmlformats.org/officeDocument/2006/relationships/customXml" Target="../ink/ink898.xml"/><Relationship Id="rId19" Type="http://schemas.openxmlformats.org/officeDocument/2006/relationships/image" Target="../media/image863.png"/><Relationship Id="rId14" Type="http://schemas.openxmlformats.org/officeDocument/2006/relationships/customXml" Target="../ink/ink864.xml"/><Relationship Id="rId30" Type="http://schemas.openxmlformats.org/officeDocument/2006/relationships/customXml" Target="../ink/ink872.xml"/><Relationship Id="rId35" Type="http://schemas.openxmlformats.org/officeDocument/2006/relationships/image" Target="../media/image871.png"/><Relationship Id="rId56" Type="http://schemas.openxmlformats.org/officeDocument/2006/relationships/customXml" Target="../ink/ink885.xml"/><Relationship Id="rId77" Type="http://schemas.openxmlformats.org/officeDocument/2006/relationships/image" Target="../media/image892.png"/><Relationship Id="rId100" Type="http://schemas.openxmlformats.org/officeDocument/2006/relationships/customXml" Target="../ink/ink907.xml"/><Relationship Id="rId105" Type="http://schemas.openxmlformats.org/officeDocument/2006/relationships/image" Target="../media/image906.png"/><Relationship Id="rId126" Type="http://schemas.openxmlformats.org/officeDocument/2006/relationships/customXml" Target="../ink/ink920.xml"/><Relationship Id="rId8" Type="http://schemas.openxmlformats.org/officeDocument/2006/relationships/customXml" Target="../ink/ink861.xml"/><Relationship Id="rId51" Type="http://schemas.openxmlformats.org/officeDocument/2006/relationships/image" Target="../media/image879.png"/><Relationship Id="rId72" Type="http://schemas.openxmlformats.org/officeDocument/2006/relationships/customXml" Target="../ink/ink893.xml"/><Relationship Id="rId93" Type="http://schemas.openxmlformats.org/officeDocument/2006/relationships/image" Target="../media/image900.png"/><Relationship Id="rId98" Type="http://schemas.openxmlformats.org/officeDocument/2006/relationships/customXml" Target="../ink/ink906.xml"/><Relationship Id="rId121" Type="http://schemas.openxmlformats.org/officeDocument/2006/relationships/image" Target="../media/image914.png"/><Relationship Id="rId3" Type="http://schemas.openxmlformats.org/officeDocument/2006/relationships/image" Target="../media/image855.png"/><Relationship Id="rId25" Type="http://schemas.openxmlformats.org/officeDocument/2006/relationships/image" Target="../media/image866.png"/><Relationship Id="rId46" Type="http://schemas.openxmlformats.org/officeDocument/2006/relationships/customXml" Target="../ink/ink880.xml"/><Relationship Id="rId67" Type="http://schemas.openxmlformats.org/officeDocument/2006/relationships/image" Target="../media/image887.png"/><Relationship Id="rId116" Type="http://schemas.openxmlformats.org/officeDocument/2006/relationships/customXml" Target="../ink/ink915.xml"/><Relationship Id="rId137" Type="http://schemas.openxmlformats.org/officeDocument/2006/relationships/image" Target="../media/image922.png"/><Relationship Id="rId20" Type="http://schemas.openxmlformats.org/officeDocument/2006/relationships/customXml" Target="../ink/ink867.xml"/><Relationship Id="rId41" Type="http://schemas.openxmlformats.org/officeDocument/2006/relationships/image" Target="../media/image874.png"/><Relationship Id="rId62" Type="http://schemas.openxmlformats.org/officeDocument/2006/relationships/customXml" Target="../ink/ink888.xml"/><Relationship Id="rId83" Type="http://schemas.openxmlformats.org/officeDocument/2006/relationships/image" Target="../media/image895.png"/><Relationship Id="rId88" Type="http://schemas.openxmlformats.org/officeDocument/2006/relationships/customXml" Target="../ink/ink901.xml"/><Relationship Id="rId111" Type="http://schemas.openxmlformats.org/officeDocument/2006/relationships/image" Target="../media/image909.png"/><Relationship Id="rId132" Type="http://schemas.openxmlformats.org/officeDocument/2006/relationships/customXml" Target="../ink/ink923.xml"/><Relationship Id="rId15" Type="http://schemas.openxmlformats.org/officeDocument/2006/relationships/image" Target="../media/image861.png"/><Relationship Id="rId36" Type="http://schemas.openxmlformats.org/officeDocument/2006/relationships/customXml" Target="../ink/ink875.xml"/><Relationship Id="rId57" Type="http://schemas.openxmlformats.org/officeDocument/2006/relationships/image" Target="../media/image882.png"/><Relationship Id="rId106" Type="http://schemas.openxmlformats.org/officeDocument/2006/relationships/customXml" Target="../ink/ink910.xml"/><Relationship Id="rId127" Type="http://schemas.openxmlformats.org/officeDocument/2006/relationships/image" Target="../media/image917.png"/><Relationship Id="rId10" Type="http://schemas.openxmlformats.org/officeDocument/2006/relationships/customXml" Target="../ink/ink862.xml"/><Relationship Id="rId31" Type="http://schemas.openxmlformats.org/officeDocument/2006/relationships/image" Target="../media/image869.png"/><Relationship Id="rId52" Type="http://schemas.openxmlformats.org/officeDocument/2006/relationships/customXml" Target="../ink/ink883.xml"/><Relationship Id="rId73" Type="http://schemas.openxmlformats.org/officeDocument/2006/relationships/image" Target="../media/image890.png"/><Relationship Id="rId78" Type="http://schemas.openxmlformats.org/officeDocument/2006/relationships/customXml" Target="../ink/ink896.xml"/><Relationship Id="rId94" Type="http://schemas.openxmlformats.org/officeDocument/2006/relationships/customXml" Target="../ink/ink904.xml"/><Relationship Id="rId99" Type="http://schemas.openxmlformats.org/officeDocument/2006/relationships/image" Target="../media/image903.png"/><Relationship Id="rId101" Type="http://schemas.openxmlformats.org/officeDocument/2006/relationships/image" Target="../media/image904.png"/><Relationship Id="rId122" Type="http://schemas.openxmlformats.org/officeDocument/2006/relationships/customXml" Target="../ink/ink918.xml"/><Relationship Id="rId4" Type="http://schemas.openxmlformats.org/officeDocument/2006/relationships/customXml" Target="../ink/ink859.xml"/><Relationship Id="rId9" Type="http://schemas.openxmlformats.org/officeDocument/2006/relationships/image" Target="../media/image858.png"/><Relationship Id="rId26" Type="http://schemas.openxmlformats.org/officeDocument/2006/relationships/customXml" Target="../ink/ink870.xml"/><Relationship Id="rId47" Type="http://schemas.openxmlformats.org/officeDocument/2006/relationships/image" Target="../media/image877.png"/><Relationship Id="rId68" Type="http://schemas.openxmlformats.org/officeDocument/2006/relationships/customXml" Target="../ink/ink891.xml"/><Relationship Id="rId89" Type="http://schemas.openxmlformats.org/officeDocument/2006/relationships/image" Target="../media/image898.png"/><Relationship Id="rId112" Type="http://schemas.openxmlformats.org/officeDocument/2006/relationships/customXml" Target="../ink/ink913.xml"/><Relationship Id="rId133" Type="http://schemas.openxmlformats.org/officeDocument/2006/relationships/image" Target="../media/image920.png"/><Relationship Id="rId16" Type="http://schemas.openxmlformats.org/officeDocument/2006/relationships/customXml" Target="../ink/ink865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82.png"/><Relationship Id="rId21" Type="http://schemas.openxmlformats.org/officeDocument/2006/relationships/image" Target="../media/image934.png"/><Relationship Id="rId42" Type="http://schemas.openxmlformats.org/officeDocument/2006/relationships/customXml" Target="../ink/ink948.xml"/><Relationship Id="rId63" Type="http://schemas.openxmlformats.org/officeDocument/2006/relationships/image" Target="../media/image955.png"/><Relationship Id="rId84" Type="http://schemas.openxmlformats.org/officeDocument/2006/relationships/customXml" Target="../ink/ink969.xml"/><Relationship Id="rId138" Type="http://schemas.openxmlformats.org/officeDocument/2006/relationships/customXml" Target="../ink/ink996.xml"/><Relationship Id="rId159" Type="http://schemas.openxmlformats.org/officeDocument/2006/relationships/image" Target="../media/image1003.png"/><Relationship Id="rId170" Type="http://schemas.openxmlformats.org/officeDocument/2006/relationships/customXml" Target="../ink/ink1012.xml"/><Relationship Id="rId191" Type="http://schemas.openxmlformats.org/officeDocument/2006/relationships/image" Target="../media/image1019.png"/><Relationship Id="rId205" Type="http://schemas.openxmlformats.org/officeDocument/2006/relationships/image" Target="../media/image1026.png"/><Relationship Id="rId107" Type="http://schemas.openxmlformats.org/officeDocument/2006/relationships/image" Target="../media/image977.png"/><Relationship Id="rId11" Type="http://schemas.openxmlformats.org/officeDocument/2006/relationships/image" Target="../media/image929.png"/><Relationship Id="rId32" Type="http://schemas.openxmlformats.org/officeDocument/2006/relationships/customXml" Target="../ink/ink943.xml"/><Relationship Id="rId53" Type="http://schemas.openxmlformats.org/officeDocument/2006/relationships/image" Target="../media/image950.png"/><Relationship Id="rId74" Type="http://schemas.openxmlformats.org/officeDocument/2006/relationships/customXml" Target="../ink/ink964.xml"/><Relationship Id="rId128" Type="http://schemas.openxmlformats.org/officeDocument/2006/relationships/customXml" Target="../ink/ink991.xml"/><Relationship Id="rId149" Type="http://schemas.openxmlformats.org/officeDocument/2006/relationships/image" Target="../media/image998.png"/><Relationship Id="rId5" Type="http://schemas.openxmlformats.org/officeDocument/2006/relationships/image" Target="../media/image926.png"/><Relationship Id="rId95" Type="http://schemas.openxmlformats.org/officeDocument/2006/relationships/image" Target="../media/image971.png"/><Relationship Id="rId160" Type="http://schemas.openxmlformats.org/officeDocument/2006/relationships/customXml" Target="../ink/ink1007.xml"/><Relationship Id="rId181" Type="http://schemas.openxmlformats.org/officeDocument/2006/relationships/image" Target="../media/image1014.png"/><Relationship Id="rId22" Type="http://schemas.openxmlformats.org/officeDocument/2006/relationships/customXml" Target="../ink/ink938.xml"/><Relationship Id="rId43" Type="http://schemas.openxmlformats.org/officeDocument/2006/relationships/image" Target="../media/image945.png"/><Relationship Id="rId64" Type="http://schemas.openxmlformats.org/officeDocument/2006/relationships/customXml" Target="../ink/ink959.xml"/><Relationship Id="rId118" Type="http://schemas.openxmlformats.org/officeDocument/2006/relationships/customXml" Target="../ink/ink986.xml"/><Relationship Id="rId139" Type="http://schemas.openxmlformats.org/officeDocument/2006/relationships/image" Target="../media/image993.png"/><Relationship Id="rId85" Type="http://schemas.openxmlformats.org/officeDocument/2006/relationships/image" Target="../media/image966.png"/><Relationship Id="rId150" Type="http://schemas.openxmlformats.org/officeDocument/2006/relationships/customXml" Target="../ink/ink1002.xml"/><Relationship Id="rId171" Type="http://schemas.openxmlformats.org/officeDocument/2006/relationships/image" Target="../media/image1009.png"/><Relationship Id="rId192" Type="http://schemas.openxmlformats.org/officeDocument/2006/relationships/customXml" Target="../ink/ink1023.xml"/><Relationship Id="rId206" Type="http://schemas.openxmlformats.org/officeDocument/2006/relationships/customXml" Target="../ink/ink1030.xml"/><Relationship Id="rId12" Type="http://schemas.openxmlformats.org/officeDocument/2006/relationships/customXml" Target="../ink/ink933.xml"/><Relationship Id="rId33" Type="http://schemas.openxmlformats.org/officeDocument/2006/relationships/image" Target="../media/image940.png"/><Relationship Id="rId108" Type="http://schemas.openxmlformats.org/officeDocument/2006/relationships/customXml" Target="../ink/ink981.xml"/><Relationship Id="rId129" Type="http://schemas.openxmlformats.org/officeDocument/2006/relationships/image" Target="../media/image988.png"/><Relationship Id="rId54" Type="http://schemas.openxmlformats.org/officeDocument/2006/relationships/customXml" Target="../ink/ink954.xml"/><Relationship Id="rId75" Type="http://schemas.openxmlformats.org/officeDocument/2006/relationships/image" Target="../media/image961.png"/><Relationship Id="rId96" Type="http://schemas.openxmlformats.org/officeDocument/2006/relationships/customXml" Target="../ink/ink975.xml"/><Relationship Id="rId140" Type="http://schemas.openxmlformats.org/officeDocument/2006/relationships/customXml" Target="../ink/ink997.xml"/><Relationship Id="rId161" Type="http://schemas.openxmlformats.org/officeDocument/2006/relationships/image" Target="../media/image1004.png"/><Relationship Id="rId182" Type="http://schemas.openxmlformats.org/officeDocument/2006/relationships/customXml" Target="../ink/ink1018.xml"/><Relationship Id="rId6" Type="http://schemas.openxmlformats.org/officeDocument/2006/relationships/customXml" Target="../ink/ink930.xml"/><Relationship Id="rId23" Type="http://schemas.openxmlformats.org/officeDocument/2006/relationships/image" Target="../media/image935.png"/><Relationship Id="rId119" Type="http://schemas.openxmlformats.org/officeDocument/2006/relationships/image" Target="../media/image983.png"/><Relationship Id="rId44" Type="http://schemas.openxmlformats.org/officeDocument/2006/relationships/customXml" Target="../ink/ink949.xml"/><Relationship Id="rId65" Type="http://schemas.openxmlformats.org/officeDocument/2006/relationships/image" Target="../media/image956.png"/><Relationship Id="rId86" Type="http://schemas.openxmlformats.org/officeDocument/2006/relationships/customXml" Target="../ink/ink970.xml"/><Relationship Id="rId130" Type="http://schemas.openxmlformats.org/officeDocument/2006/relationships/customXml" Target="../ink/ink992.xml"/><Relationship Id="rId151" Type="http://schemas.openxmlformats.org/officeDocument/2006/relationships/image" Target="../media/image999.png"/><Relationship Id="rId172" Type="http://schemas.openxmlformats.org/officeDocument/2006/relationships/customXml" Target="../ink/ink1013.xml"/><Relationship Id="rId193" Type="http://schemas.openxmlformats.org/officeDocument/2006/relationships/image" Target="../media/image1020.png"/><Relationship Id="rId207" Type="http://schemas.openxmlformats.org/officeDocument/2006/relationships/image" Target="../media/image1027.png"/><Relationship Id="rId13" Type="http://schemas.openxmlformats.org/officeDocument/2006/relationships/image" Target="../media/image930.png"/><Relationship Id="rId109" Type="http://schemas.openxmlformats.org/officeDocument/2006/relationships/image" Target="../media/image978.png"/><Relationship Id="rId34" Type="http://schemas.openxmlformats.org/officeDocument/2006/relationships/customXml" Target="../ink/ink944.xml"/><Relationship Id="rId55" Type="http://schemas.openxmlformats.org/officeDocument/2006/relationships/image" Target="../media/image951.png"/><Relationship Id="rId76" Type="http://schemas.openxmlformats.org/officeDocument/2006/relationships/customXml" Target="../ink/ink965.xml"/><Relationship Id="rId97" Type="http://schemas.openxmlformats.org/officeDocument/2006/relationships/image" Target="../media/image972.png"/><Relationship Id="rId120" Type="http://schemas.openxmlformats.org/officeDocument/2006/relationships/customXml" Target="../ink/ink987.xml"/><Relationship Id="rId141" Type="http://schemas.openxmlformats.org/officeDocument/2006/relationships/image" Target="../media/image994.png"/><Relationship Id="rId7" Type="http://schemas.openxmlformats.org/officeDocument/2006/relationships/image" Target="../media/image927.png"/><Relationship Id="rId162" Type="http://schemas.openxmlformats.org/officeDocument/2006/relationships/customXml" Target="../ink/ink1008.xml"/><Relationship Id="rId183" Type="http://schemas.openxmlformats.org/officeDocument/2006/relationships/image" Target="../media/image1015.png"/><Relationship Id="rId24" Type="http://schemas.openxmlformats.org/officeDocument/2006/relationships/customXml" Target="../ink/ink939.xml"/><Relationship Id="rId45" Type="http://schemas.openxmlformats.org/officeDocument/2006/relationships/image" Target="../media/image946.png"/><Relationship Id="rId66" Type="http://schemas.openxmlformats.org/officeDocument/2006/relationships/customXml" Target="../ink/ink960.xml"/><Relationship Id="rId87" Type="http://schemas.openxmlformats.org/officeDocument/2006/relationships/image" Target="../media/image967.png"/><Relationship Id="rId110" Type="http://schemas.openxmlformats.org/officeDocument/2006/relationships/customXml" Target="../ink/ink982.xml"/><Relationship Id="rId131" Type="http://schemas.openxmlformats.org/officeDocument/2006/relationships/image" Target="../media/image989.png"/><Relationship Id="rId61" Type="http://schemas.openxmlformats.org/officeDocument/2006/relationships/image" Target="../media/image954.png"/><Relationship Id="rId82" Type="http://schemas.openxmlformats.org/officeDocument/2006/relationships/customXml" Target="../ink/ink968.xml"/><Relationship Id="rId152" Type="http://schemas.openxmlformats.org/officeDocument/2006/relationships/customXml" Target="../ink/ink1003.xml"/><Relationship Id="rId173" Type="http://schemas.openxmlformats.org/officeDocument/2006/relationships/image" Target="../media/image1010.png"/><Relationship Id="rId194" Type="http://schemas.openxmlformats.org/officeDocument/2006/relationships/customXml" Target="../ink/ink1024.xml"/><Relationship Id="rId199" Type="http://schemas.openxmlformats.org/officeDocument/2006/relationships/image" Target="../media/image1023.png"/><Relationship Id="rId203" Type="http://schemas.openxmlformats.org/officeDocument/2006/relationships/image" Target="../media/image1025.png"/><Relationship Id="rId208" Type="http://schemas.openxmlformats.org/officeDocument/2006/relationships/customXml" Target="../ink/ink1031.xml"/><Relationship Id="rId19" Type="http://schemas.openxmlformats.org/officeDocument/2006/relationships/image" Target="../media/image933.png"/><Relationship Id="rId14" Type="http://schemas.openxmlformats.org/officeDocument/2006/relationships/customXml" Target="../ink/ink934.xml"/><Relationship Id="rId30" Type="http://schemas.openxmlformats.org/officeDocument/2006/relationships/customXml" Target="../ink/ink942.xml"/><Relationship Id="rId35" Type="http://schemas.openxmlformats.org/officeDocument/2006/relationships/image" Target="../media/image941.png"/><Relationship Id="rId56" Type="http://schemas.openxmlformats.org/officeDocument/2006/relationships/customXml" Target="../ink/ink955.xml"/><Relationship Id="rId77" Type="http://schemas.openxmlformats.org/officeDocument/2006/relationships/image" Target="../media/image962.png"/><Relationship Id="rId100" Type="http://schemas.openxmlformats.org/officeDocument/2006/relationships/customXml" Target="../ink/ink977.xml"/><Relationship Id="rId105" Type="http://schemas.openxmlformats.org/officeDocument/2006/relationships/image" Target="../media/image976.png"/><Relationship Id="rId126" Type="http://schemas.openxmlformats.org/officeDocument/2006/relationships/customXml" Target="../ink/ink990.xml"/><Relationship Id="rId147" Type="http://schemas.openxmlformats.org/officeDocument/2006/relationships/image" Target="../media/image997.png"/><Relationship Id="rId168" Type="http://schemas.openxmlformats.org/officeDocument/2006/relationships/customXml" Target="../ink/ink1011.xml"/><Relationship Id="rId8" Type="http://schemas.openxmlformats.org/officeDocument/2006/relationships/customXml" Target="../ink/ink931.xml"/><Relationship Id="rId51" Type="http://schemas.openxmlformats.org/officeDocument/2006/relationships/image" Target="../media/image949.png"/><Relationship Id="rId72" Type="http://schemas.openxmlformats.org/officeDocument/2006/relationships/customXml" Target="../ink/ink963.xml"/><Relationship Id="rId93" Type="http://schemas.openxmlformats.org/officeDocument/2006/relationships/image" Target="../media/image970.png"/><Relationship Id="rId98" Type="http://schemas.openxmlformats.org/officeDocument/2006/relationships/customXml" Target="../ink/ink976.xml"/><Relationship Id="rId121" Type="http://schemas.openxmlformats.org/officeDocument/2006/relationships/image" Target="../media/image984.png"/><Relationship Id="rId142" Type="http://schemas.openxmlformats.org/officeDocument/2006/relationships/customXml" Target="../ink/ink998.xml"/><Relationship Id="rId163" Type="http://schemas.openxmlformats.org/officeDocument/2006/relationships/image" Target="../media/image1005.png"/><Relationship Id="rId184" Type="http://schemas.openxmlformats.org/officeDocument/2006/relationships/customXml" Target="../ink/ink1019.xml"/><Relationship Id="rId189" Type="http://schemas.openxmlformats.org/officeDocument/2006/relationships/image" Target="../media/image1018.png"/><Relationship Id="rId3" Type="http://schemas.openxmlformats.org/officeDocument/2006/relationships/image" Target="../media/image925.png"/><Relationship Id="rId25" Type="http://schemas.openxmlformats.org/officeDocument/2006/relationships/image" Target="../media/image936.png"/><Relationship Id="rId46" Type="http://schemas.openxmlformats.org/officeDocument/2006/relationships/customXml" Target="../ink/ink950.xml"/><Relationship Id="rId67" Type="http://schemas.openxmlformats.org/officeDocument/2006/relationships/image" Target="../media/image957.png"/><Relationship Id="rId116" Type="http://schemas.openxmlformats.org/officeDocument/2006/relationships/customXml" Target="../ink/ink985.xml"/><Relationship Id="rId137" Type="http://schemas.openxmlformats.org/officeDocument/2006/relationships/image" Target="../media/image992.png"/><Relationship Id="rId158" Type="http://schemas.openxmlformats.org/officeDocument/2006/relationships/customXml" Target="../ink/ink1006.xml"/><Relationship Id="rId20" Type="http://schemas.openxmlformats.org/officeDocument/2006/relationships/customXml" Target="../ink/ink937.xml"/><Relationship Id="rId41" Type="http://schemas.openxmlformats.org/officeDocument/2006/relationships/image" Target="../media/image944.png"/><Relationship Id="rId62" Type="http://schemas.openxmlformats.org/officeDocument/2006/relationships/customXml" Target="../ink/ink958.xml"/><Relationship Id="rId83" Type="http://schemas.openxmlformats.org/officeDocument/2006/relationships/image" Target="../media/image965.png"/><Relationship Id="rId88" Type="http://schemas.openxmlformats.org/officeDocument/2006/relationships/customXml" Target="../ink/ink971.xml"/><Relationship Id="rId111" Type="http://schemas.openxmlformats.org/officeDocument/2006/relationships/image" Target="../media/image979.png"/><Relationship Id="rId132" Type="http://schemas.openxmlformats.org/officeDocument/2006/relationships/customXml" Target="../ink/ink993.xml"/><Relationship Id="rId153" Type="http://schemas.openxmlformats.org/officeDocument/2006/relationships/image" Target="../media/image1000.png"/><Relationship Id="rId174" Type="http://schemas.openxmlformats.org/officeDocument/2006/relationships/customXml" Target="../ink/ink1014.xml"/><Relationship Id="rId179" Type="http://schemas.openxmlformats.org/officeDocument/2006/relationships/image" Target="../media/image1013.png"/><Relationship Id="rId195" Type="http://schemas.openxmlformats.org/officeDocument/2006/relationships/image" Target="../media/image1021.png"/><Relationship Id="rId209" Type="http://schemas.openxmlformats.org/officeDocument/2006/relationships/image" Target="../media/image1028.png"/><Relationship Id="rId190" Type="http://schemas.openxmlformats.org/officeDocument/2006/relationships/customXml" Target="../ink/ink1022.xml"/><Relationship Id="rId204" Type="http://schemas.openxmlformats.org/officeDocument/2006/relationships/customXml" Target="../ink/ink1029.xml"/><Relationship Id="rId15" Type="http://schemas.openxmlformats.org/officeDocument/2006/relationships/image" Target="../media/image931.png"/><Relationship Id="rId36" Type="http://schemas.openxmlformats.org/officeDocument/2006/relationships/customXml" Target="../ink/ink945.xml"/><Relationship Id="rId57" Type="http://schemas.openxmlformats.org/officeDocument/2006/relationships/image" Target="../media/image952.png"/><Relationship Id="rId106" Type="http://schemas.openxmlformats.org/officeDocument/2006/relationships/customXml" Target="../ink/ink980.xml"/><Relationship Id="rId127" Type="http://schemas.openxmlformats.org/officeDocument/2006/relationships/image" Target="../media/image987.png"/><Relationship Id="rId10" Type="http://schemas.openxmlformats.org/officeDocument/2006/relationships/customXml" Target="../ink/ink932.xml"/><Relationship Id="rId31" Type="http://schemas.openxmlformats.org/officeDocument/2006/relationships/image" Target="../media/image939.png"/><Relationship Id="rId52" Type="http://schemas.openxmlformats.org/officeDocument/2006/relationships/customXml" Target="../ink/ink953.xml"/><Relationship Id="rId73" Type="http://schemas.openxmlformats.org/officeDocument/2006/relationships/image" Target="../media/image960.png"/><Relationship Id="rId78" Type="http://schemas.openxmlformats.org/officeDocument/2006/relationships/customXml" Target="../ink/ink966.xml"/><Relationship Id="rId94" Type="http://schemas.openxmlformats.org/officeDocument/2006/relationships/customXml" Target="../ink/ink974.xml"/><Relationship Id="rId99" Type="http://schemas.openxmlformats.org/officeDocument/2006/relationships/image" Target="../media/image973.png"/><Relationship Id="rId101" Type="http://schemas.openxmlformats.org/officeDocument/2006/relationships/image" Target="../media/image974.png"/><Relationship Id="rId122" Type="http://schemas.openxmlformats.org/officeDocument/2006/relationships/customXml" Target="../ink/ink988.xml"/><Relationship Id="rId143" Type="http://schemas.openxmlformats.org/officeDocument/2006/relationships/image" Target="../media/image995.png"/><Relationship Id="rId148" Type="http://schemas.openxmlformats.org/officeDocument/2006/relationships/customXml" Target="../ink/ink1001.xml"/><Relationship Id="rId164" Type="http://schemas.openxmlformats.org/officeDocument/2006/relationships/customXml" Target="../ink/ink1009.xml"/><Relationship Id="rId169" Type="http://schemas.openxmlformats.org/officeDocument/2006/relationships/image" Target="../media/image1008.png"/><Relationship Id="rId185" Type="http://schemas.openxmlformats.org/officeDocument/2006/relationships/image" Target="../media/image1016.png"/><Relationship Id="rId4" Type="http://schemas.openxmlformats.org/officeDocument/2006/relationships/customXml" Target="../ink/ink929.xml"/><Relationship Id="rId9" Type="http://schemas.openxmlformats.org/officeDocument/2006/relationships/image" Target="../media/image928.png"/><Relationship Id="rId180" Type="http://schemas.openxmlformats.org/officeDocument/2006/relationships/customXml" Target="../ink/ink1017.xml"/><Relationship Id="rId26" Type="http://schemas.openxmlformats.org/officeDocument/2006/relationships/customXml" Target="../ink/ink940.xml"/><Relationship Id="rId47" Type="http://schemas.openxmlformats.org/officeDocument/2006/relationships/image" Target="../media/image947.png"/><Relationship Id="rId68" Type="http://schemas.openxmlformats.org/officeDocument/2006/relationships/customXml" Target="../ink/ink961.xml"/><Relationship Id="rId89" Type="http://schemas.openxmlformats.org/officeDocument/2006/relationships/image" Target="../media/image968.png"/><Relationship Id="rId112" Type="http://schemas.openxmlformats.org/officeDocument/2006/relationships/customXml" Target="../ink/ink983.xml"/><Relationship Id="rId133" Type="http://schemas.openxmlformats.org/officeDocument/2006/relationships/image" Target="../media/image990.png"/><Relationship Id="rId154" Type="http://schemas.openxmlformats.org/officeDocument/2006/relationships/customXml" Target="../ink/ink1004.xml"/><Relationship Id="rId175" Type="http://schemas.openxmlformats.org/officeDocument/2006/relationships/image" Target="../media/image1011.png"/><Relationship Id="rId196" Type="http://schemas.openxmlformats.org/officeDocument/2006/relationships/customXml" Target="../ink/ink1025.xml"/><Relationship Id="rId200" Type="http://schemas.openxmlformats.org/officeDocument/2006/relationships/customXml" Target="../ink/ink1027.xml"/><Relationship Id="rId16" Type="http://schemas.openxmlformats.org/officeDocument/2006/relationships/customXml" Target="../ink/ink935.xml"/><Relationship Id="rId37" Type="http://schemas.openxmlformats.org/officeDocument/2006/relationships/image" Target="../media/image942.png"/><Relationship Id="rId58" Type="http://schemas.openxmlformats.org/officeDocument/2006/relationships/customXml" Target="../ink/ink956.xml"/><Relationship Id="rId79" Type="http://schemas.openxmlformats.org/officeDocument/2006/relationships/image" Target="../media/image963.png"/><Relationship Id="rId102" Type="http://schemas.openxmlformats.org/officeDocument/2006/relationships/customXml" Target="../ink/ink978.xml"/><Relationship Id="rId123" Type="http://schemas.openxmlformats.org/officeDocument/2006/relationships/image" Target="../media/image985.png"/><Relationship Id="rId144" Type="http://schemas.openxmlformats.org/officeDocument/2006/relationships/customXml" Target="../ink/ink999.xml"/><Relationship Id="rId90" Type="http://schemas.openxmlformats.org/officeDocument/2006/relationships/customXml" Target="../ink/ink972.xml"/><Relationship Id="rId165" Type="http://schemas.openxmlformats.org/officeDocument/2006/relationships/image" Target="../media/image1006.png"/><Relationship Id="rId186" Type="http://schemas.openxmlformats.org/officeDocument/2006/relationships/customXml" Target="../ink/ink1020.xml"/><Relationship Id="rId27" Type="http://schemas.openxmlformats.org/officeDocument/2006/relationships/image" Target="../media/image937.png"/><Relationship Id="rId48" Type="http://schemas.openxmlformats.org/officeDocument/2006/relationships/customXml" Target="../ink/ink951.xml"/><Relationship Id="rId69" Type="http://schemas.openxmlformats.org/officeDocument/2006/relationships/image" Target="../media/image958.png"/><Relationship Id="rId113" Type="http://schemas.openxmlformats.org/officeDocument/2006/relationships/image" Target="../media/image980.png"/><Relationship Id="rId134" Type="http://schemas.openxmlformats.org/officeDocument/2006/relationships/customXml" Target="../ink/ink994.xml"/><Relationship Id="rId80" Type="http://schemas.openxmlformats.org/officeDocument/2006/relationships/customXml" Target="../ink/ink967.xml"/><Relationship Id="rId155" Type="http://schemas.openxmlformats.org/officeDocument/2006/relationships/image" Target="../media/image1001.png"/><Relationship Id="rId176" Type="http://schemas.openxmlformats.org/officeDocument/2006/relationships/customXml" Target="../ink/ink1015.xml"/><Relationship Id="rId197" Type="http://schemas.openxmlformats.org/officeDocument/2006/relationships/image" Target="../media/image1022.png"/><Relationship Id="rId201" Type="http://schemas.openxmlformats.org/officeDocument/2006/relationships/image" Target="../media/image1024.png"/><Relationship Id="rId17" Type="http://schemas.openxmlformats.org/officeDocument/2006/relationships/image" Target="../media/image932.png"/><Relationship Id="rId38" Type="http://schemas.openxmlformats.org/officeDocument/2006/relationships/customXml" Target="../ink/ink946.xml"/><Relationship Id="rId59" Type="http://schemas.openxmlformats.org/officeDocument/2006/relationships/image" Target="../media/image953.png"/><Relationship Id="rId103" Type="http://schemas.openxmlformats.org/officeDocument/2006/relationships/image" Target="../media/image975.png"/><Relationship Id="rId124" Type="http://schemas.openxmlformats.org/officeDocument/2006/relationships/customXml" Target="../ink/ink989.xml"/><Relationship Id="rId70" Type="http://schemas.openxmlformats.org/officeDocument/2006/relationships/customXml" Target="../ink/ink962.xml"/><Relationship Id="rId91" Type="http://schemas.openxmlformats.org/officeDocument/2006/relationships/image" Target="../media/image969.png"/><Relationship Id="rId145" Type="http://schemas.openxmlformats.org/officeDocument/2006/relationships/image" Target="../media/image996.png"/><Relationship Id="rId166" Type="http://schemas.openxmlformats.org/officeDocument/2006/relationships/customXml" Target="../ink/ink1010.xml"/><Relationship Id="rId187" Type="http://schemas.openxmlformats.org/officeDocument/2006/relationships/image" Target="../media/image1017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941.xml"/><Relationship Id="rId49" Type="http://schemas.openxmlformats.org/officeDocument/2006/relationships/image" Target="../media/image948.png"/><Relationship Id="rId114" Type="http://schemas.openxmlformats.org/officeDocument/2006/relationships/customXml" Target="../ink/ink984.xml"/><Relationship Id="rId60" Type="http://schemas.openxmlformats.org/officeDocument/2006/relationships/customXml" Target="../ink/ink957.xml"/><Relationship Id="rId81" Type="http://schemas.openxmlformats.org/officeDocument/2006/relationships/image" Target="../media/image964.png"/><Relationship Id="rId135" Type="http://schemas.openxmlformats.org/officeDocument/2006/relationships/image" Target="../media/image991.png"/><Relationship Id="rId156" Type="http://schemas.openxmlformats.org/officeDocument/2006/relationships/customXml" Target="../ink/ink1005.xml"/><Relationship Id="rId177" Type="http://schemas.openxmlformats.org/officeDocument/2006/relationships/image" Target="../media/image1012.png"/><Relationship Id="rId198" Type="http://schemas.openxmlformats.org/officeDocument/2006/relationships/customXml" Target="../ink/ink1026.xml"/><Relationship Id="rId202" Type="http://schemas.openxmlformats.org/officeDocument/2006/relationships/customXml" Target="../ink/ink1028.xml"/><Relationship Id="rId18" Type="http://schemas.openxmlformats.org/officeDocument/2006/relationships/customXml" Target="../ink/ink936.xml"/><Relationship Id="rId39" Type="http://schemas.openxmlformats.org/officeDocument/2006/relationships/image" Target="../media/image943.png"/><Relationship Id="rId50" Type="http://schemas.openxmlformats.org/officeDocument/2006/relationships/customXml" Target="../ink/ink952.xml"/><Relationship Id="rId104" Type="http://schemas.openxmlformats.org/officeDocument/2006/relationships/customXml" Target="../ink/ink979.xml"/><Relationship Id="rId125" Type="http://schemas.openxmlformats.org/officeDocument/2006/relationships/image" Target="../media/image986.png"/><Relationship Id="rId146" Type="http://schemas.openxmlformats.org/officeDocument/2006/relationships/customXml" Target="../ink/ink1000.xml"/><Relationship Id="rId167" Type="http://schemas.openxmlformats.org/officeDocument/2006/relationships/image" Target="../media/image1007.png"/><Relationship Id="rId188" Type="http://schemas.openxmlformats.org/officeDocument/2006/relationships/customXml" Target="../ink/ink1021.xml"/><Relationship Id="rId71" Type="http://schemas.openxmlformats.org/officeDocument/2006/relationships/image" Target="../media/image959.png"/><Relationship Id="rId92" Type="http://schemas.openxmlformats.org/officeDocument/2006/relationships/customXml" Target="../ink/ink973.xml"/><Relationship Id="rId2" Type="http://schemas.openxmlformats.org/officeDocument/2006/relationships/customXml" Target="../ink/ink928.xml"/><Relationship Id="rId29" Type="http://schemas.openxmlformats.org/officeDocument/2006/relationships/image" Target="../media/image938.png"/><Relationship Id="rId40" Type="http://schemas.openxmlformats.org/officeDocument/2006/relationships/customXml" Target="../ink/ink947.xml"/><Relationship Id="rId115" Type="http://schemas.openxmlformats.org/officeDocument/2006/relationships/image" Target="../media/image981.png"/><Relationship Id="rId136" Type="http://schemas.openxmlformats.org/officeDocument/2006/relationships/customXml" Target="../ink/ink995.xml"/><Relationship Id="rId157" Type="http://schemas.openxmlformats.org/officeDocument/2006/relationships/image" Target="../media/image1002.png"/><Relationship Id="rId178" Type="http://schemas.openxmlformats.org/officeDocument/2006/relationships/customXml" Target="../ink/ink1016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89.xml"/><Relationship Id="rId21" Type="http://schemas.openxmlformats.org/officeDocument/2006/relationships/customXml" Target="../ink/ink1041.xml"/><Relationship Id="rId63" Type="http://schemas.openxmlformats.org/officeDocument/2006/relationships/customXml" Target="../ink/ink1062.xml"/><Relationship Id="rId159" Type="http://schemas.openxmlformats.org/officeDocument/2006/relationships/customXml" Target="../ink/ink1110.xml"/><Relationship Id="rId170" Type="http://schemas.openxmlformats.org/officeDocument/2006/relationships/image" Target="../media/image1111.png"/><Relationship Id="rId191" Type="http://schemas.openxmlformats.org/officeDocument/2006/relationships/customXml" Target="../ink/ink1126.xml"/><Relationship Id="rId205" Type="http://schemas.openxmlformats.org/officeDocument/2006/relationships/customXml" Target="../ink/ink1133.xml"/><Relationship Id="rId226" Type="http://schemas.openxmlformats.org/officeDocument/2006/relationships/image" Target="../media/image1139.png"/><Relationship Id="rId247" Type="http://schemas.openxmlformats.org/officeDocument/2006/relationships/customXml" Target="../ink/ink1154.xml"/><Relationship Id="rId107" Type="http://schemas.openxmlformats.org/officeDocument/2006/relationships/customXml" Target="../ink/ink1084.xml"/><Relationship Id="rId11" Type="http://schemas.openxmlformats.org/officeDocument/2006/relationships/customXml" Target="../ink/ink1036.xml"/><Relationship Id="rId32" Type="http://schemas.openxmlformats.org/officeDocument/2006/relationships/image" Target="../media/image1043.png"/><Relationship Id="rId53" Type="http://schemas.openxmlformats.org/officeDocument/2006/relationships/customXml" Target="../ink/ink1057.xml"/><Relationship Id="rId74" Type="http://schemas.openxmlformats.org/officeDocument/2006/relationships/image" Target="../media/image1064.png"/><Relationship Id="rId128" Type="http://schemas.openxmlformats.org/officeDocument/2006/relationships/image" Target="../media/image1091.png"/><Relationship Id="rId149" Type="http://schemas.openxmlformats.org/officeDocument/2006/relationships/customXml" Target="../ink/ink1105.xml"/><Relationship Id="rId5" Type="http://schemas.openxmlformats.org/officeDocument/2006/relationships/customXml" Target="../ink/ink1033.xml"/><Relationship Id="rId95" Type="http://schemas.openxmlformats.org/officeDocument/2006/relationships/customXml" Target="../ink/ink1078.xml"/><Relationship Id="rId160" Type="http://schemas.openxmlformats.org/officeDocument/2006/relationships/image" Target="../media/image1106.png"/><Relationship Id="rId181" Type="http://schemas.openxmlformats.org/officeDocument/2006/relationships/customXml" Target="../ink/ink1121.xml"/><Relationship Id="rId216" Type="http://schemas.openxmlformats.org/officeDocument/2006/relationships/image" Target="../media/image1134.png"/><Relationship Id="rId237" Type="http://schemas.openxmlformats.org/officeDocument/2006/relationships/customXml" Target="../ink/ink1149.xml"/><Relationship Id="rId258" Type="http://schemas.openxmlformats.org/officeDocument/2006/relationships/image" Target="../media/image1155.png"/><Relationship Id="rId22" Type="http://schemas.openxmlformats.org/officeDocument/2006/relationships/image" Target="../media/image1038.png"/><Relationship Id="rId43" Type="http://schemas.openxmlformats.org/officeDocument/2006/relationships/customXml" Target="../ink/ink1052.xml"/><Relationship Id="rId64" Type="http://schemas.openxmlformats.org/officeDocument/2006/relationships/image" Target="../media/image1059.png"/><Relationship Id="rId118" Type="http://schemas.openxmlformats.org/officeDocument/2006/relationships/image" Target="../media/image1086.png"/><Relationship Id="rId139" Type="http://schemas.openxmlformats.org/officeDocument/2006/relationships/customXml" Target="../ink/ink1100.xml"/><Relationship Id="rId85" Type="http://schemas.openxmlformats.org/officeDocument/2006/relationships/customXml" Target="../ink/ink1073.xml"/><Relationship Id="rId150" Type="http://schemas.openxmlformats.org/officeDocument/2006/relationships/image" Target="../media/image1101.png"/><Relationship Id="rId171" Type="http://schemas.openxmlformats.org/officeDocument/2006/relationships/customXml" Target="../ink/ink1116.xml"/><Relationship Id="rId192" Type="http://schemas.openxmlformats.org/officeDocument/2006/relationships/image" Target="../media/image1122.png"/><Relationship Id="rId206" Type="http://schemas.openxmlformats.org/officeDocument/2006/relationships/image" Target="../media/image1129.png"/><Relationship Id="rId227" Type="http://schemas.openxmlformats.org/officeDocument/2006/relationships/customXml" Target="../ink/ink1144.xml"/><Relationship Id="rId248" Type="http://schemas.openxmlformats.org/officeDocument/2006/relationships/image" Target="../media/image1150.png"/><Relationship Id="rId12" Type="http://schemas.openxmlformats.org/officeDocument/2006/relationships/image" Target="../media/image1033.png"/><Relationship Id="rId33" Type="http://schemas.openxmlformats.org/officeDocument/2006/relationships/customXml" Target="../ink/ink1047.xml"/><Relationship Id="rId108" Type="http://schemas.openxmlformats.org/officeDocument/2006/relationships/image" Target="../media/image1081.png"/><Relationship Id="rId129" Type="http://schemas.openxmlformats.org/officeDocument/2006/relationships/customXml" Target="../ink/ink1095.xml"/><Relationship Id="rId54" Type="http://schemas.openxmlformats.org/officeDocument/2006/relationships/image" Target="../media/image1054.png"/><Relationship Id="rId75" Type="http://schemas.openxmlformats.org/officeDocument/2006/relationships/customXml" Target="../ink/ink1068.xml"/><Relationship Id="rId96" Type="http://schemas.openxmlformats.org/officeDocument/2006/relationships/image" Target="../media/image1075.png"/><Relationship Id="rId140" Type="http://schemas.openxmlformats.org/officeDocument/2006/relationships/image" Target="../media/image1096.png"/><Relationship Id="rId161" Type="http://schemas.openxmlformats.org/officeDocument/2006/relationships/customXml" Target="../ink/ink1111.xml"/><Relationship Id="rId182" Type="http://schemas.openxmlformats.org/officeDocument/2006/relationships/image" Target="../media/image1117.png"/><Relationship Id="rId217" Type="http://schemas.openxmlformats.org/officeDocument/2006/relationships/customXml" Target="../ink/ink1139.xml"/><Relationship Id="rId6" Type="http://schemas.openxmlformats.org/officeDocument/2006/relationships/image" Target="../media/image1030.png"/><Relationship Id="rId238" Type="http://schemas.openxmlformats.org/officeDocument/2006/relationships/image" Target="../media/image1145.png"/><Relationship Id="rId259" Type="http://schemas.openxmlformats.org/officeDocument/2006/relationships/customXml" Target="../ink/ink1160.xml"/><Relationship Id="rId23" Type="http://schemas.openxmlformats.org/officeDocument/2006/relationships/customXml" Target="../ink/ink1042.xml"/><Relationship Id="rId119" Type="http://schemas.openxmlformats.org/officeDocument/2006/relationships/customXml" Target="../ink/ink1090.xml"/><Relationship Id="rId44" Type="http://schemas.openxmlformats.org/officeDocument/2006/relationships/image" Target="../media/image1049.png"/><Relationship Id="rId65" Type="http://schemas.openxmlformats.org/officeDocument/2006/relationships/customXml" Target="../ink/ink1063.xml"/><Relationship Id="rId86" Type="http://schemas.openxmlformats.org/officeDocument/2006/relationships/image" Target="../media/image1070.png"/><Relationship Id="rId130" Type="http://schemas.openxmlformats.org/officeDocument/2006/relationships/image" Target="../media/image1092.png"/><Relationship Id="rId151" Type="http://schemas.openxmlformats.org/officeDocument/2006/relationships/customXml" Target="../ink/ink1106.xml"/><Relationship Id="rId172" Type="http://schemas.openxmlformats.org/officeDocument/2006/relationships/image" Target="../media/image1112.png"/><Relationship Id="rId193" Type="http://schemas.openxmlformats.org/officeDocument/2006/relationships/customXml" Target="../ink/ink1127.xml"/><Relationship Id="rId207" Type="http://schemas.openxmlformats.org/officeDocument/2006/relationships/customXml" Target="../ink/ink1134.xml"/><Relationship Id="rId228" Type="http://schemas.openxmlformats.org/officeDocument/2006/relationships/image" Target="../media/image1140.png"/><Relationship Id="rId249" Type="http://schemas.openxmlformats.org/officeDocument/2006/relationships/customXml" Target="../ink/ink1155.xml"/><Relationship Id="rId13" Type="http://schemas.openxmlformats.org/officeDocument/2006/relationships/customXml" Target="../ink/ink1037.xml"/><Relationship Id="rId109" Type="http://schemas.openxmlformats.org/officeDocument/2006/relationships/customXml" Target="../ink/ink1085.xml"/><Relationship Id="rId260" Type="http://schemas.openxmlformats.org/officeDocument/2006/relationships/image" Target="../media/image1156.png"/><Relationship Id="rId34" Type="http://schemas.openxmlformats.org/officeDocument/2006/relationships/image" Target="../media/image1044.png"/><Relationship Id="rId55" Type="http://schemas.openxmlformats.org/officeDocument/2006/relationships/customXml" Target="../ink/ink1058.xml"/><Relationship Id="rId76" Type="http://schemas.openxmlformats.org/officeDocument/2006/relationships/image" Target="../media/image1065.png"/><Relationship Id="rId97" Type="http://schemas.openxmlformats.org/officeDocument/2006/relationships/customXml" Target="../ink/ink1079.xml"/><Relationship Id="rId120" Type="http://schemas.openxmlformats.org/officeDocument/2006/relationships/image" Target="../media/image1087.png"/><Relationship Id="rId141" Type="http://schemas.openxmlformats.org/officeDocument/2006/relationships/customXml" Target="../ink/ink1101.xml"/><Relationship Id="rId7" Type="http://schemas.openxmlformats.org/officeDocument/2006/relationships/customXml" Target="../ink/ink1034.xml"/><Relationship Id="rId162" Type="http://schemas.openxmlformats.org/officeDocument/2006/relationships/image" Target="../media/image1107.png"/><Relationship Id="rId183" Type="http://schemas.openxmlformats.org/officeDocument/2006/relationships/customXml" Target="../ink/ink1122.xml"/><Relationship Id="rId218" Type="http://schemas.openxmlformats.org/officeDocument/2006/relationships/image" Target="../media/image1135.png"/><Relationship Id="rId239" Type="http://schemas.openxmlformats.org/officeDocument/2006/relationships/customXml" Target="../ink/ink1150.xml"/><Relationship Id="rId250" Type="http://schemas.openxmlformats.org/officeDocument/2006/relationships/image" Target="../media/image1151.png"/><Relationship Id="rId24" Type="http://schemas.openxmlformats.org/officeDocument/2006/relationships/image" Target="../media/image1039.png"/><Relationship Id="rId45" Type="http://schemas.openxmlformats.org/officeDocument/2006/relationships/customXml" Target="../ink/ink1053.xml"/><Relationship Id="rId66" Type="http://schemas.openxmlformats.org/officeDocument/2006/relationships/image" Target="../media/image1060.png"/><Relationship Id="rId87" Type="http://schemas.openxmlformats.org/officeDocument/2006/relationships/customXml" Target="../ink/ink1074.xml"/><Relationship Id="rId110" Type="http://schemas.openxmlformats.org/officeDocument/2006/relationships/image" Target="../media/image1082.png"/><Relationship Id="rId131" Type="http://schemas.openxmlformats.org/officeDocument/2006/relationships/customXml" Target="../ink/ink1096.xml"/><Relationship Id="rId152" Type="http://schemas.openxmlformats.org/officeDocument/2006/relationships/image" Target="../media/image1102.png"/><Relationship Id="rId173" Type="http://schemas.openxmlformats.org/officeDocument/2006/relationships/customXml" Target="../ink/ink1117.xml"/><Relationship Id="rId194" Type="http://schemas.openxmlformats.org/officeDocument/2006/relationships/image" Target="../media/image1123.png"/><Relationship Id="rId208" Type="http://schemas.openxmlformats.org/officeDocument/2006/relationships/image" Target="../media/image1130.png"/><Relationship Id="rId229" Type="http://schemas.openxmlformats.org/officeDocument/2006/relationships/customXml" Target="../ink/ink1145.xml"/><Relationship Id="rId240" Type="http://schemas.openxmlformats.org/officeDocument/2006/relationships/image" Target="../media/image1146.png"/><Relationship Id="rId261" Type="http://schemas.openxmlformats.org/officeDocument/2006/relationships/customXml" Target="../ink/ink1161.xml"/><Relationship Id="rId14" Type="http://schemas.openxmlformats.org/officeDocument/2006/relationships/image" Target="../media/image1034.png"/><Relationship Id="rId35" Type="http://schemas.openxmlformats.org/officeDocument/2006/relationships/customXml" Target="../ink/ink1048.xml"/><Relationship Id="rId56" Type="http://schemas.openxmlformats.org/officeDocument/2006/relationships/image" Target="../media/image1055.png"/><Relationship Id="rId77" Type="http://schemas.openxmlformats.org/officeDocument/2006/relationships/customXml" Target="../ink/ink1069.xml"/><Relationship Id="rId100" Type="http://schemas.openxmlformats.org/officeDocument/2006/relationships/image" Target="../media/image1077.png"/><Relationship Id="rId8" Type="http://schemas.openxmlformats.org/officeDocument/2006/relationships/image" Target="../media/image1031.png"/><Relationship Id="rId98" Type="http://schemas.openxmlformats.org/officeDocument/2006/relationships/image" Target="../media/image1076.png"/><Relationship Id="rId121" Type="http://schemas.openxmlformats.org/officeDocument/2006/relationships/customXml" Target="../ink/ink1091.xml"/><Relationship Id="rId142" Type="http://schemas.openxmlformats.org/officeDocument/2006/relationships/image" Target="../media/image1097.png"/><Relationship Id="rId163" Type="http://schemas.openxmlformats.org/officeDocument/2006/relationships/customXml" Target="../ink/ink1112.xml"/><Relationship Id="rId184" Type="http://schemas.openxmlformats.org/officeDocument/2006/relationships/image" Target="../media/image1118.png"/><Relationship Id="rId219" Type="http://schemas.openxmlformats.org/officeDocument/2006/relationships/customXml" Target="../ink/ink1140.xml"/><Relationship Id="rId230" Type="http://schemas.openxmlformats.org/officeDocument/2006/relationships/image" Target="../media/image1141.png"/><Relationship Id="rId251" Type="http://schemas.openxmlformats.org/officeDocument/2006/relationships/customXml" Target="../ink/ink1156.xml"/><Relationship Id="rId25" Type="http://schemas.openxmlformats.org/officeDocument/2006/relationships/customXml" Target="../ink/ink1043.xml"/><Relationship Id="rId46" Type="http://schemas.openxmlformats.org/officeDocument/2006/relationships/image" Target="../media/image1050.png"/><Relationship Id="rId67" Type="http://schemas.openxmlformats.org/officeDocument/2006/relationships/customXml" Target="../ink/ink1064.xml"/><Relationship Id="rId88" Type="http://schemas.openxmlformats.org/officeDocument/2006/relationships/image" Target="../media/image1071.png"/><Relationship Id="rId111" Type="http://schemas.openxmlformats.org/officeDocument/2006/relationships/customXml" Target="../ink/ink1086.xml"/><Relationship Id="rId132" Type="http://schemas.openxmlformats.org/officeDocument/2006/relationships/image" Target="../media/image1093.png"/><Relationship Id="rId153" Type="http://schemas.openxmlformats.org/officeDocument/2006/relationships/customXml" Target="../ink/ink1107.xml"/><Relationship Id="rId174" Type="http://schemas.openxmlformats.org/officeDocument/2006/relationships/image" Target="../media/image1113.png"/><Relationship Id="rId195" Type="http://schemas.openxmlformats.org/officeDocument/2006/relationships/customXml" Target="../ink/ink1128.xml"/><Relationship Id="rId209" Type="http://schemas.openxmlformats.org/officeDocument/2006/relationships/customXml" Target="../ink/ink1135.xml"/><Relationship Id="rId220" Type="http://schemas.openxmlformats.org/officeDocument/2006/relationships/image" Target="../media/image1136.png"/><Relationship Id="rId241" Type="http://schemas.openxmlformats.org/officeDocument/2006/relationships/customXml" Target="../ink/ink1151.xml"/><Relationship Id="rId15" Type="http://schemas.openxmlformats.org/officeDocument/2006/relationships/customXml" Target="../ink/ink1038.xml"/><Relationship Id="rId36" Type="http://schemas.openxmlformats.org/officeDocument/2006/relationships/image" Target="../media/image1045.png"/><Relationship Id="rId57" Type="http://schemas.openxmlformats.org/officeDocument/2006/relationships/customXml" Target="../ink/ink1059.xml"/><Relationship Id="rId262" Type="http://schemas.openxmlformats.org/officeDocument/2006/relationships/image" Target="../media/image1157.png"/><Relationship Id="rId78" Type="http://schemas.openxmlformats.org/officeDocument/2006/relationships/image" Target="../media/image1066.png"/><Relationship Id="rId99" Type="http://schemas.openxmlformats.org/officeDocument/2006/relationships/customXml" Target="../ink/ink1080.xml"/><Relationship Id="rId101" Type="http://schemas.openxmlformats.org/officeDocument/2006/relationships/customXml" Target="../ink/ink1081.xml"/><Relationship Id="rId122" Type="http://schemas.openxmlformats.org/officeDocument/2006/relationships/image" Target="../media/image1088.png"/><Relationship Id="rId143" Type="http://schemas.openxmlformats.org/officeDocument/2006/relationships/customXml" Target="../ink/ink1102.xml"/><Relationship Id="rId164" Type="http://schemas.openxmlformats.org/officeDocument/2006/relationships/image" Target="../media/image1108.png"/><Relationship Id="rId185" Type="http://schemas.openxmlformats.org/officeDocument/2006/relationships/customXml" Target="../ink/ink1123.xml"/><Relationship Id="rId9" Type="http://schemas.openxmlformats.org/officeDocument/2006/relationships/customXml" Target="../ink/ink1035.xml"/><Relationship Id="rId210" Type="http://schemas.openxmlformats.org/officeDocument/2006/relationships/image" Target="../media/image1131.png"/><Relationship Id="rId26" Type="http://schemas.openxmlformats.org/officeDocument/2006/relationships/image" Target="../media/image1040.png"/><Relationship Id="rId231" Type="http://schemas.openxmlformats.org/officeDocument/2006/relationships/customXml" Target="../ink/ink1146.xml"/><Relationship Id="rId252" Type="http://schemas.openxmlformats.org/officeDocument/2006/relationships/image" Target="../media/image1152.png"/><Relationship Id="rId47" Type="http://schemas.openxmlformats.org/officeDocument/2006/relationships/customXml" Target="../ink/ink1054.xml"/><Relationship Id="rId68" Type="http://schemas.openxmlformats.org/officeDocument/2006/relationships/image" Target="../media/image1061.png"/><Relationship Id="rId89" Type="http://schemas.openxmlformats.org/officeDocument/2006/relationships/customXml" Target="../ink/ink1075.xml"/><Relationship Id="rId112" Type="http://schemas.openxmlformats.org/officeDocument/2006/relationships/image" Target="../media/image1083.png"/><Relationship Id="rId133" Type="http://schemas.openxmlformats.org/officeDocument/2006/relationships/customXml" Target="../ink/ink1097.xml"/><Relationship Id="rId154" Type="http://schemas.openxmlformats.org/officeDocument/2006/relationships/image" Target="../media/image1103.png"/><Relationship Id="rId175" Type="http://schemas.openxmlformats.org/officeDocument/2006/relationships/customXml" Target="../ink/ink1118.xml"/><Relationship Id="rId196" Type="http://schemas.openxmlformats.org/officeDocument/2006/relationships/image" Target="../media/image1124.png"/><Relationship Id="rId200" Type="http://schemas.openxmlformats.org/officeDocument/2006/relationships/image" Target="../media/image1126.png"/><Relationship Id="rId16" Type="http://schemas.openxmlformats.org/officeDocument/2006/relationships/image" Target="../media/image1035.png"/><Relationship Id="rId221" Type="http://schemas.openxmlformats.org/officeDocument/2006/relationships/customXml" Target="../ink/ink1141.xml"/><Relationship Id="rId242" Type="http://schemas.openxmlformats.org/officeDocument/2006/relationships/image" Target="../media/image1147.png"/><Relationship Id="rId37" Type="http://schemas.openxmlformats.org/officeDocument/2006/relationships/customXml" Target="../ink/ink1049.xml"/><Relationship Id="rId58" Type="http://schemas.openxmlformats.org/officeDocument/2006/relationships/image" Target="../media/image1056.png"/><Relationship Id="rId79" Type="http://schemas.openxmlformats.org/officeDocument/2006/relationships/customXml" Target="../ink/ink1070.xml"/><Relationship Id="rId102" Type="http://schemas.openxmlformats.org/officeDocument/2006/relationships/image" Target="../media/image1078.png"/><Relationship Id="rId123" Type="http://schemas.openxmlformats.org/officeDocument/2006/relationships/customXml" Target="../ink/ink1092.xml"/><Relationship Id="rId144" Type="http://schemas.openxmlformats.org/officeDocument/2006/relationships/image" Target="../media/image1098.png"/><Relationship Id="rId90" Type="http://schemas.openxmlformats.org/officeDocument/2006/relationships/image" Target="../media/image1072.png"/><Relationship Id="rId165" Type="http://schemas.openxmlformats.org/officeDocument/2006/relationships/customXml" Target="../ink/ink1113.xml"/><Relationship Id="rId186" Type="http://schemas.openxmlformats.org/officeDocument/2006/relationships/image" Target="../media/image1119.png"/><Relationship Id="rId211" Type="http://schemas.openxmlformats.org/officeDocument/2006/relationships/customXml" Target="../ink/ink1136.xml"/><Relationship Id="rId232" Type="http://schemas.openxmlformats.org/officeDocument/2006/relationships/image" Target="../media/image1142.png"/><Relationship Id="rId253" Type="http://schemas.openxmlformats.org/officeDocument/2006/relationships/customXml" Target="../ink/ink1157.xml"/><Relationship Id="rId27" Type="http://schemas.openxmlformats.org/officeDocument/2006/relationships/customXml" Target="../ink/ink1044.xml"/><Relationship Id="rId48" Type="http://schemas.openxmlformats.org/officeDocument/2006/relationships/image" Target="../media/image1051.png"/><Relationship Id="rId69" Type="http://schemas.openxmlformats.org/officeDocument/2006/relationships/customXml" Target="../ink/ink1065.xml"/><Relationship Id="rId113" Type="http://schemas.openxmlformats.org/officeDocument/2006/relationships/customXml" Target="../ink/ink1087.xml"/><Relationship Id="rId134" Type="http://schemas.openxmlformats.org/officeDocument/2006/relationships/image" Target="../media/image1094.png"/><Relationship Id="rId80" Type="http://schemas.openxmlformats.org/officeDocument/2006/relationships/image" Target="../media/image1067.png"/><Relationship Id="rId155" Type="http://schemas.openxmlformats.org/officeDocument/2006/relationships/customXml" Target="../ink/ink1108.xml"/><Relationship Id="rId176" Type="http://schemas.openxmlformats.org/officeDocument/2006/relationships/image" Target="../media/image1114.png"/><Relationship Id="rId197" Type="http://schemas.openxmlformats.org/officeDocument/2006/relationships/customXml" Target="../ink/ink1129.xml"/><Relationship Id="rId201" Type="http://schemas.openxmlformats.org/officeDocument/2006/relationships/customXml" Target="../ink/ink1131.xml"/><Relationship Id="rId222" Type="http://schemas.openxmlformats.org/officeDocument/2006/relationships/image" Target="../media/image1137.png"/><Relationship Id="rId243" Type="http://schemas.openxmlformats.org/officeDocument/2006/relationships/customXml" Target="../ink/ink1152.xml"/><Relationship Id="rId17" Type="http://schemas.openxmlformats.org/officeDocument/2006/relationships/customXml" Target="../ink/ink1039.xml"/><Relationship Id="rId38" Type="http://schemas.openxmlformats.org/officeDocument/2006/relationships/image" Target="../media/image1046.png"/><Relationship Id="rId59" Type="http://schemas.openxmlformats.org/officeDocument/2006/relationships/customXml" Target="../ink/ink1060.xml"/><Relationship Id="rId103" Type="http://schemas.openxmlformats.org/officeDocument/2006/relationships/customXml" Target="../ink/ink1082.xml"/><Relationship Id="rId124" Type="http://schemas.openxmlformats.org/officeDocument/2006/relationships/image" Target="../media/image1089.png"/><Relationship Id="rId70" Type="http://schemas.openxmlformats.org/officeDocument/2006/relationships/image" Target="../media/image1062.png"/><Relationship Id="rId91" Type="http://schemas.openxmlformats.org/officeDocument/2006/relationships/customXml" Target="../ink/ink1076.xml"/><Relationship Id="rId145" Type="http://schemas.openxmlformats.org/officeDocument/2006/relationships/customXml" Target="../ink/ink1103.xml"/><Relationship Id="rId166" Type="http://schemas.openxmlformats.org/officeDocument/2006/relationships/image" Target="../media/image1109.png"/><Relationship Id="rId187" Type="http://schemas.openxmlformats.org/officeDocument/2006/relationships/customXml" Target="../ink/ink1124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132.png"/><Relationship Id="rId233" Type="http://schemas.openxmlformats.org/officeDocument/2006/relationships/customXml" Target="../ink/ink1147.xml"/><Relationship Id="rId254" Type="http://schemas.openxmlformats.org/officeDocument/2006/relationships/image" Target="../media/image1153.png"/><Relationship Id="rId28" Type="http://schemas.openxmlformats.org/officeDocument/2006/relationships/image" Target="../media/image1041.png"/><Relationship Id="rId49" Type="http://schemas.openxmlformats.org/officeDocument/2006/relationships/customXml" Target="../ink/ink1055.xml"/><Relationship Id="rId114" Type="http://schemas.openxmlformats.org/officeDocument/2006/relationships/image" Target="../media/image1084.png"/><Relationship Id="rId60" Type="http://schemas.openxmlformats.org/officeDocument/2006/relationships/image" Target="../media/image1057.png"/><Relationship Id="rId81" Type="http://schemas.openxmlformats.org/officeDocument/2006/relationships/customXml" Target="../ink/ink1071.xml"/><Relationship Id="rId135" Type="http://schemas.openxmlformats.org/officeDocument/2006/relationships/customXml" Target="../ink/ink1098.xml"/><Relationship Id="rId156" Type="http://schemas.openxmlformats.org/officeDocument/2006/relationships/image" Target="../media/image1104.png"/><Relationship Id="rId177" Type="http://schemas.openxmlformats.org/officeDocument/2006/relationships/customXml" Target="../ink/ink1119.xml"/><Relationship Id="rId198" Type="http://schemas.openxmlformats.org/officeDocument/2006/relationships/image" Target="../media/image1125.png"/><Relationship Id="rId202" Type="http://schemas.openxmlformats.org/officeDocument/2006/relationships/image" Target="../media/image1127.png"/><Relationship Id="rId223" Type="http://schemas.openxmlformats.org/officeDocument/2006/relationships/customXml" Target="../ink/ink1142.xml"/><Relationship Id="rId244" Type="http://schemas.openxmlformats.org/officeDocument/2006/relationships/image" Target="../media/image1148.png"/><Relationship Id="rId18" Type="http://schemas.openxmlformats.org/officeDocument/2006/relationships/image" Target="../media/image1036.png"/><Relationship Id="rId39" Type="http://schemas.openxmlformats.org/officeDocument/2006/relationships/customXml" Target="../ink/ink1050.xml"/><Relationship Id="rId50" Type="http://schemas.openxmlformats.org/officeDocument/2006/relationships/image" Target="../media/image1052.png"/><Relationship Id="rId104" Type="http://schemas.openxmlformats.org/officeDocument/2006/relationships/image" Target="../media/image1079.png"/><Relationship Id="rId125" Type="http://schemas.openxmlformats.org/officeDocument/2006/relationships/customXml" Target="../ink/ink1093.xml"/><Relationship Id="rId146" Type="http://schemas.openxmlformats.org/officeDocument/2006/relationships/image" Target="../media/image1099.png"/><Relationship Id="rId167" Type="http://schemas.openxmlformats.org/officeDocument/2006/relationships/customXml" Target="../ink/ink1114.xml"/><Relationship Id="rId188" Type="http://schemas.openxmlformats.org/officeDocument/2006/relationships/image" Target="../media/image1120.png"/><Relationship Id="rId71" Type="http://schemas.openxmlformats.org/officeDocument/2006/relationships/customXml" Target="../ink/ink1066.xml"/><Relationship Id="rId92" Type="http://schemas.openxmlformats.org/officeDocument/2006/relationships/image" Target="../media/image1073.png"/><Relationship Id="rId213" Type="http://schemas.openxmlformats.org/officeDocument/2006/relationships/customXml" Target="../ink/ink1137.xml"/><Relationship Id="rId234" Type="http://schemas.openxmlformats.org/officeDocument/2006/relationships/image" Target="../media/image1143.png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1045.xml"/><Relationship Id="rId255" Type="http://schemas.openxmlformats.org/officeDocument/2006/relationships/customXml" Target="../ink/ink1158.xml"/><Relationship Id="rId40" Type="http://schemas.openxmlformats.org/officeDocument/2006/relationships/image" Target="../media/image1047.png"/><Relationship Id="rId115" Type="http://schemas.openxmlformats.org/officeDocument/2006/relationships/customXml" Target="../ink/ink1088.xml"/><Relationship Id="rId136" Type="http://schemas.openxmlformats.org/officeDocument/2006/relationships/image" Target="../media/image1095.png"/><Relationship Id="rId157" Type="http://schemas.openxmlformats.org/officeDocument/2006/relationships/customXml" Target="../ink/ink1109.xml"/><Relationship Id="rId178" Type="http://schemas.openxmlformats.org/officeDocument/2006/relationships/image" Target="../media/image1115.png"/><Relationship Id="rId61" Type="http://schemas.openxmlformats.org/officeDocument/2006/relationships/customXml" Target="../ink/ink1061.xml"/><Relationship Id="rId82" Type="http://schemas.openxmlformats.org/officeDocument/2006/relationships/image" Target="../media/image1068.png"/><Relationship Id="rId199" Type="http://schemas.openxmlformats.org/officeDocument/2006/relationships/customXml" Target="../ink/ink1130.xml"/><Relationship Id="rId203" Type="http://schemas.openxmlformats.org/officeDocument/2006/relationships/customXml" Target="../ink/ink1132.xml"/><Relationship Id="rId19" Type="http://schemas.openxmlformats.org/officeDocument/2006/relationships/customXml" Target="../ink/ink1040.xml"/><Relationship Id="rId224" Type="http://schemas.openxmlformats.org/officeDocument/2006/relationships/image" Target="../media/image1138.png"/><Relationship Id="rId245" Type="http://schemas.openxmlformats.org/officeDocument/2006/relationships/customXml" Target="../ink/ink1153.xml"/><Relationship Id="rId30" Type="http://schemas.openxmlformats.org/officeDocument/2006/relationships/image" Target="../media/image1042.png"/><Relationship Id="rId105" Type="http://schemas.openxmlformats.org/officeDocument/2006/relationships/customXml" Target="../ink/ink1083.xml"/><Relationship Id="rId126" Type="http://schemas.openxmlformats.org/officeDocument/2006/relationships/image" Target="../media/image1090.png"/><Relationship Id="rId147" Type="http://schemas.openxmlformats.org/officeDocument/2006/relationships/customXml" Target="../ink/ink1104.xml"/><Relationship Id="rId168" Type="http://schemas.openxmlformats.org/officeDocument/2006/relationships/image" Target="../media/image1110.png"/><Relationship Id="rId51" Type="http://schemas.openxmlformats.org/officeDocument/2006/relationships/customXml" Target="../ink/ink1056.xml"/><Relationship Id="rId72" Type="http://schemas.openxmlformats.org/officeDocument/2006/relationships/image" Target="../media/image1063.png"/><Relationship Id="rId93" Type="http://schemas.openxmlformats.org/officeDocument/2006/relationships/customXml" Target="../ink/ink1077.xml"/><Relationship Id="rId189" Type="http://schemas.openxmlformats.org/officeDocument/2006/relationships/customXml" Target="../ink/ink1125.xml"/><Relationship Id="rId3" Type="http://schemas.openxmlformats.org/officeDocument/2006/relationships/customXml" Target="../ink/ink1032.xml"/><Relationship Id="rId214" Type="http://schemas.openxmlformats.org/officeDocument/2006/relationships/image" Target="../media/image1133.png"/><Relationship Id="rId235" Type="http://schemas.openxmlformats.org/officeDocument/2006/relationships/customXml" Target="../ink/ink1148.xml"/><Relationship Id="rId256" Type="http://schemas.openxmlformats.org/officeDocument/2006/relationships/image" Target="../media/image1154.png"/><Relationship Id="rId116" Type="http://schemas.openxmlformats.org/officeDocument/2006/relationships/image" Target="../media/image1085.png"/><Relationship Id="rId137" Type="http://schemas.openxmlformats.org/officeDocument/2006/relationships/customXml" Target="../ink/ink1099.xml"/><Relationship Id="rId158" Type="http://schemas.openxmlformats.org/officeDocument/2006/relationships/image" Target="../media/image1105.png"/><Relationship Id="rId20" Type="http://schemas.openxmlformats.org/officeDocument/2006/relationships/image" Target="../media/image1037.png"/><Relationship Id="rId41" Type="http://schemas.openxmlformats.org/officeDocument/2006/relationships/customXml" Target="../ink/ink1051.xml"/><Relationship Id="rId62" Type="http://schemas.openxmlformats.org/officeDocument/2006/relationships/image" Target="../media/image1058.png"/><Relationship Id="rId83" Type="http://schemas.openxmlformats.org/officeDocument/2006/relationships/customXml" Target="../ink/ink1072.xml"/><Relationship Id="rId179" Type="http://schemas.openxmlformats.org/officeDocument/2006/relationships/customXml" Target="../ink/ink1120.xml"/><Relationship Id="rId190" Type="http://schemas.openxmlformats.org/officeDocument/2006/relationships/image" Target="../media/image1121.png"/><Relationship Id="rId204" Type="http://schemas.openxmlformats.org/officeDocument/2006/relationships/image" Target="../media/image1128.png"/><Relationship Id="rId225" Type="http://schemas.openxmlformats.org/officeDocument/2006/relationships/customXml" Target="../ink/ink1143.xml"/><Relationship Id="rId246" Type="http://schemas.openxmlformats.org/officeDocument/2006/relationships/image" Target="../media/image1149.png"/><Relationship Id="rId106" Type="http://schemas.openxmlformats.org/officeDocument/2006/relationships/image" Target="../media/image1080.png"/><Relationship Id="rId127" Type="http://schemas.openxmlformats.org/officeDocument/2006/relationships/customXml" Target="../ink/ink1094.xml"/><Relationship Id="rId10" Type="http://schemas.openxmlformats.org/officeDocument/2006/relationships/image" Target="../media/image1032.png"/><Relationship Id="rId31" Type="http://schemas.openxmlformats.org/officeDocument/2006/relationships/customXml" Target="../ink/ink1046.xml"/><Relationship Id="rId52" Type="http://schemas.openxmlformats.org/officeDocument/2006/relationships/image" Target="../media/image1053.png"/><Relationship Id="rId73" Type="http://schemas.openxmlformats.org/officeDocument/2006/relationships/customXml" Target="../ink/ink1067.xml"/><Relationship Id="rId94" Type="http://schemas.openxmlformats.org/officeDocument/2006/relationships/image" Target="../media/image1074.png"/><Relationship Id="rId148" Type="http://schemas.openxmlformats.org/officeDocument/2006/relationships/image" Target="../media/image1100.png"/><Relationship Id="rId169" Type="http://schemas.openxmlformats.org/officeDocument/2006/relationships/customXml" Target="../ink/ink1115.xml"/><Relationship Id="rId4" Type="http://schemas.openxmlformats.org/officeDocument/2006/relationships/image" Target="../media/image1029.png"/><Relationship Id="rId180" Type="http://schemas.openxmlformats.org/officeDocument/2006/relationships/image" Target="../media/image1116.png"/><Relationship Id="rId215" Type="http://schemas.openxmlformats.org/officeDocument/2006/relationships/customXml" Target="../ink/ink1138.xml"/><Relationship Id="rId236" Type="http://schemas.openxmlformats.org/officeDocument/2006/relationships/image" Target="../media/image1144.png"/><Relationship Id="rId257" Type="http://schemas.openxmlformats.org/officeDocument/2006/relationships/customXml" Target="../ink/ink1159.xml"/><Relationship Id="rId42" Type="http://schemas.openxmlformats.org/officeDocument/2006/relationships/image" Target="../media/image1048.png"/><Relationship Id="rId84" Type="http://schemas.openxmlformats.org/officeDocument/2006/relationships/image" Target="../media/image1069.png"/><Relationship Id="rId138" Type="http://schemas.openxmlformats.org/officeDocument/2006/relationships/image" Target="../media/image340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15.png"/><Relationship Id="rId21" Type="http://schemas.openxmlformats.org/officeDocument/2006/relationships/image" Target="../media/image1167.png"/><Relationship Id="rId63" Type="http://schemas.openxmlformats.org/officeDocument/2006/relationships/image" Target="../media/image1188.png"/><Relationship Id="rId159" Type="http://schemas.openxmlformats.org/officeDocument/2006/relationships/customXml" Target="../ink/ink1241.xml"/><Relationship Id="rId170" Type="http://schemas.openxmlformats.org/officeDocument/2006/relationships/image" Target="../media/image1240.png"/><Relationship Id="rId226" Type="http://schemas.openxmlformats.org/officeDocument/2006/relationships/image" Target="../media/image1268.png"/><Relationship Id="rId268" Type="http://schemas.openxmlformats.org/officeDocument/2006/relationships/image" Target="../media/image1289.png"/><Relationship Id="rId32" Type="http://schemas.openxmlformats.org/officeDocument/2006/relationships/customXml" Target="../ink/ink1177.xml"/><Relationship Id="rId74" Type="http://schemas.openxmlformats.org/officeDocument/2006/relationships/customXml" Target="../ink/ink1198.xml"/><Relationship Id="rId128" Type="http://schemas.openxmlformats.org/officeDocument/2006/relationships/customXml" Target="../ink/ink1225.xml"/><Relationship Id="rId5" Type="http://schemas.openxmlformats.org/officeDocument/2006/relationships/image" Target="../media/image1159.png"/><Relationship Id="rId181" Type="http://schemas.openxmlformats.org/officeDocument/2006/relationships/customXml" Target="../ink/ink1252.xml"/><Relationship Id="rId237" Type="http://schemas.openxmlformats.org/officeDocument/2006/relationships/customXml" Target="../ink/ink1280.xml"/><Relationship Id="rId279" Type="http://schemas.openxmlformats.org/officeDocument/2006/relationships/customXml" Target="../ink/ink1301.xml"/><Relationship Id="rId43" Type="http://schemas.openxmlformats.org/officeDocument/2006/relationships/image" Target="../media/image1178.png"/><Relationship Id="rId139" Type="http://schemas.openxmlformats.org/officeDocument/2006/relationships/image" Target="../media/image1226.png"/><Relationship Id="rId85" Type="http://schemas.openxmlformats.org/officeDocument/2006/relationships/image" Target="../media/image1199.png"/><Relationship Id="rId150" Type="http://schemas.openxmlformats.org/officeDocument/2006/relationships/customXml" Target="../ink/ink1236.xml"/><Relationship Id="rId171" Type="http://schemas.openxmlformats.org/officeDocument/2006/relationships/customXml" Target="../ink/ink1247.xml"/><Relationship Id="rId192" Type="http://schemas.openxmlformats.org/officeDocument/2006/relationships/image" Target="../media/image1251.png"/><Relationship Id="rId206" Type="http://schemas.openxmlformats.org/officeDocument/2006/relationships/image" Target="../media/image1258.png"/><Relationship Id="rId227" Type="http://schemas.openxmlformats.org/officeDocument/2006/relationships/customXml" Target="../ink/ink1275.xml"/><Relationship Id="rId248" Type="http://schemas.openxmlformats.org/officeDocument/2006/relationships/image" Target="../media/image1279.png"/><Relationship Id="rId269" Type="http://schemas.openxmlformats.org/officeDocument/2006/relationships/customXml" Target="../ink/ink1296.xml"/><Relationship Id="rId12" Type="http://schemas.openxmlformats.org/officeDocument/2006/relationships/customXml" Target="../ink/ink1167.xml"/><Relationship Id="rId33" Type="http://schemas.openxmlformats.org/officeDocument/2006/relationships/image" Target="../media/image1173.png"/><Relationship Id="rId108" Type="http://schemas.openxmlformats.org/officeDocument/2006/relationships/customXml" Target="../ink/ink1215.xml"/><Relationship Id="rId129" Type="http://schemas.openxmlformats.org/officeDocument/2006/relationships/image" Target="../media/image1221.png"/><Relationship Id="rId280" Type="http://schemas.openxmlformats.org/officeDocument/2006/relationships/image" Target="../media/image1295.png"/><Relationship Id="rId54" Type="http://schemas.openxmlformats.org/officeDocument/2006/relationships/customXml" Target="../ink/ink1188.xml"/><Relationship Id="rId75" Type="http://schemas.openxmlformats.org/officeDocument/2006/relationships/image" Target="../media/image1194.png"/><Relationship Id="rId96" Type="http://schemas.openxmlformats.org/officeDocument/2006/relationships/customXml" Target="../ink/ink1209.xml"/><Relationship Id="rId140" Type="http://schemas.openxmlformats.org/officeDocument/2006/relationships/customXml" Target="../ink/ink1231.xml"/><Relationship Id="rId161" Type="http://schemas.openxmlformats.org/officeDocument/2006/relationships/customXml" Target="../ink/ink1242.xml"/><Relationship Id="rId182" Type="http://schemas.openxmlformats.org/officeDocument/2006/relationships/image" Target="../media/image1246.png"/><Relationship Id="rId217" Type="http://schemas.openxmlformats.org/officeDocument/2006/relationships/customXml" Target="../ink/ink1270.xml"/><Relationship Id="rId6" Type="http://schemas.openxmlformats.org/officeDocument/2006/relationships/customXml" Target="../ink/ink1164.xml"/><Relationship Id="rId238" Type="http://schemas.openxmlformats.org/officeDocument/2006/relationships/image" Target="../media/image1274.png"/><Relationship Id="rId259" Type="http://schemas.openxmlformats.org/officeDocument/2006/relationships/customXml" Target="../ink/ink1291.xml"/><Relationship Id="rId23" Type="http://schemas.openxmlformats.org/officeDocument/2006/relationships/image" Target="../media/image1168.png"/><Relationship Id="rId119" Type="http://schemas.openxmlformats.org/officeDocument/2006/relationships/image" Target="../media/image1216.png"/><Relationship Id="rId270" Type="http://schemas.openxmlformats.org/officeDocument/2006/relationships/image" Target="../media/image1290.png"/><Relationship Id="rId44" Type="http://schemas.openxmlformats.org/officeDocument/2006/relationships/customXml" Target="../ink/ink1183.xml"/><Relationship Id="rId65" Type="http://schemas.openxmlformats.org/officeDocument/2006/relationships/image" Target="../media/image1189.png"/><Relationship Id="rId86" Type="http://schemas.openxmlformats.org/officeDocument/2006/relationships/customXml" Target="../ink/ink1204.xml"/><Relationship Id="rId130" Type="http://schemas.openxmlformats.org/officeDocument/2006/relationships/customXml" Target="../ink/ink1226.xml"/><Relationship Id="rId151" Type="http://schemas.openxmlformats.org/officeDocument/2006/relationships/image" Target="../media/image1232.png"/><Relationship Id="rId172" Type="http://schemas.openxmlformats.org/officeDocument/2006/relationships/image" Target="../media/image1241.png"/><Relationship Id="rId193" Type="http://schemas.openxmlformats.org/officeDocument/2006/relationships/customXml" Target="../ink/ink1258.xml"/><Relationship Id="rId207" Type="http://schemas.openxmlformats.org/officeDocument/2006/relationships/customXml" Target="../ink/ink1265.xml"/><Relationship Id="rId228" Type="http://schemas.openxmlformats.org/officeDocument/2006/relationships/image" Target="../media/image1269.png"/><Relationship Id="rId249" Type="http://schemas.openxmlformats.org/officeDocument/2006/relationships/customXml" Target="../ink/ink1286.xml"/><Relationship Id="rId13" Type="http://schemas.openxmlformats.org/officeDocument/2006/relationships/image" Target="../media/image1163.png"/><Relationship Id="rId109" Type="http://schemas.openxmlformats.org/officeDocument/2006/relationships/image" Target="../media/image1211.png"/><Relationship Id="rId260" Type="http://schemas.openxmlformats.org/officeDocument/2006/relationships/image" Target="../media/image1285.png"/><Relationship Id="rId281" Type="http://schemas.openxmlformats.org/officeDocument/2006/relationships/customXml" Target="../ink/ink1302.xml"/><Relationship Id="rId34" Type="http://schemas.openxmlformats.org/officeDocument/2006/relationships/customXml" Target="../ink/ink1178.xml"/><Relationship Id="rId55" Type="http://schemas.openxmlformats.org/officeDocument/2006/relationships/image" Target="../media/image1184.png"/><Relationship Id="rId76" Type="http://schemas.openxmlformats.org/officeDocument/2006/relationships/customXml" Target="../ink/ink1199.xml"/><Relationship Id="rId97" Type="http://schemas.openxmlformats.org/officeDocument/2006/relationships/image" Target="../media/image1205.png"/><Relationship Id="rId120" Type="http://schemas.openxmlformats.org/officeDocument/2006/relationships/customXml" Target="../ink/ink1221.xml"/><Relationship Id="rId141" Type="http://schemas.openxmlformats.org/officeDocument/2006/relationships/image" Target="../media/image1227.png"/><Relationship Id="rId7" Type="http://schemas.openxmlformats.org/officeDocument/2006/relationships/image" Target="../media/image1160.png"/><Relationship Id="rId162" Type="http://schemas.openxmlformats.org/officeDocument/2006/relationships/image" Target="../media/image1236.png"/><Relationship Id="rId183" Type="http://schemas.openxmlformats.org/officeDocument/2006/relationships/customXml" Target="../ink/ink1253.xml"/><Relationship Id="rId218" Type="http://schemas.openxmlformats.org/officeDocument/2006/relationships/image" Target="../media/image1264.png"/><Relationship Id="rId239" Type="http://schemas.openxmlformats.org/officeDocument/2006/relationships/customXml" Target="../ink/ink1281.xml"/><Relationship Id="rId250" Type="http://schemas.openxmlformats.org/officeDocument/2006/relationships/image" Target="../media/image1280.png"/><Relationship Id="rId271" Type="http://schemas.openxmlformats.org/officeDocument/2006/relationships/customXml" Target="../ink/ink1297.xml"/><Relationship Id="rId24" Type="http://schemas.openxmlformats.org/officeDocument/2006/relationships/customXml" Target="../ink/ink1173.xml"/><Relationship Id="rId45" Type="http://schemas.openxmlformats.org/officeDocument/2006/relationships/image" Target="../media/image1179.png"/><Relationship Id="rId66" Type="http://schemas.openxmlformats.org/officeDocument/2006/relationships/customXml" Target="../ink/ink1194.xml"/><Relationship Id="rId87" Type="http://schemas.openxmlformats.org/officeDocument/2006/relationships/image" Target="../media/image1200.png"/><Relationship Id="rId110" Type="http://schemas.openxmlformats.org/officeDocument/2006/relationships/customXml" Target="../ink/ink1216.xml"/><Relationship Id="rId131" Type="http://schemas.openxmlformats.org/officeDocument/2006/relationships/image" Target="../media/image1222.png"/><Relationship Id="rId152" Type="http://schemas.openxmlformats.org/officeDocument/2006/relationships/customXml" Target="../ink/ink1237.xml"/><Relationship Id="rId173" Type="http://schemas.openxmlformats.org/officeDocument/2006/relationships/customXml" Target="../ink/ink1248.xml"/><Relationship Id="rId194" Type="http://schemas.openxmlformats.org/officeDocument/2006/relationships/image" Target="../media/image1252.png"/><Relationship Id="rId208" Type="http://schemas.openxmlformats.org/officeDocument/2006/relationships/image" Target="../media/image1259.png"/><Relationship Id="rId229" Type="http://schemas.openxmlformats.org/officeDocument/2006/relationships/customXml" Target="../ink/ink1276.xml"/><Relationship Id="rId240" Type="http://schemas.openxmlformats.org/officeDocument/2006/relationships/image" Target="../media/image1275.png"/><Relationship Id="rId261" Type="http://schemas.openxmlformats.org/officeDocument/2006/relationships/customXml" Target="../ink/ink1292.xml"/><Relationship Id="rId14" Type="http://schemas.openxmlformats.org/officeDocument/2006/relationships/customXml" Target="../ink/ink1168.xml"/><Relationship Id="rId35" Type="http://schemas.openxmlformats.org/officeDocument/2006/relationships/image" Target="../media/image1174.png"/><Relationship Id="rId56" Type="http://schemas.openxmlformats.org/officeDocument/2006/relationships/customXml" Target="../ink/ink1189.xml"/><Relationship Id="rId77" Type="http://schemas.openxmlformats.org/officeDocument/2006/relationships/image" Target="../media/image1195.png"/><Relationship Id="rId100" Type="http://schemas.openxmlformats.org/officeDocument/2006/relationships/customXml" Target="../ink/ink1211.xml"/><Relationship Id="rId282" Type="http://schemas.openxmlformats.org/officeDocument/2006/relationships/image" Target="../media/image1296.png"/><Relationship Id="rId8" Type="http://schemas.openxmlformats.org/officeDocument/2006/relationships/customXml" Target="../ink/ink1165.xml"/><Relationship Id="rId98" Type="http://schemas.openxmlformats.org/officeDocument/2006/relationships/customXml" Target="../ink/ink1210.xml"/><Relationship Id="rId121" Type="http://schemas.openxmlformats.org/officeDocument/2006/relationships/image" Target="../media/image1217.png"/><Relationship Id="rId142" Type="http://schemas.openxmlformats.org/officeDocument/2006/relationships/customXml" Target="../ink/ink1232.xml"/><Relationship Id="rId163" Type="http://schemas.openxmlformats.org/officeDocument/2006/relationships/customXml" Target="../ink/ink1243.xml"/><Relationship Id="rId184" Type="http://schemas.openxmlformats.org/officeDocument/2006/relationships/image" Target="../media/image1247.png"/><Relationship Id="rId219" Type="http://schemas.openxmlformats.org/officeDocument/2006/relationships/customXml" Target="../ink/ink1271.xml"/><Relationship Id="rId230" Type="http://schemas.openxmlformats.org/officeDocument/2006/relationships/image" Target="../media/image1270.png"/><Relationship Id="rId251" Type="http://schemas.openxmlformats.org/officeDocument/2006/relationships/customXml" Target="../ink/ink1287.xml"/><Relationship Id="rId25" Type="http://schemas.openxmlformats.org/officeDocument/2006/relationships/image" Target="../media/image1169.png"/><Relationship Id="rId46" Type="http://schemas.openxmlformats.org/officeDocument/2006/relationships/customXml" Target="../ink/ink1184.xml"/><Relationship Id="rId67" Type="http://schemas.openxmlformats.org/officeDocument/2006/relationships/image" Target="../media/image1190.png"/><Relationship Id="rId272" Type="http://schemas.openxmlformats.org/officeDocument/2006/relationships/image" Target="../media/image1291.png"/><Relationship Id="rId88" Type="http://schemas.openxmlformats.org/officeDocument/2006/relationships/customXml" Target="../ink/ink1205.xml"/><Relationship Id="rId111" Type="http://schemas.openxmlformats.org/officeDocument/2006/relationships/image" Target="../media/image1212.png"/><Relationship Id="rId132" Type="http://schemas.openxmlformats.org/officeDocument/2006/relationships/customXml" Target="../ink/ink1227.xml"/><Relationship Id="rId153" Type="http://schemas.openxmlformats.org/officeDocument/2006/relationships/image" Target="../media/image340.png"/><Relationship Id="rId174" Type="http://schemas.openxmlformats.org/officeDocument/2006/relationships/image" Target="../media/image1242.png"/><Relationship Id="rId195" Type="http://schemas.openxmlformats.org/officeDocument/2006/relationships/customXml" Target="../ink/ink1259.xml"/><Relationship Id="rId209" Type="http://schemas.openxmlformats.org/officeDocument/2006/relationships/customXml" Target="../ink/ink1266.xml"/><Relationship Id="rId220" Type="http://schemas.openxmlformats.org/officeDocument/2006/relationships/image" Target="../media/image1265.png"/><Relationship Id="rId241" Type="http://schemas.openxmlformats.org/officeDocument/2006/relationships/customXml" Target="../ink/ink1282.xml"/><Relationship Id="rId15" Type="http://schemas.openxmlformats.org/officeDocument/2006/relationships/image" Target="../media/image1164.png"/><Relationship Id="rId36" Type="http://schemas.openxmlformats.org/officeDocument/2006/relationships/customXml" Target="../ink/ink1179.xml"/><Relationship Id="rId57" Type="http://schemas.openxmlformats.org/officeDocument/2006/relationships/image" Target="../media/image1185.png"/><Relationship Id="rId262" Type="http://schemas.openxmlformats.org/officeDocument/2006/relationships/image" Target="../media/image1286.png"/><Relationship Id="rId283" Type="http://schemas.openxmlformats.org/officeDocument/2006/relationships/customXml" Target="../ink/ink1303.xml"/><Relationship Id="rId78" Type="http://schemas.openxmlformats.org/officeDocument/2006/relationships/customXml" Target="../ink/ink1200.xml"/><Relationship Id="rId99" Type="http://schemas.openxmlformats.org/officeDocument/2006/relationships/image" Target="../media/image1206.png"/><Relationship Id="rId101" Type="http://schemas.openxmlformats.org/officeDocument/2006/relationships/image" Target="../media/image1207.png"/><Relationship Id="rId122" Type="http://schemas.openxmlformats.org/officeDocument/2006/relationships/customXml" Target="../ink/ink1222.xml"/><Relationship Id="rId143" Type="http://schemas.openxmlformats.org/officeDocument/2006/relationships/image" Target="../media/image1228.png"/><Relationship Id="rId164" Type="http://schemas.openxmlformats.org/officeDocument/2006/relationships/image" Target="../media/image1237.png"/><Relationship Id="rId185" Type="http://schemas.openxmlformats.org/officeDocument/2006/relationships/customXml" Target="../ink/ink1254.xml"/><Relationship Id="rId9" Type="http://schemas.openxmlformats.org/officeDocument/2006/relationships/image" Target="../media/image1161.png"/><Relationship Id="rId210" Type="http://schemas.openxmlformats.org/officeDocument/2006/relationships/image" Target="../media/image1260.png"/><Relationship Id="rId26" Type="http://schemas.openxmlformats.org/officeDocument/2006/relationships/customXml" Target="../ink/ink1174.xml"/><Relationship Id="rId231" Type="http://schemas.openxmlformats.org/officeDocument/2006/relationships/customXml" Target="../ink/ink1277.xml"/><Relationship Id="rId252" Type="http://schemas.openxmlformats.org/officeDocument/2006/relationships/image" Target="../media/image1281.png"/><Relationship Id="rId273" Type="http://schemas.openxmlformats.org/officeDocument/2006/relationships/customXml" Target="../ink/ink1298.xml"/><Relationship Id="rId47" Type="http://schemas.openxmlformats.org/officeDocument/2006/relationships/image" Target="../media/image1180.png"/><Relationship Id="rId68" Type="http://schemas.openxmlformats.org/officeDocument/2006/relationships/customXml" Target="../ink/ink1195.xml"/><Relationship Id="rId89" Type="http://schemas.openxmlformats.org/officeDocument/2006/relationships/image" Target="../media/image1201.png"/><Relationship Id="rId112" Type="http://schemas.openxmlformats.org/officeDocument/2006/relationships/customXml" Target="../ink/ink1217.xml"/><Relationship Id="rId133" Type="http://schemas.openxmlformats.org/officeDocument/2006/relationships/image" Target="../media/image1223.png"/><Relationship Id="rId154" Type="http://schemas.openxmlformats.org/officeDocument/2006/relationships/customXml" Target="../ink/ink1238.xml"/><Relationship Id="rId175" Type="http://schemas.openxmlformats.org/officeDocument/2006/relationships/customXml" Target="../ink/ink1249.xml"/><Relationship Id="rId196" Type="http://schemas.openxmlformats.org/officeDocument/2006/relationships/image" Target="../media/image1253.png"/><Relationship Id="rId200" Type="http://schemas.openxmlformats.org/officeDocument/2006/relationships/image" Target="../media/image1255.png"/><Relationship Id="rId16" Type="http://schemas.openxmlformats.org/officeDocument/2006/relationships/customXml" Target="../ink/ink1169.xml"/><Relationship Id="rId221" Type="http://schemas.openxmlformats.org/officeDocument/2006/relationships/customXml" Target="../ink/ink1272.xml"/><Relationship Id="rId242" Type="http://schemas.openxmlformats.org/officeDocument/2006/relationships/image" Target="../media/image1276.png"/><Relationship Id="rId263" Type="http://schemas.openxmlformats.org/officeDocument/2006/relationships/customXml" Target="../ink/ink1293.xml"/><Relationship Id="rId284" Type="http://schemas.openxmlformats.org/officeDocument/2006/relationships/image" Target="../media/image1297.png"/><Relationship Id="rId37" Type="http://schemas.openxmlformats.org/officeDocument/2006/relationships/image" Target="../media/image1175.png"/><Relationship Id="rId58" Type="http://schemas.openxmlformats.org/officeDocument/2006/relationships/customXml" Target="../ink/ink1190.xml"/><Relationship Id="rId79" Type="http://schemas.openxmlformats.org/officeDocument/2006/relationships/image" Target="../media/image1196.png"/><Relationship Id="rId102" Type="http://schemas.openxmlformats.org/officeDocument/2006/relationships/customXml" Target="../ink/ink1212.xml"/><Relationship Id="rId123" Type="http://schemas.openxmlformats.org/officeDocument/2006/relationships/image" Target="../media/image1218.png"/><Relationship Id="rId144" Type="http://schemas.openxmlformats.org/officeDocument/2006/relationships/customXml" Target="../ink/ink1233.xml"/><Relationship Id="rId90" Type="http://schemas.openxmlformats.org/officeDocument/2006/relationships/customXml" Target="../ink/ink1206.xml"/><Relationship Id="rId165" Type="http://schemas.openxmlformats.org/officeDocument/2006/relationships/customXml" Target="../ink/ink1244.xml"/><Relationship Id="rId186" Type="http://schemas.openxmlformats.org/officeDocument/2006/relationships/image" Target="../media/image1248.png"/><Relationship Id="rId211" Type="http://schemas.openxmlformats.org/officeDocument/2006/relationships/customXml" Target="../ink/ink1267.xml"/><Relationship Id="rId232" Type="http://schemas.openxmlformats.org/officeDocument/2006/relationships/image" Target="../media/image1271.png"/><Relationship Id="rId253" Type="http://schemas.openxmlformats.org/officeDocument/2006/relationships/customXml" Target="../ink/ink1288.xml"/><Relationship Id="rId274" Type="http://schemas.openxmlformats.org/officeDocument/2006/relationships/image" Target="../media/image1292.png"/><Relationship Id="rId27" Type="http://schemas.openxmlformats.org/officeDocument/2006/relationships/image" Target="../media/image1170.png"/><Relationship Id="rId48" Type="http://schemas.openxmlformats.org/officeDocument/2006/relationships/customXml" Target="../ink/ink1185.xml"/><Relationship Id="rId69" Type="http://schemas.openxmlformats.org/officeDocument/2006/relationships/image" Target="../media/image1191.png"/><Relationship Id="rId113" Type="http://schemas.openxmlformats.org/officeDocument/2006/relationships/image" Target="../media/image1213.png"/><Relationship Id="rId134" Type="http://schemas.openxmlformats.org/officeDocument/2006/relationships/customXml" Target="../ink/ink1228.xml"/><Relationship Id="rId80" Type="http://schemas.openxmlformats.org/officeDocument/2006/relationships/customXml" Target="../ink/ink1201.xml"/><Relationship Id="rId155" Type="http://schemas.openxmlformats.org/officeDocument/2006/relationships/customXml" Target="../ink/ink1239.xml"/><Relationship Id="rId176" Type="http://schemas.openxmlformats.org/officeDocument/2006/relationships/image" Target="../media/image1243.png"/><Relationship Id="rId197" Type="http://schemas.openxmlformats.org/officeDocument/2006/relationships/customXml" Target="../ink/ink1260.xml"/><Relationship Id="rId201" Type="http://schemas.openxmlformats.org/officeDocument/2006/relationships/customXml" Target="../ink/ink1262.xml"/><Relationship Id="rId222" Type="http://schemas.openxmlformats.org/officeDocument/2006/relationships/image" Target="../media/image1266.png"/><Relationship Id="rId243" Type="http://schemas.openxmlformats.org/officeDocument/2006/relationships/customXml" Target="../ink/ink1283.xml"/><Relationship Id="rId264" Type="http://schemas.openxmlformats.org/officeDocument/2006/relationships/image" Target="../media/image1287.png"/><Relationship Id="rId285" Type="http://schemas.openxmlformats.org/officeDocument/2006/relationships/customXml" Target="../ink/ink1304.xml"/><Relationship Id="rId17" Type="http://schemas.openxmlformats.org/officeDocument/2006/relationships/image" Target="../media/image1165.png"/><Relationship Id="rId38" Type="http://schemas.openxmlformats.org/officeDocument/2006/relationships/customXml" Target="../ink/ink1180.xml"/><Relationship Id="rId59" Type="http://schemas.openxmlformats.org/officeDocument/2006/relationships/image" Target="../media/image1186.png"/><Relationship Id="rId103" Type="http://schemas.openxmlformats.org/officeDocument/2006/relationships/image" Target="../media/image1208.png"/><Relationship Id="rId124" Type="http://schemas.openxmlformats.org/officeDocument/2006/relationships/customXml" Target="../ink/ink1223.xml"/><Relationship Id="rId70" Type="http://schemas.openxmlformats.org/officeDocument/2006/relationships/customXml" Target="../ink/ink1196.xml"/><Relationship Id="rId91" Type="http://schemas.openxmlformats.org/officeDocument/2006/relationships/image" Target="../media/image1202.png"/><Relationship Id="rId145" Type="http://schemas.openxmlformats.org/officeDocument/2006/relationships/image" Target="../media/image1229.png"/><Relationship Id="rId166" Type="http://schemas.openxmlformats.org/officeDocument/2006/relationships/image" Target="../media/image1238.png"/><Relationship Id="rId187" Type="http://schemas.openxmlformats.org/officeDocument/2006/relationships/customXml" Target="../ink/ink1255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261.png"/><Relationship Id="rId233" Type="http://schemas.openxmlformats.org/officeDocument/2006/relationships/customXml" Target="../ink/ink1278.xml"/><Relationship Id="rId254" Type="http://schemas.openxmlformats.org/officeDocument/2006/relationships/image" Target="../media/image1282.png"/><Relationship Id="rId28" Type="http://schemas.openxmlformats.org/officeDocument/2006/relationships/customXml" Target="../ink/ink1175.xml"/><Relationship Id="rId49" Type="http://schemas.openxmlformats.org/officeDocument/2006/relationships/image" Target="../media/image1181.png"/><Relationship Id="rId114" Type="http://schemas.openxmlformats.org/officeDocument/2006/relationships/customXml" Target="../ink/ink1218.xml"/><Relationship Id="rId275" Type="http://schemas.openxmlformats.org/officeDocument/2006/relationships/customXml" Target="../ink/ink1299.xml"/><Relationship Id="rId60" Type="http://schemas.openxmlformats.org/officeDocument/2006/relationships/customXml" Target="../ink/ink1191.xml"/><Relationship Id="rId81" Type="http://schemas.openxmlformats.org/officeDocument/2006/relationships/image" Target="../media/image1197.png"/><Relationship Id="rId135" Type="http://schemas.openxmlformats.org/officeDocument/2006/relationships/image" Target="../media/image1224.png"/><Relationship Id="rId156" Type="http://schemas.openxmlformats.org/officeDocument/2006/relationships/image" Target="../media/image1233.png"/><Relationship Id="rId177" Type="http://schemas.openxmlformats.org/officeDocument/2006/relationships/customXml" Target="../ink/ink1250.xml"/><Relationship Id="rId198" Type="http://schemas.openxmlformats.org/officeDocument/2006/relationships/image" Target="../media/image1254.png"/><Relationship Id="rId202" Type="http://schemas.openxmlformats.org/officeDocument/2006/relationships/image" Target="../media/image1256.png"/><Relationship Id="rId223" Type="http://schemas.openxmlformats.org/officeDocument/2006/relationships/customXml" Target="../ink/ink1273.xml"/><Relationship Id="rId244" Type="http://schemas.openxmlformats.org/officeDocument/2006/relationships/image" Target="../media/image1277.png"/><Relationship Id="rId18" Type="http://schemas.openxmlformats.org/officeDocument/2006/relationships/customXml" Target="../ink/ink1170.xml"/><Relationship Id="rId39" Type="http://schemas.openxmlformats.org/officeDocument/2006/relationships/image" Target="../media/image1176.png"/><Relationship Id="rId265" Type="http://schemas.openxmlformats.org/officeDocument/2006/relationships/customXml" Target="../ink/ink1294.xml"/><Relationship Id="rId286" Type="http://schemas.openxmlformats.org/officeDocument/2006/relationships/image" Target="../media/image1298.png"/><Relationship Id="rId50" Type="http://schemas.openxmlformats.org/officeDocument/2006/relationships/customXml" Target="../ink/ink1186.xml"/><Relationship Id="rId104" Type="http://schemas.openxmlformats.org/officeDocument/2006/relationships/customXml" Target="../ink/ink1213.xml"/><Relationship Id="rId125" Type="http://schemas.openxmlformats.org/officeDocument/2006/relationships/image" Target="../media/image1219.png"/><Relationship Id="rId146" Type="http://schemas.openxmlformats.org/officeDocument/2006/relationships/customXml" Target="../ink/ink1234.xml"/><Relationship Id="rId167" Type="http://schemas.openxmlformats.org/officeDocument/2006/relationships/customXml" Target="../ink/ink1245.xml"/><Relationship Id="rId188" Type="http://schemas.openxmlformats.org/officeDocument/2006/relationships/image" Target="../media/image1249.png"/><Relationship Id="rId71" Type="http://schemas.openxmlformats.org/officeDocument/2006/relationships/image" Target="../media/image1192.png"/><Relationship Id="rId92" Type="http://schemas.openxmlformats.org/officeDocument/2006/relationships/customXml" Target="../ink/ink1207.xml"/><Relationship Id="rId213" Type="http://schemas.openxmlformats.org/officeDocument/2006/relationships/customXml" Target="../ink/ink1268.xml"/><Relationship Id="rId234" Type="http://schemas.openxmlformats.org/officeDocument/2006/relationships/image" Target="../media/image1272.png"/><Relationship Id="rId2" Type="http://schemas.openxmlformats.org/officeDocument/2006/relationships/customXml" Target="../ink/ink1162.xml"/><Relationship Id="rId29" Type="http://schemas.openxmlformats.org/officeDocument/2006/relationships/image" Target="../media/image1171.png"/><Relationship Id="rId255" Type="http://schemas.openxmlformats.org/officeDocument/2006/relationships/customXml" Target="../ink/ink1289.xml"/><Relationship Id="rId276" Type="http://schemas.openxmlformats.org/officeDocument/2006/relationships/image" Target="../media/image1293.png"/><Relationship Id="rId40" Type="http://schemas.openxmlformats.org/officeDocument/2006/relationships/customXml" Target="../ink/ink1181.xml"/><Relationship Id="rId115" Type="http://schemas.openxmlformats.org/officeDocument/2006/relationships/image" Target="../media/image1214.png"/><Relationship Id="rId136" Type="http://schemas.openxmlformats.org/officeDocument/2006/relationships/customXml" Target="../ink/ink1229.xml"/><Relationship Id="rId157" Type="http://schemas.openxmlformats.org/officeDocument/2006/relationships/customXml" Target="../ink/ink1240.xml"/><Relationship Id="rId178" Type="http://schemas.openxmlformats.org/officeDocument/2006/relationships/image" Target="../media/image1244.png"/><Relationship Id="rId61" Type="http://schemas.openxmlformats.org/officeDocument/2006/relationships/image" Target="../media/image1187.png"/><Relationship Id="rId82" Type="http://schemas.openxmlformats.org/officeDocument/2006/relationships/customXml" Target="../ink/ink1202.xml"/><Relationship Id="rId199" Type="http://schemas.openxmlformats.org/officeDocument/2006/relationships/customXml" Target="../ink/ink1261.xml"/><Relationship Id="rId203" Type="http://schemas.openxmlformats.org/officeDocument/2006/relationships/customXml" Target="../ink/ink1263.xml"/><Relationship Id="rId19" Type="http://schemas.openxmlformats.org/officeDocument/2006/relationships/image" Target="../media/image1166.png"/><Relationship Id="rId224" Type="http://schemas.openxmlformats.org/officeDocument/2006/relationships/image" Target="../media/image1267.png"/><Relationship Id="rId245" Type="http://schemas.openxmlformats.org/officeDocument/2006/relationships/customXml" Target="../ink/ink1284.xml"/><Relationship Id="rId266" Type="http://schemas.openxmlformats.org/officeDocument/2006/relationships/image" Target="../media/image1288.png"/><Relationship Id="rId30" Type="http://schemas.openxmlformats.org/officeDocument/2006/relationships/customXml" Target="../ink/ink1176.xml"/><Relationship Id="rId105" Type="http://schemas.openxmlformats.org/officeDocument/2006/relationships/image" Target="../media/image1209.png"/><Relationship Id="rId126" Type="http://schemas.openxmlformats.org/officeDocument/2006/relationships/customXml" Target="../ink/ink1224.xml"/><Relationship Id="rId147" Type="http://schemas.openxmlformats.org/officeDocument/2006/relationships/image" Target="../media/image1230.png"/><Relationship Id="rId168" Type="http://schemas.openxmlformats.org/officeDocument/2006/relationships/image" Target="../media/image1239.png"/><Relationship Id="rId51" Type="http://schemas.openxmlformats.org/officeDocument/2006/relationships/image" Target="../media/image1182.png"/><Relationship Id="rId72" Type="http://schemas.openxmlformats.org/officeDocument/2006/relationships/customXml" Target="../ink/ink1197.xml"/><Relationship Id="rId93" Type="http://schemas.openxmlformats.org/officeDocument/2006/relationships/image" Target="../media/image1203.png"/><Relationship Id="rId189" Type="http://schemas.openxmlformats.org/officeDocument/2006/relationships/customXml" Target="../ink/ink1256.xml"/><Relationship Id="rId3" Type="http://schemas.openxmlformats.org/officeDocument/2006/relationships/image" Target="../media/image1158.png"/><Relationship Id="rId214" Type="http://schemas.openxmlformats.org/officeDocument/2006/relationships/image" Target="../media/image1262.png"/><Relationship Id="rId235" Type="http://schemas.openxmlformats.org/officeDocument/2006/relationships/customXml" Target="../ink/ink1279.xml"/><Relationship Id="rId256" Type="http://schemas.openxmlformats.org/officeDocument/2006/relationships/image" Target="../media/image1283.png"/><Relationship Id="rId277" Type="http://schemas.openxmlformats.org/officeDocument/2006/relationships/customXml" Target="../ink/ink1300.xml"/><Relationship Id="rId116" Type="http://schemas.openxmlformats.org/officeDocument/2006/relationships/customXml" Target="../ink/ink1219.xml"/><Relationship Id="rId137" Type="http://schemas.openxmlformats.org/officeDocument/2006/relationships/image" Target="../media/image1225.png"/><Relationship Id="rId158" Type="http://schemas.openxmlformats.org/officeDocument/2006/relationships/image" Target="../media/image1234.png"/><Relationship Id="rId20" Type="http://schemas.openxmlformats.org/officeDocument/2006/relationships/customXml" Target="../ink/ink1171.xml"/><Relationship Id="rId41" Type="http://schemas.openxmlformats.org/officeDocument/2006/relationships/image" Target="../media/image1177.png"/><Relationship Id="rId62" Type="http://schemas.openxmlformats.org/officeDocument/2006/relationships/customXml" Target="../ink/ink1192.xml"/><Relationship Id="rId83" Type="http://schemas.openxmlformats.org/officeDocument/2006/relationships/image" Target="../media/image1198.png"/><Relationship Id="rId179" Type="http://schemas.openxmlformats.org/officeDocument/2006/relationships/customXml" Target="../ink/ink1251.xml"/><Relationship Id="rId190" Type="http://schemas.openxmlformats.org/officeDocument/2006/relationships/image" Target="../media/image1250.png"/><Relationship Id="rId204" Type="http://schemas.openxmlformats.org/officeDocument/2006/relationships/image" Target="../media/image1257.png"/><Relationship Id="rId225" Type="http://schemas.openxmlformats.org/officeDocument/2006/relationships/customXml" Target="../ink/ink1274.xml"/><Relationship Id="rId246" Type="http://schemas.openxmlformats.org/officeDocument/2006/relationships/image" Target="../media/image1278.png"/><Relationship Id="rId267" Type="http://schemas.openxmlformats.org/officeDocument/2006/relationships/customXml" Target="../ink/ink1295.xml"/><Relationship Id="rId106" Type="http://schemas.openxmlformats.org/officeDocument/2006/relationships/customXml" Target="../ink/ink1214.xml"/><Relationship Id="rId127" Type="http://schemas.openxmlformats.org/officeDocument/2006/relationships/image" Target="../media/image1220.png"/><Relationship Id="rId10" Type="http://schemas.openxmlformats.org/officeDocument/2006/relationships/customXml" Target="../ink/ink1166.xml"/><Relationship Id="rId31" Type="http://schemas.openxmlformats.org/officeDocument/2006/relationships/image" Target="../media/image1172.png"/><Relationship Id="rId52" Type="http://schemas.openxmlformats.org/officeDocument/2006/relationships/customXml" Target="../ink/ink1187.xml"/><Relationship Id="rId73" Type="http://schemas.openxmlformats.org/officeDocument/2006/relationships/image" Target="../media/image1193.png"/><Relationship Id="rId94" Type="http://schemas.openxmlformats.org/officeDocument/2006/relationships/customXml" Target="../ink/ink1208.xml"/><Relationship Id="rId148" Type="http://schemas.openxmlformats.org/officeDocument/2006/relationships/customXml" Target="../ink/ink1235.xml"/><Relationship Id="rId169" Type="http://schemas.openxmlformats.org/officeDocument/2006/relationships/customXml" Target="../ink/ink1246.xml"/><Relationship Id="rId4" Type="http://schemas.openxmlformats.org/officeDocument/2006/relationships/customXml" Target="../ink/ink1163.xml"/><Relationship Id="rId180" Type="http://schemas.openxmlformats.org/officeDocument/2006/relationships/image" Target="../media/image1245.png"/><Relationship Id="rId215" Type="http://schemas.openxmlformats.org/officeDocument/2006/relationships/customXml" Target="../ink/ink1269.xml"/><Relationship Id="rId236" Type="http://schemas.openxmlformats.org/officeDocument/2006/relationships/image" Target="../media/image1273.png"/><Relationship Id="rId257" Type="http://schemas.openxmlformats.org/officeDocument/2006/relationships/customXml" Target="../ink/ink1290.xml"/><Relationship Id="rId278" Type="http://schemas.openxmlformats.org/officeDocument/2006/relationships/image" Target="../media/image1294.png"/><Relationship Id="rId42" Type="http://schemas.openxmlformats.org/officeDocument/2006/relationships/customXml" Target="../ink/ink1182.xml"/><Relationship Id="rId84" Type="http://schemas.openxmlformats.org/officeDocument/2006/relationships/customXml" Target="../ink/ink1203.xml"/><Relationship Id="rId138" Type="http://schemas.openxmlformats.org/officeDocument/2006/relationships/customXml" Target="../ink/ink1230.xml"/><Relationship Id="rId191" Type="http://schemas.openxmlformats.org/officeDocument/2006/relationships/customXml" Target="../ink/ink1257.xml"/><Relationship Id="rId205" Type="http://schemas.openxmlformats.org/officeDocument/2006/relationships/customXml" Target="../ink/ink1264.xml"/><Relationship Id="rId247" Type="http://schemas.openxmlformats.org/officeDocument/2006/relationships/customXml" Target="../ink/ink1285.xml"/><Relationship Id="rId107" Type="http://schemas.openxmlformats.org/officeDocument/2006/relationships/image" Target="../media/image1210.png"/><Relationship Id="rId11" Type="http://schemas.openxmlformats.org/officeDocument/2006/relationships/image" Target="../media/image1162.png"/><Relationship Id="rId53" Type="http://schemas.openxmlformats.org/officeDocument/2006/relationships/image" Target="../media/image1183.png"/><Relationship Id="rId149" Type="http://schemas.openxmlformats.org/officeDocument/2006/relationships/image" Target="../media/image1231.png"/><Relationship Id="rId95" Type="http://schemas.openxmlformats.org/officeDocument/2006/relationships/image" Target="../media/image1204.png"/><Relationship Id="rId160" Type="http://schemas.openxmlformats.org/officeDocument/2006/relationships/image" Target="../media/image1235.png"/><Relationship Id="rId216" Type="http://schemas.openxmlformats.org/officeDocument/2006/relationships/image" Target="../media/image1263.png"/><Relationship Id="rId258" Type="http://schemas.openxmlformats.org/officeDocument/2006/relationships/image" Target="../media/image1284.png"/><Relationship Id="rId22" Type="http://schemas.openxmlformats.org/officeDocument/2006/relationships/customXml" Target="../ink/ink1172.xml"/><Relationship Id="rId64" Type="http://schemas.openxmlformats.org/officeDocument/2006/relationships/customXml" Target="../ink/ink1193.xml"/><Relationship Id="rId118" Type="http://schemas.openxmlformats.org/officeDocument/2006/relationships/customXml" Target="../ink/ink1220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56.png"/><Relationship Id="rId299" Type="http://schemas.openxmlformats.org/officeDocument/2006/relationships/image" Target="../media/image1447.png"/><Relationship Id="rId21" Type="http://schemas.openxmlformats.org/officeDocument/2006/relationships/image" Target="../media/image1308.png"/><Relationship Id="rId63" Type="http://schemas.openxmlformats.org/officeDocument/2006/relationships/image" Target="../media/image1329.png"/><Relationship Id="rId159" Type="http://schemas.openxmlformats.org/officeDocument/2006/relationships/image" Target="../media/image1377.png"/><Relationship Id="rId324" Type="http://schemas.openxmlformats.org/officeDocument/2006/relationships/customXml" Target="../ink/ink1466.xml"/><Relationship Id="rId170" Type="http://schemas.openxmlformats.org/officeDocument/2006/relationships/customXml" Target="../ink/ink1389.xml"/><Relationship Id="rId226" Type="http://schemas.openxmlformats.org/officeDocument/2006/relationships/customXml" Target="../ink/ink1417.xml"/><Relationship Id="rId268" Type="http://schemas.openxmlformats.org/officeDocument/2006/relationships/customXml" Target="../ink/ink1438.xml"/><Relationship Id="rId32" Type="http://schemas.openxmlformats.org/officeDocument/2006/relationships/customXml" Target="../ink/ink1320.xml"/><Relationship Id="rId74" Type="http://schemas.openxmlformats.org/officeDocument/2006/relationships/customXml" Target="../ink/ink1341.xml"/><Relationship Id="rId128" Type="http://schemas.openxmlformats.org/officeDocument/2006/relationships/customXml" Target="../ink/ink1368.xml"/><Relationship Id="rId335" Type="http://schemas.openxmlformats.org/officeDocument/2006/relationships/image" Target="../media/image1465.png"/><Relationship Id="rId5" Type="http://schemas.openxmlformats.org/officeDocument/2006/relationships/image" Target="../media/image1300.png"/><Relationship Id="rId181" Type="http://schemas.openxmlformats.org/officeDocument/2006/relationships/image" Target="../media/image1388.png"/><Relationship Id="rId237" Type="http://schemas.openxmlformats.org/officeDocument/2006/relationships/image" Target="../media/image1416.png"/><Relationship Id="rId279" Type="http://schemas.openxmlformats.org/officeDocument/2006/relationships/image" Target="../media/image1437.png"/><Relationship Id="rId43" Type="http://schemas.openxmlformats.org/officeDocument/2006/relationships/image" Target="../media/image1319.png"/><Relationship Id="rId139" Type="http://schemas.openxmlformats.org/officeDocument/2006/relationships/image" Target="../media/image1367.png"/><Relationship Id="rId290" Type="http://schemas.openxmlformats.org/officeDocument/2006/relationships/customXml" Target="../ink/ink1449.xml"/><Relationship Id="rId304" Type="http://schemas.openxmlformats.org/officeDocument/2006/relationships/customXml" Target="../ink/ink1456.xml"/><Relationship Id="rId346" Type="http://schemas.openxmlformats.org/officeDocument/2006/relationships/customXml" Target="../ink/ink1477.xml"/><Relationship Id="rId85" Type="http://schemas.openxmlformats.org/officeDocument/2006/relationships/image" Target="../media/image1340.png"/><Relationship Id="rId150" Type="http://schemas.openxmlformats.org/officeDocument/2006/relationships/customXml" Target="../ink/ink1379.xml"/><Relationship Id="rId192" Type="http://schemas.openxmlformats.org/officeDocument/2006/relationships/customXml" Target="../ink/ink1400.xml"/><Relationship Id="rId206" Type="http://schemas.openxmlformats.org/officeDocument/2006/relationships/customXml" Target="../ink/ink1407.xml"/><Relationship Id="rId248" Type="http://schemas.openxmlformats.org/officeDocument/2006/relationships/customXml" Target="../ink/ink1428.xml"/><Relationship Id="rId12" Type="http://schemas.openxmlformats.org/officeDocument/2006/relationships/customXml" Target="../ink/ink1310.xml"/><Relationship Id="rId108" Type="http://schemas.openxmlformats.org/officeDocument/2006/relationships/customXml" Target="../ink/ink1358.xml"/><Relationship Id="rId315" Type="http://schemas.openxmlformats.org/officeDocument/2006/relationships/image" Target="../media/image1455.png"/><Relationship Id="rId54" Type="http://schemas.openxmlformats.org/officeDocument/2006/relationships/customXml" Target="../ink/ink1331.xml"/><Relationship Id="rId96" Type="http://schemas.openxmlformats.org/officeDocument/2006/relationships/customXml" Target="../ink/ink1352.xml"/><Relationship Id="rId161" Type="http://schemas.openxmlformats.org/officeDocument/2006/relationships/image" Target="../media/image1378.png"/><Relationship Id="rId217" Type="http://schemas.openxmlformats.org/officeDocument/2006/relationships/image" Target="../media/image1406.png"/><Relationship Id="rId259" Type="http://schemas.openxmlformats.org/officeDocument/2006/relationships/image" Target="../media/image1427.png"/><Relationship Id="rId23" Type="http://schemas.openxmlformats.org/officeDocument/2006/relationships/image" Target="../media/image1309.png"/><Relationship Id="rId119" Type="http://schemas.openxmlformats.org/officeDocument/2006/relationships/image" Target="../media/image1357.png"/><Relationship Id="rId270" Type="http://schemas.openxmlformats.org/officeDocument/2006/relationships/customXml" Target="../ink/ink1439.xml"/><Relationship Id="rId326" Type="http://schemas.openxmlformats.org/officeDocument/2006/relationships/customXml" Target="../ink/ink1467.xml"/><Relationship Id="rId65" Type="http://schemas.openxmlformats.org/officeDocument/2006/relationships/image" Target="../media/image1330.png"/><Relationship Id="rId130" Type="http://schemas.openxmlformats.org/officeDocument/2006/relationships/customXml" Target="../ink/ink1369.xml"/><Relationship Id="rId172" Type="http://schemas.openxmlformats.org/officeDocument/2006/relationships/customXml" Target="../ink/ink1390.xml"/><Relationship Id="rId228" Type="http://schemas.openxmlformats.org/officeDocument/2006/relationships/customXml" Target="../ink/ink1418.xml"/><Relationship Id="rId281" Type="http://schemas.openxmlformats.org/officeDocument/2006/relationships/image" Target="../media/image1438.png"/><Relationship Id="rId337" Type="http://schemas.openxmlformats.org/officeDocument/2006/relationships/image" Target="../media/image1466.png"/><Relationship Id="rId34" Type="http://schemas.openxmlformats.org/officeDocument/2006/relationships/customXml" Target="../ink/ink1321.xml"/><Relationship Id="rId76" Type="http://schemas.openxmlformats.org/officeDocument/2006/relationships/customXml" Target="../ink/ink1342.xml"/><Relationship Id="rId141" Type="http://schemas.openxmlformats.org/officeDocument/2006/relationships/image" Target="../media/image1368.png"/><Relationship Id="rId7" Type="http://schemas.openxmlformats.org/officeDocument/2006/relationships/image" Target="../media/image1301.png"/><Relationship Id="rId183" Type="http://schemas.openxmlformats.org/officeDocument/2006/relationships/image" Target="../media/image1389.png"/><Relationship Id="rId239" Type="http://schemas.openxmlformats.org/officeDocument/2006/relationships/image" Target="../media/image1417.png"/><Relationship Id="rId250" Type="http://schemas.openxmlformats.org/officeDocument/2006/relationships/customXml" Target="../ink/ink1429.xml"/><Relationship Id="rId292" Type="http://schemas.openxmlformats.org/officeDocument/2006/relationships/customXml" Target="../ink/ink1450.xml"/><Relationship Id="rId306" Type="http://schemas.openxmlformats.org/officeDocument/2006/relationships/customXml" Target="../ink/ink1457.xml"/><Relationship Id="rId45" Type="http://schemas.openxmlformats.org/officeDocument/2006/relationships/image" Target="../media/image1320.png"/><Relationship Id="rId87" Type="http://schemas.openxmlformats.org/officeDocument/2006/relationships/image" Target="../media/image1341.png"/><Relationship Id="rId110" Type="http://schemas.openxmlformats.org/officeDocument/2006/relationships/customXml" Target="../ink/ink1359.xml"/><Relationship Id="rId348" Type="http://schemas.openxmlformats.org/officeDocument/2006/relationships/customXml" Target="../ink/ink1478.xml"/><Relationship Id="rId152" Type="http://schemas.openxmlformats.org/officeDocument/2006/relationships/customXml" Target="../ink/ink1380.xml"/><Relationship Id="rId194" Type="http://schemas.openxmlformats.org/officeDocument/2006/relationships/customXml" Target="../ink/ink1401.xml"/><Relationship Id="rId208" Type="http://schemas.openxmlformats.org/officeDocument/2006/relationships/customXml" Target="../ink/ink1408.xml"/><Relationship Id="rId261" Type="http://schemas.openxmlformats.org/officeDocument/2006/relationships/image" Target="../media/image1428.png"/><Relationship Id="rId14" Type="http://schemas.openxmlformats.org/officeDocument/2006/relationships/customXml" Target="../ink/ink1311.xml"/><Relationship Id="rId56" Type="http://schemas.openxmlformats.org/officeDocument/2006/relationships/customXml" Target="../ink/ink1332.xml"/><Relationship Id="rId317" Type="http://schemas.openxmlformats.org/officeDocument/2006/relationships/image" Target="../media/image1456.png"/><Relationship Id="rId98" Type="http://schemas.openxmlformats.org/officeDocument/2006/relationships/customXml" Target="../ink/ink1353.xml"/><Relationship Id="rId121" Type="http://schemas.openxmlformats.org/officeDocument/2006/relationships/image" Target="../media/image1358.png"/><Relationship Id="rId163" Type="http://schemas.openxmlformats.org/officeDocument/2006/relationships/image" Target="../media/image1379.png"/><Relationship Id="rId219" Type="http://schemas.openxmlformats.org/officeDocument/2006/relationships/image" Target="../media/image1407.png"/><Relationship Id="rId230" Type="http://schemas.openxmlformats.org/officeDocument/2006/relationships/customXml" Target="../ink/ink1419.xml"/><Relationship Id="rId251" Type="http://schemas.openxmlformats.org/officeDocument/2006/relationships/image" Target="../media/image1423.png"/><Relationship Id="rId25" Type="http://schemas.openxmlformats.org/officeDocument/2006/relationships/image" Target="../media/image1310.png"/><Relationship Id="rId46" Type="http://schemas.openxmlformats.org/officeDocument/2006/relationships/customXml" Target="../ink/ink1327.xml"/><Relationship Id="rId67" Type="http://schemas.openxmlformats.org/officeDocument/2006/relationships/image" Target="../media/image1331.png"/><Relationship Id="rId272" Type="http://schemas.openxmlformats.org/officeDocument/2006/relationships/customXml" Target="../ink/ink1440.xml"/><Relationship Id="rId293" Type="http://schemas.openxmlformats.org/officeDocument/2006/relationships/image" Target="../media/image1444.png"/><Relationship Id="rId307" Type="http://schemas.openxmlformats.org/officeDocument/2006/relationships/image" Target="../media/image1451.png"/><Relationship Id="rId328" Type="http://schemas.openxmlformats.org/officeDocument/2006/relationships/customXml" Target="../ink/ink1468.xml"/><Relationship Id="rId349" Type="http://schemas.openxmlformats.org/officeDocument/2006/relationships/image" Target="../media/image1472.png"/><Relationship Id="rId88" Type="http://schemas.openxmlformats.org/officeDocument/2006/relationships/customXml" Target="../ink/ink1348.xml"/><Relationship Id="rId111" Type="http://schemas.openxmlformats.org/officeDocument/2006/relationships/image" Target="../media/image1353.png"/><Relationship Id="rId132" Type="http://schemas.openxmlformats.org/officeDocument/2006/relationships/customXml" Target="../ink/ink1370.xml"/><Relationship Id="rId153" Type="http://schemas.openxmlformats.org/officeDocument/2006/relationships/image" Target="../media/image1374.png"/><Relationship Id="rId174" Type="http://schemas.openxmlformats.org/officeDocument/2006/relationships/customXml" Target="../ink/ink1391.xml"/><Relationship Id="rId195" Type="http://schemas.openxmlformats.org/officeDocument/2006/relationships/image" Target="../media/image1395.png"/><Relationship Id="rId209" Type="http://schemas.openxmlformats.org/officeDocument/2006/relationships/image" Target="../media/image1402.png"/><Relationship Id="rId220" Type="http://schemas.openxmlformats.org/officeDocument/2006/relationships/customXml" Target="../ink/ink1414.xml"/><Relationship Id="rId241" Type="http://schemas.openxmlformats.org/officeDocument/2006/relationships/image" Target="../media/image1418.png"/><Relationship Id="rId15" Type="http://schemas.openxmlformats.org/officeDocument/2006/relationships/image" Target="../media/image1305.png"/><Relationship Id="rId36" Type="http://schemas.openxmlformats.org/officeDocument/2006/relationships/customXml" Target="../ink/ink1322.xml"/><Relationship Id="rId57" Type="http://schemas.openxmlformats.org/officeDocument/2006/relationships/image" Target="../media/image1326.png"/><Relationship Id="rId262" Type="http://schemas.openxmlformats.org/officeDocument/2006/relationships/customXml" Target="../ink/ink1435.xml"/><Relationship Id="rId283" Type="http://schemas.openxmlformats.org/officeDocument/2006/relationships/image" Target="../media/image1439.png"/><Relationship Id="rId318" Type="http://schemas.openxmlformats.org/officeDocument/2006/relationships/customXml" Target="../ink/ink1463.xml"/><Relationship Id="rId339" Type="http://schemas.openxmlformats.org/officeDocument/2006/relationships/image" Target="../media/image1467.png"/><Relationship Id="rId78" Type="http://schemas.openxmlformats.org/officeDocument/2006/relationships/customXml" Target="../ink/ink1343.xml"/><Relationship Id="rId99" Type="http://schemas.openxmlformats.org/officeDocument/2006/relationships/image" Target="../media/image1347.png"/><Relationship Id="rId101" Type="http://schemas.openxmlformats.org/officeDocument/2006/relationships/image" Target="../media/image1348.png"/><Relationship Id="rId122" Type="http://schemas.openxmlformats.org/officeDocument/2006/relationships/customXml" Target="../ink/ink1365.xml"/><Relationship Id="rId143" Type="http://schemas.openxmlformats.org/officeDocument/2006/relationships/image" Target="../media/image1369.png"/><Relationship Id="rId164" Type="http://schemas.openxmlformats.org/officeDocument/2006/relationships/customXml" Target="../ink/ink1386.xml"/><Relationship Id="rId185" Type="http://schemas.openxmlformats.org/officeDocument/2006/relationships/image" Target="../media/image1390.png"/><Relationship Id="rId350" Type="http://schemas.openxmlformats.org/officeDocument/2006/relationships/customXml" Target="../ink/ink1479.xml"/><Relationship Id="rId9" Type="http://schemas.openxmlformats.org/officeDocument/2006/relationships/image" Target="../media/image1302.png"/><Relationship Id="rId210" Type="http://schemas.openxmlformats.org/officeDocument/2006/relationships/customXml" Target="../ink/ink1409.xml"/><Relationship Id="rId26" Type="http://schemas.openxmlformats.org/officeDocument/2006/relationships/customXml" Target="../ink/ink1317.xml"/><Relationship Id="rId231" Type="http://schemas.openxmlformats.org/officeDocument/2006/relationships/image" Target="../media/image1413.png"/><Relationship Id="rId252" Type="http://schemas.openxmlformats.org/officeDocument/2006/relationships/customXml" Target="../ink/ink1430.xml"/><Relationship Id="rId273" Type="http://schemas.openxmlformats.org/officeDocument/2006/relationships/image" Target="../media/image1434.png"/><Relationship Id="rId294" Type="http://schemas.openxmlformats.org/officeDocument/2006/relationships/customXml" Target="../ink/ink1451.xml"/><Relationship Id="rId308" Type="http://schemas.openxmlformats.org/officeDocument/2006/relationships/customXml" Target="../ink/ink1458.xml"/><Relationship Id="rId329" Type="http://schemas.openxmlformats.org/officeDocument/2006/relationships/image" Target="../media/image1462.png"/><Relationship Id="rId47" Type="http://schemas.openxmlformats.org/officeDocument/2006/relationships/image" Target="../media/image1321.png"/><Relationship Id="rId68" Type="http://schemas.openxmlformats.org/officeDocument/2006/relationships/customXml" Target="../ink/ink1338.xml"/><Relationship Id="rId89" Type="http://schemas.openxmlformats.org/officeDocument/2006/relationships/image" Target="../media/image1342.png"/><Relationship Id="rId112" Type="http://schemas.openxmlformats.org/officeDocument/2006/relationships/customXml" Target="../ink/ink1360.xml"/><Relationship Id="rId133" Type="http://schemas.openxmlformats.org/officeDocument/2006/relationships/image" Target="../media/image1364.png"/><Relationship Id="rId154" Type="http://schemas.openxmlformats.org/officeDocument/2006/relationships/customXml" Target="../ink/ink1381.xml"/><Relationship Id="rId175" Type="http://schemas.openxmlformats.org/officeDocument/2006/relationships/image" Target="../media/image1385.png"/><Relationship Id="rId340" Type="http://schemas.openxmlformats.org/officeDocument/2006/relationships/customXml" Target="../ink/ink1474.xml"/><Relationship Id="rId196" Type="http://schemas.openxmlformats.org/officeDocument/2006/relationships/customXml" Target="../ink/ink1402.xml"/><Relationship Id="rId200" Type="http://schemas.openxmlformats.org/officeDocument/2006/relationships/customXml" Target="../ink/ink1404.xml"/><Relationship Id="rId16" Type="http://schemas.openxmlformats.org/officeDocument/2006/relationships/customXml" Target="../ink/ink1312.xml"/><Relationship Id="rId221" Type="http://schemas.openxmlformats.org/officeDocument/2006/relationships/image" Target="../media/image1408.png"/><Relationship Id="rId242" Type="http://schemas.openxmlformats.org/officeDocument/2006/relationships/customXml" Target="../ink/ink1425.xml"/><Relationship Id="rId263" Type="http://schemas.openxmlformats.org/officeDocument/2006/relationships/image" Target="../media/image1429.png"/><Relationship Id="rId284" Type="http://schemas.openxmlformats.org/officeDocument/2006/relationships/customXml" Target="../ink/ink1446.xml"/><Relationship Id="rId319" Type="http://schemas.openxmlformats.org/officeDocument/2006/relationships/image" Target="../media/image1457.png"/><Relationship Id="rId37" Type="http://schemas.openxmlformats.org/officeDocument/2006/relationships/image" Target="../media/image1316.png"/><Relationship Id="rId58" Type="http://schemas.openxmlformats.org/officeDocument/2006/relationships/customXml" Target="../ink/ink1333.xml"/><Relationship Id="rId79" Type="http://schemas.openxmlformats.org/officeDocument/2006/relationships/image" Target="../media/image1337.png"/><Relationship Id="rId102" Type="http://schemas.openxmlformats.org/officeDocument/2006/relationships/customXml" Target="../ink/ink1355.xml"/><Relationship Id="rId123" Type="http://schemas.openxmlformats.org/officeDocument/2006/relationships/image" Target="../media/image1359.png"/><Relationship Id="rId144" Type="http://schemas.openxmlformats.org/officeDocument/2006/relationships/customXml" Target="../ink/ink1376.xml"/><Relationship Id="rId330" Type="http://schemas.openxmlformats.org/officeDocument/2006/relationships/customXml" Target="../ink/ink1469.xml"/><Relationship Id="rId90" Type="http://schemas.openxmlformats.org/officeDocument/2006/relationships/customXml" Target="../ink/ink1349.xml"/><Relationship Id="rId165" Type="http://schemas.openxmlformats.org/officeDocument/2006/relationships/image" Target="../media/image1380.png"/><Relationship Id="rId186" Type="http://schemas.openxmlformats.org/officeDocument/2006/relationships/customXml" Target="../ink/ink1397.xml"/><Relationship Id="rId351" Type="http://schemas.openxmlformats.org/officeDocument/2006/relationships/image" Target="../media/image1473.png"/><Relationship Id="rId211" Type="http://schemas.openxmlformats.org/officeDocument/2006/relationships/image" Target="../media/image1403.png"/><Relationship Id="rId232" Type="http://schemas.openxmlformats.org/officeDocument/2006/relationships/customXml" Target="../ink/ink1420.xml"/><Relationship Id="rId253" Type="http://schemas.openxmlformats.org/officeDocument/2006/relationships/image" Target="../media/image1424.png"/><Relationship Id="rId274" Type="http://schemas.openxmlformats.org/officeDocument/2006/relationships/customXml" Target="../ink/ink1441.xml"/><Relationship Id="rId295" Type="http://schemas.openxmlformats.org/officeDocument/2006/relationships/image" Target="../media/image1445.png"/><Relationship Id="rId309" Type="http://schemas.openxmlformats.org/officeDocument/2006/relationships/image" Target="../media/image1452.png"/><Relationship Id="rId27" Type="http://schemas.openxmlformats.org/officeDocument/2006/relationships/image" Target="../media/image1311.png"/><Relationship Id="rId48" Type="http://schemas.openxmlformats.org/officeDocument/2006/relationships/customXml" Target="../ink/ink1328.xml"/><Relationship Id="rId69" Type="http://schemas.openxmlformats.org/officeDocument/2006/relationships/image" Target="../media/image1332.png"/><Relationship Id="rId113" Type="http://schemas.openxmlformats.org/officeDocument/2006/relationships/image" Target="../media/image1354.png"/><Relationship Id="rId134" Type="http://schemas.openxmlformats.org/officeDocument/2006/relationships/customXml" Target="../ink/ink1371.xml"/><Relationship Id="rId320" Type="http://schemas.openxmlformats.org/officeDocument/2006/relationships/customXml" Target="../ink/ink1464.xml"/><Relationship Id="rId80" Type="http://schemas.openxmlformats.org/officeDocument/2006/relationships/customXml" Target="../ink/ink1344.xml"/><Relationship Id="rId155" Type="http://schemas.openxmlformats.org/officeDocument/2006/relationships/image" Target="../media/image1375.png"/><Relationship Id="rId176" Type="http://schemas.openxmlformats.org/officeDocument/2006/relationships/customXml" Target="../ink/ink1392.xml"/><Relationship Id="rId197" Type="http://schemas.openxmlformats.org/officeDocument/2006/relationships/image" Target="../media/image1396.png"/><Relationship Id="rId341" Type="http://schemas.openxmlformats.org/officeDocument/2006/relationships/image" Target="../media/image1468.png"/><Relationship Id="rId201" Type="http://schemas.openxmlformats.org/officeDocument/2006/relationships/image" Target="../media/image1398.png"/><Relationship Id="rId222" Type="http://schemas.openxmlformats.org/officeDocument/2006/relationships/customXml" Target="../ink/ink1415.xml"/><Relationship Id="rId243" Type="http://schemas.openxmlformats.org/officeDocument/2006/relationships/image" Target="../media/image1419.png"/><Relationship Id="rId264" Type="http://schemas.openxmlformats.org/officeDocument/2006/relationships/customXml" Target="../ink/ink1436.xml"/><Relationship Id="rId285" Type="http://schemas.openxmlformats.org/officeDocument/2006/relationships/image" Target="../media/image1440.png"/><Relationship Id="rId17" Type="http://schemas.openxmlformats.org/officeDocument/2006/relationships/image" Target="../media/image1306.png"/><Relationship Id="rId38" Type="http://schemas.openxmlformats.org/officeDocument/2006/relationships/customXml" Target="../ink/ink1323.xml"/><Relationship Id="rId59" Type="http://schemas.openxmlformats.org/officeDocument/2006/relationships/image" Target="../media/image1327.png"/><Relationship Id="rId103" Type="http://schemas.openxmlformats.org/officeDocument/2006/relationships/image" Target="../media/image1349.png"/><Relationship Id="rId124" Type="http://schemas.openxmlformats.org/officeDocument/2006/relationships/customXml" Target="../ink/ink1366.xml"/><Relationship Id="rId310" Type="http://schemas.openxmlformats.org/officeDocument/2006/relationships/customXml" Target="../ink/ink1459.xml"/><Relationship Id="rId70" Type="http://schemas.openxmlformats.org/officeDocument/2006/relationships/customXml" Target="../ink/ink1339.xml"/><Relationship Id="rId91" Type="http://schemas.openxmlformats.org/officeDocument/2006/relationships/image" Target="../media/image1343.png"/><Relationship Id="rId145" Type="http://schemas.openxmlformats.org/officeDocument/2006/relationships/image" Target="../media/image1370.png"/><Relationship Id="rId166" Type="http://schemas.openxmlformats.org/officeDocument/2006/relationships/customXml" Target="../ink/ink1387.xml"/><Relationship Id="rId187" Type="http://schemas.openxmlformats.org/officeDocument/2006/relationships/image" Target="../media/image1391.png"/><Relationship Id="rId331" Type="http://schemas.openxmlformats.org/officeDocument/2006/relationships/image" Target="../media/image1463.png"/><Relationship Id="rId352" Type="http://schemas.openxmlformats.org/officeDocument/2006/relationships/customXml" Target="../ink/ink1480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410.xml"/><Relationship Id="rId233" Type="http://schemas.openxmlformats.org/officeDocument/2006/relationships/image" Target="../media/image1414.png"/><Relationship Id="rId254" Type="http://schemas.openxmlformats.org/officeDocument/2006/relationships/customXml" Target="../ink/ink1431.xml"/><Relationship Id="rId28" Type="http://schemas.openxmlformats.org/officeDocument/2006/relationships/customXml" Target="../ink/ink1318.xml"/><Relationship Id="rId49" Type="http://schemas.openxmlformats.org/officeDocument/2006/relationships/image" Target="../media/image1322.png"/><Relationship Id="rId114" Type="http://schemas.openxmlformats.org/officeDocument/2006/relationships/customXml" Target="../ink/ink1361.xml"/><Relationship Id="rId275" Type="http://schemas.openxmlformats.org/officeDocument/2006/relationships/image" Target="../media/image1435.png"/><Relationship Id="rId296" Type="http://schemas.openxmlformats.org/officeDocument/2006/relationships/customXml" Target="../ink/ink1452.xml"/><Relationship Id="rId300" Type="http://schemas.openxmlformats.org/officeDocument/2006/relationships/customXml" Target="../ink/ink1454.xml"/><Relationship Id="rId60" Type="http://schemas.openxmlformats.org/officeDocument/2006/relationships/customXml" Target="../ink/ink1334.xml"/><Relationship Id="rId81" Type="http://schemas.openxmlformats.org/officeDocument/2006/relationships/image" Target="../media/image1338.png"/><Relationship Id="rId135" Type="http://schemas.openxmlformats.org/officeDocument/2006/relationships/image" Target="../media/image1365.png"/><Relationship Id="rId156" Type="http://schemas.openxmlformats.org/officeDocument/2006/relationships/customXml" Target="../ink/ink1382.xml"/><Relationship Id="rId177" Type="http://schemas.openxmlformats.org/officeDocument/2006/relationships/image" Target="../media/image1386.png"/><Relationship Id="rId198" Type="http://schemas.openxmlformats.org/officeDocument/2006/relationships/customXml" Target="../ink/ink1403.xml"/><Relationship Id="rId321" Type="http://schemas.openxmlformats.org/officeDocument/2006/relationships/image" Target="../media/image1458.png"/><Relationship Id="rId342" Type="http://schemas.openxmlformats.org/officeDocument/2006/relationships/customXml" Target="../ink/ink1475.xml"/><Relationship Id="rId202" Type="http://schemas.openxmlformats.org/officeDocument/2006/relationships/customXml" Target="../ink/ink1405.xml"/><Relationship Id="rId223" Type="http://schemas.openxmlformats.org/officeDocument/2006/relationships/image" Target="../media/image1409.png"/><Relationship Id="rId244" Type="http://schemas.openxmlformats.org/officeDocument/2006/relationships/customXml" Target="../ink/ink1426.xml"/><Relationship Id="rId18" Type="http://schemas.openxmlformats.org/officeDocument/2006/relationships/customXml" Target="../ink/ink1313.xml"/><Relationship Id="rId39" Type="http://schemas.openxmlformats.org/officeDocument/2006/relationships/image" Target="../media/image1317.png"/><Relationship Id="rId265" Type="http://schemas.openxmlformats.org/officeDocument/2006/relationships/image" Target="../media/image1430.png"/><Relationship Id="rId286" Type="http://schemas.openxmlformats.org/officeDocument/2006/relationships/customXml" Target="../ink/ink1447.xml"/><Relationship Id="rId50" Type="http://schemas.openxmlformats.org/officeDocument/2006/relationships/customXml" Target="../ink/ink1329.xml"/><Relationship Id="rId104" Type="http://schemas.openxmlformats.org/officeDocument/2006/relationships/customXml" Target="../ink/ink1356.xml"/><Relationship Id="rId125" Type="http://schemas.openxmlformats.org/officeDocument/2006/relationships/image" Target="../media/image1360.png"/><Relationship Id="rId146" Type="http://schemas.openxmlformats.org/officeDocument/2006/relationships/customXml" Target="../ink/ink1377.xml"/><Relationship Id="rId167" Type="http://schemas.openxmlformats.org/officeDocument/2006/relationships/image" Target="../media/image1381.png"/><Relationship Id="rId188" Type="http://schemas.openxmlformats.org/officeDocument/2006/relationships/customXml" Target="../ink/ink1398.xml"/><Relationship Id="rId311" Type="http://schemas.openxmlformats.org/officeDocument/2006/relationships/image" Target="../media/image1453.png"/><Relationship Id="rId332" Type="http://schemas.openxmlformats.org/officeDocument/2006/relationships/customXml" Target="../ink/ink1470.xml"/><Relationship Id="rId353" Type="http://schemas.openxmlformats.org/officeDocument/2006/relationships/image" Target="../media/image1474.png"/><Relationship Id="rId71" Type="http://schemas.openxmlformats.org/officeDocument/2006/relationships/image" Target="../media/image1333.png"/><Relationship Id="rId92" Type="http://schemas.openxmlformats.org/officeDocument/2006/relationships/customXml" Target="../ink/ink1350.xml"/><Relationship Id="rId213" Type="http://schemas.openxmlformats.org/officeDocument/2006/relationships/image" Target="../media/image1404.png"/><Relationship Id="rId234" Type="http://schemas.openxmlformats.org/officeDocument/2006/relationships/customXml" Target="../ink/ink1421.xml"/><Relationship Id="rId2" Type="http://schemas.openxmlformats.org/officeDocument/2006/relationships/customXml" Target="../ink/ink1305.xml"/><Relationship Id="rId29" Type="http://schemas.openxmlformats.org/officeDocument/2006/relationships/image" Target="../media/image1312.png"/><Relationship Id="rId255" Type="http://schemas.openxmlformats.org/officeDocument/2006/relationships/image" Target="../media/image1425.png"/><Relationship Id="rId276" Type="http://schemas.openxmlformats.org/officeDocument/2006/relationships/customXml" Target="../ink/ink1442.xml"/><Relationship Id="rId297" Type="http://schemas.openxmlformats.org/officeDocument/2006/relationships/image" Target="../media/image1446.png"/><Relationship Id="rId40" Type="http://schemas.openxmlformats.org/officeDocument/2006/relationships/customXml" Target="../ink/ink1324.xml"/><Relationship Id="rId115" Type="http://schemas.openxmlformats.org/officeDocument/2006/relationships/image" Target="../media/image1355.png"/><Relationship Id="rId136" Type="http://schemas.openxmlformats.org/officeDocument/2006/relationships/customXml" Target="../ink/ink1372.xml"/><Relationship Id="rId157" Type="http://schemas.openxmlformats.org/officeDocument/2006/relationships/image" Target="../media/image1376.png"/><Relationship Id="rId178" Type="http://schemas.openxmlformats.org/officeDocument/2006/relationships/customXml" Target="../ink/ink1393.xml"/><Relationship Id="rId301" Type="http://schemas.openxmlformats.org/officeDocument/2006/relationships/image" Target="../media/image1448.png"/><Relationship Id="rId322" Type="http://schemas.openxmlformats.org/officeDocument/2006/relationships/customXml" Target="../ink/ink1465.xml"/><Relationship Id="rId343" Type="http://schemas.openxmlformats.org/officeDocument/2006/relationships/image" Target="../media/image1469.png"/><Relationship Id="rId61" Type="http://schemas.openxmlformats.org/officeDocument/2006/relationships/image" Target="../media/image1328.png"/><Relationship Id="rId82" Type="http://schemas.openxmlformats.org/officeDocument/2006/relationships/customXml" Target="../ink/ink1345.xml"/><Relationship Id="rId199" Type="http://schemas.openxmlformats.org/officeDocument/2006/relationships/image" Target="../media/image1397.png"/><Relationship Id="rId203" Type="http://schemas.openxmlformats.org/officeDocument/2006/relationships/image" Target="../media/image1399.png"/><Relationship Id="rId19" Type="http://schemas.openxmlformats.org/officeDocument/2006/relationships/image" Target="../media/image1307.png"/><Relationship Id="rId224" Type="http://schemas.openxmlformats.org/officeDocument/2006/relationships/customXml" Target="../ink/ink1416.xml"/><Relationship Id="rId245" Type="http://schemas.openxmlformats.org/officeDocument/2006/relationships/image" Target="../media/image1420.png"/><Relationship Id="rId266" Type="http://schemas.openxmlformats.org/officeDocument/2006/relationships/customXml" Target="../ink/ink1437.xml"/><Relationship Id="rId287" Type="http://schemas.openxmlformats.org/officeDocument/2006/relationships/image" Target="../media/image1441.png"/><Relationship Id="rId30" Type="http://schemas.openxmlformats.org/officeDocument/2006/relationships/customXml" Target="../ink/ink1319.xml"/><Relationship Id="rId105" Type="http://schemas.openxmlformats.org/officeDocument/2006/relationships/image" Target="../media/image1350.png"/><Relationship Id="rId126" Type="http://schemas.openxmlformats.org/officeDocument/2006/relationships/customXml" Target="../ink/ink1367.xml"/><Relationship Id="rId147" Type="http://schemas.openxmlformats.org/officeDocument/2006/relationships/image" Target="../media/image1371.png"/><Relationship Id="rId168" Type="http://schemas.openxmlformats.org/officeDocument/2006/relationships/customXml" Target="../ink/ink1388.xml"/><Relationship Id="rId312" Type="http://schemas.openxmlformats.org/officeDocument/2006/relationships/customXml" Target="../ink/ink1460.xml"/><Relationship Id="rId333" Type="http://schemas.openxmlformats.org/officeDocument/2006/relationships/image" Target="../media/image1464.png"/><Relationship Id="rId51" Type="http://schemas.openxmlformats.org/officeDocument/2006/relationships/image" Target="../media/image1323.png"/><Relationship Id="rId72" Type="http://schemas.openxmlformats.org/officeDocument/2006/relationships/customXml" Target="../ink/ink1340.xml"/><Relationship Id="rId93" Type="http://schemas.openxmlformats.org/officeDocument/2006/relationships/image" Target="../media/image1344.png"/><Relationship Id="rId189" Type="http://schemas.openxmlformats.org/officeDocument/2006/relationships/image" Target="../media/image1392.png"/><Relationship Id="rId3" Type="http://schemas.openxmlformats.org/officeDocument/2006/relationships/image" Target="../media/image1299.png"/><Relationship Id="rId214" Type="http://schemas.openxmlformats.org/officeDocument/2006/relationships/customXml" Target="../ink/ink1411.xml"/><Relationship Id="rId235" Type="http://schemas.openxmlformats.org/officeDocument/2006/relationships/image" Target="../media/image1415.png"/><Relationship Id="rId256" Type="http://schemas.openxmlformats.org/officeDocument/2006/relationships/customXml" Target="../ink/ink1432.xml"/><Relationship Id="rId277" Type="http://schemas.openxmlformats.org/officeDocument/2006/relationships/image" Target="../media/image1436.png"/><Relationship Id="rId298" Type="http://schemas.openxmlformats.org/officeDocument/2006/relationships/customXml" Target="../ink/ink1453.xml"/><Relationship Id="rId116" Type="http://schemas.openxmlformats.org/officeDocument/2006/relationships/customXml" Target="../ink/ink1362.xml"/><Relationship Id="rId137" Type="http://schemas.openxmlformats.org/officeDocument/2006/relationships/image" Target="../media/image1366.png"/><Relationship Id="rId158" Type="http://schemas.openxmlformats.org/officeDocument/2006/relationships/customXml" Target="../ink/ink1383.xml"/><Relationship Id="rId302" Type="http://schemas.openxmlformats.org/officeDocument/2006/relationships/customXml" Target="../ink/ink1455.xml"/><Relationship Id="rId323" Type="http://schemas.openxmlformats.org/officeDocument/2006/relationships/image" Target="../media/image1459.png"/><Relationship Id="rId344" Type="http://schemas.openxmlformats.org/officeDocument/2006/relationships/customXml" Target="../ink/ink1476.xml"/><Relationship Id="rId20" Type="http://schemas.openxmlformats.org/officeDocument/2006/relationships/customXml" Target="../ink/ink1314.xml"/><Relationship Id="rId41" Type="http://schemas.openxmlformats.org/officeDocument/2006/relationships/image" Target="../media/image1318.png"/><Relationship Id="rId62" Type="http://schemas.openxmlformats.org/officeDocument/2006/relationships/customXml" Target="../ink/ink1335.xml"/><Relationship Id="rId83" Type="http://schemas.openxmlformats.org/officeDocument/2006/relationships/image" Target="../media/image1339.png"/><Relationship Id="rId179" Type="http://schemas.openxmlformats.org/officeDocument/2006/relationships/image" Target="../media/image1387.png"/><Relationship Id="rId190" Type="http://schemas.openxmlformats.org/officeDocument/2006/relationships/customXml" Target="../ink/ink1399.xml"/><Relationship Id="rId204" Type="http://schemas.openxmlformats.org/officeDocument/2006/relationships/customXml" Target="../ink/ink1406.xml"/><Relationship Id="rId225" Type="http://schemas.openxmlformats.org/officeDocument/2006/relationships/image" Target="../media/image1410.png"/><Relationship Id="rId246" Type="http://schemas.openxmlformats.org/officeDocument/2006/relationships/customXml" Target="../ink/ink1427.xml"/><Relationship Id="rId267" Type="http://schemas.openxmlformats.org/officeDocument/2006/relationships/image" Target="../media/image1431.png"/><Relationship Id="rId288" Type="http://schemas.openxmlformats.org/officeDocument/2006/relationships/customXml" Target="../ink/ink1448.xml"/><Relationship Id="rId106" Type="http://schemas.openxmlformats.org/officeDocument/2006/relationships/customXml" Target="../ink/ink1357.xml"/><Relationship Id="rId127" Type="http://schemas.openxmlformats.org/officeDocument/2006/relationships/image" Target="../media/image1361.png"/><Relationship Id="rId313" Type="http://schemas.openxmlformats.org/officeDocument/2006/relationships/image" Target="../media/image1454.png"/><Relationship Id="rId10" Type="http://schemas.openxmlformats.org/officeDocument/2006/relationships/customXml" Target="../ink/ink1309.xml"/><Relationship Id="rId31" Type="http://schemas.openxmlformats.org/officeDocument/2006/relationships/image" Target="../media/image1313.png"/><Relationship Id="rId52" Type="http://schemas.openxmlformats.org/officeDocument/2006/relationships/customXml" Target="../ink/ink1330.xml"/><Relationship Id="rId73" Type="http://schemas.openxmlformats.org/officeDocument/2006/relationships/image" Target="../media/image1334.png"/><Relationship Id="rId94" Type="http://schemas.openxmlformats.org/officeDocument/2006/relationships/customXml" Target="../ink/ink1351.xml"/><Relationship Id="rId148" Type="http://schemas.openxmlformats.org/officeDocument/2006/relationships/customXml" Target="../ink/ink1378.xml"/><Relationship Id="rId169" Type="http://schemas.openxmlformats.org/officeDocument/2006/relationships/image" Target="../media/image1382.png"/><Relationship Id="rId334" Type="http://schemas.openxmlformats.org/officeDocument/2006/relationships/customXml" Target="../ink/ink1471.xml"/><Relationship Id="rId4" Type="http://schemas.openxmlformats.org/officeDocument/2006/relationships/customXml" Target="../ink/ink1306.xml"/><Relationship Id="rId180" Type="http://schemas.openxmlformats.org/officeDocument/2006/relationships/customXml" Target="../ink/ink1394.xml"/><Relationship Id="rId215" Type="http://schemas.openxmlformats.org/officeDocument/2006/relationships/image" Target="../media/image1405.png"/><Relationship Id="rId236" Type="http://schemas.openxmlformats.org/officeDocument/2006/relationships/customXml" Target="../ink/ink1422.xml"/><Relationship Id="rId257" Type="http://schemas.openxmlformats.org/officeDocument/2006/relationships/image" Target="../media/image1426.png"/><Relationship Id="rId278" Type="http://schemas.openxmlformats.org/officeDocument/2006/relationships/customXml" Target="../ink/ink1443.xml"/><Relationship Id="rId303" Type="http://schemas.openxmlformats.org/officeDocument/2006/relationships/image" Target="../media/image1449.png"/><Relationship Id="rId42" Type="http://schemas.openxmlformats.org/officeDocument/2006/relationships/customXml" Target="../ink/ink1325.xml"/><Relationship Id="rId84" Type="http://schemas.openxmlformats.org/officeDocument/2006/relationships/customXml" Target="../ink/ink1346.xml"/><Relationship Id="rId138" Type="http://schemas.openxmlformats.org/officeDocument/2006/relationships/customXml" Target="../ink/ink1373.xml"/><Relationship Id="rId345" Type="http://schemas.openxmlformats.org/officeDocument/2006/relationships/image" Target="../media/image1470.png"/><Relationship Id="rId191" Type="http://schemas.openxmlformats.org/officeDocument/2006/relationships/image" Target="../media/image1393.png"/><Relationship Id="rId205" Type="http://schemas.openxmlformats.org/officeDocument/2006/relationships/image" Target="../media/image1400.png"/><Relationship Id="rId247" Type="http://schemas.openxmlformats.org/officeDocument/2006/relationships/image" Target="../media/image1421.png"/><Relationship Id="rId107" Type="http://schemas.openxmlformats.org/officeDocument/2006/relationships/image" Target="../media/image1351.png"/><Relationship Id="rId289" Type="http://schemas.openxmlformats.org/officeDocument/2006/relationships/image" Target="../media/image1442.png"/><Relationship Id="rId11" Type="http://schemas.openxmlformats.org/officeDocument/2006/relationships/image" Target="../media/image1303.png"/><Relationship Id="rId53" Type="http://schemas.openxmlformats.org/officeDocument/2006/relationships/image" Target="../media/image1324.png"/><Relationship Id="rId149" Type="http://schemas.openxmlformats.org/officeDocument/2006/relationships/image" Target="../media/image1372.png"/><Relationship Id="rId314" Type="http://schemas.openxmlformats.org/officeDocument/2006/relationships/customXml" Target="../ink/ink1461.xml"/><Relationship Id="rId95" Type="http://schemas.openxmlformats.org/officeDocument/2006/relationships/image" Target="../media/image1345.png"/><Relationship Id="rId160" Type="http://schemas.openxmlformats.org/officeDocument/2006/relationships/customXml" Target="../ink/ink1384.xml"/><Relationship Id="rId216" Type="http://schemas.openxmlformats.org/officeDocument/2006/relationships/customXml" Target="../ink/ink1412.xml"/><Relationship Id="rId258" Type="http://schemas.openxmlformats.org/officeDocument/2006/relationships/customXml" Target="../ink/ink1433.xml"/><Relationship Id="rId22" Type="http://schemas.openxmlformats.org/officeDocument/2006/relationships/customXml" Target="../ink/ink1315.xml"/><Relationship Id="rId64" Type="http://schemas.openxmlformats.org/officeDocument/2006/relationships/customXml" Target="../ink/ink1336.xml"/><Relationship Id="rId118" Type="http://schemas.openxmlformats.org/officeDocument/2006/relationships/customXml" Target="../ink/ink1363.xml"/><Relationship Id="rId325" Type="http://schemas.openxmlformats.org/officeDocument/2006/relationships/image" Target="../media/image1460.png"/><Relationship Id="rId171" Type="http://schemas.openxmlformats.org/officeDocument/2006/relationships/image" Target="../media/image1383.png"/><Relationship Id="rId227" Type="http://schemas.openxmlformats.org/officeDocument/2006/relationships/image" Target="../media/image1411.png"/><Relationship Id="rId269" Type="http://schemas.openxmlformats.org/officeDocument/2006/relationships/image" Target="../media/image1432.png"/><Relationship Id="rId33" Type="http://schemas.openxmlformats.org/officeDocument/2006/relationships/image" Target="../media/image1314.png"/><Relationship Id="rId129" Type="http://schemas.openxmlformats.org/officeDocument/2006/relationships/image" Target="../media/image1362.png"/><Relationship Id="rId280" Type="http://schemas.openxmlformats.org/officeDocument/2006/relationships/customXml" Target="../ink/ink1444.xml"/><Relationship Id="rId336" Type="http://schemas.openxmlformats.org/officeDocument/2006/relationships/customXml" Target="../ink/ink1472.xml"/><Relationship Id="rId75" Type="http://schemas.openxmlformats.org/officeDocument/2006/relationships/image" Target="../media/image1335.png"/><Relationship Id="rId140" Type="http://schemas.openxmlformats.org/officeDocument/2006/relationships/customXml" Target="../ink/ink1374.xml"/><Relationship Id="rId182" Type="http://schemas.openxmlformats.org/officeDocument/2006/relationships/customXml" Target="../ink/ink1395.xml"/><Relationship Id="rId6" Type="http://schemas.openxmlformats.org/officeDocument/2006/relationships/customXml" Target="../ink/ink1307.xml"/><Relationship Id="rId238" Type="http://schemas.openxmlformats.org/officeDocument/2006/relationships/customXml" Target="../ink/ink1423.xml"/><Relationship Id="rId291" Type="http://schemas.openxmlformats.org/officeDocument/2006/relationships/image" Target="../media/image1443.png"/><Relationship Id="rId305" Type="http://schemas.openxmlformats.org/officeDocument/2006/relationships/image" Target="../media/image1450.png"/><Relationship Id="rId347" Type="http://schemas.openxmlformats.org/officeDocument/2006/relationships/image" Target="../media/image1471.png"/><Relationship Id="rId44" Type="http://schemas.openxmlformats.org/officeDocument/2006/relationships/customXml" Target="../ink/ink1326.xml"/><Relationship Id="rId86" Type="http://schemas.openxmlformats.org/officeDocument/2006/relationships/customXml" Target="../ink/ink1347.xml"/><Relationship Id="rId151" Type="http://schemas.openxmlformats.org/officeDocument/2006/relationships/image" Target="../media/image1373.png"/><Relationship Id="rId193" Type="http://schemas.openxmlformats.org/officeDocument/2006/relationships/image" Target="../media/image1394.png"/><Relationship Id="rId207" Type="http://schemas.openxmlformats.org/officeDocument/2006/relationships/image" Target="../media/image1401.png"/><Relationship Id="rId249" Type="http://schemas.openxmlformats.org/officeDocument/2006/relationships/image" Target="../media/image1422.png"/><Relationship Id="rId13" Type="http://schemas.openxmlformats.org/officeDocument/2006/relationships/image" Target="../media/image1304.png"/><Relationship Id="rId109" Type="http://schemas.openxmlformats.org/officeDocument/2006/relationships/image" Target="../media/image1352.png"/><Relationship Id="rId260" Type="http://schemas.openxmlformats.org/officeDocument/2006/relationships/customXml" Target="../ink/ink1434.xml"/><Relationship Id="rId316" Type="http://schemas.openxmlformats.org/officeDocument/2006/relationships/customXml" Target="../ink/ink1462.xml"/><Relationship Id="rId55" Type="http://schemas.openxmlformats.org/officeDocument/2006/relationships/image" Target="../media/image1325.png"/><Relationship Id="rId97" Type="http://schemas.openxmlformats.org/officeDocument/2006/relationships/image" Target="../media/image1346.png"/><Relationship Id="rId120" Type="http://schemas.openxmlformats.org/officeDocument/2006/relationships/customXml" Target="../ink/ink1364.xml"/><Relationship Id="rId162" Type="http://schemas.openxmlformats.org/officeDocument/2006/relationships/customXml" Target="../ink/ink1385.xml"/><Relationship Id="rId218" Type="http://schemas.openxmlformats.org/officeDocument/2006/relationships/customXml" Target="../ink/ink1413.xml"/><Relationship Id="rId271" Type="http://schemas.openxmlformats.org/officeDocument/2006/relationships/image" Target="../media/image1433.png"/><Relationship Id="rId24" Type="http://schemas.openxmlformats.org/officeDocument/2006/relationships/customXml" Target="../ink/ink1316.xml"/><Relationship Id="rId66" Type="http://schemas.openxmlformats.org/officeDocument/2006/relationships/customXml" Target="../ink/ink1337.xml"/><Relationship Id="rId131" Type="http://schemas.openxmlformats.org/officeDocument/2006/relationships/image" Target="../media/image1363.png"/><Relationship Id="rId327" Type="http://schemas.openxmlformats.org/officeDocument/2006/relationships/image" Target="../media/image1461.png"/><Relationship Id="rId173" Type="http://schemas.openxmlformats.org/officeDocument/2006/relationships/image" Target="../media/image1384.png"/><Relationship Id="rId229" Type="http://schemas.openxmlformats.org/officeDocument/2006/relationships/image" Target="../media/image1412.png"/><Relationship Id="rId240" Type="http://schemas.openxmlformats.org/officeDocument/2006/relationships/customXml" Target="../ink/ink1424.xml"/><Relationship Id="rId35" Type="http://schemas.openxmlformats.org/officeDocument/2006/relationships/image" Target="../media/image1315.png"/><Relationship Id="rId77" Type="http://schemas.openxmlformats.org/officeDocument/2006/relationships/image" Target="../media/image1336.png"/><Relationship Id="rId100" Type="http://schemas.openxmlformats.org/officeDocument/2006/relationships/customXml" Target="../ink/ink1354.xml"/><Relationship Id="rId282" Type="http://schemas.openxmlformats.org/officeDocument/2006/relationships/customXml" Target="../ink/ink1445.xml"/><Relationship Id="rId338" Type="http://schemas.openxmlformats.org/officeDocument/2006/relationships/customXml" Target="../ink/ink1473.xml"/><Relationship Id="rId8" Type="http://schemas.openxmlformats.org/officeDocument/2006/relationships/customXml" Target="../ink/ink1308.xml"/><Relationship Id="rId142" Type="http://schemas.openxmlformats.org/officeDocument/2006/relationships/customXml" Target="../ink/ink1375.xml"/><Relationship Id="rId184" Type="http://schemas.openxmlformats.org/officeDocument/2006/relationships/customXml" Target="../ink/ink1396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32.png"/><Relationship Id="rId21" Type="http://schemas.openxmlformats.org/officeDocument/2006/relationships/image" Target="../media/image1484.png"/><Relationship Id="rId42" Type="http://schemas.openxmlformats.org/officeDocument/2006/relationships/customXml" Target="../ink/ink1501.xml"/><Relationship Id="rId63" Type="http://schemas.openxmlformats.org/officeDocument/2006/relationships/image" Target="../media/image1505.png"/><Relationship Id="rId84" Type="http://schemas.openxmlformats.org/officeDocument/2006/relationships/customXml" Target="../ink/ink1522.xml"/><Relationship Id="rId138" Type="http://schemas.openxmlformats.org/officeDocument/2006/relationships/customXml" Target="../ink/ink1549.xml"/><Relationship Id="rId159" Type="http://schemas.openxmlformats.org/officeDocument/2006/relationships/image" Target="../media/image1553.png"/><Relationship Id="rId107" Type="http://schemas.openxmlformats.org/officeDocument/2006/relationships/image" Target="../media/image1527.png"/><Relationship Id="rId11" Type="http://schemas.openxmlformats.org/officeDocument/2006/relationships/image" Target="../media/image1479.png"/><Relationship Id="rId32" Type="http://schemas.openxmlformats.org/officeDocument/2006/relationships/customXml" Target="../ink/ink1496.xml"/><Relationship Id="rId53" Type="http://schemas.openxmlformats.org/officeDocument/2006/relationships/image" Target="../media/image1500.png"/><Relationship Id="rId74" Type="http://schemas.openxmlformats.org/officeDocument/2006/relationships/customXml" Target="../ink/ink1517.xml"/><Relationship Id="rId128" Type="http://schemas.openxmlformats.org/officeDocument/2006/relationships/customXml" Target="../ink/ink1544.xml"/><Relationship Id="rId149" Type="http://schemas.openxmlformats.org/officeDocument/2006/relationships/image" Target="../media/image1548.png"/><Relationship Id="rId5" Type="http://schemas.openxmlformats.org/officeDocument/2006/relationships/image" Target="../media/image1476.png"/><Relationship Id="rId95" Type="http://schemas.openxmlformats.org/officeDocument/2006/relationships/image" Target="../media/image1521.png"/><Relationship Id="rId160" Type="http://schemas.openxmlformats.org/officeDocument/2006/relationships/customXml" Target="../ink/ink1560.xml"/><Relationship Id="rId22" Type="http://schemas.openxmlformats.org/officeDocument/2006/relationships/customXml" Target="../ink/ink1491.xml"/><Relationship Id="rId43" Type="http://schemas.openxmlformats.org/officeDocument/2006/relationships/image" Target="../media/image1495.png"/><Relationship Id="rId64" Type="http://schemas.openxmlformats.org/officeDocument/2006/relationships/customXml" Target="../ink/ink1512.xml"/><Relationship Id="rId118" Type="http://schemas.openxmlformats.org/officeDocument/2006/relationships/customXml" Target="../ink/ink1539.xml"/><Relationship Id="rId139" Type="http://schemas.openxmlformats.org/officeDocument/2006/relationships/image" Target="../media/image1543.png"/><Relationship Id="rId85" Type="http://schemas.openxmlformats.org/officeDocument/2006/relationships/image" Target="../media/image1516.png"/><Relationship Id="rId150" Type="http://schemas.openxmlformats.org/officeDocument/2006/relationships/customXml" Target="../ink/ink1555.xml"/><Relationship Id="rId12" Type="http://schemas.openxmlformats.org/officeDocument/2006/relationships/customXml" Target="../ink/ink1486.xml"/><Relationship Id="rId17" Type="http://schemas.openxmlformats.org/officeDocument/2006/relationships/image" Target="../media/image1482.png"/><Relationship Id="rId33" Type="http://schemas.openxmlformats.org/officeDocument/2006/relationships/image" Target="../media/image1490.png"/><Relationship Id="rId38" Type="http://schemas.openxmlformats.org/officeDocument/2006/relationships/customXml" Target="../ink/ink1499.xml"/><Relationship Id="rId59" Type="http://schemas.openxmlformats.org/officeDocument/2006/relationships/image" Target="../media/image1503.png"/><Relationship Id="rId103" Type="http://schemas.openxmlformats.org/officeDocument/2006/relationships/image" Target="../media/image1525.png"/><Relationship Id="rId108" Type="http://schemas.openxmlformats.org/officeDocument/2006/relationships/customXml" Target="../ink/ink1534.xml"/><Relationship Id="rId124" Type="http://schemas.openxmlformats.org/officeDocument/2006/relationships/customXml" Target="../ink/ink1542.xml"/><Relationship Id="rId129" Type="http://schemas.openxmlformats.org/officeDocument/2006/relationships/image" Target="../media/image1538.png"/><Relationship Id="rId54" Type="http://schemas.openxmlformats.org/officeDocument/2006/relationships/customXml" Target="../ink/ink1507.xml"/><Relationship Id="rId70" Type="http://schemas.openxmlformats.org/officeDocument/2006/relationships/customXml" Target="../ink/ink1515.xml"/><Relationship Id="rId75" Type="http://schemas.openxmlformats.org/officeDocument/2006/relationships/image" Target="../media/image1511.png"/><Relationship Id="rId91" Type="http://schemas.openxmlformats.org/officeDocument/2006/relationships/image" Target="../media/image1519.png"/><Relationship Id="rId96" Type="http://schemas.openxmlformats.org/officeDocument/2006/relationships/customXml" Target="../ink/ink1528.xml"/><Relationship Id="rId140" Type="http://schemas.openxmlformats.org/officeDocument/2006/relationships/customXml" Target="../ink/ink1550.xml"/><Relationship Id="rId145" Type="http://schemas.openxmlformats.org/officeDocument/2006/relationships/image" Target="../media/image1546.png"/><Relationship Id="rId161" Type="http://schemas.openxmlformats.org/officeDocument/2006/relationships/image" Target="../media/image155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83.xml"/><Relationship Id="rId23" Type="http://schemas.openxmlformats.org/officeDocument/2006/relationships/image" Target="../media/image1485.png"/><Relationship Id="rId28" Type="http://schemas.openxmlformats.org/officeDocument/2006/relationships/customXml" Target="../ink/ink1494.xml"/><Relationship Id="rId49" Type="http://schemas.openxmlformats.org/officeDocument/2006/relationships/image" Target="../media/image1498.png"/><Relationship Id="rId114" Type="http://schemas.openxmlformats.org/officeDocument/2006/relationships/customXml" Target="../ink/ink1537.xml"/><Relationship Id="rId119" Type="http://schemas.openxmlformats.org/officeDocument/2006/relationships/image" Target="../media/image1533.png"/><Relationship Id="rId44" Type="http://schemas.openxmlformats.org/officeDocument/2006/relationships/customXml" Target="../ink/ink1502.xml"/><Relationship Id="rId60" Type="http://schemas.openxmlformats.org/officeDocument/2006/relationships/customXml" Target="../ink/ink1510.xml"/><Relationship Id="rId65" Type="http://schemas.openxmlformats.org/officeDocument/2006/relationships/image" Target="../media/image1506.png"/><Relationship Id="rId81" Type="http://schemas.openxmlformats.org/officeDocument/2006/relationships/image" Target="../media/image1514.png"/><Relationship Id="rId86" Type="http://schemas.openxmlformats.org/officeDocument/2006/relationships/customXml" Target="../ink/ink1523.xml"/><Relationship Id="rId130" Type="http://schemas.openxmlformats.org/officeDocument/2006/relationships/customXml" Target="../ink/ink1545.xml"/><Relationship Id="rId135" Type="http://schemas.openxmlformats.org/officeDocument/2006/relationships/image" Target="../media/image1541.png"/><Relationship Id="rId151" Type="http://schemas.openxmlformats.org/officeDocument/2006/relationships/image" Target="../media/image1549.png"/><Relationship Id="rId156" Type="http://schemas.openxmlformats.org/officeDocument/2006/relationships/customXml" Target="../ink/ink1558.xml"/><Relationship Id="rId13" Type="http://schemas.openxmlformats.org/officeDocument/2006/relationships/image" Target="../media/image1480.png"/><Relationship Id="rId18" Type="http://schemas.openxmlformats.org/officeDocument/2006/relationships/customXml" Target="../ink/ink1489.xml"/><Relationship Id="rId39" Type="http://schemas.openxmlformats.org/officeDocument/2006/relationships/image" Target="../media/image1493.png"/><Relationship Id="rId109" Type="http://schemas.openxmlformats.org/officeDocument/2006/relationships/image" Target="../media/image1528.png"/><Relationship Id="rId34" Type="http://schemas.openxmlformats.org/officeDocument/2006/relationships/customXml" Target="../ink/ink1497.xml"/><Relationship Id="rId50" Type="http://schemas.openxmlformats.org/officeDocument/2006/relationships/customXml" Target="../ink/ink1505.xml"/><Relationship Id="rId55" Type="http://schemas.openxmlformats.org/officeDocument/2006/relationships/image" Target="../media/image1501.png"/><Relationship Id="rId76" Type="http://schemas.openxmlformats.org/officeDocument/2006/relationships/customXml" Target="../ink/ink1518.xml"/><Relationship Id="rId97" Type="http://schemas.openxmlformats.org/officeDocument/2006/relationships/image" Target="../media/image1522.png"/><Relationship Id="rId104" Type="http://schemas.openxmlformats.org/officeDocument/2006/relationships/customXml" Target="../ink/ink1532.xml"/><Relationship Id="rId120" Type="http://schemas.openxmlformats.org/officeDocument/2006/relationships/customXml" Target="../ink/ink1540.xml"/><Relationship Id="rId125" Type="http://schemas.openxmlformats.org/officeDocument/2006/relationships/image" Target="../media/image1536.png"/><Relationship Id="rId141" Type="http://schemas.openxmlformats.org/officeDocument/2006/relationships/image" Target="../media/image1544.png"/><Relationship Id="rId146" Type="http://schemas.openxmlformats.org/officeDocument/2006/relationships/customXml" Target="../ink/ink1553.xml"/><Relationship Id="rId7" Type="http://schemas.openxmlformats.org/officeDocument/2006/relationships/image" Target="../media/image1477.png"/><Relationship Id="rId71" Type="http://schemas.openxmlformats.org/officeDocument/2006/relationships/image" Target="../media/image1509.png"/><Relationship Id="rId92" Type="http://schemas.openxmlformats.org/officeDocument/2006/relationships/customXml" Target="../ink/ink1526.xml"/><Relationship Id="rId162" Type="http://schemas.openxmlformats.org/officeDocument/2006/relationships/customXml" Target="../ink/ink1561.xml"/><Relationship Id="rId2" Type="http://schemas.openxmlformats.org/officeDocument/2006/relationships/customXml" Target="../ink/ink1481.xml"/><Relationship Id="rId29" Type="http://schemas.openxmlformats.org/officeDocument/2006/relationships/image" Target="../media/image1488.png"/><Relationship Id="rId24" Type="http://schemas.openxmlformats.org/officeDocument/2006/relationships/customXml" Target="../ink/ink1492.xml"/><Relationship Id="rId40" Type="http://schemas.openxmlformats.org/officeDocument/2006/relationships/customXml" Target="../ink/ink1500.xml"/><Relationship Id="rId45" Type="http://schemas.openxmlformats.org/officeDocument/2006/relationships/image" Target="../media/image1496.png"/><Relationship Id="rId66" Type="http://schemas.openxmlformats.org/officeDocument/2006/relationships/customXml" Target="../ink/ink1513.xml"/><Relationship Id="rId87" Type="http://schemas.openxmlformats.org/officeDocument/2006/relationships/image" Target="../media/image1517.png"/><Relationship Id="rId110" Type="http://schemas.openxmlformats.org/officeDocument/2006/relationships/customXml" Target="../ink/ink1535.xml"/><Relationship Id="rId115" Type="http://schemas.openxmlformats.org/officeDocument/2006/relationships/image" Target="../media/image1531.png"/><Relationship Id="rId131" Type="http://schemas.openxmlformats.org/officeDocument/2006/relationships/image" Target="../media/image1539.png"/><Relationship Id="rId136" Type="http://schemas.openxmlformats.org/officeDocument/2006/relationships/customXml" Target="../ink/ink1548.xml"/><Relationship Id="rId157" Type="http://schemas.openxmlformats.org/officeDocument/2006/relationships/image" Target="../media/image1552.png"/><Relationship Id="rId61" Type="http://schemas.openxmlformats.org/officeDocument/2006/relationships/image" Target="../media/image1504.png"/><Relationship Id="rId82" Type="http://schemas.openxmlformats.org/officeDocument/2006/relationships/customXml" Target="../ink/ink1521.xml"/><Relationship Id="rId152" Type="http://schemas.openxmlformats.org/officeDocument/2006/relationships/customXml" Target="../ink/ink1556.xml"/><Relationship Id="rId19" Type="http://schemas.openxmlformats.org/officeDocument/2006/relationships/image" Target="../media/image1483.png"/><Relationship Id="rId14" Type="http://schemas.openxmlformats.org/officeDocument/2006/relationships/customXml" Target="../ink/ink1487.xml"/><Relationship Id="rId30" Type="http://schemas.openxmlformats.org/officeDocument/2006/relationships/customXml" Target="../ink/ink1495.xml"/><Relationship Id="rId35" Type="http://schemas.openxmlformats.org/officeDocument/2006/relationships/image" Target="../media/image1491.png"/><Relationship Id="rId56" Type="http://schemas.openxmlformats.org/officeDocument/2006/relationships/customXml" Target="../ink/ink1508.xml"/><Relationship Id="rId77" Type="http://schemas.openxmlformats.org/officeDocument/2006/relationships/image" Target="../media/image1512.png"/><Relationship Id="rId100" Type="http://schemas.openxmlformats.org/officeDocument/2006/relationships/customXml" Target="../ink/ink1530.xml"/><Relationship Id="rId105" Type="http://schemas.openxmlformats.org/officeDocument/2006/relationships/image" Target="../media/image1526.png"/><Relationship Id="rId126" Type="http://schemas.openxmlformats.org/officeDocument/2006/relationships/customXml" Target="../ink/ink1543.xml"/><Relationship Id="rId147" Type="http://schemas.openxmlformats.org/officeDocument/2006/relationships/image" Target="../media/image1547.png"/><Relationship Id="rId8" Type="http://schemas.openxmlformats.org/officeDocument/2006/relationships/customXml" Target="../ink/ink1484.xml"/><Relationship Id="rId51" Type="http://schemas.openxmlformats.org/officeDocument/2006/relationships/image" Target="../media/image1499.png"/><Relationship Id="rId72" Type="http://schemas.openxmlformats.org/officeDocument/2006/relationships/customXml" Target="../ink/ink1516.xml"/><Relationship Id="rId93" Type="http://schemas.openxmlformats.org/officeDocument/2006/relationships/image" Target="../media/image1520.png"/><Relationship Id="rId98" Type="http://schemas.openxmlformats.org/officeDocument/2006/relationships/customXml" Target="../ink/ink1529.xml"/><Relationship Id="rId121" Type="http://schemas.openxmlformats.org/officeDocument/2006/relationships/image" Target="../media/image1534.png"/><Relationship Id="rId142" Type="http://schemas.openxmlformats.org/officeDocument/2006/relationships/customXml" Target="../ink/ink1551.xml"/><Relationship Id="rId163" Type="http://schemas.openxmlformats.org/officeDocument/2006/relationships/image" Target="../media/image1555.png"/><Relationship Id="rId3" Type="http://schemas.openxmlformats.org/officeDocument/2006/relationships/image" Target="../media/image1475.png"/><Relationship Id="rId25" Type="http://schemas.openxmlformats.org/officeDocument/2006/relationships/image" Target="../media/image1486.png"/><Relationship Id="rId46" Type="http://schemas.openxmlformats.org/officeDocument/2006/relationships/customXml" Target="../ink/ink1503.xml"/><Relationship Id="rId67" Type="http://schemas.openxmlformats.org/officeDocument/2006/relationships/image" Target="../media/image1507.png"/><Relationship Id="rId116" Type="http://schemas.openxmlformats.org/officeDocument/2006/relationships/customXml" Target="../ink/ink1538.xml"/><Relationship Id="rId137" Type="http://schemas.openxmlformats.org/officeDocument/2006/relationships/image" Target="../media/image1542.png"/><Relationship Id="rId158" Type="http://schemas.openxmlformats.org/officeDocument/2006/relationships/customXml" Target="../ink/ink1559.xml"/><Relationship Id="rId20" Type="http://schemas.openxmlformats.org/officeDocument/2006/relationships/customXml" Target="../ink/ink1490.xml"/><Relationship Id="rId41" Type="http://schemas.openxmlformats.org/officeDocument/2006/relationships/image" Target="../media/image1494.png"/><Relationship Id="rId62" Type="http://schemas.openxmlformats.org/officeDocument/2006/relationships/customXml" Target="../ink/ink1511.xml"/><Relationship Id="rId83" Type="http://schemas.openxmlformats.org/officeDocument/2006/relationships/image" Target="../media/image1515.png"/><Relationship Id="rId88" Type="http://schemas.openxmlformats.org/officeDocument/2006/relationships/customXml" Target="../ink/ink1524.xml"/><Relationship Id="rId111" Type="http://schemas.openxmlformats.org/officeDocument/2006/relationships/image" Target="../media/image1529.png"/><Relationship Id="rId132" Type="http://schemas.openxmlformats.org/officeDocument/2006/relationships/customXml" Target="../ink/ink1546.xml"/><Relationship Id="rId153" Type="http://schemas.openxmlformats.org/officeDocument/2006/relationships/image" Target="../media/image1550.png"/><Relationship Id="rId15" Type="http://schemas.openxmlformats.org/officeDocument/2006/relationships/image" Target="../media/image1481.png"/><Relationship Id="rId36" Type="http://schemas.openxmlformats.org/officeDocument/2006/relationships/customXml" Target="../ink/ink1498.xml"/><Relationship Id="rId57" Type="http://schemas.openxmlformats.org/officeDocument/2006/relationships/image" Target="../media/image1502.png"/><Relationship Id="rId106" Type="http://schemas.openxmlformats.org/officeDocument/2006/relationships/customXml" Target="../ink/ink1533.xml"/><Relationship Id="rId127" Type="http://schemas.openxmlformats.org/officeDocument/2006/relationships/image" Target="../media/image1537.png"/><Relationship Id="rId10" Type="http://schemas.openxmlformats.org/officeDocument/2006/relationships/customXml" Target="../ink/ink1485.xml"/><Relationship Id="rId31" Type="http://schemas.openxmlformats.org/officeDocument/2006/relationships/image" Target="../media/image1489.png"/><Relationship Id="rId52" Type="http://schemas.openxmlformats.org/officeDocument/2006/relationships/customXml" Target="../ink/ink1506.xml"/><Relationship Id="rId73" Type="http://schemas.openxmlformats.org/officeDocument/2006/relationships/image" Target="../media/image1510.png"/><Relationship Id="rId78" Type="http://schemas.openxmlformats.org/officeDocument/2006/relationships/customXml" Target="../ink/ink1519.xml"/><Relationship Id="rId94" Type="http://schemas.openxmlformats.org/officeDocument/2006/relationships/customXml" Target="../ink/ink1527.xml"/><Relationship Id="rId99" Type="http://schemas.openxmlformats.org/officeDocument/2006/relationships/image" Target="../media/image1523.png"/><Relationship Id="rId101" Type="http://schemas.openxmlformats.org/officeDocument/2006/relationships/image" Target="../media/image1524.png"/><Relationship Id="rId122" Type="http://schemas.openxmlformats.org/officeDocument/2006/relationships/customXml" Target="../ink/ink1541.xml"/><Relationship Id="rId143" Type="http://schemas.openxmlformats.org/officeDocument/2006/relationships/image" Target="../media/image1545.png"/><Relationship Id="rId148" Type="http://schemas.openxmlformats.org/officeDocument/2006/relationships/customXml" Target="../ink/ink1554.xml"/><Relationship Id="rId4" Type="http://schemas.openxmlformats.org/officeDocument/2006/relationships/customXml" Target="../ink/ink1482.xml"/><Relationship Id="rId9" Type="http://schemas.openxmlformats.org/officeDocument/2006/relationships/image" Target="../media/image1478.png"/><Relationship Id="rId26" Type="http://schemas.openxmlformats.org/officeDocument/2006/relationships/customXml" Target="../ink/ink1493.xml"/><Relationship Id="rId47" Type="http://schemas.openxmlformats.org/officeDocument/2006/relationships/image" Target="../media/image1497.png"/><Relationship Id="rId68" Type="http://schemas.openxmlformats.org/officeDocument/2006/relationships/customXml" Target="../ink/ink1514.xml"/><Relationship Id="rId89" Type="http://schemas.openxmlformats.org/officeDocument/2006/relationships/image" Target="../media/image1518.png"/><Relationship Id="rId112" Type="http://schemas.openxmlformats.org/officeDocument/2006/relationships/customXml" Target="../ink/ink1536.xml"/><Relationship Id="rId133" Type="http://schemas.openxmlformats.org/officeDocument/2006/relationships/image" Target="../media/image1540.png"/><Relationship Id="rId154" Type="http://schemas.openxmlformats.org/officeDocument/2006/relationships/customXml" Target="../ink/ink1557.xml"/><Relationship Id="rId16" Type="http://schemas.openxmlformats.org/officeDocument/2006/relationships/customXml" Target="../ink/ink1488.xml"/><Relationship Id="rId37" Type="http://schemas.openxmlformats.org/officeDocument/2006/relationships/image" Target="../media/image1492.png"/><Relationship Id="rId58" Type="http://schemas.openxmlformats.org/officeDocument/2006/relationships/customXml" Target="../ink/ink1509.xml"/><Relationship Id="rId79" Type="http://schemas.openxmlformats.org/officeDocument/2006/relationships/image" Target="../media/image1513.png"/><Relationship Id="rId102" Type="http://schemas.openxmlformats.org/officeDocument/2006/relationships/customXml" Target="../ink/ink1531.xml"/><Relationship Id="rId123" Type="http://schemas.openxmlformats.org/officeDocument/2006/relationships/image" Target="../media/image1535.png"/><Relationship Id="rId144" Type="http://schemas.openxmlformats.org/officeDocument/2006/relationships/customXml" Target="../ink/ink1552.xml"/><Relationship Id="rId90" Type="http://schemas.openxmlformats.org/officeDocument/2006/relationships/customXml" Target="../ink/ink1525.xml"/><Relationship Id="rId27" Type="http://schemas.openxmlformats.org/officeDocument/2006/relationships/image" Target="../media/image1487.png"/><Relationship Id="rId48" Type="http://schemas.openxmlformats.org/officeDocument/2006/relationships/customXml" Target="../ink/ink1504.xml"/><Relationship Id="rId69" Type="http://schemas.openxmlformats.org/officeDocument/2006/relationships/image" Target="../media/image1508.png"/><Relationship Id="rId113" Type="http://schemas.openxmlformats.org/officeDocument/2006/relationships/image" Target="../media/image1530.png"/><Relationship Id="rId134" Type="http://schemas.openxmlformats.org/officeDocument/2006/relationships/customXml" Target="../ink/ink1547.xml"/><Relationship Id="rId80" Type="http://schemas.openxmlformats.org/officeDocument/2006/relationships/customXml" Target="../ink/ink1520.xml"/><Relationship Id="rId155" Type="http://schemas.openxmlformats.org/officeDocument/2006/relationships/image" Target="../media/image1551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13.png"/><Relationship Id="rId21" Type="http://schemas.openxmlformats.org/officeDocument/2006/relationships/image" Target="../media/image1565.png"/><Relationship Id="rId42" Type="http://schemas.openxmlformats.org/officeDocument/2006/relationships/customXml" Target="../ink/ink1582.xml"/><Relationship Id="rId63" Type="http://schemas.openxmlformats.org/officeDocument/2006/relationships/image" Target="../media/image1586.png"/><Relationship Id="rId84" Type="http://schemas.openxmlformats.org/officeDocument/2006/relationships/customXml" Target="../ink/ink1603.xml"/><Relationship Id="rId138" Type="http://schemas.openxmlformats.org/officeDocument/2006/relationships/customXml" Target="../ink/ink1630.xml"/><Relationship Id="rId159" Type="http://schemas.openxmlformats.org/officeDocument/2006/relationships/image" Target="../media/image1634.png"/><Relationship Id="rId170" Type="http://schemas.openxmlformats.org/officeDocument/2006/relationships/customXml" Target="../ink/ink1646.xml"/><Relationship Id="rId191" Type="http://schemas.openxmlformats.org/officeDocument/2006/relationships/image" Target="../media/image1650.png"/><Relationship Id="rId205" Type="http://schemas.openxmlformats.org/officeDocument/2006/relationships/customXml" Target="../ink/ink1664.xml"/><Relationship Id="rId107" Type="http://schemas.openxmlformats.org/officeDocument/2006/relationships/image" Target="../media/image1608.png"/><Relationship Id="rId11" Type="http://schemas.openxmlformats.org/officeDocument/2006/relationships/image" Target="../media/image1560.png"/><Relationship Id="rId32" Type="http://schemas.openxmlformats.org/officeDocument/2006/relationships/customXml" Target="../ink/ink1577.xml"/><Relationship Id="rId53" Type="http://schemas.openxmlformats.org/officeDocument/2006/relationships/image" Target="../media/image1581.png"/><Relationship Id="rId74" Type="http://schemas.openxmlformats.org/officeDocument/2006/relationships/customXml" Target="../ink/ink1598.xml"/><Relationship Id="rId128" Type="http://schemas.openxmlformats.org/officeDocument/2006/relationships/customXml" Target="../ink/ink1625.xml"/><Relationship Id="rId149" Type="http://schemas.openxmlformats.org/officeDocument/2006/relationships/image" Target="../media/image1629.png"/><Relationship Id="rId5" Type="http://schemas.openxmlformats.org/officeDocument/2006/relationships/image" Target="../media/image1557.png"/><Relationship Id="rId95" Type="http://schemas.openxmlformats.org/officeDocument/2006/relationships/image" Target="../media/image1602.png"/><Relationship Id="rId160" Type="http://schemas.openxmlformats.org/officeDocument/2006/relationships/customXml" Target="../ink/ink1641.xml"/><Relationship Id="rId181" Type="http://schemas.openxmlformats.org/officeDocument/2006/relationships/image" Target="../media/image1645.png"/><Relationship Id="rId22" Type="http://schemas.openxmlformats.org/officeDocument/2006/relationships/customXml" Target="../ink/ink1572.xml"/><Relationship Id="rId43" Type="http://schemas.openxmlformats.org/officeDocument/2006/relationships/image" Target="../media/image1576.png"/><Relationship Id="rId64" Type="http://schemas.openxmlformats.org/officeDocument/2006/relationships/customXml" Target="../ink/ink1593.xml"/><Relationship Id="rId118" Type="http://schemas.openxmlformats.org/officeDocument/2006/relationships/customXml" Target="../ink/ink1620.xml"/><Relationship Id="rId139" Type="http://schemas.openxmlformats.org/officeDocument/2006/relationships/image" Target="../media/image1624.png"/><Relationship Id="rId85" Type="http://schemas.openxmlformats.org/officeDocument/2006/relationships/image" Target="../media/image1597.png"/><Relationship Id="rId150" Type="http://schemas.openxmlformats.org/officeDocument/2006/relationships/customXml" Target="../ink/ink1636.xml"/><Relationship Id="rId171" Type="http://schemas.openxmlformats.org/officeDocument/2006/relationships/image" Target="../media/image1640.png"/><Relationship Id="rId192" Type="http://schemas.openxmlformats.org/officeDocument/2006/relationships/customXml" Target="../ink/ink1657.xml"/><Relationship Id="rId206" Type="http://schemas.openxmlformats.org/officeDocument/2006/relationships/image" Target="../media/image1657.png"/><Relationship Id="rId12" Type="http://schemas.openxmlformats.org/officeDocument/2006/relationships/customXml" Target="../ink/ink1567.xml"/><Relationship Id="rId33" Type="http://schemas.openxmlformats.org/officeDocument/2006/relationships/image" Target="../media/image1571.png"/><Relationship Id="rId108" Type="http://schemas.openxmlformats.org/officeDocument/2006/relationships/customXml" Target="../ink/ink1615.xml"/><Relationship Id="rId129" Type="http://schemas.openxmlformats.org/officeDocument/2006/relationships/image" Target="../media/image1619.png"/><Relationship Id="rId54" Type="http://schemas.openxmlformats.org/officeDocument/2006/relationships/customXml" Target="../ink/ink1588.xml"/><Relationship Id="rId75" Type="http://schemas.openxmlformats.org/officeDocument/2006/relationships/image" Target="../media/image1592.png"/><Relationship Id="rId96" Type="http://schemas.openxmlformats.org/officeDocument/2006/relationships/customXml" Target="../ink/ink1609.xml"/><Relationship Id="rId140" Type="http://schemas.openxmlformats.org/officeDocument/2006/relationships/customXml" Target="../ink/ink1631.xml"/><Relationship Id="rId161" Type="http://schemas.openxmlformats.org/officeDocument/2006/relationships/image" Target="../media/image1635.png"/><Relationship Id="rId182" Type="http://schemas.openxmlformats.org/officeDocument/2006/relationships/customXml" Target="../ink/ink1652.xml"/><Relationship Id="rId6" Type="http://schemas.openxmlformats.org/officeDocument/2006/relationships/customXml" Target="../ink/ink1564.xml"/><Relationship Id="rId23" Type="http://schemas.openxmlformats.org/officeDocument/2006/relationships/image" Target="../media/image1566.png"/><Relationship Id="rId119" Type="http://schemas.openxmlformats.org/officeDocument/2006/relationships/image" Target="../media/image1614.png"/><Relationship Id="rId44" Type="http://schemas.openxmlformats.org/officeDocument/2006/relationships/customXml" Target="../ink/ink1583.xml"/><Relationship Id="rId65" Type="http://schemas.openxmlformats.org/officeDocument/2006/relationships/image" Target="../media/image1587.png"/><Relationship Id="rId86" Type="http://schemas.openxmlformats.org/officeDocument/2006/relationships/customXml" Target="../ink/ink1604.xml"/><Relationship Id="rId130" Type="http://schemas.openxmlformats.org/officeDocument/2006/relationships/customXml" Target="../ink/ink1626.xml"/><Relationship Id="rId151" Type="http://schemas.openxmlformats.org/officeDocument/2006/relationships/image" Target="../media/image1630.png"/><Relationship Id="rId172" Type="http://schemas.openxmlformats.org/officeDocument/2006/relationships/customXml" Target="../ink/ink1647.xml"/><Relationship Id="rId193" Type="http://schemas.openxmlformats.org/officeDocument/2006/relationships/image" Target="../media/image1651.png"/><Relationship Id="rId207" Type="http://schemas.openxmlformats.org/officeDocument/2006/relationships/customXml" Target="../ink/ink1665.xml"/><Relationship Id="rId13" Type="http://schemas.openxmlformats.org/officeDocument/2006/relationships/image" Target="../media/image1561.png"/><Relationship Id="rId109" Type="http://schemas.openxmlformats.org/officeDocument/2006/relationships/image" Target="../media/image1609.png"/><Relationship Id="rId34" Type="http://schemas.openxmlformats.org/officeDocument/2006/relationships/customXml" Target="../ink/ink1578.xml"/><Relationship Id="rId55" Type="http://schemas.openxmlformats.org/officeDocument/2006/relationships/image" Target="../media/image1582.png"/><Relationship Id="rId76" Type="http://schemas.openxmlformats.org/officeDocument/2006/relationships/customXml" Target="../ink/ink1599.xml"/><Relationship Id="rId97" Type="http://schemas.openxmlformats.org/officeDocument/2006/relationships/image" Target="../media/image1603.png"/><Relationship Id="rId120" Type="http://schemas.openxmlformats.org/officeDocument/2006/relationships/customXml" Target="../ink/ink1621.xml"/><Relationship Id="rId141" Type="http://schemas.openxmlformats.org/officeDocument/2006/relationships/image" Target="../media/image1625.png"/><Relationship Id="rId7" Type="http://schemas.openxmlformats.org/officeDocument/2006/relationships/image" Target="../media/image1558.png"/><Relationship Id="rId162" Type="http://schemas.openxmlformats.org/officeDocument/2006/relationships/customXml" Target="../ink/ink1642.xml"/><Relationship Id="rId183" Type="http://schemas.openxmlformats.org/officeDocument/2006/relationships/image" Target="../media/image1646.png"/><Relationship Id="rId24" Type="http://schemas.openxmlformats.org/officeDocument/2006/relationships/customXml" Target="../ink/ink1573.xml"/><Relationship Id="rId45" Type="http://schemas.openxmlformats.org/officeDocument/2006/relationships/image" Target="../media/image1577.png"/><Relationship Id="rId66" Type="http://schemas.openxmlformats.org/officeDocument/2006/relationships/customXml" Target="../ink/ink1594.xml"/><Relationship Id="rId87" Type="http://schemas.openxmlformats.org/officeDocument/2006/relationships/image" Target="../media/image1598.png"/><Relationship Id="rId110" Type="http://schemas.openxmlformats.org/officeDocument/2006/relationships/customXml" Target="../ink/ink1616.xml"/><Relationship Id="rId131" Type="http://schemas.openxmlformats.org/officeDocument/2006/relationships/image" Target="../media/image1620.png"/><Relationship Id="rId61" Type="http://schemas.openxmlformats.org/officeDocument/2006/relationships/image" Target="../media/image1585.png"/><Relationship Id="rId82" Type="http://schemas.openxmlformats.org/officeDocument/2006/relationships/customXml" Target="../ink/ink1602.xml"/><Relationship Id="rId152" Type="http://schemas.openxmlformats.org/officeDocument/2006/relationships/customXml" Target="../ink/ink1637.xml"/><Relationship Id="rId173" Type="http://schemas.openxmlformats.org/officeDocument/2006/relationships/image" Target="../media/image1641.png"/><Relationship Id="rId194" Type="http://schemas.openxmlformats.org/officeDocument/2006/relationships/customXml" Target="../ink/ink1658.xml"/><Relationship Id="rId199" Type="http://schemas.openxmlformats.org/officeDocument/2006/relationships/image" Target="../media/image1654.png"/><Relationship Id="rId203" Type="http://schemas.openxmlformats.org/officeDocument/2006/relationships/customXml" Target="../ink/ink1663.xml"/><Relationship Id="rId208" Type="http://schemas.openxmlformats.org/officeDocument/2006/relationships/image" Target="../media/image1658.png"/><Relationship Id="rId19" Type="http://schemas.openxmlformats.org/officeDocument/2006/relationships/image" Target="../media/image1564.png"/><Relationship Id="rId14" Type="http://schemas.openxmlformats.org/officeDocument/2006/relationships/customXml" Target="../ink/ink1568.xml"/><Relationship Id="rId30" Type="http://schemas.openxmlformats.org/officeDocument/2006/relationships/customXml" Target="../ink/ink1576.xml"/><Relationship Id="rId35" Type="http://schemas.openxmlformats.org/officeDocument/2006/relationships/image" Target="../media/image1572.png"/><Relationship Id="rId56" Type="http://schemas.openxmlformats.org/officeDocument/2006/relationships/customXml" Target="../ink/ink1589.xml"/><Relationship Id="rId77" Type="http://schemas.openxmlformats.org/officeDocument/2006/relationships/image" Target="../media/image1593.png"/><Relationship Id="rId100" Type="http://schemas.openxmlformats.org/officeDocument/2006/relationships/customXml" Target="../ink/ink1611.xml"/><Relationship Id="rId105" Type="http://schemas.openxmlformats.org/officeDocument/2006/relationships/image" Target="../media/image1607.png"/><Relationship Id="rId126" Type="http://schemas.openxmlformats.org/officeDocument/2006/relationships/customXml" Target="../ink/ink1624.xml"/><Relationship Id="rId147" Type="http://schemas.openxmlformats.org/officeDocument/2006/relationships/image" Target="../media/image1628.png"/><Relationship Id="rId168" Type="http://schemas.openxmlformats.org/officeDocument/2006/relationships/customXml" Target="../ink/ink1645.xml"/><Relationship Id="rId8" Type="http://schemas.openxmlformats.org/officeDocument/2006/relationships/customXml" Target="../ink/ink1565.xml"/><Relationship Id="rId51" Type="http://schemas.openxmlformats.org/officeDocument/2006/relationships/image" Target="../media/image1580.png"/><Relationship Id="rId72" Type="http://schemas.openxmlformats.org/officeDocument/2006/relationships/customXml" Target="../ink/ink1597.xml"/><Relationship Id="rId93" Type="http://schemas.openxmlformats.org/officeDocument/2006/relationships/image" Target="../media/image1601.png"/><Relationship Id="rId98" Type="http://schemas.openxmlformats.org/officeDocument/2006/relationships/customXml" Target="../ink/ink1610.xml"/><Relationship Id="rId121" Type="http://schemas.openxmlformats.org/officeDocument/2006/relationships/image" Target="../media/image1615.png"/><Relationship Id="rId142" Type="http://schemas.openxmlformats.org/officeDocument/2006/relationships/customXml" Target="../ink/ink1632.xml"/><Relationship Id="rId163" Type="http://schemas.openxmlformats.org/officeDocument/2006/relationships/image" Target="../media/image1636.png"/><Relationship Id="rId184" Type="http://schemas.openxmlformats.org/officeDocument/2006/relationships/customXml" Target="../ink/ink1653.xml"/><Relationship Id="rId189" Type="http://schemas.openxmlformats.org/officeDocument/2006/relationships/image" Target="../media/image1649.png"/><Relationship Id="rId3" Type="http://schemas.openxmlformats.org/officeDocument/2006/relationships/image" Target="../media/image1556.png"/><Relationship Id="rId25" Type="http://schemas.openxmlformats.org/officeDocument/2006/relationships/image" Target="../media/image1567.png"/><Relationship Id="rId46" Type="http://schemas.openxmlformats.org/officeDocument/2006/relationships/customXml" Target="../ink/ink1584.xml"/><Relationship Id="rId67" Type="http://schemas.openxmlformats.org/officeDocument/2006/relationships/image" Target="../media/image1588.png"/><Relationship Id="rId116" Type="http://schemas.openxmlformats.org/officeDocument/2006/relationships/customXml" Target="../ink/ink1619.xml"/><Relationship Id="rId137" Type="http://schemas.openxmlformats.org/officeDocument/2006/relationships/image" Target="../media/image1623.png"/><Relationship Id="rId158" Type="http://schemas.openxmlformats.org/officeDocument/2006/relationships/customXml" Target="../ink/ink1640.xml"/><Relationship Id="rId20" Type="http://schemas.openxmlformats.org/officeDocument/2006/relationships/customXml" Target="../ink/ink1571.xml"/><Relationship Id="rId41" Type="http://schemas.openxmlformats.org/officeDocument/2006/relationships/image" Target="../media/image1575.png"/><Relationship Id="rId62" Type="http://schemas.openxmlformats.org/officeDocument/2006/relationships/customXml" Target="../ink/ink1592.xml"/><Relationship Id="rId83" Type="http://schemas.openxmlformats.org/officeDocument/2006/relationships/image" Target="../media/image1596.png"/><Relationship Id="rId88" Type="http://schemas.openxmlformats.org/officeDocument/2006/relationships/customXml" Target="../ink/ink1605.xml"/><Relationship Id="rId111" Type="http://schemas.openxmlformats.org/officeDocument/2006/relationships/image" Target="../media/image1610.png"/><Relationship Id="rId132" Type="http://schemas.openxmlformats.org/officeDocument/2006/relationships/customXml" Target="../ink/ink1627.xml"/><Relationship Id="rId153" Type="http://schemas.openxmlformats.org/officeDocument/2006/relationships/image" Target="../media/image1631.png"/><Relationship Id="rId174" Type="http://schemas.openxmlformats.org/officeDocument/2006/relationships/customXml" Target="../ink/ink1648.xml"/><Relationship Id="rId179" Type="http://schemas.openxmlformats.org/officeDocument/2006/relationships/image" Target="../media/image1644.png"/><Relationship Id="rId195" Type="http://schemas.openxmlformats.org/officeDocument/2006/relationships/image" Target="../media/image1652.png"/><Relationship Id="rId209" Type="http://schemas.openxmlformats.org/officeDocument/2006/relationships/customXml" Target="../ink/ink1666.xml"/><Relationship Id="rId190" Type="http://schemas.openxmlformats.org/officeDocument/2006/relationships/customXml" Target="../ink/ink1656.xml"/><Relationship Id="rId204" Type="http://schemas.openxmlformats.org/officeDocument/2006/relationships/image" Target="../media/image1656.png"/><Relationship Id="rId15" Type="http://schemas.openxmlformats.org/officeDocument/2006/relationships/image" Target="../media/image1562.png"/><Relationship Id="rId36" Type="http://schemas.openxmlformats.org/officeDocument/2006/relationships/customXml" Target="../ink/ink1579.xml"/><Relationship Id="rId57" Type="http://schemas.openxmlformats.org/officeDocument/2006/relationships/image" Target="../media/image1583.png"/><Relationship Id="rId106" Type="http://schemas.openxmlformats.org/officeDocument/2006/relationships/customXml" Target="../ink/ink1614.xml"/><Relationship Id="rId127" Type="http://schemas.openxmlformats.org/officeDocument/2006/relationships/image" Target="../media/image1618.png"/><Relationship Id="rId10" Type="http://schemas.openxmlformats.org/officeDocument/2006/relationships/customXml" Target="../ink/ink1566.xml"/><Relationship Id="rId31" Type="http://schemas.openxmlformats.org/officeDocument/2006/relationships/image" Target="../media/image1570.png"/><Relationship Id="rId52" Type="http://schemas.openxmlformats.org/officeDocument/2006/relationships/customXml" Target="../ink/ink1587.xml"/><Relationship Id="rId73" Type="http://schemas.openxmlformats.org/officeDocument/2006/relationships/image" Target="../media/image1591.png"/><Relationship Id="rId78" Type="http://schemas.openxmlformats.org/officeDocument/2006/relationships/customXml" Target="../ink/ink1600.xml"/><Relationship Id="rId94" Type="http://schemas.openxmlformats.org/officeDocument/2006/relationships/customXml" Target="../ink/ink1608.xml"/><Relationship Id="rId99" Type="http://schemas.openxmlformats.org/officeDocument/2006/relationships/image" Target="../media/image1604.png"/><Relationship Id="rId101" Type="http://schemas.openxmlformats.org/officeDocument/2006/relationships/image" Target="../media/image1605.png"/><Relationship Id="rId122" Type="http://schemas.openxmlformats.org/officeDocument/2006/relationships/customXml" Target="../ink/ink1622.xml"/><Relationship Id="rId143" Type="http://schemas.openxmlformats.org/officeDocument/2006/relationships/image" Target="../media/image1626.png"/><Relationship Id="rId148" Type="http://schemas.openxmlformats.org/officeDocument/2006/relationships/customXml" Target="../ink/ink1635.xml"/><Relationship Id="rId164" Type="http://schemas.openxmlformats.org/officeDocument/2006/relationships/customXml" Target="../ink/ink1643.xml"/><Relationship Id="rId169" Type="http://schemas.openxmlformats.org/officeDocument/2006/relationships/image" Target="../media/image1639.png"/><Relationship Id="rId185" Type="http://schemas.openxmlformats.org/officeDocument/2006/relationships/image" Target="../media/image1647.png"/><Relationship Id="rId4" Type="http://schemas.openxmlformats.org/officeDocument/2006/relationships/customXml" Target="../ink/ink1563.xml"/><Relationship Id="rId9" Type="http://schemas.openxmlformats.org/officeDocument/2006/relationships/image" Target="../media/image1559.png"/><Relationship Id="rId180" Type="http://schemas.openxmlformats.org/officeDocument/2006/relationships/customXml" Target="../ink/ink1651.xml"/><Relationship Id="rId210" Type="http://schemas.openxmlformats.org/officeDocument/2006/relationships/image" Target="../media/image1659.png"/><Relationship Id="rId26" Type="http://schemas.openxmlformats.org/officeDocument/2006/relationships/customXml" Target="../ink/ink1574.xml"/><Relationship Id="rId47" Type="http://schemas.openxmlformats.org/officeDocument/2006/relationships/image" Target="../media/image1578.png"/><Relationship Id="rId68" Type="http://schemas.openxmlformats.org/officeDocument/2006/relationships/customXml" Target="../ink/ink1595.xml"/><Relationship Id="rId89" Type="http://schemas.openxmlformats.org/officeDocument/2006/relationships/image" Target="../media/image1599.png"/><Relationship Id="rId112" Type="http://schemas.openxmlformats.org/officeDocument/2006/relationships/customXml" Target="../ink/ink1617.xml"/><Relationship Id="rId133" Type="http://schemas.openxmlformats.org/officeDocument/2006/relationships/image" Target="../media/image1621.png"/><Relationship Id="rId154" Type="http://schemas.openxmlformats.org/officeDocument/2006/relationships/customXml" Target="../ink/ink1638.xml"/><Relationship Id="rId175" Type="http://schemas.openxmlformats.org/officeDocument/2006/relationships/image" Target="../media/image1642.png"/><Relationship Id="rId196" Type="http://schemas.openxmlformats.org/officeDocument/2006/relationships/customXml" Target="../ink/ink1659.xml"/><Relationship Id="rId200" Type="http://schemas.openxmlformats.org/officeDocument/2006/relationships/customXml" Target="../ink/ink1661.xml"/><Relationship Id="rId16" Type="http://schemas.openxmlformats.org/officeDocument/2006/relationships/customXml" Target="../ink/ink1569.xml"/><Relationship Id="rId37" Type="http://schemas.openxmlformats.org/officeDocument/2006/relationships/image" Target="../media/image1573.png"/><Relationship Id="rId58" Type="http://schemas.openxmlformats.org/officeDocument/2006/relationships/customXml" Target="../ink/ink1590.xml"/><Relationship Id="rId79" Type="http://schemas.openxmlformats.org/officeDocument/2006/relationships/image" Target="../media/image1594.png"/><Relationship Id="rId102" Type="http://schemas.openxmlformats.org/officeDocument/2006/relationships/customXml" Target="../ink/ink1612.xml"/><Relationship Id="rId123" Type="http://schemas.openxmlformats.org/officeDocument/2006/relationships/image" Target="../media/image1616.png"/><Relationship Id="rId144" Type="http://schemas.openxmlformats.org/officeDocument/2006/relationships/customXml" Target="../ink/ink1633.xml"/><Relationship Id="rId90" Type="http://schemas.openxmlformats.org/officeDocument/2006/relationships/customXml" Target="../ink/ink1606.xml"/><Relationship Id="rId165" Type="http://schemas.openxmlformats.org/officeDocument/2006/relationships/image" Target="../media/image1637.png"/><Relationship Id="rId186" Type="http://schemas.openxmlformats.org/officeDocument/2006/relationships/customXml" Target="../ink/ink1654.xml"/><Relationship Id="rId27" Type="http://schemas.openxmlformats.org/officeDocument/2006/relationships/image" Target="../media/image1568.png"/><Relationship Id="rId48" Type="http://schemas.openxmlformats.org/officeDocument/2006/relationships/customXml" Target="../ink/ink1585.xml"/><Relationship Id="rId69" Type="http://schemas.openxmlformats.org/officeDocument/2006/relationships/image" Target="../media/image1589.png"/><Relationship Id="rId113" Type="http://schemas.openxmlformats.org/officeDocument/2006/relationships/image" Target="../media/image1611.png"/><Relationship Id="rId134" Type="http://schemas.openxmlformats.org/officeDocument/2006/relationships/customXml" Target="../ink/ink1628.xml"/><Relationship Id="rId80" Type="http://schemas.openxmlformats.org/officeDocument/2006/relationships/customXml" Target="../ink/ink1601.xml"/><Relationship Id="rId155" Type="http://schemas.openxmlformats.org/officeDocument/2006/relationships/image" Target="../media/image1632.png"/><Relationship Id="rId176" Type="http://schemas.openxmlformats.org/officeDocument/2006/relationships/customXml" Target="../ink/ink1649.xml"/><Relationship Id="rId197" Type="http://schemas.openxmlformats.org/officeDocument/2006/relationships/image" Target="../media/image1653.png"/><Relationship Id="rId201" Type="http://schemas.openxmlformats.org/officeDocument/2006/relationships/customXml" Target="../ink/ink1662.xml"/><Relationship Id="rId17" Type="http://schemas.openxmlformats.org/officeDocument/2006/relationships/image" Target="../media/image1563.png"/><Relationship Id="rId38" Type="http://schemas.openxmlformats.org/officeDocument/2006/relationships/customXml" Target="../ink/ink1580.xml"/><Relationship Id="rId59" Type="http://schemas.openxmlformats.org/officeDocument/2006/relationships/image" Target="../media/image1584.png"/><Relationship Id="rId103" Type="http://schemas.openxmlformats.org/officeDocument/2006/relationships/image" Target="../media/image1606.png"/><Relationship Id="rId124" Type="http://schemas.openxmlformats.org/officeDocument/2006/relationships/customXml" Target="../ink/ink1623.xml"/><Relationship Id="rId70" Type="http://schemas.openxmlformats.org/officeDocument/2006/relationships/customXml" Target="../ink/ink1596.xml"/><Relationship Id="rId91" Type="http://schemas.openxmlformats.org/officeDocument/2006/relationships/image" Target="../media/image1600.png"/><Relationship Id="rId145" Type="http://schemas.openxmlformats.org/officeDocument/2006/relationships/image" Target="../media/image1627.png"/><Relationship Id="rId166" Type="http://schemas.openxmlformats.org/officeDocument/2006/relationships/customXml" Target="../ink/ink1644.xml"/><Relationship Id="rId187" Type="http://schemas.openxmlformats.org/officeDocument/2006/relationships/image" Target="../media/image1648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575.xml"/><Relationship Id="rId49" Type="http://schemas.openxmlformats.org/officeDocument/2006/relationships/image" Target="../media/image1579.png"/><Relationship Id="rId114" Type="http://schemas.openxmlformats.org/officeDocument/2006/relationships/customXml" Target="../ink/ink1618.xml"/><Relationship Id="rId60" Type="http://schemas.openxmlformats.org/officeDocument/2006/relationships/customXml" Target="../ink/ink1591.xml"/><Relationship Id="rId81" Type="http://schemas.openxmlformats.org/officeDocument/2006/relationships/image" Target="../media/image1595.png"/><Relationship Id="rId135" Type="http://schemas.openxmlformats.org/officeDocument/2006/relationships/image" Target="../media/image1622.png"/><Relationship Id="rId156" Type="http://schemas.openxmlformats.org/officeDocument/2006/relationships/customXml" Target="../ink/ink1639.xml"/><Relationship Id="rId177" Type="http://schemas.openxmlformats.org/officeDocument/2006/relationships/image" Target="../media/image1643.png"/><Relationship Id="rId198" Type="http://schemas.openxmlformats.org/officeDocument/2006/relationships/customXml" Target="../ink/ink1660.xml"/><Relationship Id="rId202" Type="http://schemas.openxmlformats.org/officeDocument/2006/relationships/image" Target="../media/image1655.png"/><Relationship Id="rId18" Type="http://schemas.openxmlformats.org/officeDocument/2006/relationships/customXml" Target="../ink/ink1570.xml"/><Relationship Id="rId39" Type="http://schemas.openxmlformats.org/officeDocument/2006/relationships/image" Target="../media/image1574.png"/><Relationship Id="rId50" Type="http://schemas.openxmlformats.org/officeDocument/2006/relationships/customXml" Target="../ink/ink1586.xml"/><Relationship Id="rId104" Type="http://schemas.openxmlformats.org/officeDocument/2006/relationships/customXml" Target="../ink/ink1613.xml"/><Relationship Id="rId125" Type="http://schemas.openxmlformats.org/officeDocument/2006/relationships/image" Target="../media/image1617.png"/><Relationship Id="rId146" Type="http://schemas.openxmlformats.org/officeDocument/2006/relationships/customXml" Target="../ink/ink1634.xml"/><Relationship Id="rId167" Type="http://schemas.openxmlformats.org/officeDocument/2006/relationships/image" Target="../media/image1638.png"/><Relationship Id="rId188" Type="http://schemas.openxmlformats.org/officeDocument/2006/relationships/customXml" Target="../ink/ink1655.xml"/><Relationship Id="rId71" Type="http://schemas.openxmlformats.org/officeDocument/2006/relationships/image" Target="../media/image1590.png"/><Relationship Id="rId92" Type="http://schemas.openxmlformats.org/officeDocument/2006/relationships/customXml" Target="../ink/ink1607.xml"/><Relationship Id="rId2" Type="http://schemas.openxmlformats.org/officeDocument/2006/relationships/customXml" Target="../ink/ink1562.xml"/><Relationship Id="rId29" Type="http://schemas.openxmlformats.org/officeDocument/2006/relationships/image" Target="../media/image1569.png"/><Relationship Id="rId40" Type="http://schemas.openxmlformats.org/officeDocument/2006/relationships/customXml" Target="../ink/ink1581.xml"/><Relationship Id="rId115" Type="http://schemas.openxmlformats.org/officeDocument/2006/relationships/image" Target="../media/image1612.png"/><Relationship Id="rId136" Type="http://schemas.openxmlformats.org/officeDocument/2006/relationships/customXml" Target="../ink/ink1629.xml"/><Relationship Id="rId157" Type="http://schemas.openxmlformats.org/officeDocument/2006/relationships/image" Target="../media/image1633.png"/><Relationship Id="rId178" Type="http://schemas.openxmlformats.org/officeDocument/2006/relationships/customXml" Target="../ink/ink1650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65.png"/><Relationship Id="rId18" Type="http://schemas.openxmlformats.org/officeDocument/2006/relationships/customXml" Target="../ink/ink1675.xml"/><Relationship Id="rId26" Type="http://schemas.openxmlformats.org/officeDocument/2006/relationships/customXml" Target="../ink/ink1679.xml"/><Relationship Id="rId39" Type="http://schemas.openxmlformats.org/officeDocument/2006/relationships/image" Target="../media/image1678.png"/><Relationship Id="rId21" Type="http://schemas.openxmlformats.org/officeDocument/2006/relationships/image" Target="../media/image1669.png"/><Relationship Id="rId34" Type="http://schemas.openxmlformats.org/officeDocument/2006/relationships/customXml" Target="../ink/ink1683.xml"/><Relationship Id="rId42" Type="http://schemas.openxmlformats.org/officeDocument/2006/relationships/customXml" Target="../ink/ink1687.xml"/><Relationship Id="rId47" Type="http://schemas.openxmlformats.org/officeDocument/2006/relationships/image" Target="../media/image1682.png"/><Relationship Id="rId50" Type="http://schemas.openxmlformats.org/officeDocument/2006/relationships/customXml" Target="../ink/ink1691.xml"/><Relationship Id="rId7" Type="http://schemas.openxmlformats.org/officeDocument/2006/relationships/image" Target="../media/image1662.png"/><Relationship Id="rId2" Type="http://schemas.openxmlformats.org/officeDocument/2006/relationships/customXml" Target="../ink/ink1667.xml"/><Relationship Id="rId16" Type="http://schemas.openxmlformats.org/officeDocument/2006/relationships/customXml" Target="../ink/ink1674.xml"/><Relationship Id="rId29" Type="http://schemas.openxmlformats.org/officeDocument/2006/relationships/image" Target="../media/image1673.png"/><Relationship Id="rId11" Type="http://schemas.openxmlformats.org/officeDocument/2006/relationships/image" Target="../media/image1664.png"/><Relationship Id="rId24" Type="http://schemas.openxmlformats.org/officeDocument/2006/relationships/customXml" Target="../ink/ink1678.xml"/><Relationship Id="rId32" Type="http://schemas.openxmlformats.org/officeDocument/2006/relationships/customXml" Target="../ink/ink1682.xml"/><Relationship Id="rId37" Type="http://schemas.openxmlformats.org/officeDocument/2006/relationships/image" Target="../media/image1677.png"/><Relationship Id="rId40" Type="http://schemas.openxmlformats.org/officeDocument/2006/relationships/customXml" Target="../ink/ink1686.xml"/><Relationship Id="rId45" Type="http://schemas.openxmlformats.org/officeDocument/2006/relationships/image" Target="../media/image1681.png"/><Relationship Id="rId53" Type="http://schemas.openxmlformats.org/officeDocument/2006/relationships/image" Target="../media/image1685.png"/><Relationship Id="rId5" Type="http://schemas.openxmlformats.org/officeDocument/2006/relationships/image" Target="../media/image1661.png"/><Relationship Id="rId10" Type="http://schemas.openxmlformats.org/officeDocument/2006/relationships/customXml" Target="../ink/ink1671.xml"/><Relationship Id="rId19" Type="http://schemas.openxmlformats.org/officeDocument/2006/relationships/image" Target="../media/image1668.png"/><Relationship Id="rId31" Type="http://schemas.openxmlformats.org/officeDocument/2006/relationships/image" Target="../media/image1674.png"/><Relationship Id="rId44" Type="http://schemas.openxmlformats.org/officeDocument/2006/relationships/customXml" Target="../ink/ink1688.xml"/><Relationship Id="rId52" Type="http://schemas.openxmlformats.org/officeDocument/2006/relationships/customXml" Target="../ink/ink1692.xml"/><Relationship Id="rId4" Type="http://schemas.openxmlformats.org/officeDocument/2006/relationships/customXml" Target="../ink/ink1668.xml"/><Relationship Id="rId9" Type="http://schemas.openxmlformats.org/officeDocument/2006/relationships/image" Target="../media/image1663.png"/><Relationship Id="rId14" Type="http://schemas.openxmlformats.org/officeDocument/2006/relationships/customXml" Target="../ink/ink1673.xml"/><Relationship Id="rId22" Type="http://schemas.openxmlformats.org/officeDocument/2006/relationships/customXml" Target="../ink/ink1677.xml"/><Relationship Id="rId27" Type="http://schemas.openxmlformats.org/officeDocument/2006/relationships/image" Target="../media/image1672.png"/><Relationship Id="rId30" Type="http://schemas.openxmlformats.org/officeDocument/2006/relationships/customXml" Target="../ink/ink1681.xml"/><Relationship Id="rId35" Type="http://schemas.openxmlformats.org/officeDocument/2006/relationships/image" Target="../media/image1676.png"/><Relationship Id="rId43" Type="http://schemas.openxmlformats.org/officeDocument/2006/relationships/image" Target="../media/image1680.png"/><Relationship Id="rId48" Type="http://schemas.openxmlformats.org/officeDocument/2006/relationships/customXml" Target="../ink/ink1690.xml"/><Relationship Id="rId8" Type="http://schemas.openxmlformats.org/officeDocument/2006/relationships/customXml" Target="../ink/ink1670.xml"/><Relationship Id="rId51" Type="http://schemas.openxmlformats.org/officeDocument/2006/relationships/image" Target="../media/image1684.png"/><Relationship Id="rId3" Type="http://schemas.openxmlformats.org/officeDocument/2006/relationships/image" Target="../media/image1660.png"/><Relationship Id="rId12" Type="http://schemas.openxmlformats.org/officeDocument/2006/relationships/customXml" Target="../ink/ink1672.xml"/><Relationship Id="rId17" Type="http://schemas.openxmlformats.org/officeDocument/2006/relationships/image" Target="../media/image1667.png"/><Relationship Id="rId25" Type="http://schemas.openxmlformats.org/officeDocument/2006/relationships/image" Target="../media/image1671.png"/><Relationship Id="rId33" Type="http://schemas.openxmlformats.org/officeDocument/2006/relationships/image" Target="../media/image1675.png"/><Relationship Id="rId38" Type="http://schemas.openxmlformats.org/officeDocument/2006/relationships/customXml" Target="../ink/ink1685.xml"/><Relationship Id="rId46" Type="http://schemas.openxmlformats.org/officeDocument/2006/relationships/customXml" Target="../ink/ink1689.xml"/><Relationship Id="rId20" Type="http://schemas.openxmlformats.org/officeDocument/2006/relationships/customXml" Target="../ink/ink1676.xml"/><Relationship Id="rId41" Type="http://schemas.openxmlformats.org/officeDocument/2006/relationships/image" Target="../media/image167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69.xml"/><Relationship Id="rId15" Type="http://schemas.openxmlformats.org/officeDocument/2006/relationships/image" Target="../media/image1666.png"/><Relationship Id="rId23" Type="http://schemas.openxmlformats.org/officeDocument/2006/relationships/image" Target="../media/image1670.png"/><Relationship Id="rId28" Type="http://schemas.openxmlformats.org/officeDocument/2006/relationships/customXml" Target="../ink/ink1680.xml"/><Relationship Id="rId36" Type="http://schemas.openxmlformats.org/officeDocument/2006/relationships/customXml" Target="../ink/ink1684.xml"/><Relationship Id="rId49" Type="http://schemas.openxmlformats.org/officeDocument/2006/relationships/image" Target="../media/image1683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98.xml"/><Relationship Id="rId18" Type="http://schemas.openxmlformats.org/officeDocument/2006/relationships/image" Target="../media/image1694.png"/><Relationship Id="rId26" Type="http://schemas.openxmlformats.org/officeDocument/2006/relationships/image" Target="../media/image1698.png"/><Relationship Id="rId39" Type="http://schemas.openxmlformats.org/officeDocument/2006/relationships/customXml" Target="../ink/ink1711.xml"/><Relationship Id="rId21" Type="http://schemas.openxmlformats.org/officeDocument/2006/relationships/customXml" Target="../ink/ink1702.xml"/><Relationship Id="rId34" Type="http://schemas.openxmlformats.org/officeDocument/2006/relationships/image" Target="../media/image1702.png"/><Relationship Id="rId42" Type="http://schemas.openxmlformats.org/officeDocument/2006/relationships/image" Target="../media/image1706.png"/><Relationship Id="rId7" Type="http://schemas.openxmlformats.org/officeDocument/2006/relationships/customXml" Target="../ink/ink1695.xml"/><Relationship Id="rId2" Type="http://schemas.openxmlformats.org/officeDocument/2006/relationships/image" Target="../media/image1686.png"/><Relationship Id="rId16" Type="http://schemas.openxmlformats.org/officeDocument/2006/relationships/image" Target="../media/image1693.png"/><Relationship Id="rId20" Type="http://schemas.openxmlformats.org/officeDocument/2006/relationships/image" Target="../media/image1695.png"/><Relationship Id="rId29" Type="http://schemas.openxmlformats.org/officeDocument/2006/relationships/customXml" Target="../ink/ink1706.xml"/><Relationship Id="rId41" Type="http://schemas.openxmlformats.org/officeDocument/2006/relationships/customXml" Target="../ink/ink17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8.png"/><Relationship Id="rId11" Type="http://schemas.openxmlformats.org/officeDocument/2006/relationships/customXml" Target="../ink/ink1697.xml"/><Relationship Id="rId24" Type="http://schemas.openxmlformats.org/officeDocument/2006/relationships/image" Target="../media/image1697.png"/><Relationship Id="rId32" Type="http://schemas.openxmlformats.org/officeDocument/2006/relationships/image" Target="../media/image1701.png"/><Relationship Id="rId37" Type="http://schemas.openxmlformats.org/officeDocument/2006/relationships/customXml" Target="../ink/ink1710.xml"/><Relationship Id="rId40" Type="http://schemas.openxmlformats.org/officeDocument/2006/relationships/image" Target="../media/image1705.png"/><Relationship Id="rId5" Type="http://schemas.openxmlformats.org/officeDocument/2006/relationships/customXml" Target="../ink/ink1694.xml"/><Relationship Id="rId15" Type="http://schemas.openxmlformats.org/officeDocument/2006/relationships/customXml" Target="../ink/ink1699.xml"/><Relationship Id="rId23" Type="http://schemas.openxmlformats.org/officeDocument/2006/relationships/customXml" Target="../ink/ink1703.xml"/><Relationship Id="rId28" Type="http://schemas.openxmlformats.org/officeDocument/2006/relationships/image" Target="../media/image1699.png"/><Relationship Id="rId36" Type="http://schemas.openxmlformats.org/officeDocument/2006/relationships/image" Target="../media/image1703.png"/><Relationship Id="rId10" Type="http://schemas.openxmlformats.org/officeDocument/2006/relationships/image" Target="../media/image1690.png"/><Relationship Id="rId19" Type="http://schemas.openxmlformats.org/officeDocument/2006/relationships/customXml" Target="../ink/ink1701.xml"/><Relationship Id="rId31" Type="http://schemas.openxmlformats.org/officeDocument/2006/relationships/customXml" Target="../ink/ink1707.xml"/><Relationship Id="rId4" Type="http://schemas.openxmlformats.org/officeDocument/2006/relationships/image" Target="../media/image1687.png"/><Relationship Id="rId9" Type="http://schemas.openxmlformats.org/officeDocument/2006/relationships/customXml" Target="../ink/ink1696.xml"/><Relationship Id="rId14" Type="http://schemas.openxmlformats.org/officeDocument/2006/relationships/image" Target="../media/image1692.png"/><Relationship Id="rId22" Type="http://schemas.openxmlformats.org/officeDocument/2006/relationships/image" Target="../media/image1696.png"/><Relationship Id="rId27" Type="http://schemas.openxmlformats.org/officeDocument/2006/relationships/customXml" Target="../ink/ink1705.xml"/><Relationship Id="rId30" Type="http://schemas.openxmlformats.org/officeDocument/2006/relationships/image" Target="../media/image1700.png"/><Relationship Id="rId35" Type="http://schemas.openxmlformats.org/officeDocument/2006/relationships/customXml" Target="../ink/ink1709.xml"/><Relationship Id="rId8" Type="http://schemas.openxmlformats.org/officeDocument/2006/relationships/image" Target="../media/image1689.png"/><Relationship Id="rId3" Type="http://schemas.openxmlformats.org/officeDocument/2006/relationships/customXml" Target="../ink/ink1693.xml"/><Relationship Id="rId12" Type="http://schemas.openxmlformats.org/officeDocument/2006/relationships/image" Target="../media/image1691.png"/><Relationship Id="rId17" Type="http://schemas.openxmlformats.org/officeDocument/2006/relationships/customXml" Target="../ink/ink1700.xml"/><Relationship Id="rId25" Type="http://schemas.openxmlformats.org/officeDocument/2006/relationships/customXml" Target="../ink/ink1704.xml"/><Relationship Id="rId33" Type="http://schemas.openxmlformats.org/officeDocument/2006/relationships/customXml" Target="../ink/ink1708.xml"/><Relationship Id="rId38" Type="http://schemas.openxmlformats.org/officeDocument/2006/relationships/image" Target="../media/image1704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70.xml"/><Relationship Id="rId299" Type="http://schemas.openxmlformats.org/officeDocument/2006/relationships/customXml" Target="../ink/ink1861.xml"/><Relationship Id="rId21" Type="http://schemas.openxmlformats.org/officeDocument/2006/relationships/customXml" Target="../ink/ink1722.xml"/><Relationship Id="rId63" Type="http://schemas.openxmlformats.org/officeDocument/2006/relationships/customXml" Target="../ink/ink1743.xml"/><Relationship Id="rId159" Type="http://schemas.openxmlformats.org/officeDocument/2006/relationships/customXml" Target="../ink/ink1791.xml"/><Relationship Id="rId324" Type="http://schemas.openxmlformats.org/officeDocument/2006/relationships/image" Target="../media/image1867.png"/><Relationship Id="rId170" Type="http://schemas.openxmlformats.org/officeDocument/2006/relationships/image" Target="../media/image1790.png"/><Relationship Id="rId226" Type="http://schemas.openxmlformats.org/officeDocument/2006/relationships/image" Target="../media/image1818.png"/><Relationship Id="rId268" Type="http://schemas.openxmlformats.org/officeDocument/2006/relationships/image" Target="../media/image1839.png"/><Relationship Id="rId32" Type="http://schemas.openxmlformats.org/officeDocument/2006/relationships/image" Target="../media/image1721.png"/><Relationship Id="rId74" Type="http://schemas.openxmlformats.org/officeDocument/2006/relationships/image" Target="../media/image1742.png"/><Relationship Id="rId128" Type="http://schemas.openxmlformats.org/officeDocument/2006/relationships/image" Target="../media/image1769.png"/><Relationship Id="rId335" Type="http://schemas.openxmlformats.org/officeDocument/2006/relationships/customXml" Target="../ink/ink1879.xml"/><Relationship Id="rId5" Type="http://schemas.openxmlformats.org/officeDocument/2006/relationships/customXml" Target="../ink/ink1714.xml"/><Relationship Id="rId181" Type="http://schemas.openxmlformats.org/officeDocument/2006/relationships/customXml" Target="../ink/ink1802.xml"/><Relationship Id="rId237" Type="http://schemas.openxmlformats.org/officeDocument/2006/relationships/customXml" Target="../ink/ink1830.xml"/><Relationship Id="rId279" Type="http://schemas.openxmlformats.org/officeDocument/2006/relationships/customXml" Target="../ink/ink1851.xml"/><Relationship Id="rId43" Type="http://schemas.openxmlformats.org/officeDocument/2006/relationships/customXml" Target="../ink/ink1733.xml"/><Relationship Id="rId139" Type="http://schemas.openxmlformats.org/officeDocument/2006/relationships/customXml" Target="../ink/ink1781.xml"/><Relationship Id="rId290" Type="http://schemas.openxmlformats.org/officeDocument/2006/relationships/image" Target="../media/image1850.png"/><Relationship Id="rId304" Type="http://schemas.openxmlformats.org/officeDocument/2006/relationships/image" Target="../media/image1857.png"/><Relationship Id="rId346" Type="http://schemas.openxmlformats.org/officeDocument/2006/relationships/image" Target="../media/image1878.png"/><Relationship Id="rId85" Type="http://schemas.openxmlformats.org/officeDocument/2006/relationships/customXml" Target="../ink/ink1754.xml"/><Relationship Id="rId150" Type="http://schemas.openxmlformats.org/officeDocument/2006/relationships/image" Target="../media/image1780.png"/><Relationship Id="rId192" Type="http://schemas.openxmlformats.org/officeDocument/2006/relationships/image" Target="../media/image1801.png"/><Relationship Id="rId206" Type="http://schemas.openxmlformats.org/officeDocument/2006/relationships/image" Target="../media/image1808.png"/><Relationship Id="rId248" Type="http://schemas.openxmlformats.org/officeDocument/2006/relationships/image" Target="../media/image1829.png"/><Relationship Id="rId12" Type="http://schemas.openxmlformats.org/officeDocument/2006/relationships/image" Target="../media/image1711.png"/><Relationship Id="rId108" Type="http://schemas.openxmlformats.org/officeDocument/2006/relationships/image" Target="../media/image1759.png"/><Relationship Id="rId315" Type="http://schemas.openxmlformats.org/officeDocument/2006/relationships/customXml" Target="../ink/ink1869.xml"/><Relationship Id="rId54" Type="http://schemas.openxmlformats.org/officeDocument/2006/relationships/image" Target="../media/image1732.png"/><Relationship Id="rId96" Type="http://schemas.openxmlformats.org/officeDocument/2006/relationships/image" Target="../media/image1753.png"/><Relationship Id="rId161" Type="http://schemas.openxmlformats.org/officeDocument/2006/relationships/customXml" Target="../ink/ink1792.xml"/><Relationship Id="rId217" Type="http://schemas.openxmlformats.org/officeDocument/2006/relationships/customXml" Target="../ink/ink1820.xml"/><Relationship Id="rId259" Type="http://schemas.openxmlformats.org/officeDocument/2006/relationships/customXml" Target="../ink/ink1841.xml"/><Relationship Id="rId23" Type="http://schemas.openxmlformats.org/officeDocument/2006/relationships/customXml" Target="../ink/ink1723.xml"/><Relationship Id="rId119" Type="http://schemas.openxmlformats.org/officeDocument/2006/relationships/customXml" Target="../ink/ink1771.xml"/><Relationship Id="rId270" Type="http://schemas.openxmlformats.org/officeDocument/2006/relationships/image" Target="../media/image1840.png"/><Relationship Id="rId326" Type="http://schemas.openxmlformats.org/officeDocument/2006/relationships/image" Target="../media/image1868.png"/><Relationship Id="rId65" Type="http://schemas.openxmlformats.org/officeDocument/2006/relationships/customXml" Target="../ink/ink1744.xml"/><Relationship Id="rId130" Type="http://schemas.openxmlformats.org/officeDocument/2006/relationships/image" Target="../media/image1770.png"/><Relationship Id="rId172" Type="http://schemas.openxmlformats.org/officeDocument/2006/relationships/image" Target="../media/image1791.png"/><Relationship Id="rId228" Type="http://schemas.openxmlformats.org/officeDocument/2006/relationships/image" Target="../media/image1819.png"/><Relationship Id="rId281" Type="http://schemas.openxmlformats.org/officeDocument/2006/relationships/customXml" Target="../ink/ink1852.xml"/><Relationship Id="rId337" Type="http://schemas.openxmlformats.org/officeDocument/2006/relationships/customXml" Target="../ink/ink1880.xml"/><Relationship Id="rId34" Type="http://schemas.openxmlformats.org/officeDocument/2006/relationships/image" Target="../media/image1722.png"/><Relationship Id="rId76" Type="http://schemas.openxmlformats.org/officeDocument/2006/relationships/image" Target="../media/image1743.png"/><Relationship Id="rId141" Type="http://schemas.openxmlformats.org/officeDocument/2006/relationships/customXml" Target="../ink/ink1782.xml"/><Relationship Id="rId7" Type="http://schemas.openxmlformats.org/officeDocument/2006/relationships/customXml" Target="../ink/ink1715.xml"/><Relationship Id="rId183" Type="http://schemas.openxmlformats.org/officeDocument/2006/relationships/customXml" Target="../ink/ink1803.xml"/><Relationship Id="rId239" Type="http://schemas.openxmlformats.org/officeDocument/2006/relationships/customXml" Target="../ink/ink1831.xml"/><Relationship Id="rId250" Type="http://schemas.openxmlformats.org/officeDocument/2006/relationships/image" Target="../media/image1830.png"/><Relationship Id="rId292" Type="http://schemas.openxmlformats.org/officeDocument/2006/relationships/image" Target="../media/image1851.png"/><Relationship Id="rId306" Type="http://schemas.openxmlformats.org/officeDocument/2006/relationships/image" Target="../media/image1858.png"/><Relationship Id="rId45" Type="http://schemas.openxmlformats.org/officeDocument/2006/relationships/customXml" Target="../ink/ink1734.xml"/><Relationship Id="rId87" Type="http://schemas.openxmlformats.org/officeDocument/2006/relationships/customXml" Target="../ink/ink1755.xml"/><Relationship Id="rId110" Type="http://schemas.openxmlformats.org/officeDocument/2006/relationships/image" Target="../media/image1760.png"/><Relationship Id="rId152" Type="http://schemas.openxmlformats.org/officeDocument/2006/relationships/image" Target="../media/image1781.png"/><Relationship Id="rId194" Type="http://schemas.openxmlformats.org/officeDocument/2006/relationships/image" Target="../media/image1802.png"/><Relationship Id="rId208" Type="http://schemas.openxmlformats.org/officeDocument/2006/relationships/image" Target="../media/image1809.png"/><Relationship Id="rId261" Type="http://schemas.openxmlformats.org/officeDocument/2006/relationships/customXml" Target="../ink/ink1842.xml"/><Relationship Id="rId14" Type="http://schemas.openxmlformats.org/officeDocument/2006/relationships/image" Target="../media/image1712.png"/><Relationship Id="rId35" Type="http://schemas.openxmlformats.org/officeDocument/2006/relationships/customXml" Target="../ink/ink1729.xml"/><Relationship Id="rId56" Type="http://schemas.openxmlformats.org/officeDocument/2006/relationships/image" Target="../media/image1733.png"/><Relationship Id="rId77" Type="http://schemas.openxmlformats.org/officeDocument/2006/relationships/customXml" Target="../ink/ink1750.xml"/><Relationship Id="rId100" Type="http://schemas.openxmlformats.org/officeDocument/2006/relationships/image" Target="../media/image1755.png"/><Relationship Id="rId282" Type="http://schemas.openxmlformats.org/officeDocument/2006/relationships/image" Target="../media/image1846.png"/><Relationship Id="rId317" Type="http://schemas.openxmlformats.org/officeDocument/2006/relationships/customXml" Target="../ink/ink1870.xml"/><Relationship Id="rId338" Type="http://schemas.openxmlformats.org/officeDocument/2006/relationships/image" Target="../media/image1874.png"/><Relationship Id="rId8" Type="http://schemas.openxmlformats.org/officeDocument/2006/relationships/image" Target="../media/image1709.png"/><Relationship Id="rId98" Type="http://schemas.openxmlformats.org/officeDocument/2006/relationships/image" Target="../media/image1754.png"/><Relationship Id="rId121" Type="http://schemas.openxmlformats.org/officeDocument/2006/relationships/customXml" Target="../ink/ink1772.xml"/><Relationship Id="rId142" Type="http://schemas.openxmlformats.org/officeDocument/2006/relationships/image" Target="../media/image1776.png"/><Relationship Id="rId163" Type="http://schemas.openxmlformats.org/officeDocument/2006/relationships/customXml" Target="../ink/ink1793.xml"/><Relationship Id="rId184" Type="http://schemas.openxmlformats.org/officeDocument/2006/relationships/image" Target="../media/image1797.png"/><Relationship Id="rId219" Type="http://schemas.openxmlformats.org/officeDocument/2006/relationships/customXml" Target="../ink/ink1821.xml"/><Relationship Id="rId230" Type="http://schemas.openxmlformats.org/officeDocument/2006/relationships/image" Target="../media/image1820.png"/><Relationship Id="rId251" Type="http://schemas.openxmlformats.org/officeDocument/2006/relationships/customXml" Target="../ink/ink1837.xml"/><Relationship Id="rId25" Type="http://schemas.openxmlformats.org/officeDocument/2006/relationships/customXml" Target="../ink/ink1724.xml"/><Relationship Id="rId46" Type="http://schemas.openxmlformats.org/officeDocument/2006/relationships/image" Target="../media/image1728.png"/><Relationship Id="rId67" Type="http://schemas.openxmlformats.org/officeDocument/2006/relationships/customXml" Target="../ink/ink1745.xml"/><Relationship Id="rId272" Type="http://schemas.openxmlformats.org/officeDocument/2006/relationships/image" Target="../media/image1841.png"/><Relationship Id="rId293" Type="http://schemas.openxmlformats.org/officeDocument/2006/relationships/customXml" Target="../ink/ink1858.xml"/><Relationship Id="rId307" Type="http://schemas.openxmlformats.org/officeDocument/2006/relationships/customXml" Target="../ink/ink1865.xml"/><Relationship Id="rId328" Type="http://schemas.openxmlformats.org/officeDocument/2006/relationships/image" Target="../media/image1869.png"/><Relationship Id="rId88" Type="http://schemas.openxmlformats.org/officeDocument/2006/relationships/image" Target="../media/image1749.png"/><Relationship Id="rId111" Type="http://schemas.openxmlformats.org/officeDocument/2006/relationships/customXml" Target="../ink/ink1767.xml"/><Relationship Id="rId132" Type="http://schemas.openxmlformats.org/officeDocument/2006/relationships/image" Target="../media/image1771.png"/><Relationship Id="rId153" Type="http://schemas.openxmlformats.org/officeDocument/2006/relationships/customXml" Target="../ink/ink1788.xml"/><Relationship Id="rId174" Type="http://schemas.openxmlformats.org/officeDocument/2006/relationships/image" Target="../media/image1792.png"/><Relationship Id="rId195" Type="http://schemas.openxmlformats.org/officeDocument/2006/relationships/customXml" Target="../ink/ink1809.xml"/><Relationship Id="rId209" Type="http://schemas.openxmlformats.org/officeDocument/2006/relationships/customXml" Target="../ink/ink1816.xml"/><Relationship Id="rId220" Type="http://schemas.openxmlformats.org/officeDocument/2006/relationships/image" Target="../media/image1815.png"/><Relationship Id="rId241" Type="http://schemas.openxmlformats.org/officeDocument/2006/relationships/customXml" Target="../ink/ink1832.xml"/><Relationship Id="rId15" Type="http://schemas.openxmlformats.org/officeDocument/2006/relationships/customXml" Target="../ink/ink1719.xml"/><Relationship Id="rId36" Type="http://schemas.openxmlformats.org/officeDocument/2006/relationships/image" Target="../media/image1723.png"/><Relationship Id="rId57" Type="http://schemas.openxmlformats.org/officeDocument/2006/relationships/customXml" Target="../ink/ink1740.xml"/><Relationship Id="rId262" Type="http://schemas.openxmlformats.org/officeDocument/2006/relationships/image" Target="../media/image1836.png"/><Relationship Id="rId283" Type="http://schemas.openxmlformats.org/officeDocument/2006/relationships/customXml" Target="../ink/ink1853.xml"/><Relationship Id="rId318" Type="http://schemas.openxmlformats.org/officeDocument/2006/relationships/image" Target="../media/image1864.png"/><Relationship Id="rId339" Type="http://schemas.openxmlformats.org/officeDocument/2006/relationships/customXml" Target="../ink/ink1881.xml"/><Relationship Id="rId78" Type="http://schemas.openxmlformats.org/officeDocument/2006/relationships/image" Target="../media/image1744.png"/><Relationship Id="rId99" Type="http://schemas.openxmlformats.org/officeDocument/2006/relationships/customXml" Target="../ink/ink1761.xml"/><Relationship Id="rId101" Type="http://schemas.openxmlformats.org/officeDocument/2006/relationships/customXml" Target="../ink/ink1762.xml"/><Relationship Id="rId122" Type="http://schemas.openxmlformats.org/officeDocument/2006/relationships/image" Target="../media/image1766.png"/><Relationship Id="rId143" Type="http://schemas.openxmlformats.org/officeDocument/2006/relationships/customXml" Target="../ink/ink1783.xml"/><Relationship Id="rId164" Type="http://schemas.openxmlformats.org/officeDocument/2006/relationships/image" Target="../media/image1787.png"/><Relationship Id="rId185" Type="http://schemas.openxmlformats.org/officeDocument/2006/relationships/customXml" Target="../ink/ink1804.xml"/><Relationship Id="rId9" Type="http://schemas.openxmlformats.org/officeDocument/2006/relationships/customXml" Target="../ink/ink1716.xml"/><Relationship Id="rId210" Type="http://schemas.openxmlformats.org/officeDocument/2006/relationships/image" Target="../media/image1810.png"/><Relationship Id="rId26" Type="http://schemas.openxmlformats.org/officeDocument/2006/relationships/image" Target="../media/image1718.png"/><Relationship Id="rId231" Type="http://schemas.openxmlformats.org/officeDocument/2006/relationships/customXml" Target="../ink/ink1827.xml"/><Relationship Id="rId252" Type="http://schemas.openxmlformats.org/officeDocument/2006/relationships/image" Target="../media/image1831.png"/><Relationship Id="rId273" Type="http://schemas.openxmlformats.org/officeDocument/2006/relationships/customXml" Target="../ink/ink1848.xml"/><Relationship Id="rId294" Type="http://schemas.openxmlformats.org/officeDocument/2006/relationships/image" Target="../media/image1852.png"/><Relationship Id="rId308" Type="http://schemas.openxmlformats.org/officeDocument/2006/relationships/image" Target="../media/image1859.png"/><Relationship Id="rId329" Type="http://schemas.openxmlformats.org/officeDocument/2006/relationships/customXml" Target="../ink/ink1876.xml"/><Relationship Id="rId47" Type="http://schemas.openxmlformats.org/officeDocument/2006/relationships/customXml" Target="../ink/ink1735.xml"/><Relationship Id="rId68" Type="http://schemas.openxmlformats.org/officeDocument/2006/relationships/image" Target="../media/image1739.png"/><Relationship Id="rId89" Type="http://schemas.openxmlformats.org/officeDocument/2006/relationships/customXml" Target="../ink/ink1756.xml"/><Relationship Id="rId112" Type="http://schemas.openxmlformats.org/officeDocument/2006/relationships/image" Target="../media/image1761.png"/><Relationship Id="rId133" Type="http://schemas.openxmlformats.org/officeDocument/2006/relationships/customXml" Target="../ink/ink1778.xml"/><Relationship Id="rId154" Type="http://schemas.openxmlformats.org/officeDocument/2006/relationships/image" Target="../media/image1782.png"/><Relationship Id="rId175" Type="http://schemas.openxmlformats.org/officeDocument/2006/relationships/customXml" Target="../ink/ink1799.xml"/><Relationship Id="rId340" Type="http://schemas.openxmlformats.org/officeDocument/2006/relationships/image" Target="../media/image1875.png"/><Relationship Id="rId196" Type="http://schemas.openxmlformats.org/officeDocument/2006/relationships/image" Target="../media/image1803.png"/><Relationship Id="rId200" Type="http://schemas.openxmlformats.org/officeDocument/2006/relationships/image" Target="../media/image1805.png"/><Relationship Id="rId16" Type="http://schemas.openxmlformats.org/officeDocument/2006/relationships/image" Target="../media/image1713.png"/><Relationship Id="rId221" Type="http://schemas.openxmlformats.org/officeDocument/2006/relationships/customXml" Target="../ink/ink1822.xml"/><Relationship Id="rId242" Type="http://schemas.openxmlformats.org/officeDocument/2006/relationships/image" Target="../media/image1826.png"/><Relationship Id="rId263" Type="http://schemas.openxmlformats.org/officeDocument/2006/relationships/customXml" Target="../ink/ink1843.xml"/><Relationship Id="rId284" Type="http://schemas.openxmlformats.org/officeDocument/2006/relationships/image" Target="../media/image1847.png"/><Relationship Id="rId319" Type="http://schemas.openxmlformats.org/officeDocument/2006/relationships/customXml" Target="../ink/ink1871.xml"/><Relationship Id="rId37" Type="http://schemas.openxmlformats.org/officeDocument/2006/relationships/customXml" Target="../ink/ink1730.xml"/><Relationship Id="rId58" Type="http://schemas.openxmlformats.org/officeDocument/2006/relationships/image" Target="../media/image1734.png"/><Relationship Id="rId79" Type="http://schemas.openxmlformats.org/officeDocument/2006/relationships/customXml" Target="../ink/ink1751.xml"/><Relationship Id="rId102" Type="http://schemas.openxmlformats.org/officeDocument/2006/relationships/image" Target="../media/image1756.png"/><Relationship Id="rId123" Type="http://schemas.openxmlformats.org/officeDocument/2006/relationships/customXml" Target="../ink/ink1773.xml"/><Relationship Id="rId144" Type="http://schemas.openxmlformats.org/officeDocument/2006/relationships/image" Target="../media/image1777.png"/><Relationship Id="rId330" Type="http://schemas.openxmlformats.org/officeDocument/2006/relationships/image" Target="../media/image1870.png"/><Relationship Id="rId90" Type="http://schemas.openxmlformats.org/officeDocument/2006/relationships/image" Target="../media/image1750.png"/><Relationship Id="rId165" Type="http://schemas.openxmlformats.org/officeDocument/2006/relationships/customXml" Target="../ink/ink1794.xml"/><Relationship Id="rId186" Type="http://schemas.openxmlformats.org/officeDocument/2006/relationships/image" Target="../media/image1798.png"/><Relationship Id="rId211" Type="http://schemas.openxmlformats.org/officeDocument/2006/relationships/customXml" Target="../ink/ink1817.xml"/><Relationship Id="rId232" Type="http://schemas.openxmlformats.org/officeDocument/2006/relationships/image" Target="../media/image1821.png"/><Relationship Id="rId253" Type="http://schemas.openxmlformats.org/officeDocument/2006/relationships/customXml" Target="../ink/ink1838.xml"/><Relationship Id="rId274" Type="http://schemas.openxmlformats.org/officeDocument/2006/relationships/image" Target="../media/image1842.png"/><Relationship Id="rId295" Type="http://schemas.openxmlformats.org/officeDocument/2006/relationships/customXml" Target="../ink/ink1859.xml"/><Relationship Id="rId309" Type="http://schemas.openxmlformats.org/officeDocument/2006/relationships/customXml" Target="../ink/ink1866.xml"/><Relationship Id="rId27" Type="http://schemas.openxmlformats.org/officeDocument/2006/relationships/customXml" Target="../ink/ink1725.xml"/><Relationship Id="rId48" Type="http://schemas.openxmlformats.org/officeDocument/2006/relationships/image" Target="../media/image1729.png"/><Relationship Id="rId69" Type="http://schemas.openxmlformats.org/officeDocument/2006/relationships/customXml" Target="../ink/ink1746.xml"/><Relationship Id="rId113" Type="http://schemas.openxmlformats.org/officeDocument/2006/relationships/customXml" Target="../ink/ink1768.xml"/><Relationship Id="rId134" Type="http://schemas.openxmlformats.org/officeDocument/2006/relationships/image" Target="../media/image1772.png"/><Relationship Id="rId320" Type="http://schemas.openxmlformats.org/officeDocument/2006/relationships/image" Target="../media/image1865.png"/><Relationship Id="rId80" Type="http://schemas.openxmlformats.org/officeDocument/2006/relationships/image" Target="../media/image1745.png"/><Relationship Id="rId155" Type="http://schemas.openxmlformats.org/officeDocument/2006/relationships/customXml" Target="../ink/ink1789.xml"/><Relationship Id="rId176" Type="http://schemas.openxmlformats.org/officeDocument/2006/relationships/image" Target="../media/image1793.png"/><Relationship Id="rId197" Type="http://schemas.openxmlformats.org/officeDocument/2006/relationships/customXml" Target="../ink/ink1810.xml"/><Relationship Id="rId341" Type="http://schemas.openxmlformats.org/officeDocument/2006/relationships/customXml" Target="../ink/ink1882.xml"/><Relationship Id="rId201" Type="http://schemas.openxmlformats.org/officeDocument/2006/relationships/customXml" Target="../ink/ink1812.xml"/><Relationship Id="rId222" Type="http://schemas.openxmlformats.org/officeDocument/2006/relationships/image" Target="../media/image1816.png"/><Relationship Id="rId243" Type="http://schemas.openxmlformats.org/officeDocument/2006/relationships/customXml" Target="../ink/ink1833.xml"/><Relationship Id="rId264" Type="http://schemas.openxmlformats.org/officeDocument/2006/relationships/image" Target="../media/image1837.png"/><Relationship Id="rId285" Type="http://schemas.openxmlformats.org/officeDocument/2006/relationships/customXml" Target="../ink/ink1854.xml"/><Relationship Id="rId17" Type="http://schemas.openxmlformats.org/officeDocument/2006/relationships/customXml" Target="../ink/ink1720.xml"/><Relationship Id="rId38" Type="http://schemas.openxmlformats.org/officeDocument/2006/relationships/image" Target="../media/image1724.png"/><Relationship Id="rId59" Type="http://schemas.openxmlformats.org/officeDocument/2006/relationships/customXml" Target="../ink/ink1741.xml"/><Relationship Id="rId103" Type="http://schemas.openxmlformats.org/officeDocument/2006/relationships/customXml" Target="../ink/ink1763.xml"/><Relationship Id="rId124" Type="http://schemas.openxmlformats.org/officeDocument/2006/relationships/image" Target="../media/image1767.png"/><Relationship Id="rId310" Type="http://schemas.openxmlformats.org/officeDocument/2006/relationships/image" Target="../media/image1860.png"/><Relationship Id="rId70" Type="http://schemas.openxmlformats.org/officeDocument/2006/relationships/image" Target="../media/image1740.png"/><Relationship Id="rId91" Type="http://schemas.openxmlformats.org/officeDocument/2006/relationships/customXml" Target="../ink/ink1757.xml"/><Relationship Id="rId145" Type="http://schemas.openxmlformats.org/officeDocument/2006/relationships/customXml" Target="../ink/ink1784.xml"/><Relationship Id="rId166" Type="http://schemas.openxmlformats.org/officeDocument/2006/relationships/image" Target="../media/image1788.png"/><Relationship Id="rId187" Type="http://schemas.openxmlformats.org/officeDocument/2006/relationships/customXml" Target="../ink/ink1805.xml"/><Relationship Id="rId331" Type="http://schemas.openxmlformats.org/officeDocument/2006/relationships/customXml" Target="../ink/ink1877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811.png"/><Relationship Id="rId233" Type="http://schemas.openxmlformats.org/officeDocument/2006/relationships/customXml" Target="../ink/ink1828.xml"/><Relationship Id="rId254" Type="http://schemas.openxmlformats.org/officeDocument/2006/relationships/image" Target="../media/image1832.png"/><Relationship Id="rId28" Type="http://schemas.openxmlformats.org/officeDocument/2006/relationships/image" Target="../media/image1719.png"/><Relationship Id="rId49" Type="http://schemas.openxmlformats.org/officeDocument/2006/relationships/customXml" Target="../ink/ink1736.xml"/><Relationship Id="rId114" Type="http://schemas.openxmlformats.org/officeDocument/2006/relationships/image" Target="../media/image1762.png"/><Relationship Id="rId275" Type="http://schemas.openxmlformats.org/officeDocument/2006/relationships/customXml" Target="../ink/ink1849.xml"/><Relationship Id="rId296" Type="http://schemas.openxmlformats.org/officeDocument/2006/relationships/image" Target="../media/image1853.png"/><Relationship Id="rId300" Type="http://schemas.openxmlformats.org/officeDocument/2006/relationships/image" Target="../media/image1855.png"/><Relationship Id="rId60" Type="http://schemas.openxmlformats.org/officeDocument/2006/relationships/image" Target="../media/image1735.png"/><Relationship Id="rId81" Type="http://schemas.openxmlformats.org/officeDocument/2006/relationships/customXml" Target="../ink/ink1752.xml"/><Relationship Id="rId135" Type="http://schemas.openxmlformats.org/officeDocument/2006/relationships/customXml" Target="../ink/ink1779.xml"/><Relationship Id="rId156" Type="http://schemas.openxmlformats.org/officeDocument/2006/relationships/image" Target="../media/image1783.png"/><Relationship Id="rId177" Type="http://schemas.openxmlformats.org/officeDocument/2006/relationships/customXml" Target="../ink/ink1800.xml"/><Relationship Id="rId198" Type="http://schemas.openxmlformats.org/officeDocument/2006/relationships/image" Target="../media/image1804.png"/><Relationship Id="rId321" Type="http://schemas.openxmlformats.org/officeDocument/2006/relationships/customXml" Target="../ink/ink1872.xml"/><Relationship Id="rId342" Type="http://schemas.openxmlformats.org/officeDocument/2006/relationships/image" Target="../media/image1876.png"/><Relationship Id="rId202" Type="http://schemas.openxmlformats.org/officeDocument/2006/relationships/image" Target="../media/image1806.png"/><Relationship Id="rId223" Type="http://schemas.openxmlformats.org/officeDocument/2006/relationships/customXml" Target="../ink/ink1823.xml"/><Relationship Id="rId244" Type="http://schemas.openxmlformats.org/officeDocument/2006/relationships/image" Target="../media/image1827.png"/><Relationship Id="rId18" Type="http://schemas.openxmlformats.org/officeDocument/2006/relationships/image" Target="../media/image1714.png"/><Relationship Id="rId39" Type="http://schemas.openxmlformats.org/officeDocument/2006/relationships/customXml" Target="../ink/ink1731.xml"/><Relationship Id="rId265" Type="http://schemas.openxmlformats.org/officeDocument/2006/relationships/customXml" Target="../ink/ink1844.xml"/><Relationship Id="rId286" Type="http://schemas.openxmlformats.org/officeDocument/2006/relationships/image" Target="../media/image1848.png"/><Relationship Id="rId50" Type="http://schemas.openxmlformats.org/officeDocument/2006/relationships/image" Target="../media/image1730.png"/><Relationship Id="rId104" Type="http://schemas.openxmlformats.org/officeDocument/2006/relationships/image" Target="../media/image1757.png"/><Relationship Id="rId125" Type="http://schemas.openxmlformats.org/officeDocument/2006/relationships/customXml" Target="../ink/ink1774.xml"/><Relationship Id="rId146" Type="http://schemas.openxmlformats.org/officeDocument/2006/relationships/image" Target="../media/image1778.png"/><Relationship Id="rId167" Type="http://schemas.openxmlformats.org/officeDocument/2006/relationships/customXml" Target="../ink/ink1795.xml"/><Relationship Id="rId188" Type="http://schemas.openxmlformats.org/officeDocument/2006/relationships/image" Target="../media/image1799.png"/><Relationship Id="rId311" Type="http://schemas.openxmlformats.org/officeDocument/2006/relationships/customXml" Target="../ink/ink1867.xml"/><Relationship Id="rId332" Type="http://schemas.openxmlformats.org/officeDocument/2006/relationships/image" Target="../media/image1871.png"/><Relationship Id="rId71" Type="http://schemas.openxmlformats.org/officeDocument/2006/relationships/customXml" Target="../ink/ink1747.xml"/><Relationship Id="rId92" Type="http://schemas.openxmlformats.org/officeDocument/2006/relationships/image" Target="../media/image1751.png"/><Relationship Id="rId213" Type="http://schemas.openxmlformats.org/officeDocument/2006/relationships/customXml" Target="../ink/ink1818.xml"/><Relationship Id="rId234" Type="http://schemas.openxmlformats.org/officeDocument/2006/relationships/image" Target="../media/image1822.png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1726.xml"/><Relationship Id="rId255" Type="http://schemas.openxmlformats.org/officeDocument/2006/relationships/customXml" Target="../ink/ink1839.xml"/><Relationship Id="rId276" Type="http://schemas.openxmlformats.org/officeDocument/2006/relationships/image" Target="../media/image1843.png"/><Relationship Id="rId297" Type="http://schemas.openxmlformats.org/officeDocument/2006/relationships/customXml" Target="../ink/ink1860.xml"/><Relationship Id="rId40" Type="http://schemas.openxmlformats.org/officeDocument/2006/relationships/image" Target="../media/image1725.png"/><Relationship Id="rId115" Type="http://schemas.openxmlformats.org/officeDocument/2006/relationships/customXml" Target="../ink/ink1769.xml"/><Relationship Id="rId136" Type="http://schemas.openxmlformats.org/officeDocument/2006/relationships/image" Target="../media/image1773.png"/><Relationship Id="rId157" Type="http://schemas.openxmlformats.org/officeDocument/2006/relationships/customXml" Target="../ink/ink1790.xml"/><Relationship Id="rId178" Type="http://schemas.openxmlformats.org/officeDocument/2006/relationships/image" Target="../media/image1794.png"/><Relationship Id="rId301" Type="http://schemas.openxmlformats.org/officeDocument/2006/relationships/customXml" Target="../ink/ink1862.xml"/><Relationship Id="rId322" Type="http://schemas.openxmlformats.org/officeDocument/2006/relationships/image" Target="../media/image1866.png"/><Relationship Id="rId343" Type="http://schemas.openxmlformats.org/officeDocument/2006/relationships/customXml" Target="../ink/ink1883.xml"/><Relationship Id="rId61" Type="http://schemas.openxmlformats.org/officeDocument/2006/relationships/customXml" Target="../ink/ink1742.xml"/><Relationship Id="rId82" Type="http://schemas.openxmlformats.org/officeDocument/2006/relationships/image" Target="../media/image1746.png"/><Relationship Id="rId199" Type="http://schemas.openxmlformats.org/officeDocument/2006/relationships/customXml" Target="../ink/ink1811.xml"/><Relationship Id="rId203" Type="http://schemas.openxmlformats.org/officeDocument/2006/relationships/customXml" Target="../ink/ink1813.xml"/><Relationship Id="rId19" Type="http://schemas.openxmlformats.org/officeDocument/2006/relationships/customXml" Target="../ink/ink1721.xml"/><Relationship Id="rId224" Type="http://schemas.openxmlformats.org/officeDocument/2006/relationships/image" Target="../media/image1817.png"/><Relationship Id="rId245" Type="http://schemas.openxmlformats.org/officeDocument/2006/relationships/customXml" Target="../ink/ink1834.xml"/><Relationship Id="rId266" Type="http://schemas.openxmlformats.org/officeDocument/2006/relationships/image" Target="../media/image1838.png"/><Relationship Id="rId287" Type="http://schemas.openxmlformats.org/officeDocument/2006/relationships/customXml" Target="../ink/ink1855.xml"/><Relationship Id="rId30" Type="http://schemas.openxmlformats.org/officeDocument/2006/relationships/image" Target="../media/image1720.png"/><Relationship Id="rId105" Type="http://schemas.openxmlformats.org/officeDocument/2006/relationships/customXml" Target="../ink/ink1764.xml"/><Relationship Id="rId126" Type="http://schemas.openxmlformats.org/officeDocument/2006/relationships/image" Target="../media/image1768.png"/><Relationship Id="rId147" Type="http://schemas.openxmlformats.org/officeDocument/2006/relationships/customXml" Target="../ink/ink1785.xml"/><Relationship Id="rId168" Type="http://schemas.openxmlformats.org/officeDocument/2006/relationships/image" Target="../media/image1789.png"/><Relationship Id="rId312" Type="http://schemas.openxmlformats.org/officeDocument/2006/relationships/image" Target="../media/image1861.png"/><Relationship Id="rId333" Type="http://schemas.openxmlformats.org/officeDocument/2006/relationships/customXml" Target="../ink/ink1878.xml"/><Relationship Id="rId51" Type="http://schemas.openxmlformats.org/officeDocument/2006/relationships/customXml" Target="../ink/ink1737.xml"/><Relationship Id="rId72" Type="http://schemas.openxmlformats.org/officeDocument/2006/relationships/image" Target="../media/image1741.png"/><Relationship Id="rId93" Type="http://schemas.openxmlformats.org/officeDocument/2006/relationships/customXml" Target="../ink/ink1758.xml"/><Relationship Id="rId189" Type="http://schemas.openxmlformats.org/officeDocument/2006/relationships/customXml" Target="../ink/ink1806.xml"/><Relationship Id="rId3" Type="http://schemas.openxmlformats.org/officeDocument/2006/relationships/customXml" Target="../ink/ink1713.xml"/><Relationship Id="rId214" Type="http://schemas.openxmlformats.org/officeDocument/2006/relationships/image" Target="../media/image1812.png"/><Relationship Id="rId235" Type="http://schemas.openxmlformats.org/officeDocument/2006/relationships/customXml" Target="../ink/ink1829.xml"/><Relationship Id="rId256" Type="http://schemas.openxmlformats.org/officeDocument/2006/relationships/image" Target="../media/image1833.png"/><Relationship Id="rId277" Type="http://schemas.openxmlformats.org/officeDocument/2006/relationships/customXml" Target="../ink/ink1850.xml"/><Relationship Id="rId298" Type="http://schemas.openxmlformats.org/officeDocument/2006/relationships/image" Target="../media/image1854.png"/><Relationship Id="rId116" Type="http://schemas.openxmlformats.org/officeDocument/2006/relationships/image" Target="../media/image1763.png"/><Relationship Id="rId137" Type="http://schemas.openxmlformats.org/officeDocument/2006/relationships/customXml" Target="../ink/ink1780.xml"/><Relationship Id="rId158" Type="http://schemas.openxmlformats.org/officeDocument/2006/relationships/image" Target="../media/image1784.png"/><Relationship Id="rId302" Type="http://schemas.openxmlformats.org/officeDocument/2006/relationships/image" Target="../media/image1856.png"/><Relationship Id="rId323" Type="http://schemas.openxmlformats.org/officeDocument/2006/relationships/customXml" Target="../ink/ink1873.xml"/><Relationship Id="rId344" Type="http://schemas.openxmlformats.org/officeDocument/2006/relationships/image" Target="../media/image1877.png"/><Relationship Id="rId20" Type="http://schemas.openxmlformats.org/officeDocument/2006/relationships/image" Target="../media/image1715.png"/><Relationship Id="rId41" Type="http://schemas.openxmlformats.org/officeDocument/2006/relationships/customXml" Target="../ink/ink1732.xml"/><Relationship Id="rId62" Type="http://schemas.openxmlformats.org/officeDocument/2006/relationships/image" Target="../media/image1736.png"/><Relationship Id="rId83" Type="http://schemas.openxmlformats.org/officeDocument/2006/relationships/customXml" Target="../ink/ink1753.xml"/><Relationship Id="rId179" Type="http://schemas.openxmlformats.org/officeDocument/2006/relationships/customXml" Target="../ink/ink1801.xml"/><Relationship Id="rId190" Type="http://schemas.openxmlformats.org/officeDocument/2006/relationships/image" Target="../media/image1800.png"/><Relationship Id="rId204" Type="http://schemas.openxmlformats.org/officeDocument/2006/relationships/image" Target="../media/image1807.png"/><Relationship Id="rId225" Type="http://schemas.openxmlformats.org/officeDocument/2006/relationships/customXml" Target="../ink/ink1824.xml"/><Relationship Id="rId246" Type="http://schemas.openxmlformats.org/officeDocument/2006/relationships/image" Target="../media/image1828.png"/><Relationship Id="rId267" Type="http://schemas.openxmlformats.org/officeDocument/2006/relationships/customXml" Target="../ink/ink1845.xml"/><Relationship Id="rId288" Type="http://schemas.openxmlformats.org/officeDocument/2006/relationships/image" Target="../media/image1849.png"/><Relationship Id="rId106" Type="http://schemas.openxmlformats.org/officeDocument/2006/relationships/image" Target="../media/image1758.png"/><Relationship Id="rId127" Type="http://schemas.openxmlformats.org/officeDocument/2006/relationships/customXml" Target="../ink/ink1775.xml"/><Relationship Id="rId313" Type="http://schemas.openxmlformats.org/officeDocument/2006/relationships/customXml" Target="../ink/ink1868.xml"/><Relationship Id="rId10" Type="http://schemas.openxmlformats.org/officeDocument/2006/relationships/image" Target="../media/image1710.png"/><Relationship Id="rId31" Type="http://schemas.openxmlformats.org/officeDocument/2006/relationships/customXml" Target="../ink/ink1727.xml"/><Relationship Id="rId52" Type="http://schemas.openxmlformats.org/officeDocument/2006/relationships/image" Target="../media/image1731.png"/><Relationship Id="rId73" Type="http://schemas.openxmlformats.org/officeDocument/2006/relationships/customXml" Target="../ink/ink1748.xml"/><Relationship Id="rId94" Type="http://schemas.openxmlformats.org/officeDocument/2006/relationships/image" Target="../media/image1752.png"/><Relationship Id="rId148" Type="http://schemas.openxmlformats.org/officeDocument/2006/relationships/image" Target="../media/image1779.png"/><Relationship Id="rId169" Type="http://schemas.openxmlformats.org/officeDocument/2006/relationships/customXml" Target="../ink/ink1796.xml"/><Relationship Id="rId334" Type="http://schemas.openxmlformats.org/officeDocument/2006/relationships/image" Target="../media/image1872.png"/><Relationship Id="rId4" Type="http://schemas.openxmlformats.org/officeDocument/2006/relationships/image" Target="../media/image1707.png"/><Relationship Id="rId180" Type="http://schemas.openxmlformats.org/officeDocument/2006/relationships/image" Target="../media/image1795.png"/><Relationship Id="rId215" Type="http://schemas.openxmlformats.org/officeDocument/2006/relationships/customXml" Target="../ink/ink1819.xml"/><Relationship Id="rId236" Type="http://schemas.openxmlformats.org/officeDocument/2006/relationships/image" Target="../media/image1823.png"/><Relationship Id="rId257" Type="http://schemas.openxmlformats.org/officeDocument/2006/relationships/customXml" Target="../ink/ink1840.xml"/><Relationship Id="rId278" Type="http://schemas.openxmlformats.org/officeDocument/2006/relationships/image" Target="../media/image1844.png"/><Relationship Id="rId303" Type="http://schemas.openxmlformats.org/officeDocument/2006/relationships/customXml" Target="../ink/ink1863.xml"/><Relationship Id="rId42" Type="http://schemas.openxmlformats.org/officeDocument/2006/relationships/image" Target="../media/image1726.png"/><Relationship Id="rId84" Type="http://schemas.openxmlformats.org/officeDocument/2006/relationships/image" Target="../media/image1747.png"/><Relationship Id="rId138" Type="http://schemas.openxmlformats.org/officeDocument/2006/relationships/image" Target="../media/image1774.png"/><Relationship Id="rId345" Type="http://schemas.openxmlformats.org/officeDocument/2006/relationships/customXml" Target="../ink/ink1884.xml"/><Relationship Id="rId191" Type="http://schemas.openxmlformats.org/officeDocument/2006/relationships/customXml" Target="../ink/ink1807.xml"/><Relationship Id="rId205" Type="http://schemas.openxmlformats.org/officeDocument/2006/relationships/customXml" Target="../ink/ink1814.xml"/><Relationship Id="rId247" Type="http://schemas.openxmlformats.org/officeDocument/2006/relationships/customXml" Target="../ink/ink1835.xml"/><Relationship Id="rId107" Type="http://schemas.openxmlformats.org/officeDocument/2006/relationships/customXml" Target="../ink/ink1765.xml"/><Relationship Id="rId289" Type="http://schemas.openxmlformats.org/officeDocument/2006/relationships/customXml" Target="../ink/ink1856.xml"/><Relationship Id="rId11" Type="http://schemas.openxmlformats.org/officeDocument/2006/relationships/customXml" Target="../ink/ink1717.xml"/><Relationship Id="rId53" Type="http://schemas.openxmlformats.org/officeDocument/2006/relationships/customXml" Target="../ink/ink1738.xml"/><Relationship Id="rId149" Type="http://schemas.openxmlformats.org/officeDocument/2006/relationships/customXml" Target="../ink/ink1786.xml"/><Relationship Id="rId314" Type="http://schemas.openxmlformats.org/officeDocument/2006/relationships/image" Target="../media/image1862.png"/><Relationship Id="rId95" Type="http://schemas.openxmlformats.org/officeDocument/2006/relationships/customXml" Target="../ink/ink1759.xml"/><Relationship Id="rId160" Type="http://schemas.openxmlformats.org/officeDocument/2006/relationships/image" Target="../media/image1785.png"/><Relationship Id="rId216" Type="http://schemas.openxmlformats.org/officeDocument/2006/relationships/image" Target="../media/image1813.png"/><Relationship Id="rId258" Type="http://schemas.openxmlformats.org/officeDocument/2006/relationships/image" Target="../media/image1834.png"/><Relationship Id="rId22" Type="http://schemas.openxmlformats.org/officeDocument/2006/relationships/image" Target="../media/image1716.png"/><Relationship Id="rId64" Type="http://schemas.openxmlformats.org/officeDocument/2006/relationships/image" Target="../media/image1737.png"/><Relationship Id="rId118" Type="http://schemas.openxmlformats.org/officeDocument/2006/relationships/image" Target="../media/image1764.png"/><Relationship Id="rId325" Type="http://schemas.openxmlformats.org/officeDocument/2006/relationships/customXml" Target="../ink/ink1874.xml"/><Relationship Id="rId171" Type="http://schemas.openxmlformats.org/officeDocument/2006/relationships/customXml" Target="../ink/ink1797.xml"/><Relationship Id="rId227" Type="http://schemas.openxmlformats.org/officeDocument/2006/relationships/customXml" Target="../ink/ink1825.xml"/><Relationship Id="rId269" Type="http://schemas.openxmlformats.org/officeDocument/2006/relationships/customXml" Target="../ink/ink1846.xml"/><Relationship Id="rId33" Type="http://schemas.openxmlformats.org/officeDocument/2006/relationships/customXml" Target="../ink/ink1728.xml"/><Relationship Id="rId129" Type="http://schemas.openxmlformats.org/officeDocument/2006/relationships/customXml" Target="../ink/ink1776.xml"/><Relationship Id="rId280" Type="http://schemas.openxmlformats.org/officeDocument/2006/relationships/image" Target="../media/image1845.png"/><Relationship Id="rId336" Type="http://schemas.openxmlformats.org/officeDocument/2006/relationships/image" Target="../media/image1873.png"/><Relationship Id="rId75" Type="http://schemas.openxmlformats.org/officeDocument/2006/relationships/customXml" Target="../ink/ink1749.xml"/><Relationship Id="rId140" Type="http://schemas.openxmlformats.org/officeDocument/2006/relationships/image" Target="../media/image1775.png"/><Relationship Id="rId182" Type="http://schemas.openxmlformats.org/officeDocument/2006/relationships/image" Target="../media/image1796.png"/><Relationship Id="rId6" Type="http://schemas.openxmlformats.org/officeDocument/2006/relationships/image" Target="../media/image1708.png"/><Relationship Id="rId238" Type="http://schemas.openxmlformats.org/officeDocument/2006/relationships/image" Target="../media/image1824.png"/><Relationship Id="rId291" Type="http://schemas.openxmlformats.org/officeDocument/2006/relationships/customXml" Target="../ink/ink1857.xml"/><Relationship Id="rId305" Type="http://schemas.openxmlformats.org/officeDocument/2006/relationships/customXml" Target="../ink/ink1864.xml"/><Relationship Id="rId44" Type="http://schemas.openxmlformats.org/officeDocument/2006/relationships/image" Target="../media/image1727.png"/><Relationship Id="rId86" Type="http://schemas.openxmlformats.org/officeDocument/2006/relationships/image" Target="../media/image1748.png"/><Relationship Id="rId151" Type="http://schemas.openxmlformats.org/officeDocument/2006/relationships/customXml" Target="../ink/ink1787.xml"/><Relationship Id="rId193" Type="http://schemas.openxmlformats.org/officeDocument/2006/relationships/customXml" Target="../ink/ink1808.xml"/><Relationship Id="rId207" Type="http://schemas.openxmlformats.org/officeDocument/2006/relationships/customXml" Target="../ink/ink1815.xml"/><Relationship Id="rId249" Type="http://schemas.openxmlformats.org/officeDocument/2006/relationships/customXml" Target="../ink/ink1836.xml"/><Relationship Id="rId13" Type="http://schemas.openxmlformats.org/officeDocument/2006/relationships/customXml" Target="../ink/ink1718.xml"/><Relationship Id="rId109" Type="http://schemas.openxmlformats.org/officeDocument/2006/relationships/customXml" Target="../ink/ink1766.xml"/><Relationship Id="rId260" Type="http://schemas.openxmlformats.org/officeDocument/2006/relationships/image" Target="../media/image1835.png"/><Relationship Id="rId316" Type="http://schemas.openxmlformats.org/officeDocument/2006/relationships/image" Target="../media/image1863.png"/><Relationship Id="rId55" Type="http://schemas.openxmlformats.org/officeDocument/2006/relationships/customXml" Target="../ink/ink1739.xml"/><Relationship Id="rId97" Type="http://schemas.openxmlformats.org/officeDocument/2006/relationships/customXml" Target="../ink/ink1760.xml"/><Relationship Id="rId120" Type="http://schemas.openxmlformats.org/officeDocument/2006/relationships/image" Target="../media/image1765.png"/><Relationship Id="rId162" Type="http://schemas.openxmlformats.org/officeDocument/2006/relationships/image" Target="../media/image1786.png"/><Relationship Id="rId218" Type="http://schemas.openxmlformats.org/officeDocument/2006/relationships/image" Target="../media/image1814.png"/><Relationship Id="rId271" Type="http://schemas.openxmlformats.org/officeDocument/2006/relationships/customXml" Target="../ink/ink1847.xml"/><Relationship Id="rId24" Type="http://schemas.openxmlformats.org/officeDocument/2006/relationships/image" Target="../media/image1717.png"/><Relationship Id="rId66" Type="http://schemas.openxmlformats.org/officeDocument/2006/relationships/image" Target="../media/image1738.png"/><Relationship Id="rId131" Type="http://schemas.openxmlformats.org/officeDocument/2006/relationships/customXml" Target="../ink/ink1777.xml"/><Relationship Id="rId327" Type="http://schemas.openxmlformats.org/officeDocument/2006/relationships/customXml" Target="../ink/ink1875.xml"/><Relationship Id="rId173" Type="http://schemas.openxmlformats.org/officeDocument/2006/relationships/customXml" Target="../ink/ink1798.xml"/><Relationship Id="rId229" Type="http://schemas.openxmlformats.org/officeDocument/2006/relationships/customXml" Target="../ink/ink1826.xml"/><Relationship Id="rId240" Type="http://schemas.openxmlformats.org/officeDocument/2006/relationships/image" Target="../media/image18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242208A-2E9E-F9F0-2427-B73F0137A82E}"/>
                  </a:ext>
                </a:extLst>
              </p14:cNvPr>
              <p14:cNvContentPartPr/>
              <p14:nvPr/>
            </p14:nvContentPartPr>
            <p14:xfrm>
              <a:off x="486864" y="289296"/>
              <a:ext cx="45360" cy="38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242208A-2E9E-F9F0-2427-B73F0137A8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7864" y="280656"/>
                <a:ext cx="63000" cy="5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CF35EBB0-AC88-5872-4BC7-2CFC468B0074}"/>
              </a:ext>
            </a:extLst>
          </p:cNvPr>
          <p:cNvGrpSpPr/>
          <p:nvPr/>
        </p:nvGrpSpPr>
        <p:grpSpPr>
          <a:xfrm>
            <a:off x="711864" y="424656"/>
            <a:ext cx="3857760" cy="1019160"/>
            <a:chOff x="711864" y="424656"/>
            <a:chExt cx="3857760" cy="101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23A6E48-BA6B-E39C-DAE5-93E3230B71E8}"/>
                    </a:ext>
                  </a:extLst>
                </p14:cNvPr>
                <p14:cNvContentPartPr/>
                <p14:nvPr/>
              </p14:nvContentPartPr>
              <p14:xfrm>
                <a:off x="711864" y="447696"/>
                <a:ext cx="644040" cy="381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23A6E48-BA6B-E39C-DAE5-93E3230B71E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2864" y="439056"/>
                  <a:ext cx="66168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E52B13E-818A-B611-494D-D08A9C09BC62}"/>
                    </a:ext>
                  </a:extLst>
                </p14:cNvPr>
                <p14:cNvContentPartPr/>
                <p14:nvPr/>
              </p14:nvContentPartPr>
              <p14:xfrm>
                <a:off x="1429344" y="471456"/>
                <a:ext cx="240480" cy="318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E52B13E-818A-B611-494D-D08A9C09BC6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20344" y="462816"/>
                  <a:ext cx="2581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1E6C911-7E54-62DC-5235-8DC399FA7906}"/>
                    </a:ext>
                  </a:extLst>
                </p14:cNvPr>
                <p14:cNvContentPartPr/>
                <p14:nvPr/>
              </p14:nvContentPartPr>
              <p14:xfrm>
                <a:off x="1466424" y="612216"/>
                <a:ext cx="203040" cy="72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1E6C911-7E54-62DC-5235-8DC399FA790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57424" y="603216"/>
                  <a:ext cx="2206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011EEC8-4A73-A21F-FC5A-FFA0F36124F9}"/>
                    </a:ext>
                  </a:extLst>
                </p14:cNvPr>
                <p14:cNvContentPartPr/>
                <p14:nvPr/>
              </p14:nvContentPartPr>
              <p14:xfrm>
                <a:off x="1921464" y="597096"/>
                <a:ext cx="304560" cy="25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011EEC8-4A73-A21F-FC5A-FFA0F36124F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12824" y="588096"/>
                  <a:ext cx="3222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A1FCCAC-509C-A217-05FF-6A3D33ABC85A}"/>
                    </a:ext>
                  </a:extLst>
                </p14:cNvPr>
                <p14:cNvContentPartPr/>
                <p14:nvPr/>
              </p14:nvContentPartPr>
              <p14:xfrm>
                <a:off x="2090664" y="519336"/>
                <a:ext cx="46080" cy="169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A1FCCAC-509C-A217-05FF-6A3D33ABC85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82024" y="510336"/>
                  <a:ext cx="637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E8E823E-D0AD-058F-4FFE-5618E5CF4D22}"/>
                    </a:ext>
                  </a:extLst>
                </p14:cNvPr>
                <p14:cNvContentPartPr/>
                <p14:nvPr/>
              </p14:nvContentPartPr>
              <p14:xfrm>
                <a:off x="2534544" y="478656"/>
                <a:ext cx="35640" cy="422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E8E823E-D0AD-058F-4FFE-5618E5CF4D2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25904" y="469656"/>
                  <a:ext cx="5328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5115A53-73FC-0491-2DBC-5F850592DD4B}"/>
                    </a:ext>
                  </a:extLst>
                </p14:cNvPr>
                <p14:cNvContentPartPr/>
                <p14:nvPr/>
              </p14:nvContentPartPr>
              <p14:xfrm>
                <a:off x="2507544" y="424656"/>
                <a:ext cx="207720" cy="428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5115A53-73FC-0491-2DBC-5F850592DD4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98904" y="416016"/>
                  <a:ext cx="22536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EDE61A6-112F-ADD2-CA80-0132806AA3FD}"/>
                    </a:ext>
                  </a:extLst>
                </p14:cNvPr>
                <p14:cNvContentPartPr/>
                <p14:nvPr/>
              </p14:nvContentPartPr>
              <p14:xfrm>
                <a:off x="2741904" y="578016"/>
                <a:ext cx="626760" cy="295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EDE61A6-112F-ADD2-CA80-0132806AA3F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32904" y="569016"/>
                  <a:ext cx="6444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6ACA16B-57E5-8E5F-60EF-1FBED8FF802A}"/>
                    </a:ext>
                  </a:extLst>
                </p14:cNvPr>
                <p14:cNvContentPartPr/>
                <p14:nvPr/>
              </p14:nvContentPartPr>
              <p14:xfrm>
                <a:off x="3538584" y="486216"/>
                <a:ext cx="257760" cy="336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6ACA16B-57E5-8E5F-60EF-1FBED8FF802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29944" y="477576"/>
                  <a:ext cx="2754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8022942-51BB-48E2-E795-B2B749367EA9}"/>
                    </a:ext>
                  </a:extLst>
                </p14:cNvPr>
                <p14:cNvContentPartPr/>
                <p14:nvPr/>
              </p14:nvContentPartPr>
              <p14:xfrm>
                <a:off x="3828024" y="464256"/>
                <a:ext cx="302760" cy="349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8022942-51BB-48E2-E795-B2B749367EA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19024" y="455616"/>
                  <a:ext cx="32040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BFC80D5-6336-3377-09BC-89E1CC786038}"/>
                    </a:ext>
                  </a:extLst>
                </p14:cNvPr>
                <p14:cNvContentPartPr/>
                <p14:nvPr/>
              </p14:nvContentPartPr>
              <p14:xfrm>
                <a:off x="4094424" y="612216"/>
                <a:ext cx="475200" cy="169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BFC80D5-6336-3377-09BC-89E1CC78603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85784" y="603216"/>
                  <a:ext cx="4928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2F2C438-BBF0-7D76-8D6C-CDB2C8A08DAC}"/>
                    </a:ext>
                  </a:extLst>
                </p14:cNvPr>
                <p14:cNvContentPartPr/>
                <p14:nvPr/>
              </p14:nvContentPartPr>
              <p14:xfrm>
                <a:off x="3210624" y="948096"/>
                <a:ext cx="260640" cy="495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2F2C438-BBF0-7D76-8D6C-CDB2C8A08DA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01984" y="939456"/>
                  <a:ext cx="278280" cy="51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7EB3E96-8FA6-9F44-BD51-0CCB92FFAE44}"/>
              </a:ext>
            </a:extLst>
          </p:cNvPr>
          <p:cNvGrpSpPr/>
          <p:nvPr/>
        </p:nvGrpSpPr>
        <p:grpSpPr>
          <a:xfrm>
            <a:off x="2431224" y="1605096"/>
            <a:ext cx="1414800" cy="831240"/>
            <a:chOff x="2431224" y="1605096"/>
            <a:chExt cx="1414800" cy="83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7143DA5-530F-9AAD-8486-B0342B81E415}"/>
                    </a:ext>
                  </a:extLst>
                </p14:cNvPr>
                <p14:cNvContentPartPr/>
                <p14:nvPr/>
              </p14:nvContentPartPr>
              <p14:xfrm>
                <a:off x="2431224" y="1637856"/>
                <a:ext cx="594720" cy="522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7143DA5-530F-9AAD-8486-B0342B81E41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22224" y="1629216"/>
                  <a:ext cx="61236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6129F28-0ACE-BD44-F385-9300705214C9}"/>
                    </a:ext>
                  </a:extLst>
                </p14:cNvPr>
                <p14:cNvContentPartPr/>
                <p14:nvPr/>
              </p14:nvContentPartPr>
              <p14:xfrm>
                <a:off x="3008664" y="1672416"/>
                <a:ext cx="169560" cy="203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6129F28-0ACE-BD44-F385-9300705214C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00024" y="1663776"/>
                  <a:ext cx="1872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15CBB87-042A-92EA-FA8E-5AD71D99991D}"/>
                    </a:ext>
                  </a:extLst>
                </p14:cNvPr>
                <p14:cNvContentPartPr/>
                <p14:nvPr/>
              </p14:nvContentPartPr>
              <p14:xfrm>
                <a:off x="3153744" y="1605096"/>
                <a:ext cx="84960" cy="326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15CBB87-042A-92EA-FA8E-5AD71D99991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44744" y="1596096"/>
                  <a:ext cx="1026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CA37E01-8E50-27C2-A664-81D378D9D9FB}"/>
                    </a:ext>
                  </a:extLst>
                </p14:cNvPr>
                <p14:cNvContentPartPr/>
                <p14:nvPr/>
              </p14:nvContentPartPr>
              <p14:xfrm>
                <a:off x="3331224" y="1700136"/>
                <a:ext cx="251640" cy="240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CA37E01-8E50-27C2-A664-81D378D9D9F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22584" y="1691136"/>
                  <a:ext cx="2692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B0557CD-66AF-5E7B-30A9-35C708B96CAE}"/>
                    </a:ext>
                  </a:extLst>
                </p14:cNvPr>
                <p14:cNvContentPartPr/>
                <p14:nvPr/>
              </p14:nvContentPartPr>
              <p14:xfrm>
                <a:off x="3599424" y="1700496"/>
                <a:ext cx="246600" cy="272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B0557CD-66AF-5E7B-30A9-35C708B96CA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90424" y="1691856"/>
                  <a:ext cx="2642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DE8D347-1734-8F27-47EB-6912D77B4933}"/>
                    </a:ext>
                  </a:extLst>
                </p14:cNvPr>
                <p14:cNvContentPartPr/>
                <p14:nvPr/>
              </p14:nvContentPartPr>
              <p14:xfrm>
                <a:off x="3032424" y="2044296"/>
                <a:ext cx="162360" cy="392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DE8D347-1734-8F27-47EB-6912D77B493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023424" y="2035296"/>
                  <a:ext cx="180000" cy="40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9F08285-EF34-9F32-7EEE-E0661620038D}"/>
              </a:ext>
            </a:extLst>
          </p:cNvPr>
          <p:cNvGrpSpPr/>
          <p:nvPr/>
        </p:nvGrpSpPr>
        <p:grpSpPr>
          <a:xfrm>
            <a:off x="2158344" y="2664216"/>
            <a:ext cx="1225440" cy="291240"/>
            <a:chOff x="2158344" y="2664216"/>
            <a:chExt cx="122544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080C1A8-EA92-B1A8-8640-864121C0FDB7}"/>
                    </a:ext>
                  </a:extLst>
                </p14:cNvPr>
                <p14:cNvContentPartPr/>
                <p14:nvPr/>
              </p14:nvContentPartPr>
              <p14:xfrm>
                <a:off x="2158344" y="2664216"/>
                <a:ext cx="250560" cy="291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080C1A8-EA92-B1A8-8640-864121C0FDB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49344" y="2655576"/>
                  <a:ext cx="2682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0708BD9-7ED4-3363-FE71-AD81AFB1460E}"/>
                    </a:ext>
                  </a:extLst>
                </p14:cNvPr>
                <p14:cNvContentPartPr/>
                <p14:nvPr/>
              </p14:nvContentPartPr>
              <p14:xfrm>
                <a:off x="2431584" y="2733336"/>
                <a:ext cx="78120" cy="216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0708BD9-7ED4-3363-FE71-AD81AFB1460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22944" y="2724336"/>
                  <a:ext cx="957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A3809E3-63D3-2A0D-6099-7B5797768B52}"/>
                    </a:ext>
                  </a:extLst>
                </p14:cNvPr>
                <p14:cNvContentPartPr/>
                <p14:nvPr/>
              </p14:nvContentPartPr>
              <p14:xfrm>
                <a:off x="2509344" y="2726856"/>
                <a:ext cx="10440" cy="40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A3809E3-63D3-2A0D-6099-7B5797768B5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500344" y="2718216"/>
                  <a:ext cx="280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B61D040-9389-7E02-88CD-957AA1832FC0}"/>
                    </a:ext>
                  </a:extLst>
                </p14:cNvPr>
                <p14:cNvContentPartPr/>
                <p14:nvPr/>
              </p14:nvContentPartPr>
              <p14:xfrm>
                <a:off x="2525904" y="2713176"/>
                <a:ext cx="122400" cy="198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B61D040-9389-7E02-88CD-957AA1832FC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516904" y="2704536"/>
                  <a:ext cx="1400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05FC681-B0C9-4D55-623D-B1915EE72BD6}"/>
                    </a:ext>
                  </a:extLst>
                </p14:cNvPr>
                <p14:cNvContentPartPr/>
                <p14:nvPr/>
              </p14:nvContentPartPr>
              <p14:xfrm>
                <a:off x="2758824" y="2721456"/>
                <a:ext cx="513360" cy="227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05FC681-B0C9-4D55-623D-B1915EE72BD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50184" y="2712456"/>
                  <a:ext cx="5310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12EED13-4893-AF7A-FEA8-230AC73CEEEB}"/>
                    </a:ext>
                  </a:extLst>
                </p14:cNvPr>
                <p14:cNvContentPartPr/>
                <p14:nvPr/>
              </p14:nvContentPartPr>
              <p14:xfrm>
                <a:off x="3283344" y="2693016"/>
                <a:ext cx="100440" cy="199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12EED13-4893-AF7A-FEA8-230AC73CEEE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4344" y="2684016"/>
                  <a:ext cx="11808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A340CD5-0D88-E4DB-81E4-995D2593A097}"/>
              </a:ext>
            </a:extLst>
          </p:cNvPr>
          <p:cNvGrpSpPr/>
          <p:nvPr/>
        </p:nvGrpSpPr>
        <p:grpSpPr>
          <a:xfrm>
            <a:off x="3751344" y="2706696"/>
            <a:ext cx="961920" cy="253800"/>
            <a:chOff x="3751344" y="2706696"/>
            <a:chExt cx="96192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D5C6284-AC2E-91E6-B376-85B828CD3CCF}"/>
                    </a:ext>
                  </a:extLst>
                </p14:cNvPr>
                <p14:cNvContentPartPr/>
                <p14:nvPr/>
              </p14:nvContentPartPr>
              <p14:xfrm>
                <a:off x="3751344" y="2731536"/>
                <a:ext cx="584280" cy="208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D5C6284-AC2E-91E6-B376-85B828CD3CC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742344" y="2722896"/>
                  <a:ext cx="6019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292128B-2369-27ED-A799-E77B53711E3A}"/>
                    </a:ext>
                  </a:extLst>
                </p14:cNvPr>
                <p14:cNvContentPartPr/>
                <p14:nvPr/>
              </p14:nvContentPartPr>
              <p14:xfrm>
                <a:off x="4344264" y="2706696"/>
                <a:ext cx="369000" cy="253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292128B-2369-27ED-A799-E77B53711E3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35264" y="2697696"/>
                  <a:ext cx="38664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3811B5C-1DE4-0E3A-98F7-14003C306802}"/>
              </a:ext>
            </a:extLst>
          </p:cNvPr>
          <p:cNvGrpSpPr/>
          <p:nvPr/>
        </p:nvGrpSpPr>
        <p:grpSpPr>
          <a:xfrm>
            <a:off x="2835864" y="5295456"/>
            <a:ext cx="1601280" cy="1054080"/>
            <a:chOff x="2835864" y="5295456"/>
            <a:chExt cx="1601280" cy="105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4E16BAA-9B88-4D19-2F92-05E289B8AB00}"/>
                    </a:ext>
                  </a:extLst>
                </p14:cNvPr>
                <p14:cNvContentPartPr/>
                <p14:nvPr/>
              </p14:nvContentPartPr>
              <p14:xfrm>
                <a:off x="3359304" y="5295456"/>
                <a:ext cx="246960" cy="334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4E16BAA-9B88-4D19-2F92-05E289B8AB0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50664" y="5286456"/>
                  <a:ext cx="26460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0712356-8419-8759-BE24-B53C53989E36}"/>
                    </a:ext>
                  </a:extLst>
                </p14:cNvPr>
                <p14:cNvContentPartPr/>
                <p14:nvPr/>
              </p14:nvContentPartPr>
              <p14:xfrm>
                <a:off x="2876544" y="5859216"/>
                <a:ext cx="21240" cy="78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0712356-8419-8759-BE24-B53C53989E3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67544" y="5850576"/>
                  <a:ext cx="388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DAD4A17-3031-DB19-5684-80F9D3CA1D10}"/>
                    </a:ext>
                  </a:extLst>
                </p14:cNvPr>
                <p14:cNvContentPartPr/>
                <p14:nvPr/>
              </p14:nvContentPartPr>
              <p14:xfrm>
                <a:off x="2835864" y="5908896"/>
                <a:ext cx="618840" cy="264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DAD4A17-3031-DB19-5684-80F9D3CA1D1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26864" y="5899896"/>
                  <a:ext cx="6364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FDEB116-BB0B-3EF6-207F-DE8A57CD3D8A}"/>
                    </a:ext>
                  </a:extLst>
                </p14:cNvPr>
                <p14:cNvContentPartPr/>
                <p14:nvPr/>
              </p14:nvContentPartPr>
              <p14:xfrm>
                <a:off x="3487104" y="5953536"/>
                <a:ext cx="153000" cy="214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FDEB116-BB0B-3EF6-207F-DE8A57CD3D8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478464" y="5944896"/>
                  <a:ext cx="170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71B23B9-AC95-A0D0-775F-A42580864C59}"/>
                    </a:ext>
                  </a:extLst>
                </p14:cNvPr>
                <p14:cNvContentPartPr/>
                <p14:nvPr/>
              </p14:nvContentPartPr>
              <p14:xfrm>
                <a:off x="3638664" y="5822496"/>
                <a:ext cx="508680" cy="527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71B23B9-AC95-A0D0-775F-A42580864C5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30024" y="5813496"/>
                  <a:ext cx="52632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8328EED-3C96-7388-8863-DCE32FD0C379}"/>
                    </a:ext>
                  </a:extLst>
                </p14:cNvPr>
                <p14:cNvContentPartPr/>
                <p14:nvPr/>
              </p14:nvContentPartPr>
              <p14:xfrm>
                <a:off x="4139424" y="5927616"/>
                <a:ext cx="297720" cy="240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8328EED-3C96-7388-8863-DCE32FD0C37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30424" y="5918976"/>
                  <a:ext cx="3153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CF7CD58-596B-D14E-AAE1-1D1B9C4611A7}"/>
                    </a:ext>
                  </a:extLst>
                </p14:cNvPr>
                <p14:cNvContentPartPr/>
                <p14:nvPr/>
              </p14:nvContentPartPr>
              <p14:xfrm>
                <a:off x="4213584" y="5633496"/>
                <a:ext cx="54360" cy="116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CF7CD58-596B-D14E-AAE1-1D1B9C4611A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04944" y="5624496"/>
                  <a:ext cx="72000" cy="13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DA8A578-6171-6A30-5D30-FAF8301FB930}"/>
                  </a:ext>
                </a:extLst>
              </p14:cNvPr>
              <p14:cNvContentPartPr/>
              <p14:nvPr/>
            </p14:nvContentPartPr>
            <p14:xfrm>
              <a:off x="899424" y="4080096"/>
              <a:ext cx="357840" cy="1857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DA8A578-6171-6A30-5D30-FAF8301FB93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90424" y="4071096"/>
                <a:ext cx="37548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C898942-F603-931F-F2D8-32350B8BD85D}"/>
                  </a:ext>
                </a:extLst>
              </p14:cNvPr>
              <p14:cNvContentPartPr/>
              <p14:nvPr/>
            </p14:nvContentPartPr>
            <p14:xfrm>
              <a:off x="2107584" y="3112056"/>
              <a:ext cx="1610280" cy="597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C898942-F603-931F-F2D8-32350B8BD85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098944" y="3103056"/>
                <a:ext cx="1627920" cy="7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B0EDFFCF-6346-FA6F-DD9A-64FBDF7C4058}"/>
              </a:ext>
            </a:extLst>
          </p:cNvPr>
          <p:cNvGrpSpPr/>
          <p:nvPr/>
        </p:nvGrpSpPr>
        <p:grpSpPr>
          <a:xfrm>
            <a:off x="5031504" y="2555856"/>
            <a:ext cx="1970640" cy="410040"/>
            <a:chOff x="5031504" y="2555856"/>
            <a:chExt cx="197064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9560013-4E29-533C-6A4B-B90F9655E0FC}"/>
                    </a:ext>
                  </a:extLst>
                </p14:cNvPr>
                <p14:cNvContentPartPr/>
                <p14:nvPr/>
              </p14:nvContentPartPr>
              <p14:xfrm>
                <a:off x="5031504" y="2789496"/>
                <a:ext cx="373680" cy="25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9560013-4E29-533C-6A4B-B90F9655E0F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22504" y="2780856"/>
                  <a:ext cx="3913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E80F48F-3D7B-B72F-8670-94A991392072}"/>
                    </a:ext>
                  </a:extLst>
                </p14:cNvPr>
                <p14:cNvContentPartPr/>
                <p14:nvPr/>
              </p14:nvContentPartPr>
              <p14:xfrm>
                <a:off x="5268744" y="2732616"/>
                <a:ext cx="52200" cy="231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E80F48F-3D7B-B72F-8670-94A99139207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259744" y="2723976"/>
                  <a:ext cx="698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25FC055-3FB0-41BA-44CD-73653DED7F13}"/>
                    </a:ext>
                  </a:extLst>
                </p14:cNvPr>
                <p14:cNvContentPartPr/>
                <p14:nvPr/>
              </p14:nvContentPartPr>
              <p14:xfrm>
                <a:off x="5533344" y="2555856"/>
                <a:ext cx="1285920" cy="410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25FC055-3FB0-41BA-44CD-73653DED7F1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24704" y="2546856"/>
                  <a:ext cx="130356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133FFDE-0D1E-9D1F-E7DC-A5B285AC699F}"/>
                    </a:ext>
                  </a:extLst>
                </p14:cNvPr>
                <p14:cNvContentPartPr/>
                <p14:nvPr/>
              </p14:nvContentPartPr>
              <p14:xfrm>
                <a:off x="6741144" y="2689056"/>
                <a:ext cx="261000" cy="43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133FFDE-0D1E-9D1F-E7DC-A5B285AC699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32144" y="2680056"/>
                  <a:ext cx="278640" cy="6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52C160F-FB06-AC94-D5DE-327B92167F1E}"/>
                  </a:ext>
                </a:extLst>
              </p14:cNvPr>
              <p14:cNvContentPartPr/>
              <p14:nvPr/>
            </p14:nvContentPartPr>
            <p14:xfrm>
              <a:off x="1790064" y="3377376"/>
              <a:ext cx="362160" cy="1364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52C160F-FB06-AC94-D5DE-327B92167F1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781064" y="3323376"/>
                <a:ext cx="37980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E1D487B-B25D-F4B6-1A7D-5E2922A8E70E}"/>
              </a:ext>
            </a:extLst>
          </p:cNvPr>
          <p:cNvGrpSpPr/>
          <p:nvPr/>
        </p:nvGrpSpPr>
        <p:grpSpPr>
          <a:xfrm>
            <a:off x="6056064" y="4674816"/>
            <a:ext cx="3525480" cy="618480"/>
            <a:chOff x="6056064" y="4674816"/>
            <a:chExt cx="3525480" cy="61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C1119D6-F2E1-EF41-BD3E-E702CC40545D}"/>
                    </a:ext>
                  </a:extLst>
                </p14:cNvPr>
                <p14:cNvContentPartPr/>
                <p14:nvPr/>
              </p14:nvContentPartPr>
              <p14:xfrm>
                <a:off x="6056064" y="4737456"/>
                <a:ext cx="257400" cy="339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C1119D6-F2E1-EF41-BD3E-E702CC40545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047064" y="4728456"/>
                  <a:ext cx="2750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2018DE9-B893-A9F9-7B0E-F8EDC2980AF2}"/>
                    </a:ext>
                  </a:extLst>
                </p14:cNvPr>
                <p14:cNvContentPartPr/>
                <p14:nvPr/>
              </p14:nvContentPartPr>
              <p14:xfrm>
                <a:off x="6484824" y="4720896"/>
                <a:ext cx="35280" cy="333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2018DE9-B893-A9F9-7B0E-F8EDC2980AF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476184" y="4711896"/>
                  <a:ext cx="529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FD2F910-3F6E-8A54-4683-DA09211421A1}"/>
                    </a:ext>
                  </a:extLst>
                </p14:cNvPr>
                <p14:cNvContentPartPr/>
                <p14:nvPr/>
              </p14:nvContentPartPr>
              <p14:xfrm>
                <a:off x="6494904" y="4713336"/>
                <a:ext cx="177480" cy="68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FD2F910-3F6E-8A54-4683-DA09211421A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85904" y="4704336"/>
                  <a:ext cx="1951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EE2B040-B955-52B3-6DD5-3C667ECCC07B}"/>
                    </a:ext>
                  </a:extLst>
                </p14:cNvPr>
                <p14:cNvContentPartPr/>
                <p14:nvPr/>
              </p14:nvContentPartPr>
              <p14:xfrm>
                <a:off x="6467904" y="4800096"/>
                <a:ext cx="189360" cy="34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EE2B040-B955-52B3-6DD5-3C667ECCC07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459264" y="4791096"/>
                  <a:ext cx="2070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5A38724-1967-01EE-702F-AF08EC77711E}"/>
                    </a:ext>
                  </a:extLst>
                </p14:cNvPr>
                <p14:cNvContentPartPr/>
                <p14:nvPr/>
              </p14:nvContentPartPr>
              <p14:xfrm>
                <a:off x="6862824" y="4765896"/>
                <a:ext cx="145440" cy="362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5A38724-1967-01EE-702F-AF08EC77711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54184" y="4757256"/>
                  <a:ext cx="16308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C347252-3DE5-011C-B352-07771517104C}"/>
                    </a:ext>
                  </a:extLst>
                </p14:cNvPr>
                <p14:cNvContentPartPr/>
                <p14:nvPr/>
              </p14:nvContentPartPr>
              <p14:xfrm>
                <a:off x="7196184" y="4775256"/>
                <a:ext cx="240840" cy="2656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C347252-3DE5-011C-B352-07771517104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87184" y="4766616"/>
                  <a:ext cx="2584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E23DA93-6623-394F-20C0-4F7E5B21A890}"/>
                    </a:ext>
                  </a:extLst>
                </p14:cNvPr>
                <p14:cNvContentPartPr/>
                <p14:nvPr/>
              </p14:nvContentPartPr>
              <p14:xfrm>
                <a:off x="7520904" y="4727736"/>
                <a:ext cx="182520" cy="4143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E23DA93-6623-394F-20C0-4F7E5B21A89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12264" y="4719096"/>
                  <a:ext cx="20016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A3C5414-1166-CB90-334D-F0DCA4BB81FC}"/>
                    </a:ext>
                  </a:extLst>
                </p14:cNvPr>
                <p14:cNvContentPartPr/>
                <p14:nvPr/>
              </p14:nvContentPartPr>
              <p14:xfrm>
                <a:off x="7891704" y="4711896"/>
                <a:ext cx="206640" cy="440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A3C5414-1166-CB90-334D-F0DCA4BB81F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83064" y="4703256"/>
                  <a:ext cx="22428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B9FDDF7-14C9-4434-142D-EBF2B5D5658B}"/>
                    </a:ext>
                  </a:extLst>
                </p14:cNvPr>
                <p14:cNvContentPartPr/>
                <p14:nvPr/>
              </p14:nvContentPartPr>
              <p14:xfrm>
                <a:off x="8259984" y="4708656"/>
                <a:ext cx="112680" cy="408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B9FDDF7-14C9-4434-142D-EBF2B5D5658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251344" y="4700016"/>
                  <a:ext cx="13032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D2B563B-3375-0DDE-BF18-8904011FDC4A}"/>
                    </a:ext>
                  </a:extLst>
                </p14:cNvPr>
                <p14:cNvContentPartPr/>
                <p14:nvPr/>
              </p14:nvContentPartPr>
              <p14:xfrm>
                <a:off x="8259984" y="4842936"/>
                <a:ext cx="290520" cy="1836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D2B563B-3375-0DDE-BF18-8904011FDC4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51344" y="4833936"/>
                  <a:ext cx="3081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86B3C02-953A-74EF-1381-AE4183DE597F}"/>
                    </a:ext>
                  </a:extLst>
                </p14:cNvPr>
                <p14:cNvContentPartPr/>
                <p14:nvPr/>
              </p14:nvContentPartPr>
              <p14:xfrm>
                <a:off x="8582544" y="4732056"/>
                <a:ext cx="592920" cy="272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86B3C02-953A-74EF-1381-AE4183DE597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573544" y="4723056"/>
                  <a:ext cx="6105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DFDBE9E-39C0-9A40-DD43-BBE179B596B8}"/>
                    </a:ext>
                  </a:extLst>
                </p14:cNvPr>
                <p14:cNvContentPartPr/>
                <p14:nvPr/>
              </p14:nvContentPartPr>
              <p14:xfrm>
                <a:off x="9245664" y="4843296"/>
                <a:ext cx="152280" cy="169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DFDBE9E-39C0-9A40-DD43-BBE179B596B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36664" y="4834656"/>
                  <a:ext cx="1699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A5A0EC9-862A-E27E-CA5F-5A813826DF96}"/>
                    </a:ext>
                  </a:extLst>
                </p14:cNvPr>
                <p14:cNvContentPartPr/>
                <p14:nvPr/>
              </p14:nvContentPartPr>
              <p14:xfrm>
                <a:off x="9434664" y="4674816"/>
                <a:ext cx="146880" cy="448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A5A0EC9-862A-E27E-CA5F-5A813826DF9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25664" y="4665816"/>
                  <a:ext cx="16452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3C0E3F8-10D2-D8B0-9CCD-7356F3A7C16A}"/>
                    </a:ext>
                  </a:extLst>
                </p14:cNvPr>
                <p14:cNvContentPartPr/>
                <p14:nvPr/>
              </p14:nvContentPartPr>
              <p14:xfrm>
                <a:off x="8077824" y="5195016"/>
                <a:ext cx="957600" cy="98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3C0E3F8-10D2-D8B0-9CCD-7356F3A7C16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68824" y="5186016"/>
                  <a:ext cx="97524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B0B6D74-6DA3-8699-D9AF-E6F889530ED0}"/>
              </a:ext>
            </a:extLst>
          </p:cNvPr>
          <p:cNvGrpSpPr/>
          <p:nvPr/>
        </p:nvGrpSpPr>
        <p:grpSpPr>
          <a:xfrm>
            <a:off x="1433304" y="3320496"/>
            <a:ext cx="4300560" cy="2206080"/>
            <a:chOff x="1433304" y="3320496"/>
            <a:chExt cx="4300560" cy="220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717A738-233D-6B72-7D36-94D64F7B80D2}"/>
                    </a:ext>
                  </a:extLst>
                </p14:cNvPr>
                <p14:cNvContentPartPr/>
                <p14:nvPr/>
              </p14:nvContentPartPr>
              <p14:xfrm>
                <a:off x="1803024" y="3434616"/>
                <a:ext cx="466920" cy="150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717A738-233D-6B72-7D36-94D64F7B80D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794384" y="3425976"/>
                  <a:ext cx="4845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F975306-6EF8-FBB0-7438-95F26B1560AC}"/>
                    </a:ext>
                  </a:extLst>
                </p14:cNvPr>
                <p14:cNvContentPartPr/>
                <p14:nvPr/>
              </p14:nvContentPartPr>
              <p14:xfrm>
                <a:off x="2303424" y="3342456"/>
                <a:ext cx="277560" cy="246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F975306-6EF8-FBB0-7438-95F26B1560A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94424" y="3333456"/>
                  <a:ext cx="2952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4503EFD-2FF8-657F-E3B9-9BF26AEBEE6C}"/>
                    </a:ext>
                  </a:extLst>
                </p14:cNvPr>
                <p14:cNvContentPartPr/>
                <p14:nvPr/>
              </p14:nvContentPartPr>
              <p14:xfrm>
                <a:off x="2603664" y="3368376"/>
                <a:ext cx="411480" cy="516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4503EFD-2FF8-657F-E3B9-9BF26AEBEE6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595024" y="3359736"/>
                  <a:ext cx="42912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2629067-AFEB-19ED-1872-35118CB70BD7}"/>
                    </a:ext>
                  </a:extLst>
                </p14:cNvPr>
                <p14:cNvContentPartPr/>
                <p14:nvPr/>
              </p14:nvContentPartPr>
              <p14:xfrm>
                <a:off x="2990304" y="3370896"/>
                <a:ext cx="136440" cy="158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2629067-AFEB-19ED-1872-35118CB70BD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981304" y="3361896"/>
                  <a:ext cx="1540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1A67821-EBB0-55B7-E1E1-46A5ACA83AE3}"/>
                    </a:ext>
                  </a:extLst>
                </p14:cNvPr>
                <p14:cNvContentPartPr/>
                <p14:nvPr/>
              </p14:nvContentPartPr>
              <p14:xfrm>
                <a:off x="3153744" y="3359016"/>
                <a:ext cx="262440" cy="222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1A67821-EBB0-55B7-E1E1-46A5ACA83AE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145104" y="3350016"/>
                  <a:ext cx="2800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6F1F38F-F107-A5DB-9F01-B72F04A200ED}"/>
                    </a:ext>
                  </a:extLst>
                </p14:cNvPr>
                <p14:cNvContentPartPr/>
                <p14:nvPr/>
              </p14:nvContentPartPr>
              <p14:xfrm>
                <a:off x="3511944" y="3320496"/>
                <a:ext cx="411840" cy="284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6F1F38F-F107-A5DB-9F01-B72F04A200E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503304" y="3311856"/>
                  <a:ext cx="4294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F7DB95B-68DE-1E92-90B6-8DCC00912253}"/>
                    </a:ext>
                  </a:extLst>
                </p14:cNvPr>
                <p14:cNvContentPartPr/>
                <p14:nvPr/>
              </p14:nvContentPartPr>
              <p14:xfrm>
                <a:off x="3828744" y="3333816"/>
                <a:ext cx="368280" cy="247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F7DB95B-68DE-1E92-90B6-8DCC0091225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820104" y="3325176"/>
                  <a:ext cx="3859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2E77B2F-E543-B855-3A8B-9A116B006819}"/>
                    </a:ext>
                  </a:extLst>
                </p14:cNvPr>
                <p14:cNvContentPartPr/>
                <p14:nvPr/>
              </p14:nvContentPartPr>
              <p14:xfrm>
                <a:off x="1645344" y="3905136"/>
                <a:ext cx="370080" cy="156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2E77B2F-E543-B855-3A8B-9A116B00681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636344" y="3896496"/>
                  <a:ext cx="3877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8F119AA-CB3F-7F13-2E47-F0C2316059F1}"/>
                    </a:ext>
                  </a:extLst>
                </p14:cNvPr>
                <p14:cNvContentPartPr/>
                <p14:nvPr/>
              </p14:nvContentPartPr>
              <p14:xfrm>
                <a:off x="2252664" y="3918096"/>
                <a:ext cx="385200" cy="193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8F119AA-CB3F-7F13-2E47-F0C2316059F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244024" y="3909096"/>
                  <a:ext cx="402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AB9AC0D-B6F0-E031-596C-C8BFA517D5C6}"/>
                    </a:ext>
                  </a:extLst>
                </p14:cNvPr>
                <p14:cNvContentPartPr/>
                <p14:nvPr/>
              </p14:nvContentPartPr>
              <p14:xfrm>
                <a:off x="2723904" y="3913416"/>
                <a:ext cx="25560" cy="222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AB9AC0D-B6F0-E031-596C-C8BFA517D5C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715264" y="3904776"/>
                  <a:ext cx="432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6968C87-BECF-04D2-399E-9BBC2323F4FC}"/>
                    </a:ext>
                  </a:extLst>
                </p14:cNvPr>
                <p14:cNvContentPartPr/>
                <p14:nvPr/>
              </p14:nvContentPartPr>
              <p14:xfrm>
                <a:off x="2836584" y="3943296"/>
                <a:ext cx="213480" cy="177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6968C87-BECF-04D2-399E-9BBC2323F4F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27944" y="3934296"/>
                  <a:ext cx="2311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215944A-6F4B-77FA-E281-995EC42169AD}"/>
                    </a:ext>
                  </a:extLst>
                </p14:cNvPr>
                <p14:cNvContentPartPr/>
                <p14:nvPr/>
              </p14:nvContentPartPr>
              <p14:xfrm>
                <a:off x="3125304" y="3905136"/>
                <a:ext cx="18720" cy="177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215944A-6F4B-77FA-E281-995EC42169A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116664" y="3896496"/>
                  <a:ext cx="36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B0914B2-3B1D-9E08-9620-BEB5CD8F6DB3}"/>
                    </a:ext>
                  </a:extLst>
                </p14:cNvPr>
                <p14:cNvContentPartPr/>
                <p14:nvPr/>
              </p14:nvContentPartPr>
              <p14:xfrm>
                <a:off x="3194424" y="3889296"/>
                <a:ext cx="440280" cy="332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B0914B2-3B1D-9E08-9620-BEB5CD8F6DB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185424" y="3880656"/>
                  <a:ext cx="4579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A408E88-3EAC-AE2E-A847-9DD8C48F28BB}"/>
                    </a:ext>
                  </a:extLst>
                </p14:cNvPr>
                <p14:cNvContentPartPr/>
                <p14:nvPr/>
              </p14:nvContentPartPr>
              <p14:xfrm>
                <a:off x="3194424" y="3725496"/>
                <a:ext cx="71280" cy="138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A408E88-3EAC-AE2E-A847-9DD8C48F28B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185424" y="3716856"/>
                  <a:ext cx="88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0064867-26F3-4BE9-E6A2-440A2F0EFCC3}"/>
                    </a:ext>
                  </a:extLst>
                </p14:cNvPr>
                <p14:cNvContentPartPr/>
                <p14:nvPr/>
              </p14:nvContentPartPr>
              <p14:xfrm>
                <a:off x="3820464" y="3738456"/>
                <a:ext cx="609480" cy="368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0064867-26F3-4BE9-E6A2-440A2F0EFCC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11824" y="3729456"/>
                  <a:ext cx="6271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2175C7D-DE4E-BC3C-8EA4-66A5C1F09E53}"/>
                    </a:ext>
                  </a:extLst>
                </p14:cNvPr>
                <p14:cNvContentPartPr/>
                <p14:nvPr/>
              </p14:nvContentPartPr>
              <p14:xfrm>
                <a:off x="4524264" y="3792096"/>
                <a:ext cx="496440" cy="222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2175C7D-DE4E-BC3C-8EA4-66A5C1F09E5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15264" y="3783096"/>
                  <a:ext cx="5140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356271B-4ED9-A154-DC23-E057F3EB843E}"/>
                    </a:ext>
                  </a:extLst>
                </p14:cNvPr>
                <p14:cNvContentPartPr/>
                <p14:nvPr/>
              </p14:nvContentPartPr>
              <p14:xfrm>
                <a:off x="1635264" y="4352616"/>
                <a:ext cx="422280" cy="186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356271B-4ED9-A154-DC23-E057F3EB843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626264" y="4343976"/>
                  <a:ext cx="4399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A711CB0-2A80-08D9-C35A-58A054315265}"/>
                    </a:ext>
                  </a:extLst>
                </p14:cNvPr>
                <p14:cNvContentPartPr/>
                <p14:nvPr/>
              </p14:nvContentPartPr>
              <p14:xfrm>
                <a:off x="2319984" y="4241736"/>
                <a:ext cx="653040" cy="322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A711CB0-2A80-08D9-C35A-58A05431526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310984" y="4233096"/>
                  <a:ext cx="6706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AEE5652-291B-01B8-3BC8-63D95DC1F77C}"/>
                    </a:ext>
                  </a:extLst>
                </p14:cNvPr>
                <p14:cNvContentPartPr/>
                <p14:nvPr/>
              </p14:nvContentPartPr>
              <p14:xfrm>
                <a:off x="2885904" y="4237056"/>
                <a:ext cx="420120" cy="301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AEE5652-291B-01B8-3BC8-63D95DC1F77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877264" y="4228056"/>
                  <a:ext cx="4377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A1A80A2-5072-ABC4-299D-DD47ABE1AC04}"/>
                    </a:ext>
                  </a:extLst>
                </p14:cNvPr>
                <p14:cNvContentPartPr/>
                <p14:nvPr/>
              </p14:nvContentPartPr>
              <p14:xfrm>
                <a:off x="3220704" y="4212576"/>
                <a:ext cx="85680" cy="120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A1A80A2-5072-ABC4-299D-DD47ABE1AC0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211704" y="4203576"/>
                  <a:ext cx="1033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B65FCBD-4B27-69D2-180E-12DC7638D983}"/>
                    </a:ext>
                  </a:extLst>
                </p14:cNvPr>
                <p14:cNvContentPartPr/>
                <p14:nvPr/>
              </p14:nvContentPartPr>
              <p14:xfrm>
                <a:off x="3349584" y="4298256"/>
                <a:ext cx="439560" cy="241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B65FCBD-4B27-69D2-180E-12DC7638D98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340944" y="4289616"/>
                  <a:ext cx="4572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2B9095F-57A8-DAF6-14AB-D2DEDFB8A393}"/>
                    </a:ext>
                  </a:extLst>
                </p14:cNvPr>
                <p14:cNvContentPartPr/>
                <p14:nvPr/>
              </p14:nvContentPartPr>
              <p14:xfrm>
                <a:off x="3710664" y="4342536"/>
                <a:ext cx="111960" cy="210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2B9095F-57A8-DAF6-14AB-D2DEDFB8A39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702024" y="4333896"/>
                  <a:ext cx="129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7ED38F2-9E5A-5828-D285-592D566B60E5}"/>
                    </a:ext>
                  </a:extLst>
                </p14:cNvPr>
                <p14:cNvContentPartPr/>
                <p14:nvPr/>
              </p14:nvContentPartPr>
              <p14:xfrm>
                <a:off x="1476144" y="4851936"/>
                <a:ext cx="416160" cy="151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7ED38F2-9E5A-5828-D285-592D566B60E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467504" y="4843296"/>
                  <a:ext cx="433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E352257-7C35-E01A-5264-C58327611900}"/>
                    </a:ext>
                  </a:extLst>
                </p14:cNvPr>
                <p14:cNvContentPartPr/>
                <p14:nvPr/>
              </p14:nvContentPartPr>
              <p14:xfrm>
                <a:off x="2202264" y="4775616"/>
                <a:ext cx="34200" cy="294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E352257-7C35-E01A-5264-C5832761190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193264" y="4766616"/>
                  <a:ext cx="518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6C5EFF6-CBC9-58A8-F548-D28D20B1C6E3}"/>
                    </a:ext>
                  </a:extLst>
                </p14:cNvPr>
                <p14:cNvContentPartPr/>
                <p14:nvPr/>
              </p14:nvContentPartPr>
              <p14:xfrm>
                <a:off x="2137824" y="4761936"/>
                <a:ext cx="216720" cy="270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6C5EFF6-CBC9-58A8-F548-D28D20B1C6E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128824" y="4752936"/>
                  <a:ext cx="2343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E0D4790-8CFC-9BAB-1062-BAC365DB28EB}"/>
                    </a:ext>
                  </a:extLst>
                </p14:cNvPr>
                <p14:cNvContentPartPr/>
                <p14:nvPr/>
              </p14:nvContentPartPr>
              <p14:xfrm>
                <a:off x="2380104" y="4852656"/>
                <a:ext cx="257760" cy="182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E0D4790-8CFC-9BAB-1062-BAC365DB28E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371464" y="4843656"/>
                  <a:ext cx="2754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4A43170-797F-F136-AAD1-9B6C9400D7BF}"/>
                    </a:ext>
                  </a:extLst>
                </p14:cNvPr>
                <p14:cNvContentPartPr/>
                <p14:nvPr/>
              </p14:nvContentPartPr>
              <p14:xfrm>
                <a:off x="2669904" y="4704336"/>
                <a:ext cx="38880" cy="331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4A43170-797F-F136-AAD1-9B6C9400D7B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661264" y="4695336"/>
                  <a:ext cx="5652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98F9FE1-075B-366D-F4D8-B48665F912B3}"/>
                    </a:ext>
                  </a:extLst>
                </p14:cNvPr>
                <p14:cNvContentPartPr/>
                <p14:nvPr/>
              </p14:nvContentPartPr>
              <p14:xfrm>
                <a:off x="2708424" y="4815216"/>
                <a:ext cx="412200" cy="207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98F9FE1-075B-366D-F4D8-B48665F912B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699424" y="4806576"/>
                  <a:ext cx="4298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BCBE757-F21B-6495-87B2-2552BFDFB627}"/>
                    </a:ext>
                  </a:extLst>
                </p14:cNvPr>
                <p14:cNvContentPartPr/>
                <p14:nvPr/>
              </p14:nvContentPartPr>
              <p14:xfrm>
                <a:off x="3298824" y="4800096"/>
                <a:ext cx="7200" cy="206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BCBE757-F21B-6495-87B2-2552BFDFB62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290184" y="4791096"/>
                  <a:ext cx="248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40A5D23-070E-EA04-0249-D7EB517A65D6}"/>
                    </a:ext>
                  </a:extLst>
                </p14:cNvPr>
                <p14:cNvContentPartPr/>
                <p14:nvPr/>
              </p14:nvContentPartPr>
              <p14:xfrm>
                <a:off x="3399984" y="4826016"/>
                <a:ext cx="147600" cy="190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40A5D23-070E-EA04-0249-D7EB517A65D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391344" y="4817016"/>
                  <a:ext cx="1652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12E565C-348E-8967-EA4F-010743C3E6D2}"/>
                    </a:ext>
                  </a:extLst>
                </p14:cNvPr>
                <p14:cNvContentPartPr/>
                <p14:nvPr/>
              </p14:nvContentPartPr>
              <p14:xfrm>
                <a:off x="3633264" y="4803336"/>
                <a:ext cx="496440" cy="245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12E565C-348E-8967-EA4F-010743C3E6D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624264" y="4794696"/>
                  <a:ext cx="5140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6B3ED7B-DA38-5744-176D-2DCBAD932AD1}"/>
                    </a:ext>
                  </a:extLst>
                </p14:cNvPr>
                <p14:cNvContentPartPr/>
                <p14:nvPr/>
              </p14:nvContentPartPr>
              <p14:xfrm>
                <a:off x="4190184" y="4802976"/>
                <a:ext cx="255600" cy="224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6B3ED7B-DA38-5744-176D-2DCBAD932AD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181544" y="4793976"/>
                  <a:ext cx="2732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9CA660D-4F67-3285-BA92-22B5907AEF43}"/>
                    </a:ext>
                  </a:extLst>
                </p14:cNvPr>
                <p14:cNvContentPartPr/>
                <p14:nvPr/>
              </p14:nvContentPartPr>
              <p14:xfrm>
                <a:off x="4513824" y="4790376"/>
                <a:ext cx="105120" cy="208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9CA660D-4F67-3285-BA92-22B5907AEF4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505184" y="4781376"/>
                  <a:ext cx="1227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C18CE06-55BB-07CB-09BA-BDD0776A92E4}"/>
                    </a:ext>
                  </a:extLst>
                </p14:cNvPr>
                <p14:cNvContentPartPr/>
                <p14:nvPr/>
              </p14:nvContentPartPr>
              <p14:xfrm>
                <a:off x="4618584" y="4675176"/>
                <a:ext cx="40680" cy="313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C18CE06-55BB-07CB-09BA-BDD0776A92E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609944" y="4666176"/>
                  <a:ext cx="583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E713FC4-83AD-D8B6-733F-9B5A9C03E4F1}"/>
                    </a:ext>
                  </a:extLst>
                </p14:cNvPr>
                <p14:cNvContentPartPr/>
                <p14:nvPr/>
              </p14:nvContentPartPr>
              <p14:xfrm>
                <a:off x="4608504" y="4730976"/>
                <a:ext cx="533520" cy="242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E713FC4-83AD-D8B6-733F-9B5A9C03E4F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599504" y="4721976"/>
                  <a:ext cx="5511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DC3E526-5AA5-8C57-C005-91D3529FA4FA}"/>
                    </a:ext>
                  </a:extLst>
                </p14:cNvPr>
                <p14:cNvContentPartPr/>
                <p14:nvPr/>
              </p14:nvContentPartPr>
              <p14:xfrm>
                <a:off x="5207544" y="4746816"/>
                <a:ext cx="197640" cy="236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DC3E526-5AA5-8C57-C005-91D3529FA4F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198904" y="4738176"/>
                  <a:ext cx="2152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F9D88D4-54E3-A784-A248-140CAD903C7F}"/>
                    </a:ext>
                  </a:extLst>
                </p14:cNvPr>
                <p14:cNvContentPartPr/>
                <p14:nvPr/>
              </p14:nvContentPartPr>
              <p14:xfrm>
                <a:off x="5458824" y="4809456"/>
                <a:ext cx="24120" cy="189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F9D88D4-54E3-A784-A248-140CAD903C7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450184" y="4800816"/>
                  <a:ext cx="417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88C4947-2B7E-04F2-01C3-2A4F3D4748F5}"/>
                    </a:ext>
                  </a:extLst>
                </p14:cNvPr>
                <p14:cNvContentPartPr/>
                <p14:nvPr/>
              </p14:nvContentPartPr>
              <p14:xfrm>
                <a:off x="5458824" y="4674816"/>
                <a:ext cx="51120" cy="129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88C4947-2B7E-04F2-01C3-2A4F3D4748F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450184" y="4665816"/>
                  <a:ext cx="687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8C2F548-046E-F45E-7FFA-C18874B22916}"/>
                    </a:ext>
                  </a:extLst>
                </p14:cNvPr>
                <p14:cNvContentPartPr/>
                <p14:nvPr/>
              </p14:nvContentPartPr>
              <p14:xfrm>
                <a:off x="5532984" y="4828536"/>
                <a:ext cx="200880" cy="120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8C2F548-046E-F45E-7FFA-C18874B2291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523984" y="4819896"/>
                  <a:ext cx="2185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355EB22-F029-9DD5-3393-4C8B5E538E1B}"/>
                    </a:ext>
                  </a:extLst>
                </p14:cNvPr>
                <p14:cNvContentPartPr/>
                <p14:nvPr/>
              </p14:nvContentPartPr>
              <p14:xfrm>
                <a:off x="1433304" y="5276736"/>
                <a:ext cx="358920" cy="159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355EB22-F029-9DD5-3393-4C8B5E538E1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424304" y="5267736"/>
                  <a:ext cx="376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F3A6089-89F9-5972-B504-24EF9CD61F2E}"/>
                    </a:ext>
                  </a:extLst>
                </p14:cNvPr>
                <p14:cNvContentPartPr/>
                <p14:nvPr/>
              </p14:nvContentPartPr>
              <p14:xfrm>
                <a:off x="2096424" y="5200776"/>
                <a:ext cx="302040" cy="258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F3A6089-89F9-5972-B504-24EF9CD61F2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087784" y="5191776"/>
                  <a:ext cx="3196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9C483C4-D348-B925-DCD1-27A4CBDF98B7}"/>
                    </a:ext>
                  </a:extLst>
                </p14:cNvPr>
                <p14:cNvContentPartPr/>
                <p14:nvPr/>
              </p14:nvContentPartPr>
              <p14:xfrm>
                <a:off x="2441664" y="5232456"/>
                <a:ext cx="635040" cy="2458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9C483C4-D348-B925-DCD1-27A4CBDF98B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432664" y="5223456"/>
                  <a:ext cx="6526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AAFA4DD-3373-0844-2B88-B91305D33095}"/>
                    </a:ext>
                  </a:extLst>
                </p14:cNvPr>
                <p14:cNvContentPartPr/>
                <p14:nvPr/>
              </p14:nvContentPartPr>
              <p14:xfrm>
                <a:off x="3076344" y="5186016"/>
                <a:ext cx="229680" cy="340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AAFA4DD-3373-0844-2B88-B91305D3309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67344" y="5177016"/>
                  <a:ext cx="2473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69682C9-2F67-F91D-3249-45B751A39689}"/>
                    </a:ext>
                  </a:extLst>
                </p14:cNvPr>
                <p14:cNvContentPartPr/>
                <p14:nvPr/>
              </p14:nvContentPartPr>
              <p14:xfrm>
                <a:off x="3656304" y="5041656"/>
                <a:ext cx="594720" cy="351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69682C9-2F67-F91D-3249-45B751A3968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647304" y="5033016"/>
                  <a:ext cx="6123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BD82B8C-455C-BE18-FA91-47E5B2FBDA7A}"/>
                    </a:ext>
                  </a:extLst>
                </p14:cNvPr>
                <p14:cNvContentPartPr/>
                <p14:nvPr/>
              </p14:nvContentPartPr>
              <p14:xfrm>
                <a:off x="4122144" y="5136336"/>
                <a:ext cx="263880" cy="180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BD82B8C-455C-BE18-FA91-47E5B2FBDA7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113504" y="5127336"/>
                  <a:ext cx="2815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0061279-41C8-B7F8-0F32-3AFA15224D31}"/>
                    </a:ext>
                  </a:extLst>
                </p14:cNvPr>
                <p14:cNvContentPartPr/>
                <p14:nvPr/>
              </p14:nvContentPartPr>
              <p14:xfrm>
                <a:off x="4446144" y="5166576"/>
                <a:ext cx="45360" cy="2224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0061279-41C8-B7F8-0F32-3AFA15224D3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437144" y="5157576"/>
                  <a:ext cx="630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30DE0A0-1C19-3A8F-9F1A-0CC210FB7D10}"/>
                    </a:ext>
                  </a:extLst>
                </p14:cNvPr>
                <p14:cNvContentPartPr/>
                <p14:nvPr/>
              </p14:nvContentPartPr>
              <p14:xfrm>
                <a:off x="4608504" y="5202936"/>
                <a:ext cx="200520" cy="178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30DE0A0-1C19-3A8F-9F1A-0CC210FB7D1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599504" y="5194296"/>
                  <a:ext cx="2181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04B192C-0F69-1F5A-8D23-B45CB3EDCD8D}"/>
                    </a:ext>
                  </a:extLst>
                </p14:cNvPr>
                <p14:cNvContentPartPr/>
                <p14:nvPr/>
              </p14:nvContentPartPr>
              <p14:xfrm>
                <a:off x="4601664" y="4959576"/>
                <a:ext cx="17280" cy="669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04B192C-0F69-1F5A-8D23-B45CB3EDCD8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593024" y="4950576"/>
                  <a:ext cx="34920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324F6BBF-CF95-9C02-3865-39CD66AAD56F}"/>
                  </a:ext>
                </a:extLst>
              </p14:cNvPr>
              <p14:cNvContentPartPr/>
              <p14:nvPr/>
            </p14:nvContentPartPr>
            <p14:xfrm>
              <a:off x="2812464" y="6172776"/>
              <a:ext cx="1216080" cy="1162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324F6BBF-CF95-9C02-3865-39CD66AAD56F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2803824" y="6163776"/>
                <a:ext cx="1233720" cy="13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0249018-DE07-9648-E632-6D69CB9DF446}"/>
              </a:ext>
            </a:extLst>
          </p:cNvPr>
          <p:cNvGrpSpPr/>
          <p:nvPr/>
        </p:nvGrpSpPr>
        <p:grpSpPr>
          <a:xfrm>
            <a:off x="5070744" y="5638896"/>
            <a:ext cx="2126520" cy="627120"/>
            <a:chOff x="5070744" y="5638896"/>
            <a:chExt cx="2126520" cy="62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B1C36F1-EDCD-3C5A-5F4A-A14E90806B90}"/>
                    </a:ext>
                  </a:extLst>
                </p14:cNvPr>
                <p14:cNvContentPartPr/>
                <p14:nvPr/>
              </p14:nvContentPartPr>
              <p14:xfrm>
                <a:off x="5070744" y="5927616"/>
                <a:ext cx="54360" cy="486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B1C36F1-EDCD-3C5A-5F4A-A14E90806B9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062104" y="5918976"/>
                  <a:ext cx="720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BAEBB1A-D989-816C-EF2F-F24DD0B0D967}"/>
                    </a:ext>
                  </a:extLst>
                </p14:cNvPr>
                <p14:cNvContentPartPr/>
                <p14:nvPr/>
              </p14:nvContentPartPr>
              <p14:xfrm>
                <a:off x="5102424" y="6062616"/>
                <a:ext cx="56880" cy="47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BAEBB1A-D989-816C-EF2F-F24DD0B0D96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093424" y="6053616"/>
                  <a:ext cx="745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253F00A-4A34-662F-A796-55C11BF4AAFC}"/>
                    </a:ext>
                  </a:extLst>
                </p14:cNvPr>
                <p14:cNvContentPartPr/>
                <p14:nvPr/>
              </p14:nvContentPartPr>
              <p14:xfrm>
                <a:off x="5499504" y="5874696"/>
                <a:ext cx="55800" cy="3420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253F00A-4A34-662F-A796-55C11BF4AAF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490504" y="5865696"/>
                  <a:ext cx="734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7195EC7-63B2-38EC-11C3-10FE71700EC0}"/>
                    </a:ext>
                  </a:extLst>
                </p14:cNvPr>
                <p14:cNvContentPartPr/>
                <p14:nvPr/>
              </p14:nvContentPartPr>
              <p14:xfrm>
                <a:off x="5509224" y="5849856"/>
                <a:ext cx="317880" cy="1749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7195EC7-63B2-38EC-11C3-10FE71700EC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500584" y="5841216"/>
                  <a:ext cx="3355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2E841CE-BF47-5167-9171-7D34234E026A}"/>
                    </a:ext>
                  </a:extLst>
                </p14:cNvPr>
                <p14:cNvContentPartPr/>
                <p14:nvPr/>
              </p14:nvContentPartPr>
              <p14:xfrm>
                <a:off x="5834304" y="5965056"/>
                <a:ext cx="249480" cy="178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2E841CE-BF47-5167-9171-7D34234E026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825304" y="5956056"/>
                  <a:ext cx="267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706F721-0C0A-24C3-A0C3-7EE831184888}"/>
                    </a:ext>
                  </a:extLst>
                </p14:cNvPr>
                <p14:cNvContentPartPr/>
                <p14:nvPr/>
              </p14:nvContentPartPr>
              <p14:xfrm>
                <a:off x="5755824" y="5865696"/>
                <a:ext cx="94680" cy="328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706F721-0C0A-24C3-A0C3-7EE83118488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747184" y="5856696"/>
                  <a:ext cx="1123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B597C81-0C12-5068-3F70-042CAA320BCE}"/>
                    </a:ext>
                  </a:extLst>
                </p14:cNvPr>
                <p14:cNvContentPartPr/>
                <p14:nvPr/>
              </p14:nvContentPartPr>
              <p14:xfrm>
                <a:off x="6143904" y="5686776"/>
                <a:ext cx="624600" cy="4294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B597C81-0C12-5068-3F70-042CAA320BC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135264" y="5678136"/>
                  <a:ext cx="64224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D4862DB-55E7-A115-7183-62E15C689D83}"/>
                    </a:ext>
                  </a:extLst>
                </p14:cNvPr>
                <p14:cNvContentPartPr/>
                <p14:nvPr/>
              </p14:nvContentPartPr>
              <p14:xfrm>
                <a:off x="5329224" y="5638896"/>
                <a:ext cx="1868040" cy="6271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D4862DB-55E7-A115-7183-62E15C689D8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320584" y="5630256"/>
                  <a:ext cx="1885680" cy="64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C18DC3B-573A-3960-D672-12D28E9EB19A}"/>
              </a:ext>
            </a:extLst>
          </p:cNvPr>
          <p:cNvGrpSpPr/>
          <p:nvPr/>
        </p:nvGrpSpPr>
        <p:grpSpPr>
          <a:xfrm>
            <a:off x="1891584" y="2422296"/>
            <a:ext cx="5228280" cy="908280"/>
            <a:chOff x="1891584" y="2422296"/>
            <a:chExt cx="5228280" cy="90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C8BDD4D-832B-957C-EEF2-B8BF059FE7FB}"/>
                    </a:ext>
                  </a:extLst>
                </p14:cNvPr>
                <p14:cNvContentPartPr/>
                <p14:nvPr/>
              </p14:nvContentPartPr>
              <p14:xfrm>
                <a:off x="1891584" y="2422296"/>
                <a:ext cx="5228280" cy="9082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C8BDD4D-832B-957C-EEF2-B8BF059FE7F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882944" y="2413296"/>
                  <a:ext cx="5245920" cy="9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E892356-DF8D-9052-B8E9-3975799A2A5B}"/>
                    </a:ext>
                  </a:extLst>
                </p14:cNvPr>
                <p14:cNvContentPartPr/>
                <p14:nvPr/>
              </p14:nvContentPartPr>
              <p14:xfrm>
                <a:off x="6906744" y="2641536"/>
                <a:ext cx="24120" cy="136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E892356-DF8D-9052-B8E9-3975799A2A5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898104" y="2632896"/>
                  <a:ext cx="41760" cy="31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76110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33EC484-B903-167D-05D4-241438233D1E}"/>
              </a:ext>
            </a:extLst>
          </p:cNvPr>
          <p:cNvGrpSpPr/>
          <p:nvPr/>
        </p:nvGrpSpPr>
        <p:grpSpPr>
          <a:xfrm>
            <a:off x="553464" y="118296"/>
            <a:ext cx="3448080" cy="499320"/>
            <a:chOff x="553464" y="118296"/>
            <a:chExt cx="3448080" cy="49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C3FF29B-8CAE-C1EC-A3E4-33527DF78344}"/>
                    </a:ext>
                  </a:extLst>
                </p14:cNvPr>
                <p14:cNvContentPartPr/>
                <p14:nvPr/>
              </p14:nvContentPartPr>
              <p14:xfrm>
                <a:off x="553464" y="228456"/>
                <a:ext cx="501480" cy="335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C3FF29B-8CAE-C1EC-A3E4-33527DF7834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4464" y="219456"/>
                  <a:ext cx="5191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2AEA7F1-F009-E07E-30C6-E1EDFBCDFF5A}"/>
                    </a:ext>
                  </a:extLst>
                </p14:cNvPr>
                <p14:cNvContentPartPr/>
                <p14:nvPr/>
              </p14:nvContentPartPr>
              <p14:xfrm>
                <a:off x="1172664" y="286416"/>
                <a:ext cx="27360" cy="286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2AEA7F1-F009-E07E-30C6-E1EDFBCDFF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64024" y="277416"/>
                  <a:ext cx="450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CC45A71-CBE3-3B26-F113-5DE58545A317}"/>
                    </a:ext>
                  </a:extLst>
                </p14:cNvPr>
                <p14:cNvContentPartPr/>
                <p14:nvPr/>
              </p14:nvContentPartPr>
              <p14:xfrm>
                <a:off x="1172664" y="255456"/>
                <a:ext cx="27360" cy="110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CC45A71-CBE3-3B26-F113-5DE58545A31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64024" y="246456"/>
                  <a:ext cx="450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1188BFA-B49E-3523-97C0-B81855996DAE}"/>
                    </a:ext>
                  </a:extLst>
                </p14:cNvPr>
                <p14:cNvContentPartPr/>
                <p14:nvPr/>
              </p14:nvContentPartPr>
              <p14:xfrm>
                <a:off x="1360584" y="279936"/>
                <a:ext cx="440640" cy="250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1188BFA-B49E-3523-97C0-B81855996DA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51944" y="271296"/>
                  <a:ext cx="4582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FB5EDD5-4B06-299B-0169-7DA8B4F1577D}"/>
                    </a:ext>
                  </a:extLst>
                </p14:cNvPr>
                <p14:cNvContentPartPr/>
                <p14:nvPr/>
              </p14:nvContentPartPr>
              <p14:xfrm>
                <a:off x="1868184" y="303696"/>
                <a:ext cx="51120" cy="187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FB5EDD5-4B06-299B-0169-7DA8B4F1577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59184" y="294696"/>
                  <a:ext cx="687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4C0D7DA-B9A8-E7AF-E7B2-C9632C26966A}"/>
                    </a:ext>
                  </a:extLst>
                </p14:cNvPr>
                <p14:cNvContentPartPr/>
                <p14:nvPr/>
              </p14:nvContentPartPr>
              <p14:xfrm>
                <a:off x="1985544" y="248256"/>
                <a:ext cx="491760" cy="369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4C0D7DA-B9A8-E7AF-E7B2-C9632C26966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76904" y="239616"/>
                  <a:ext cx="50940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160BAA6-4359-B862-3C23-94789A7B6C02}"/>
                    </a:ext>
                  </a:extLst>
                </p14:cNvPr>
                <p14:cNvContentPartPr/>
                <p14:nvPr/>
              </p14:nvContentPartPr>
              <p14:xfrm>
                <a:off x="2664504" y="321696"/>
                <a:ext cx="584280" cy="271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160BAA6-4359-B862-3C23-94789A7B6C0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55864" y="313056"/>
                  <a:ext cx="6019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54B8BAF-4DB5-4F30-791C-28AFAFD9B7EA}"/>
                    </a:ext>
                  </a:extLst>
                </p14:cNvPr>
                <p14:cNvContentPartPr/>
                <p14:nvPr/>
              </p14:nvContentPartPr>
              <p14:xfrm>
                <a:off x="3254904" y="118296"/>
                <a:ext cx="162720" cy="422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54B8BAF-4DB5-4F30-791C-28AFAFD9B7E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45904" y="109296"/>
                  <a:ext cx="1803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2081F6E-FEF9-24DF-5488-EFDF5065F5C3}"/>
                    </a:ext>
                  </a:extLst>
                </p14:cNvPr>
                <p14:cNvContentPartPr/>
                <p14:nvPr/>
              </p14:nvContentPartPr>
              <p14:xfrm>
                <a:off x="3477384" y="246096"/>
                <a:ext cx="524160" cy="250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2081F6E-FEF9-24DF-5488-EFDF5065F5C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68384" y="237456"/>
                  <a:ext cx="541800" cy="26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1FA76B4-4969-EBA7-7729-2C0EA85A4284}"/>
                  </a:ext>
                </a:extLst>
              </p14:cNvPr>
              <p14:cNvContentPartPr/>
              <p14:nvPr/>
            </p14:nvContentPartPr>
            <p14:xfrm>
              <a:off x="6589584" y="53136"/>
              <a:ext cx="223200" cy="5263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1FA76B4-4969-EBA7-7729-2C0EA85A428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80584" y="44136"/>
                <a:ext cx="240840" cy="528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9627417B-7688-624C-9345-ACF465CFCF2B}"/>
              </a:ext>
            </a:extLst>
          </p:cNvPr>
          <p:cNvGrpSpPr/>
          <p:nvPr/>
        </p:nvGrpSpPr>
        <p:grpSpPr>
          <a:xfrm>
            <a:off x="7246224" y="133416"/>
            <a:ext cx="1648800" cy="398520"/>
            <a:chOff x="7246224" y="133416"/>
            <a:chExt cx="1648800" cy="39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BC57098-1BCF-B48C-9ABB-7E4012D02576}"/>
                    </a:ext>
                  </a:extLst>
                </p14:cNvPr>
                <p14:cNvContentPartPr/>
                <p14:nvPr/>
              </p14:nvContentPartPr>
              <p14:xfrm>
                <a:off x="7246224" y="250416"/>
                <a:ext cx="192240" cy="281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BC57098-1BCF-B48C-9ABB-7E4012D0257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37224" y="241416"/>
                  <a:ext cx="2098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B40659D-E242-FB0E-7312-7BF4EC2FFD5D}"/>
                    </a:ext>
                  </a:extLst>
                </p14:cNvPr>
                <p14:cNvContentPartPr/>
                <p14:nvPr/>
              </p14:nvContentPartPr>
              <p14:xfrm>
                <a:off x="7520904" y="133416"/>
                <a:ext cx="557280" cy="362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B40659D-E242-FB0E-7312-7BF4EC2FFD5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512264" y="124416"/>
                  <a:ext cx="57492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B1CE829-FA35-B6F4-E9BA-CAE21836EF64}"/>
                    </a:ext>
                  </a:extLst>
                </p14:cNvPr>
                <p14:cNvContentPartPr/>
                <p14:nvPr/>
              </p14:nvContentPartPr>
              <p14:xfrm>
                <a:off x="7933464" y="143496"/>
                <a:ext cx="478800" cy="342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B1CE829-FA35-B6F4-E9BA-CAE21836EF6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924824" y="134856"/>
                  <a:ext cx="4964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ABC6791-DCCD-4DDF-44F1-BA1D96BF2754}"/>
                    </a:ext>
                  </a:extLst>
                </p14:cNvPr>
                <p14:cNvContentPartPr/>
                <p14:nvPr/>
              </p14:nvContentPartPr>
              <p14:xfrm>
                <a:off x="8371584" y="177336"/>
                <a:ext cx="34200" cy="43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ABC6791-DCCD-4DDF-44F1-BA1D96BF275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362584" y="168696"/>
                  <a:ext cx="518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95D3CC8-C72D-2384-E85C-A3C13D19688E}"/>
                    </a:ext>
                  </a:extLst>
                </p14:cNvPr>
                <p14:cNvContentPartPr/>
                <p14:nvPr/>
              </p14:nvContentPartPr>
              <p14:xfrm>
                <a:off x="8499744" y="283896"/>
                <a:ext cx="395280" cy="222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95D3CC8-C72D-2384-E85C-A3C13D19688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491104" y="274896"/>
                  <a:ext cx="412920" cy="240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54523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12FCD50-05C5-6297-08B5-2BA14AABE00F}"/>
              </a:ext>
            </a:extLst>
          </p:cNvPr>
          <p:cNvGrpSpPr/>
          <p:nvPr/>
        </p:nvGrpSpPr>
        <p:grpSpPr>
          <a:xfrm>
            <a:off x="340704" y="203616"/>
            <a:ext cx="3113640" cy="663480"/>
            <a:chOff x="340704" y="203616"/>
            <a:chExt cx="3113640" cy="66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9904F24-D0CF-88DC-7373-D79A2A31BEC5}"/>
                    </a:ext>
                  </a:extLst>
                </p14:cNvPr>
                <p14:cNvContentPartPr/>
                <p14:nvPr/>
              </p14:nvContentPartPr>
              <p14:xfrm>
                <a:off x="340704" y="302976"/>
                <a:ext cx="474480" cy="366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9904F24-D0CF-88DC-7373-D79A2A31BEC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32064" y="294336"/>
                  <a:ext cx="4921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9C6D8D7-9552-DC98-A97F-659AB35E6156}"/>
                    </a:ext>
                  </a:extLst>
                </p14:cNvPr>
                <p14:cNvContentPartPr/>
                <p14:nvPr/>
              </p14:nvContentPartPr>
              <p14:xfrm>
                <a:off x="950184" y="358056"/>
                <a:ext cx="44280" cy="301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9C6D8D7-9552-DC98-A97F-659AB35E615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41184" y="349416"/>
                  <a:ext cx="619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1E27A8D-84B2-CB38-E885-3BE87F18FC28}"/>
                    </a:ext>
                  </a:extLst>
                </p14:cNvPr>
                <p14:cNvContentPartPr/>
                <p14:nvPr/>
              </p14:nvContentPartPr>
              <p14:xfrm>
                <a:off x="1095264" y="413496"/>
                <a:ext cx="260280" cy="259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1E27A8D-84B2-CB38-E885-3BE87F18FC2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86264" y="404856"/>
                  <a:ext cx="2779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84F7E66-E324-6975-EB82-678408931ED9}"/>
                    </a:ext>
                  </a:extLst>
                </p14:cNvPr>
                <p14:cNvContentPartPr/>
                <p14:nvPr/>
              </p14:nvContentPartPr>
              <p14:xfrm>
                <a:off x="1388664" y="409896"/>
                <a:ext cx="52200" cy="212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84F7E66-E324-6975-EB82-678408931ED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80024" y="401256"/>
                  <a:ext cx="698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822988A-5B3E-A233-91AD-6F2FB111786C}"/>
                    </a:ext>
                  </a:extLst>
                </p14:cNvPr>
                <p14:cNvContentPartPr/>
                <p14:nvPr/>
              </p14:nvContentPartPr>
              <p14:xfrm>
                <a:off x="1557504" y="383616"/>
                <a:ext cx="483480" cy="474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822988A-5B3E-A233-91AD-6F2FB111786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48864" y="374976"/>
                  <a:ext cx="50112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9CC3DEB-34C3-12C9-B0AB-34DB678E11FF}"/>
                    </a:ext>
                  </a:extLst>
                </p14:cNvPr>
                <p14:cNvContentPartPr/>
                <p14:nvPr/>
              </p14:nvContentPartPr>
              <p14:xfrm>
                <a:off x="2039544" y="327096"/>
                <a:ext cx="247320" cy="278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9CC3DEB-34C3-12C9-B0AB-34DB678E11F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030904" y="318096"/>
                  <a:ext cx="2649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E8C7441-72E3-6AAE-9463-44C497C2EF84}"/>
                    </a:ext>
                  </a:extLst>
                </p14:cNvPr>
                <p14:cNvContentPartPr/>
                <p14:nvPr/>
              </p14:nvContentPartPr>
              <p14:xfrm>
                <a:off x="2313144" y="203616"/>
                <a:ext cx="412560" cy="418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E8C7441-72E3-6AAE-9463-44C497C2EF8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04504" y="194616"/>
                  <a:ext cx="4302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1DBFB43-F258-1586-07D6-83B578B6E427}"/>
                    </a:ext>
                  </a:extLst>
                </p14:cNvPr>
                <p14:cNvContentPartPr/>
                <p14:nvPr/>
              </p14:nvContentPartPr>
              <p14:xfrm>
                <a:off x="2802744" y="269136"/>
                <a:ext cx="651600" cy="325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1DBFB43-F258-1586-07D6-83B578B6E42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794104" y="260136"/>
                  <a:ext cx="6692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00BE2BA-E563-D85E-B66F-1BCF010043FE}"/>
                    </a:ext>
                  </a:extLst>
                </p14:cNvPr>
                <p14:cNvContentPartPr/>
                <p14:nvPr/>
              </p14:nvContentPartPr>
              <p14:xfrm>
                <a:off x="386064" y="728136"/>
                <a:ext cx="2902680" cy="138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00BE2BA-E563-D85E-B66F-1BCF010043F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77424" y="719136"/>
                  <a:ext cx="29203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E11CC58-B096-CFA6-8CA2-58D2D6B1033F}"/>
                    </a:ext>
                  </a:extLst>
                </p14:cNvPr>
                <p14:cNvContentPartPr/>
                <p14:nvPr/>
              </p14:nvContentPartPr>
              <p14:xfrm>
                <a:off x="1576944" y="211536"/>
                <a:ext cx="18000" cy="38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E11CC58-B096-CFA6-8CA2-58D2D6B1033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68304" y="202896"/>
                  <a:ext cx="356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9656069-B2D7-AA93-F86C-5C0C076B8FD5}"/>
                    </a:ext>
                  </a:extLst>
                </p14:cNvPr>
                <p14:cNvContentPartPr/>
                <p14:nvPr/>
              </p14:nvContentPartPr>
              <p14:xfrm>
                <a:off x="820224" y="283896"/>
                <a:ext cx="96480" cy="34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9656069-B2D7-AA93-F86C-5C0C076B8FD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11584" y="274896"/>
                  <a:ext cx="11412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31328DA-FB47-DE25-7C38-36E9CD08E178}"/>
              </a:ext>
            </a:extLst>
          </p:cNvPr>
          <p:cNvGrpSpPr/>
          <p:nvPr/>
        </p:nvGrpSpPr>
        <p:grpSpPr>
          <a:xfrm>
            <a:off x="563904" y="948096"/>
            <a:ext cx="7652520" cy="723960"/>
            <a:chOff x="563904" y="948096"/>
            <a:chExt cx="7652520" cy="72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D85B880-9B1E-5F32-A5FE-7260C4F262C9}"/>
                    </a:ext>
                  </a:extLst>
                </p14:cNvPr>
                <p14:cNvContentPartPr/>
                <p14:nvPr/>
              </p14:nvContentPartPr>
              <p14:xfrm>
                <a:off x="563904" y="948096"/>
                <a:ext cx="258120" cy="378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D85B880-9B1E-5F32-A5FE-7260C4F262C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54904" y="939456"/>
                  <a:ext cx="27576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382030F-8F67-3DB8-8D24-662F4D4FF27D}"/>
                    </a:ext>
                  </a:extLst>
                </p14:cNvPr>
                <p14:cNvContentPartPr/>
                <p14:nvPr/>
              </p14:nvContentPartPr>
              <p14:xfrm>
                <a:off x="1104624" y="1103616"/>
                <a:ext cx="34560" cy="254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382030F-8F67-3DB8-8D24-662F4D4FF27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95984" y="1094976"/>
                  <a:ext cx="522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1C77D5B-02E6-4F35-4361-24517FA8F297}"/>
                    </a:ext>
                  </a:extLst>
                </p14:cNvPr>
                <p14:cNvContentPartPr/>
                <p14:nvPr/>
              </p14:nvContentPartPr>
              <p14:xfrm>
                <a:off x="1061064" y="1084176"/>
                <a:ext cx="257760" cy="317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1C77D5B-02E6-4F35-4361-24517FA8F29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52064" y="1075536"/>
                  <a:ext cx="2754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B6E50A4-E224-C5C6-B418-6E1E0FA83A4F}"/>
                    </a:ext>
                  </a:extLst>
                </p14:cNvPr>
                <p14:cNvContentPartPr/>
                <p14:nvPr/>
              </p14:nvContentPartPr>
              <p14:xfrm>
                <a:off x="1344024" y="1166616"/>
                <a:ext cx="256320" cy="191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B6E50A4-E224-C5C6-B418-6E1E0FA83A4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335384" y="1157616"/>
                  <a:ext cx="2739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811A4D0-D3AE-9E49-E46D-1DD0F94D7588}"/>
                    </a:ext>
                  </a:extLst>
                </p14:cNvPr>
                <p14:cNvContentPartPr/>
                <p14:nvPr/>
              </p14:nvContentPartPr>
              <p14:xfrm>
                <a:off x="1645344" y="1084896"/>
                <a:ext cx="45000" cy="307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811A4D0-D3AE-9E49-E46D-1DD0F94D758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636344" y="1076256"/>
                  <a:ext cx="626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4CD304B-7EC8-16E2-1462-91A481B81789}"/>
                    </a:ext>
                  </a:extLst>
                </p14:cNvPr>
                <p14:cNvContentPartPr/>
                <p14:nvPr/>
              </p14:nvContentPartPr>
              <p14:xfrm>
                <a:off x="1689264" y="1157256"/>
                <a:ext cx="324360" cy="201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4CD304B-7EC8-16E2-1462-91A481B8178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680264" y="1148256"/>
                  <a:ext cx="3420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55EE68C-3335-E9E1-1775-9CE96B9DEE2F}"/>
                    </a:ext>
                  </a:extLst>
                </p14:cNvPr>
                <p14:cNvContentPartPr/>
                <p14:nvPr/>
              </p14:nvContentPartPr>
              <p14:xfrm>
                <a:off x="2303064" y="1179936"/>
                <a:ext cx="17640" cy="192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55EE68C-3335-E9E1-1775-9CE96B9DEE2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294424" y="1170936"/>
                  <a:ext cx="352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1697E5-6A74-17CB-1688-442DFF918700}"/>
                    </a:ext>
                  </a:extLst>
                </p14:cNvPr>
                <p14:cNvContentPartPr/>
                <p14:nvPr/>
              </p14:nvContentPartPr>
              <p14:xfrm>
                <a:off x="2320344" y="1113336"/>
                <a:ext cx="17280" cy="43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1697E5-6A74-17CB-1688-442DFF91870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311344" y="1104696"/>
                  <a:ext cx="349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43F7EF2-9A67-25D6-F726-681B9A95CC06}"/>
                    </a:ext>
                  </a:extLst>
                </p14:cNvPr>
                <p14:cNvContentPartPr/>
                <p14:nvPr/>
              </p14:nvContentPartPr>
              <p14:xfrm>
                <a:off x="2381184" y="1156896"/>
                <a:ext cx="155880" cy="191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43F7EF2-9A67-25D6-F726-681B9A95CC0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372184" y="1148256"/>
                  <a:ext cx="1735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A331131-1C00-E567-C89F-EA4065BC98EE}"/>
                    </a:ext>
                  </a:extLst>
                </p14:cNvPr>
                <p14:cNvContentPartPr/>
                <p14:nvPr/>
              </p14:nvContentPartPr>
              <p14:xfrm>
                <a:off x="2802024" y="1064376"/>
                <a:ext cx="627120" cy="334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A331131-1C00-E567-C89F-EA4065BC98E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793024" y="1055376"/>
                  <a:ext cx="6447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8F0D979-AEF0-6027-58CA-1089678A80C1}"/>
                    </a:ext>
                  </a:extLst>
                </p14:cNvPr>
                <p14:cNvContentPartPr/>
                <p14:nvPr/>
              </p14:nvContentPartPr>
              <p14:xfrm>
                <a:off x="3454344" y="1151136"/>
                <a:ext cx="564120" cy="194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8F0D979-AEF0-6027-58CA-1089678A80C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445344" y="1142496"/>
                  <a:ext cx="5817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AA840D7-CB29-4A55-F1B0-51431263231C}"/>
                    </a:ext>
                  </a:extLst>
                </p14:cNvPr>
                <p14:cNvContentPartPr/>
                <p14:nvPr/>
              </p14:nvContentPartPr>
              <p14:xfrm>
                <a:off x="4061664" y="1064376"/>
                <a:ext cx="95040" cy="304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AA840D7-CB29-4A55-F1B0-51431263231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052664" y="1055376"/>
                  <a:ext cx="1126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D18E061-A850-6412-BB98-6FB473BDF562}"/>
                    </a:ext>
                  </a:extLst>
                </p14:cNvPr>
                <p14:cNvContentPartPr/>
                <p14:nvPr/>
              </p14:nvContentPartPr>
              <p14:xfrm>
                <a:off x="4043664" y="1175976"/>
                <a:ext cx="153360" cy="82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D18E061-A850-6412-BB98-6FB473BDF56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034664" y="1167336"/>
                  <a:ext cx="1710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D3C8F2C-869D-BF0B-EDCB-1D0B83465E23}"/>
                    </a:ext>
                  </a:extLst>
                </p14:cNvPr>
                <p14:cNvContentPartPr/>
                <p14:nvPr/>
              </p14:nvContentPartPr>
              <p14:xfrm>
                <a:off x="4369464" y="1033056"/>
                <a:ext cx="216000" cy="496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D3C8F2C-869D-BF0B-EDCB-1D0B83465E2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360464" y="1024056"/>
                  <a:ext cx="23364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E8ED4AC-1CCB-0926-5F05-DAD7C9CA2651}"/>
                    </a:ext>
                  </a:extLst>
                </p14:cNvPr>
                <p14:cNvContentPartPr/>
                <p14:nvPr/>
              </p14:nvContentPartPr>
              <p14:xfrm>
                <a:off x="4635504" y="1156176"/>
                <a:ext cx="463320" cy="266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E8ED4AC-1CCB-0926-5F05-DAD7C9CA265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626504" y="1147176"/>
                  <a:ext cx="4809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1BB050C-5453-72C6-01DD-AF79C80C6506}"/>
                    </a:ext>
                  </a:extLst>
                </p14:cNvPr>
                <p14:cNvContentPartPr/>
                <p14:nvPr/>
              </p14:nvContentPartPr>
              <p14:xfrm>
                <a:off x="5174064" y="1095696"/>
                <a:ext cx="35640" cy="365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1BB050C-5453-72C6-01DD-AF79C80C650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165424" y="1086696"/>
                  <a:ext cx="5328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2998339-9B2F-3A84-11BE-2A2D0A90B28C}"/>
                    </a:ext>
                  </a:extLst>
                </p14:cNvPr>
                <p14:cNvContentPartPr/>
                <p14:nvPr/>
              </p14:nvContentPartPr>
              <p14:xfrm>
                <a:off x="5165424" y="1219536"/>
                <a:ext cx="182520" cy="100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2998339-9B2F-3A84-11BE-2A2D0A90B28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156424" y="1210896"/>
                  <a:ext cx="2001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B2B66FA-57B1-179B-99A0-3EC38FA2D7BA}"/>
                    </a:ext>
                  </a:extLst>
                </p14:cNvPr>
                <p14:cNvContentPartPr/>
                <p14:nvPr/>
              </p14:nvContentPartPr>
              <p14:xfrm>
                <a:off x="5664024" y="1035936"/>
                <a:ext cx="1087920" cy="371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B2B66FA-57B1-179B-99A0-3EC38FA2D7B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655024" y="1026936"/>
                  <a:ext cx="11055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E6F6F68-50A4-8CDF-69A2-7A4B344E421B}"/>
                    </a:ext>
                  </a:extLst>
                </p14:cNvPr>
                <p14:cNvContentPartPr/>
                <p14:nvPr/>
              </p14:nvContentPartPr>
              <p14:xfrm>
                <a:off x="6646824" y="1069416"/>
                <a:ext cx="746280" cy="510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E6F6F68-50A4-8CDF-69A2-7A4B344E421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638184" y="1060416"/>
                  <a:ext cx="76392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1D3E608-1FCE-5230-7608-9EBE74C0D916}"/>
                    </a:ext>
                  </a:extLst>
                </p14:cNvPr>
                <p14:cNvContentPartPr/>
                <p14:nvPr/>
              </p14:nvContentPartPr>
              <p14:xfrm>
                <a:off x="7369344" y="1229256"/>
                <a:ext cx="41040" cy="442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1D3E608-1FCE-5230-7608-9EBE74C0D91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360344" y="1220256"/>
                  <a:ext cx="5868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E21738E-A33A-5179-9260-05E6F904E49F}"/>
                    </a:ext>
                  </a:extLst>
                </p14:cNvPr>
                <p14:cNvContentPartPr/>
                <p14:nvPr/>
              </p14:nvContentPartPr>
              <p14:xfrm>
                <a:off x="7392744" y="1233216"/>
                <a:ext cx="147960" cy="372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E21738E-A33A-5179-9260-05E6F904E49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384104" y="1224216"/>
                  <a:ext cx="1656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0470805-E290-3095-D6DD-2DBAC41E2F6E}"/>
                    </a:ext>
                  </a:extLst>
                </p14:cNvPr>
                <p14:cNvContentPartPr/>
                <p14:nvPr/>
              </p14:nvContentPartPr>
              <p14:xfrm>
                <a:off x="7520904" y="1238616"/>
                <a:ext cx="695520" cy="189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0470805-E290-3095-D6DD-2DBAC41E2F6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512264" y="1229616"/>
                  <a:ext cx="713160" cy="2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B797695-86C1-EE65-9550-D5C5076DA6EC}"/>
                  </a:ext>
                </a:extLst>
              </p14:cNvPr>
              <p14:cNvContentPartPr/>
              <p14:nvPr/>
            </p14:nvContentPartPr>
            <p14:xfrm>
              <a:off x="1758384" y="4669128"/>
              <a:ext cx="957240" cy="1058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B797695-86C1-EE65-9550-D5C5076DA6E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704384" y="4561128"/>
                <a:ext cx="106488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9CCA8E5-B0D2-F09D-6960-8A5A203519A0}"/>
                  </a:ext>
                </a:extLst>
              </p14:cNvPr>
              <p14:cNvContentPartPr/>
              <p14:nvPr/>
            </p14:nvContentPartPr>
            <p14:xfrm>
              <a:off x="1697544" y="5553288"/>
              <a:ext cx="905400" cy="1231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9CCA8E5-B0D2-F09D-6960-8A5A203519A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643904" y="5445648"/>
                <a:ext cx="101304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E94877A-1B9E-7BD9-E1B0-30D0A8D84E7C}"/>
                  </a:ext>
                </a:extLst>
              </p14:cNvPr>
              <p14:cNvContentPartPr/>
              <p14:nvPr/>
            </p14:nvContentPartPr>
            <p14:xfrm>
              <a:off x="8934984" y="2202768"/>
              <a:ext cx="422280" cy="2581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E94877A-1B9E-7BD9-E1B0-30D0A8D84E7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926344" y="2193768"/>
                <a:ext cx="43992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B9D8F2D-90DA-76E7-04D3-00ECAE389B43}"/>
                  </a:ext>
                </a:extLst>
              </p14:cNvPr>
              <p14:cNvContentPartPr/>
              <p14:nvPr/>
            </p14:nvContentPartPr>
            <p14:xfrm>
              <a:off x="9456984" y="2234448"/>
              <a:ext cx="52560" cy="1789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B9D8F2D-90DA-76E7-04D3-00ECAE389B4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447984" y="2225448"/>
                <a:ext cx="7020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66ACA228-9AB5-504C-508F-5A4B88B909B6}"/>
                  </a:ext>
                </a:extLst>
              </p14:cNvPr>
              <p14:cNvContentPartPr/>
              <p14:nvPr/>
            </p14:nvContentPartPr>
            <p14:xfrm>
              <a:off x="9585504" y="2258208"/>
              <a:ext cx="301680" cy="1483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66ACA228-9AB5-504C-508F-5A4B88B909B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576864" y="2249208"/>
                <a:ext cx="31932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589343A-69A2-F0A8-7EEB-A832322BB609}"/>
                  </a:ext>
                </a:extLst>
              </p14:cNvPr>
              <p14:cNvContentPartPr/>
              <p14:nvPr/>
            </p14:nvContentPartPr>
            <p14:xfrm>
              <a:off x="9936504" y="2211408"/>
              <a:ext cx="464040" cy="1821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589343A-69A2-F0A8-7EEB-A832322BB60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927504" y="2202768"/>
                <a:ext cx="48168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CAE97AF-7E32-BB53-6B75-C4D4F110A2B1}"/>
                  </a:ext>
                </a:extLst>
              </p14:cNvPr>
              <p14:cNvContentPartPr/>
              <p14:nvPr/>
            </p14:nvContentPartPr>
            <p14:xfrm>
              <a:off x="9306144" y="2573568"/>
              <a:ext cx="609480" cy="4302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CAE97AF-7E32-BB53-6B75-C4D4F110A2B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297144" y="2564568"/>
                <a:ext cx="62712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265CFE8-0AD2-19C2-7C59-67593288E9D8}"/>
                  </a:ext>
                </a:extLst>
              </p14:cNvPr>
              <p14:cNvContentPartPr/>
              <p14:nvPr/>
            </p14:nvContentPartPr>
            <p14:xfrm>
              <a:off x="9869904" y="2603808"/>
              <a:ext cx="701280" cy="2966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E265CFE8-0AD2-19C2-7C59-67593288E9D8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861264" y="2594808"/>
                <a:ext cx="718920" cy="31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68D5AE2-BE46-0D98-4B44-FA798C39A69A}"/>
              </a:ext>
            </a:extLst>
          </p:cNvPr>
          <p:cNvGrpSpPr/>
          <p:nvPr/>
        </p:nvGrpSpPr>
        <p:grpSpPr>
          <a:xfrm>
            <a:off x="8131104" y="3211848"/>
            <a:ext cx="2596320" cy="3303720"/>
            <a:chOff x="8131104" y="3211848"/>
            <a:chExt cx="2596320" cy="330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E3B31D8-5081-1AE1-4B72-2C4823C89D2B}"/>
                    </a:ext>
                  </a:extLst>
                </p14:cNvPr>
                <p14:cNvContentPartPr/>
                <p14:nvPr/>
              </p14:nvContentPartPr>
              <p14:xfrm>
                <a:off x="8131824" y="3623688"/>
                <a:ext cx="419040" cy="2817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E3B31D8-5081-1AE1-4B72-2C4823C89D2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123184" y="3615048"/>
                  <a:ext cx="436680" cy="28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FFA51A1-4964-73A4-EC64-029CA4480909}"/>
                    </a:ext>
                  </a:extLst>
                </p14:cNvPr>
                <p14:cNvContentPartPr/>
                <p14:nvPr/>
              </p14:nvContentPartPr>
              <p14:xfrm>
                <a:off x="8583984" y="3211848"/>
                <a:ext cx="2143440" cy="2999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FFA51A1-4964-73A4-EC64-029CA448090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575344" y="3203208"/>
                  <a:ext cx="2161080" cy="30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2E1408-604E-6E6B-15D0-7C726DD3AE12}"/>
                    </a:ext>
                  </a:extLst>
                </p14:cNvPr>
                <p14:cNvContentPartPr/>
                <p14:nvPr/>
              </p14:nvContentPartPr>
              <p14:xfrm>
                <a:off x="8705664" y="6306408"/>
                <a:ext cx="1961280" cy="209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2E1408-604E-6E6B-15D0-7C726DD3AE1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697024" y="6297408"/>
                  <a:ext cx="19789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430F697-5045-95CD-AB25-595367BEF8A1}"/>
                    </a:ext>
                  </a:extLst>
                </p14:cNvPr>
                <p14:cNvContentPartPr/>
                <p14:nvPr/>
              </p14:nvContentPartPr>
              <p14:xfrm>
                <a:off x="8378424" y="4171968"/>
                <a:ext cx="2047680" cy="158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430F697-5045-95CD-AB25-595367BEF8A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369424" y="4163328"/>
                  <a:ext cx="20653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BC2818A-6D94-85EF-F77F-DEEAF729E78B}"/>
                    </a:ext>
                  </a:extLst>
                </p14:cNvPr>
                <p14:cNvContentPartPr/>
                <p14:nvPr/>
              </p14:nvContentPartPr>
              <p14:xfrm>
                <a:off x="8434584" y="4542768"/>
                <a:ext cx="1959120" cy="142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BC2818A-6D94-85EF-F77F-DEEAF729E78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425584" y="4533768"/>
                  <a:ext cx="19767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E823D67-5A85-E40C-F5B2-F54F193D7E5D}"/>
                    </a:ext>
                  </a:extLst>
                </p14:cNvPr>
                <p14:cNvContentPartPr/>
                <p14:nvPr/>
              </p14:nvContentPartPr>
              <p14:xfrm>
                <a:off x="8215704" y="5102568"/>
                <a:ext cx="2202840" cy="198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E823D67-5A85-E40C-F5B2-F54F193D7E5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207064" y="5093568"/>
                  <a:ext cx="22204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48DDDD8-5318-843E-45EE-A9713CA2240C}"/>
                    </a:ext>
                  </a:extLst>
                </p14:cNvPr>
                <p14:cNvContentPartPr/>
                <p14:nvPr/>
              </p14:nvContentPartPr>
              <p14:xfrm>
                <a:off x="8131104" y="5742648"/>
                <a:ext cx="2452320" cy="2192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48DDDD8-5318-843E-45EE-A9713CA2240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122104" y="5733648"/>
                  <a:ext cx="24699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5965030-7104-5068-2453-358AA0273950}"/>
                    </a:ext>
                  </a:extLst>
                </p14:cNvPr>
                <p14:cNvContentPartPr/>
                <p14:nvPr/>
              </p14:nvContentPartPr>
              <p14:xfrm>
                <a:off x="8822664" y="3825288"/>
                <a:ext cx="57240" cy="317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5965030-7104-5068-2453-358AA027395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813664" y="3816288"/>
                  <a:ext cx="748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8F9F6BC-85E7-8F91-7AF6-5D707FEB216B}"/>
                    </a:ext>
                  </a:extLst>
                </p14:cNvPr>
                <p14:cNvContentPartPr/>
                <p14:nvPr/>
              </p14:nvContentPartPr>
              <p14:xfrm>
                <a:off x="8815464" y="3834288"/>
                <a:ext cx="256320" cy="97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8F9F6BC-85E7-8F91-7AF6-5D707FEB216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806824" y="3825648"/>
                  <a:ext cx="2739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0074DD0-2F8C-EDC3-21DF-BA97607959AD}"/>
                    </a:ext>
                  </a:extLst>
                </p14:cNvPr>
                <p14:cNvContentPartPr/>
                <p14:nvPr/>
              </p14:nvContentPartPr>
              <p14:xfrm>
                <a:off x="8784144" y="3868848"/>
                <a:ext cx="579960" cy="210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0074DD0-2F8C-EDC3-21DF-BA97607959A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775504" y="3859848"/>
                  <a:ext cx="5976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06A9608-9607-B1B5-4540-A2BBC4D44081}"/>
                    </a:ext>
                  </a:extLst>
                </p14:cNvPr>
                <p14:cNvContentPartPr/>
                <p14:nvPr/>
              </p14:nvContentPartPr>
              <p14:xfrm>
                <a:off x="9724824" y="3994128"/>
                <a:ext cx="34200" cy="28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06A9608-9607-B1B5-4540-A2BBC4D4408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716184" y="3985128"/>
                  <a:ext cx="51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234BDCE-270A-19B4-76C0-6AC5827C03D0}"/>
                    </a:ext>
                  </a:extLst>
                </p14:cNvPr>
                <p14:cNvContentPartPr/>
                <p14:nvPr/>
              </p14:nvContentPartPr>
              <p14:xfrm>
                <a:off x="9306504" y="3680928"/>
                <a:ext cx="67680" cy="365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234BDCE-270A-19B4-76C0-6AC5827C03D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297504" y="3671928"/>
                  <a:ext cx="853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2421D80-55ED-4555-071F-8D96CA71FC39}"/>
                    </a:ext>
                  </a:extLst>
                </p14:cNvPr>
                <p14:cNvContentPartPr/>
                <p14:nvPr/>
              </p14:nvContentPartPr>
              <p14:xfrm>
                <a:off x="9485064" y="3817008"/>
                <a:ext cx="307440" cy="216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2421D80-55ED-4555-071F-8D96CA71FC3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476424" y="3808368"/>
                  <a:ext cx="3250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52E276D-B65D-6166-0146-C0F7A369EE6C}"/>
                    </a:ext>
                  </a:extLst>
                </p14:cNvPr>
                <p14:cNvContentPartPr/>
                <p14:nvPr/>
              </p14:nvContentPartPr>
              <p14:xfrm>
                <a:off x="8832744" y="4291848"/>
                <a:ext cx="45360" cy="269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52E276D-B65D-6166-0146-C0F7A369EE6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824104" y="4283208"/>
                  <a:ext cx="630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7DD2072-7758-3A3D-5134-4452AFF94504}"/>
                    </a:ext>
                  </a:extLst>
                </p14:cNvPr>
                <p14:cNvContentPartPr/>
                <p14:nvPr/>
              </p14:nvContentPartPr>
              <p14:xfrm>
                <a:off x="8867664" y="4268448"/>
                <a:ext cx="189000" cy="77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7DD2072-7758-3A3D-5134-4452AFF9450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859024" y="4259808"/>
                  <a:ext cx="2066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8E6B11C-0AF9-79CA-C528-8FEBCC6AA4B1}"/>
                    </a:ext>
                  </a:extLst>
                </p14:cNvPr>
                <p14:cNvContentPartPr/>
                <p14:nvPr/>
              </p14:nvContentPartPr>
              <p14:xfrm>
                <a:off x="8772984" y="4286088"/>
                <a:ext cx="533520" cy="242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8E6B11C-0AF9-79CA-C528-8FEBCC6AA4B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764344" y="4277448"/>
                  <a:ext cx="5511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BDCF9DE-E950-975A-A7AA-006D6CE1C678}"/>
                    </a:ext>
                  </a:extLst>
                </p14:cNvPr>
                <p14:cNvContentPartPr/>
                <p14:nvPr/>
              </p14:nvContentPartPr>
              <p14:xfrm>
                <a:off x="9324144" y="4335768"/>
                <a:ext cx="340200" cy="1789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BDCF9DE-E950-975A-A7AA-006D6CE1C67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315504" y="4327128"/>
                  <a:ext cx="3578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7744935-72DC-258F-27B5-84DAA7073033}"/>
                    </a:ext>
                  </a:extLst>
                </p14:cNvPr>
                <p14:cNvContentPartPr/>
                <p14:nvPr/>
              </p14:nvContentPartPr>
              <p14:xfrm>
                <a:off x="8739504" y="4764528"/>
                <a:ext cx="402120" cy="50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7744935-72DC-258F-27B5-84DAA707303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730504" y="4755888"/>
                  <a:ext cx="4197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4BEA7EA-C60C-BDB7-90DD-BC6FE9DC4C5B}"/>
                    </a:ext>
                  </a:extLst>
                </p14:cNvPr>
                <p14:cNvContentPartPr/>
                <p14:nvPr/>
              </p14:nvContentPartPr>
              <p14:xfrm>
                <a:off x="8917704" y="4789368"/>
                <a:ext cx="34920" cy="2206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4BEA7EA-C60C-BDB7-90DD-BC6FE9DC4C5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908704" y="4780728"/>
                  <a:ext cx="525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2A0C6BB-DBDB-609D-9CD1-2F846C051838}"/>
                    </a:ext>
                  </a:extLst>
                </p14:cNvPr>
                <p14:cNvContentPartPr/>
                <p14:nvPr/>
              </p14:nvContentPartPr>
              <p14:xfrm>
                <a:off x="9090504" y="4861728"/>
                <a:ext cx="68040" cy="186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2A0C6BB-DBDB-609D-9CD1-2F846C05183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081504" y="4852728"/>
                  <a:ext cx="856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9C1533D-2EEE-FE34-5C72-AF4F8BB5519F}"/>
                    </a:ext>
                  </a:extLst>
                </p14:cNvPr>
                <p14:cNvContentPartPr/>
                <p14:nvPr/>
              </p14:nvContentPartPr>
              <p14:xfrm>
                <a:off x="9211824" y="4827888"/>
                <a:ext cx="496440" cy="226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9C1533D-2EEE-FE34-5C72-AF4F8BB5519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203184" y="4818888"/>
                  <a:ext cx="5140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677D7E2-DCEC-81F8-B76B-023EF5B41B94}"/>
                    </a:ext>
                  </a:extLst>
                </p14:cNvPr>
                <p14:cNvContentPartPr/>
                <p14:nvPr/>
              </p14:nvContentPartPr>
              <p14:xfrm>
                <a:off x="8789904" y="5391288"/>
                <a:ext cx="45720" cy="3225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677D7E2-DCEC-81F8-B76B-023EF5B41B9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781264" y="5382648"/>
                  <a:ext cx="633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CE64E9F-444B-0B06-16C7-9AEFFB440BFA}"/>
                    </a:ext>
                  </a:extLst>
                </p14:cNvPr>
                <p14:cNvContentPartPr/>
                <p14:nvPr/>
              </p14:nvContentPartPr>
              <p14:xfrm>
                <a:off x="8789904" y="5385528"/>
                <a:ext cx="240840" cy="131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CE64E9F-444B-0B06-16C7-9AEFFB440BF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780904" y="5376888"/>
                  <a:ext cx="2584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64C35D1-BF6E-CB86-29CD-7DD75DA58B37}"/>
                    </a:ext>
                  </a:extLst>
                </p14:cNvPr>
                <p14:cNvContentPartPr/>
                <p14:nvPr/>
              </p14:nvContentPartPr>
              <p14:xfrm>
                <a:off x="8789544" y="5383008"/>
                <a:ext cx="517320" cy="264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64C35D1-BF6E-CB86-29CD-7DD75DA58B3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780904" y="5374368"/>
                  <a:ext cx="5349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69D061C-76CA-149C-A7A1-5D748DE6D9DC}"/>
                    </a:ext>
                  </a:extLst>
                </p14:cNvPr>
                <p14:cNvContentPartPr/>
                <p14:nvPr/>
              </p14:nvContentPartPr>
              <p14:xfrm>
                <a:off x="9314784" y="5482728"/>
                <a:ext cx="359640" cy="185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69D061C-76CA-149C-A7A1-5D748DE6D9D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306144" y="5474088"/>
                  <a:ext cx="3772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ED0BDA8-9211-FF6E-FC25-26BA7C35F2B9}"/>
                    </a:ext>
                  </a:extLst>
                </p14:cNvPr>
                <p14:cNvContentPartPr/>
                <p14:nvPr/>
              </p14:nvContentPartPr>
              <p14:xfrm>
                <a:off x="8978904" y="6045768"/>
                <a:ext cx="36000" cy="265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ED0BDA8-9211-FF6E-FC25-26BA7C35F2B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969904" y="6036768"/>
                  <a:ext cx="536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661D60F-20AA-7E80-59E0-6A8525BB9B66}"/>
                    </a:ext>
                  </a:extLst>
                </p14:cNvPr>
                <p14:cNvContentPartPr/>
                <p14:nvPr/>
              </p14:nvContentPartPr>
              <p14:xfrm>
                <a:off x="8961984" y="5989248"/>
                <a:ext cx="189360" cy="97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661D60F-20AA-7E80-59E0-6A8525BB9B6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953344" y="5980608"/>
                  <a:ext cx="2070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712BFFB-76D7-50E3-F9FA-DCE2DB11384B}"/>
                    </a:ext>
                  </a:extLst>
                </p14:cNvPr>
                <p14:cNvContentPartPr/>
                <p14:nvPr/>
              </p14:nvContentPartPr>
              <p14:xfrm>
                <a:off x="8934984" y="5972328"/>
                <a:ext cx="506880" cy="292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712BFFB-76D7-50E3-F9FA-DCE2DB11384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925984" y="5963328"/>
                  <a:ext cx="5245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9DF6210-FA94-2F73-A350-A94BBBA1AA46}"/>
                    </a:ext>
                  </a:extLst>
                </p14:cNvPr>
                <p14:cNvContentPartPr/>
                <p14:nvPr/>
              </p14:nvContentPartPr>
              <p14:xfrm>
                <a:off x="9485424" y="6046848"/>
                <a:ext cx="324360" cy="159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9DF6210-FA94-2F73-A350-A94BBBA1AA4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476424" y="6038208"/>
                  <a:ext cx="342000" cy="17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EE9088A9-2164-5978-AA2F-1AD2BF188206}"/>
                  </a:ext>
                </a:extLst>
              </p14:cNvPr>
              <p14:cNvContentPartPr/>
              <p14:nvPr/>
            </p14:nvContentPartPr>
            <p14:xfrm>
              <a:off x="8371584" y="4873608"/>
              <a:ext cx="1772280" cy="946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EE9088A9-2164-5978-AA2F-1AD2BF188206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8317584" y="4765968"/>
                <a:ext cx="187992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CA6EC6C-06AA-94B4-6B18-F6DD4D323228}"/>
                  </a:ext>
                </a:extLst>
              </p14:cNvPr>
              <p14:cNvContentPartPr/>
              <p14:nvPr/>
            </p14:nvContentPartPr>
            <p14:xfrm>
              <a:off x="8396784" y="5543928"/>
              <a:ext cx="1541160" cy="115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CA6EC6C-06AA-94B4-6B18-F6DD4D323228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8343144" y="5436288"/>
                <a:ext cx="16488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D1427F21-5A28-B174-7136-8709433E61F2}"/>
                  </a:ext>
                </a:extLst>
              </p14:cNvPr>
              <p14:cNvContentPartPr/>
              <p14:nvPr/>
            </p14:nvContentPartPr>
            <p14:xfrm>
              <a:off x="10058904" y="5134968"/>
              <a:ext cx="17640" cy="3924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D1427F21-5A28-B174-7136-8709433E61F2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0050264" y="5126328"/>
                <a:ext cx="352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E933788C-F554-9F3C-A8C0-B01A3F3A44D9}"/>
                  </a:ext>
                </a:extLst>
              </p14:cNvPr>
              <p14:cNvContentPartPr/>
              <p14:nvPr/>
            </p14:nvContentPartPr>
            <p14:xfrm>
              <a:off x="8327664" y="5723568"/>
              <a:ext cx="360" cy="3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E933788C-F554-9F3C-A8C0-B01A3F3A44D9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8319024" y="571456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904BEF7D-3C70-9544-DE4D-DF5293492229}"/>
              </a:ext>
            </a:extLst>
          </p:cNvPr>
          <p:cNvGrpSpPr/>
          <p:nvPr/>
        </p:nvGrpSpPr>
        <p:grpSpPr>
          <a:xfrm>
            <a:off x="1388664" y="2347056"/>
            <a:ext cx="6125760" cy="4630680"/>
            <a:chOff x="1388664" y="2347056"/>
            <a:chExt cx="6125760" cy="463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7ED01AE-ABA0-9998-2C5B-3A0A0450CF38}"/>
                    </a:ext>
                  </a:extLst>
                </p14:cNvPr>
                <p14:cNvContentPartPr/>
                <p14:nvPr/>
              </p14:nvContentPartPr>
              <p14:xfrm>
                <a:off x="1616904" y="2347056"/>
                <a:ext cx="497880" cy="433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7ED01AE-ABA0-9998-2C5B-3A0A0450CF3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607904" y="2338056"/>
                  <a:ext cx="51552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7181A45-3A2B-F8B4-F79E-22C2BDB61001}"/>
                    </a:ext>
                  </a:extLst>
                </p14:cNvPr>
                <p14:cNvContentPartPr/>
                <p14:nvPr/>
              </p14:nvContentPartPr>
              <p14:xfrm>
                <a:off x="2166624" y="2360376"/>
                <a:ext cx="248400" cy="237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7181A45-3A2B-F8B4-F79E-22C2BDB6100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157984" y="2351376"/>
                  <a:ext cx="266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F8FB971-A998-C5AE-293C-061522CAB91E}"/>
                    </a:ext>
                  </a:extLst>
                </p14:cNvPr>
                <p14:cNvContentPartPr/>
                <p14:nvPr/>
              </p14:nvContentPartPr>
              <p14:xfrm>
                <a:off x="1466064" y="2750976"/>
                <a:ext cx="1072800" cy="179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F8FB971-A998-C5AE-293C-061522CAB91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457064" y="2742336"/>
                  <a:ext cx="10904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1FDE590-ED83-BF19-7433-8563F68AD0ED}"/>
                    </a:ext>
                  </a:extLst>
                </p14:cNvPr>
                <p14:cNvContentPartPr/>
                <p14:nvPr/>
              </p14:nvContentPartPr>
              <p14:xfrm>
                <a:off x="1388664" y="2858616"/>
                <a:ext cx="300600" cy="3821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1FDE590-ED83-BF19-7433-8563F68AD0E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380024" y="2849976"/>
                  <a:ext cx="318240" cy="38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1D9C559-726D-0649-CFE8-D448DD46FF6E}"/>
                    </a:ext>
                  </a:extLst>
                </p14:cNvPr>
                <p14:cNvContentPartPr/>
                <p14:nvPr/>
              </p14:nvContentPartPr>
              <p14:xfrm>
                <a:off x="2637504" y="2762136"/>
                <a:ext cx="371520" cy="4215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1D9C559-726D-0649-CFE8-D448DD46FF6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628864" y="2753136"/>
                  <a:ext cx="389160" cy="42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80360B2-9BD6-BBF3-FF6D-2450AA236D88}"/>
                    </a:ext>
                  </a:extLst>
                </p14:cNvPr>
                <p14:cNvContentPartPr/>
                <p14:nvPr/>
              </p14:nvContentPartPr>
              <p14:xfrm>
                <a:off x="1648224" y="6518808"/>
                <a:ext cx="1607400" cy="247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80360B2-9BD6-BBF3-FF6D-2450AA236D8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639224" y="6510168"/>
                  <a:ext cx="16250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FAE5EDD-828C-335A-11C6-B427D5169C63}"/>
                    </a:ext>
                  </a:extLst>
                </p14:cNvPr>
                <p14:cNvContentPartPr/>
                <p14:nvPr/>
              </p14:nvContentPartPr>
              <p14:xfrm>
                <a:off x="1540584" y="5782248"/>
                <a:ext cx="105120" cy="53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FAE5EDD-828C-335A-11C6-B427D5169C6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531944" y="5773608"/>
                  <a:ext cx="122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2158141-98D6-9886-9E2D-AECD77C4921A}"/>
                    </a:ext>
                  </a:extLst>
                </p14:cNvPr>
                <p14:cNvContentPartPr/>
                <p14:nvPr/>
              </p14:nvContentPartPr>
              <p14:xfrm>
                <a:off x="1523664" y="5757768"/>
                <a:ext cx="1420920" cy="254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2158141-98D6-9886-9E2D-AECD77C4921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515024" y="5748768"/>
                  <a:ext cx="14385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C4CFC8B-C963-EF50-BE47-9B02EB162F06}"/>
                    </a:ext>
                  </a:extLst>
                </p14:cNvPr>
                <p14:cNvContentPartPr/>
                <p14:nvPr/>
              </p14:nvContentPartPr>
              <p14:xfrm>
                <a:off x="1577664" y="4981248"/>
                <a:ext cx="1299600" cy="282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C4CFC8B-C963-EF50-BE47-9B02EB162F0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569024" y="4972608"/>
                  <a:ext cx="13172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C2205E5-D372-CDE3-B007-A0BC2DF7B624}"/>
                    </a:ext>
                  </a:extLst>
                </p14:cNvPr>
                <p14:cNvContentPartPr/>
                <p14:nvPr/>
              </p14:nvContentPartPr>
              <p14:xfrm>
                <a:off x="1473264" y="4238928"/>
                <a:ext cx="1370520" cy="213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C2205E5-D372-CDE3-B007-A0BC2DF7B62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464264" y="4230288"/>
                  <a:ext cx="13881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BCC62C1-4BE9-A62D-F934-B035CEAA403E}"/>
                    </a:ext>
                  </a:extLst>
                </p14:cNvPr>
                <p14:cNvContentPartPr/>
                <p14:nvPr/>
              </p14:nvContentPartPr>
              <p14:xfrm>
                <a:off x="1525464" y="3390408"/>
                <a:ext cx="1090440" cy="184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BCC62C1-4BE9-A62D-F934-B035CEAA403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516824" y="3381768"/>
                  <a:ext cx="11080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8E824CC-5B12-709D-1DB6-67081382090E}"/>
                    </a:ext>
                  </a:extLst>
                </p14:cNvPr>
                <p14:cNvContentPartPr/>
                <p14:nvPr/>
              </p14:nvContentPartPr>
              <p14:xfrm>
                <a:off x="1857744" y="3054888"/>
                <a:ext cx="71280" cy="200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8E824CC-5B12-709D-1DB6-67081382090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849104" y="3046248"/>
                  <a:ext cx="889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5405CBC-841E-D0FC-20A2-440BBDA81FE9}"/>
                    </a:ext>
                  </a:extLst>
                </p14:cNvPr>
                <p14:cNvContentPartPr/>
                <p14:nvPr/>
              </p14:nvContentPartPr>
              <p14:xfrm>
                <a:off x="1868184" y="3005208"/>
                <a:ext cx="318240" cy="212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5405CBC-841E-D0FC-20A2-440BBDA81FE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859184" y="2996208"/>
                  <a:ext cx="3358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EB8F7A6-8F58-F5EC-99BE-CAA5210CC03F}"/>
                    </a:ext>
                  </a:extLst>
                </p14:cNvPr>
                <p14:cNvContentPartPr/>
                <p14:nvPr/>
              </p14:nvContentPartPr>
              <p14:xfrm>
                <a:off x="1817064" y="3857688"/>
                <a:ext cx="496800" cy="219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EB8F7A6-8F58-F5EC-99BE-CAA5210CC03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808424" y="3849048"/>
                  <a:ext cx="5144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4CAE606-7C4B-D6E3-5E71-A20EFAF43F14}"/>
                    </a:ext>
                  </a:extLst>
                </p14:cNvPr>
                <p14:cNvContentPartPr/>
                <p14:nvPr/>
              </p14:nvContentPartPr>
              <p14:xfrm>
                <a:off x="1852344" y="5473008"/>
                <a:ext cx="144360" cy="235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4CAE606-7C4B-D6E3-5E71-A20EFAF43F1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843344" y="5464008"/>
                  <a:ext cx="1620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F26EBC6-FA27-F8C7-A5A2-78AA846EC3A9}"/>
                    </a:ext>
                  </a:extLst>
                </p14:cNvPr>
                <p14:cNvContentPartPr/>
                <p14:nvPr/>
              </p14:nvContentPartPr>
              <p14:xfrm>
                <a:off x="2073024" y="5506488"/>
                <a:ext cx="240840" cy="183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F26EBC6-FA27-F8C7-A5A2-78AA846EC3A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064024" y="5497848"/>
                  <a:ext cx="2584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E89D5FA-8E7C-3159-C671-94A9391AAAC9}"/>
                    </a:ext>
                  </a:extLst>
                </p14:cNvPr>
                <p14:cNvContentPartPr/>
                <p14:nvPr/>
              </p14:nvContentPartPr>
              <p14:xfrm>
                <a:off x="2363544" y="5492448"/>
                <a:ext cx="189720" cy="168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E89D5FA-8E7C-3159-C671-94A9391AAAC9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354904" y="5483448"/>
                  <a:ext cx="2073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59D4216-59AB-4A59-E4DC-2968F712A186}"/>
                    </a:ext>
                  </a:extLst>
                </p14:cNvPr>
                <p14:cNvContentPartPr/>
                <p14:nvPr/>
              </p14:nvContentPartPr>
              <p14:xfrm>
                <a:off x="1968984" y="6176088"/>
                <a:ext cx="166320" cy="174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59D4216-59AB-4A59-E4DC-2968F712A18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960344" y="6167088"/>
                  <a:ext cx="183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617F9AB-4B43-494E-D25F-15CF81FEFE75}"/>
                    </a:ext>
                  </a:extLst>
                </p14:cNvPr>
                <p14:cNvContentPartPr/>
                <p14:nvPr/>
              </p14:nvContentPartPr>
              <p14:xfrm>
                <a:off x="2151504" y="6171408"/>
                <a:ext cx="180000" cy="204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617F9AB-4B43-494E-D25F-15CF81FEFE7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142504" y="6162768"/>
                  <a:ext cx="1976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ECAA833-2A91-1699-BD3D-5E2CCC9F9808}"/>
                    </a:ext>
                  </a:extLst>
                </p14:cNvPr>
                <p14:cNvContentPartPr/>
                <p14:nvPr/>
              </p14:nvContentPartPr>
              <p14:xfrm>
                <a:off x="2262744" y="6080328"/>
                <a:ext cx="118440" cy="53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ECAA833-2A91-1699-BD3D-5E2CCC9F980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254104" y="6071688"/>
                  <a:ext cx="1360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1E45D17-9DD9-7291-7BAF-CF69B6C28E84}"/>
                    </a:ext>
                  </a:extLst>
                </p14:cNvPr>
                <p14:cNvContentPartPr/>
                <p14:nvPr/>
              </p14:nvContentPartPr>
              <p14:xfrm>
                <a:off x="1780344" y="3020328"/>
                <a:ext cx="78120" cy="114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1E45D17-9DD9-7291-7BAF-CF69B6C28E8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771344" y="3011328"/>
                  <a:ext cx="957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83E17D7-C64E-4F2F-F79C-6D1EDA5CEF93}"/>
                    </a:ext>
                  </a:extLst>
                </p14:cNvPr>
                <p14:cNvContentPartPr/>
                <p14:nvPr/>
              </p14:nvContentPartPr>
              <p14:xfrm>
                <a:off x="1811304" y="3226968"/>
                <a:ext cx="108000" cy="11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83E17D7-C64E-4F2F-F79C-6D1EDA5CEF9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802304" y="3218328"/>
                  <a:ext cx="125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F5A9B26-6814-FDE7-86CF-7649B868B0E6}"/>
                    </a:ext>
                  </a:extLst>
                </p14:cNvPr>
                <p14:cNvContentPartPr/>
                <p14:nvPr/>
              </p14:nvContentPartPr>
              <p14:xfrm>
                <a:off x="2991384" y="4691808"/>
                <a:ext cx="698400" cy="2365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F5A9B26-6814-FDE7-86CF-7649B868B0E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982384" y="4683168"/>
                  <a:ext cx="7160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163837C-EF41-04DC-6482-494F582DF670}"/>
                    </a:ext>
                  </a:extLst>
                </p14:cNvPr>
                <p14:cNvContentPartPr/>
                <p14:nvPr/>
              </p14:nvContentPartPr>
              <p14:xfrm>
                <a:off x="4213584" y="2807568"/>
                <a:ext cx="371520" cy="38217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163837C-EF41-04DC-6482-494F582DF67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204944" y="2798928"/>
                  <a:ext cx="389160" cy="38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AFE2431-F33B-2AA8-8D47-A202CDCDB33E}"/>
                    </a:ext>
                  </a:extLst>
                </p14:cNvPr>
                <p14:cNvContentPartPr/>
                <p14:nvPr/>
              </p14:nvContentPartPr>
              <p14:xfrm>
                <a:off x="4061664" y="2581488"/>
                <a:ext cx="3452760" cy="4010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AFE2431-F33B-2AA8-8D47-A202CDCDB33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053024" y="2572488"/>
                  <a:ext cx="3470400" cy="40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19F40A4-677F-044F-92FD-ED54A904A67D}"/>
                    </a:ext>
                  </a:extLst>
                </p14:cNvPr>
                <p14:cNvContentPartPr/>
                <p14:nvPr/>
              </p14:nvContentPartPr>
              <p14:xfrm>
                <a:off x="4385664" y="5389848"/>
                <a:ext cx="2450520" cy="4950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19F40A4-677F-044F-92FD-ED54A904A67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377024" y="5380848"/>
                  <a:ext cx="246816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B900325-8804-5930-604D-DE5CAE0439DC}"/>
                    </a:ext>
                  </a:extLst>
                </p14:cNvPr>
                <p14:cNvContentPartPr/>
                <p14:nvPr/>
              </p14:nvContentPartPr>
              <p14:xfrm>
                <a:off x="4274424" y="4717368"/>
                <a:ext cx="2811600" cy="558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B900325-8804-5930-604D-DE5CAE0439D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265424" y="4708728"/>
                  <a:ext cx="282924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E0ED26C-F48D-1B71-D294-85239F222C0F}"/>
                    </a:ext>
                  </a:extLst>
                </p14:cNvPr>
                <p14:cNvContentPartPr/>
                <p14:nvPr/>
              </p14:nvContentPartPr>
              <p14:xfrm>
                <a:off x="4318344" y="4085208"/>
                <a:ext cx="3000600" cy="3384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E0ED26C-F48D-1B71-D294-85239F222C0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309344" y="4076568"/>
                  <a:ext cx="30182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ECEE1E7-C6DF-C6CA-FCB1-120572BC2C98}"/>
                    </a:ext>
                  </a:extLst>
                </p14:cNvPr>
                <p14:cNvContentPartPr/>
                <p14:nvPr/>
              </p14:nvContentPartPr>
              <p14:xfrm>
                <a:off x="4156344" y="3305088"/>
                <a:ext cx="2774880" cy="2952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ECEE1E7-C6DF-C6CA-FCB1-120572BC2C9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147344" y="3296088"/>
                  <a:ext cx="27925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9E93FF5-71D3-195E-08FE-548214C0ABF9}"/>
                    </a:ext>
                  </a:extLst>
                </p14:cNvPr>
                <p14:cNvContentPartPr/>
                <p14:nvPr/>
              </p14:nvContentPartPr>
              <p14:xfrm>
                <a:off x="4669344" y="3052008"/>
                <a:ext cx="101520" cy="2570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9E93FF5-71D3-195E-08FE-548214C0ABF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660344" y="3043008"/>
                  <a:ext cx="1191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9A42197-C6AC-DBC6-4EE1-68265FFDA4AD}"/>
                    </a:ext>
                  </a:extLst>
                </p14:cNvPr>
                <p14:cNvContentPartPr/>
                <p14:nvPr/>
              </p14:nvContentPartPr>
              <p14:xfrm>
                <a:off x="4770504" y="3023928"/>
                <a:ext cx="372240" cy="2476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9A42197-C6AC-DBC6-4EE1-68265FFDA4A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761504" y="3015288"/>
                  <a:ext cx="3898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C7D337F-49CD-2A5B-4EA3-149A1FA142F8}"/>
                    </a:ext>
                  </a:extLst>
                </p14:cNvPr>
                <p14:cNvContentPartPr/>
                <p14:nvPr/>
              </p14:nvContentPartPr>
              <p14:xfrm>
                <a:off x="4735944" y="3770568"/>
                <a:ext cx="541440" cy="218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C7D337F-49CD-2A5B-4EA3-149A1FA142F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727304" y="3761568"/>
                  <a:ext cx="5590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FD77A91-8178-47F2-1A94-73E940EAACE7}"/>
                    </a:ext>
                  </a:extLst>
                </p14:cNvPr>
                <p14:cNvContentPartPr/>
                <p14:nvPr/>
              </p14:nvContentPartPr>
              <p14:xfrm>
                <a:off x="4456584" y="5390568"/>
                <a:ext cx="368280" cy="4150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FD77A91-8178-47F2-1A94-73E940EAACE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447584" y="5381928"/>
                  <a:ext cx="38592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CB76D28-1D49-1695-ABCD-927EF22F05C4}"/>
                    </a:ext>
                  </a:extLst>
                </p14:cNvPr>
                <p14:cNvContentPartPr/>
                <p14:nvPr/>
              </p14:nvContentPartPr>
              <p14:xfrm>
                <a:off x="4770504" y="5464368"/>
                <a:ext cx="105480" cy="1530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CB76D28-1D49-1695-ABCD-927EF22F05C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761504" y="5455728"/>
                  <a:ext cx="1231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FF8BFA5-8AE4-C103-94F3-A58CED12CD67}"/>
                    </a:ext>
                  </a:extLst>
                </p14:cNvPr>
                <p14:cNvContentPartPr/>
                <p14:nvPr/>
              </p14:nvContentPartPr>
              <p14:xfrm>
                <a:off x="4908744" y="5388408"/>
                <a:ext cx="67680" cy="2548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FF8BFA5-8AE4-C103-94F3-A58CED12CD6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900104" y="5379408"/>
                  <a:ext cx="853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90D5C2F-C76B-CAE2-5C6B-7E83F778A492}"/>
                    </a:ext>
                  </a:extLst>
                </p14:cNvPr>
                <p14:cNvContentPartPr/>
                <p14:nvPr/>
              </p14:nvContentPartPr>
              <p14:xfrm>
                <a:off x="5019984" y="5460768"/>
                <a:ext cx="110880" cy="114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90D5C2F-C76B-CAE2-5C6B-7E83F778A49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010984" y="5451768"/>
                  <a:ext cx="128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C99BAD5-26E7-107A-F613-B974340B463B}"/>
                    </a:ext>
                  </a:extLst>
                </p14:cNvPr>
                <p14:cNvContentPartPr/>
                <p14:nvPr/>
              </p14:nvContentPartPr>
              <p14:xfrm>
                <a:off x="5198904" y="5402088"/>
                <a:ext cx="284040" cy="1926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C99BAD5-26E7-107A-F613-B974340B463B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189904" y="5393088"/>
                  <a:ext cx="3016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6CAD44E-2C63-5A1C-63A8-3360D44B6609}"/>
                    </a:ext>
                  </a:extLst>
                </p14:cNvPr>
                <p14:cNvContentPartPr/>
                <p14:nvPr/>
              </p14:nvContentPartPr>
              <p14:xfrm>
                <a:off x="5543424" y="5246208"/>
                <a:ext cx="138600" cy="2959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6CAD44E-2C63-5A1C-63A8-3360D44B660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534424" y="5237568"/>
                  <a:ext cx="1562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AF74389-70F8-F9C8-47FB-92026ECED2B4}"/>
                    </a:ext>
                  </a:extLst>
                </p14:cNvPr>
                <p14:cNvContentPartPr/>
                <p14:nvPr/>
              </p14:nvContentPartPr>
              <p14:xfrm>
                <a:off x="5755824" y="5285088"/>
                <a:ext cx="132120" cy="228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AF74389-70F8-F9C8-47FB-92026ECED2B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747184" y="5276088"/>
                  <a:ext cx="1497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2AEBFEF-FFED-3D22-7076-6B657CF3B1AF}"/>
                    </a:ext>
                  </a:extLst>
                </p14:cNvPr>
                <p14:cNvContentPartPr/>
                <p14:nvPr/>
              </p14:nvContentPartPr>
              <p14:xfrm>
                <a:off x="5944824" y="5307048"/>
                <a:ext cx="267120" cy="176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2AEBFEF-FFED-3D22-7076-6B657CF3B1A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936184" y="5298048"/>
                  <a:ext cx="284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90D7F2F-8FEC-F8D7-B3AD-78B0561F8AD9}"/>
                    </a:ext>
                  </a:extLst>
                </p14:cNvPr>
                <p14:cNvContentPartPr/>
                <p14:nvPr/>
              </p14:nvContentPartPr>
              <p14:xfrm>
                <a:off x="6245424" y="5284728"/>
                <a:ext cx="121680" cy="1688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90D7F2F-8FEC-F8D7-B3AD-78B0561F8AD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236424" y="5276088"/>
                  <a:ext cx="1393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FB59C72-F4A7-389C-A19D-08A7018D63C5}"/>
                    </a:ext>
                  </a:extLst>
                </p14:cNvPr>
                <p14:cNvContentPartPr/>
                <p14:nvPr/>
              </p14:nvContentPartPr>
              <p14:xfrm>
                <a:off x="6434424" y="5362128"/>
                <a:ext cx="28440" cy="1159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FB59C72-F4A7-389C-A19D-08A7018D63C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425424" y="5353488"/>
                  <a:ext cx="460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6ECF4E0-DB2A-9FA7-4B5A-F98A5AFD1B0F}"/>
                    </a:ext>
                  </a:extLst>
                </p14:cNvPr>
                <p14:cNvContentPartPr/>
                <p14:nvPr/>
              </p14:nvContentPartPr>
              <p14:xfrm>
                <a:off x="6606504" y="5134968"/>
                <a:ext cx="163080" cy="271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6ECF4E0-DB2A-9FA7-4B5A-F98A5AFD1B0F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597504" y="5126328"/>
                  <a:ext cx="1807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F81D426-4C12-3686-E886-4ACF1800D8F1}"/>
                    </a:ext>
                  </a:extLst>
                </p14:cNvPr>
                <p14:cNvContentPartPr/>
                <p14:nvPr/>
              </p14:nvContentPartPr>
              <p14:xfrm>
                <a:off x="6758424" y="5222088"/>
                <a:ext cx="130320" cy="145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F81D426-4C12-3686-E886-4ACF1800D8F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749424" y="5213448"/>
                  <a:ext cx="1479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538CC6E-FB79-3797-F7BC-D82735698637}"/>
                    </a:ext>
                  </a:extLst>
                </p14:cNvPr>
                <p14:cNvContentPartPr/>
                <p14:nvPr/>
              </p14:nvContentPartPr>
              <p14:xfrm>
                <a:off x="6940224" y="5052168"/>
                <a:ext cx="136440" cy="2948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538CC6E-FB79-3797-F7BC-D8273569863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931584" y="5043168"/>
                  <a:ext cx="1540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4CDFF11-7F34-A640-A041-00B709ED5C1F}"/>
                    </a:ext>
                  </a:extLst>
                </p14:cNvPr>
                <p14:cNvContentPartPr/>
                <p14:nvPr/>
              </p14:nvContentPartPr>
              <p14:xfrm>
                <a:off x="7095744" y="4880808"/>
                <a:ext cx="129240" cy="5173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4CDFF11-7F34-A640-A041-00B709ED5C1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087104" y="4871808"/>
                  <a:ext cx="146880" cy="53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31B6F901-9F41-BC10-EA80-5E49223A6B10}"/>
                  </a:ext>
                </a:extLst>
              </p14:cNvPr>
              <p14:cNvContentPartPr/>
              <p14:nvPr/>
            </p14:nvContentPartPr>
            <p14:xfrm>
              <a:off x="6593544" y="5140728"/>
              <a:ext cx="651960" cy="20736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31B6F901-9F41-BC10-EA80-5E49223A6B10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6539544" y="5032728"/>
                <a:ext cx="759600" cy="42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563C4A5-6C1B-10CE-7F6A-262E1C6CDD46}"/>
              </a:ext>
            </a:extLst>
          </p:cNvPr>
          <p:cNvGrpSpPr/>
          <p:nvPr/>
        </p:nvGrpSpPr>
        <p:grpSpPr>
          <a:xfrm>
            <a:off x="8765784" y="4757328"/>
            <a:ext cx="1044000" cy="396720"/>
            <a:chOff x="8765784" y="4757328"/>
            <a:chExt cx="1044000" cy="39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72B45EF-F670-3FE3-4D8A-6629F0DD91C8}"/>
                    </a:ext>
                  </a:extLst>
                </p14:cNvPr>
                <p14:cNvContentPartPr/>
                <p14:nvPr/>
              </p14:nvContentPartPr>
              <p14:xfrm>
                <a:off x="8860824" y="4779648"/>
                <a:ext cx="57600" cy="3744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72B45EF-F670-3FE3-4D8A-6629F0DD91C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852184" y="4771008"/>
                  <a:ext cx="7524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5AF7096-4B2A-908D-7E8A-4A173825BB02}"/>
                    </a:ext>
                  </a:extLst>
                </p14:cNvPr>
                <p14:cNvContentPartPr/>
                <p14:nvPr/>
              </p14:nvContentPartPr>
              <p14:xfrm>
                <a:off x="8840304" y="4793328"/>
                <a:ext cx="28080" cy="972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5AF7096-4B2A-908D-7E8A-4A173825BB0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831304" y="4784688"/>
                  <a:ext cx="457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C86C21A-7944-26EA-0696-2B46BBAFE485}"/>
                    </a:ext>
                  </a:extLst>
                </p14:cNvPr>
                <p14:cNvContentPartPr/>
                <p14:nvPr/>
              </p14:nvContentPartPr>
              <p14:xfrm>
                <a:off x="8877744" y="4768488"/>
                <a:ext cx="240120" cy="439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C86C21A-7944-26EA-0696-2B46BBAFE48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869104" y="4759848"/>
                  <a:ext cx="257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67F4EB7-2641-CD7A-B0F6-477DFDEEB8B8}"/>
                    </a:ext>
                  </a:extLst>
                </p14:cNvPr>
                <p14:cNvContentPartPr/>
                <p14:nvPr/>
              </p14:nvContentPartPr>
              <p14:xfrm>
                <a:off x="8765784" y="4757328"/>
                <a:ext cx="642240" cy="321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67F4EB7-2641-CD7A-B0F6-477DFDEEB8B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756784" y="4748688"/>
                  <a:ext cx="6598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180E4EC-9030-B21C-9B4E-A5547B74CCE2}"/>
                    </a:ext>
                  </a:extLst>
                </p14:cNvPr>
                <p14:cNvContentPartPr/>
                <p14:nvPr/>
              </p14:nvContentPartPr>
              <p14:xfrm>
                <a:off x="9475344" y="4868568"/>
                <a:ext cx="334440" cy="1929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180E4EC-9030-B21C-9B4E-A5547B74CCE2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466344" y="4859928"/>
                  <a:ext cx="352080" cy="21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63174ED7-AB52-2972-A9C0-9AEBDB701DAB}"/>
                  </a:ext>
                </a:extLst>
              </p14:cNvPr>
              <p14:cNvContentPartPr/>
              <p14:nvPr/>
            </p14:nvContentPartPr>
            <p14:xfrm>
              <a:off x="7514424" y="4461048"/>
              <a:ext cx="642960" cy="14472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63174ED7-AB52-2972-A9C0-9AEBDB701DAB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7505424" y="4452408"/>
                <a:ext cx="660600" cy="1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079942CE-3E81-91F4-7250-A905B3740483}"/>
              </a:ext>
            </a:extLst>
          </p:cNvPr>
          <p:cNvGrpSpPr/>
          <p:nvPr/>
        </p:nvGrpSpPr>
        <p:grpSpPr>
          <a:xfrm>
            <a:off x="8987184" y="2522808"/>
            <a:ext cx="2992680" cy="805320"/>
            <a:chOff x="8987184" y="2522808"/>
            <a:chExt cx="2992680" cy="80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496E97A-7DFE-46BF-A432-07E258D7A410}"/>
                    </a:ext>
                  </a:extLst>
                </p14:cNvPr>
                <p14:cNvContentPartPr/>
                <p14:nvPr/>
              </p14:nvContentPartPr>
              <p14:xfrm>
                <a:off x="8987184" y="2522808"/>
                <a:ext cx="1551240" cy="8053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496E97A-7DFE-46BF-A432-07E258D7A41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978544" y="2513808"/>
                  <a:ext cx="1568880" cy="8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8D37CAF-D057-7528-8518-0EA678592B25}"/>
                    </a:ext>
                  </a:extLst>
                </p14:cNvPr>
                <p14:cNvContentPartPr/>
                <p14:nvPr/>
              </p14:nvContentPartPr>
              <p14:xfrm>
                <a:off x="10559664" y="2940408"/>
                <a:ext cx="569880" cy="124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8D37CAF-D057-7528-8518-0EA678592B2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550664" y="2931408"/>
                  <a:ext cx="5875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2AEC8BD-9F3C-1DF9-F3F1-0F1050E7164C}"/>
                    </a:ext>
                  </a:extLst>
                </p14:cNvPr>
                <p14:cNvContentPartPr/>
                <p14:nvPr/>
              </p14:nvContentPartPr>
              <p14:xfrm>
                <a:off x="11256624" y="2610648"/>
                <a:ext cx="723240" cy="4906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2AEC8BD-9F3C-1DF9-F3F1-0F1050E7164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1247624" y="2602008"/>
                  <a:ext cx="740880" cy="50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EA3DCE65-325B-1B5E-1B5F-971245367301}"/>
                  </a:ext>
                </a:extLst>
              </p14:cNvPr>
              <p14:cNvContentPartPr/>
              <p14:nvPr/>
            </p14:nvContentPartPr>
            <p14:xfrm>
              <a:off x="1378584" y="5564448"/>
              <a:ext cx="78840" cy="7236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EA3DCE65-325B-1B5E-1B5F-971245367301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1369584" y="5555808"/>
                <a:ext cx="9648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B3DDA875-AEE6-46D6-8435-4EA7D76B3807}"/>
                  </a:ext>
                </a:extLst>
              </p14:cNvPr>
              <p14:cNvContentPartPr/>
              <p14:nvPr/>
            </p14:nvContentPartPr>
            <p14:xfrm>
              <a:off x="1283904" y="4848408"/>
              <a:ext cx="44640" cy="6120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B3DDA875-AEE6-46D6-8435-4EA7D76B3807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1274904" y="4839408"/>
                <a:ext cx="622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E0C3F159-A762-1441-237B-D2731A212A6F}"/>
                  </a:ext>
                </a:extLst>
              </p14:cNvPr>
              <p14:cNvContentPartPr/>
              <p14:nvPr/>
            </p14:nvContentPartPr>
            <p14:xfrm>
              <a:off x="1765224" y="6288408"/>
              <a:ext cx="194040" cy="5724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E0C3F159-A762-1441-237B-D2731A212A6F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1756584" y="6279408"/>
                <a:ext cx="21168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24CBFF50-2120-900A-E6A7-BAF6BF8B713D}"/>
                  </a:ext>
                </a:extLst>
              </p14:cNvPr>
              <p14:cNvContentPartPr/>
              <p14:nvPr/>
            </p14:nvContentPartPr>
            <p14:xfrm>
              <a:off x="2151504" y="6384168"/>
              <a:ext cx="17280" cy="97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24CBFF50-2120-900A-E6A7-BAF6BF8B713D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2142864" y="6375528"/>
                <a:ext cx="3492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358CF92-D6FF-CCBC-A26D-BFC4B751AACA}"/>
                  </a:ext>
                </a:extLst>
              </p14:cNvPr>
              <p14:cNvContentPartPr/>
              <p14:nvPr/>
            </p14:nvContentPartPr>
            <p14:xfrm>
              <a:off x="1840464" y="6490368"/>
              <a:ext cx="11160" cy="1368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358CF92-D6FF-CCBC-A26D-BFC4B751AACA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1831824" y="6481728"/>
                <a:ext cx="288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245E22EA-1E4E-2657-3430-E086B09BCA0F}"/>
                  </a:ext>
                </a:extLst>
              </p14:cNvPr>
              <p14:cNvContentPartPr/>
              <p14:nvPr/>
            </p14:nvContentPartPr>
            <p14:xfrm>
              <a:off x="1868184" y="4297968"/>
              <a:ext cx="780120" cy="53172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245E22EA-1E4E-2657-3430-E086B09BCA0F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1859184" y="4288968"/>
                <a:ext cx="797760" cy="54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684D31D4-3A3A-1E67-5A9F-13D10E06E551}"/>
              </a:ext>
            </a:extLst>
          </p:cNvPr>
          <p:cNvGrpSpPr/>
          <p:nvPr/>
        </p:nvGrpSpPr>
        <p:grpSpPr>
          <a:xfrm>
            <a:off x="5070744" y="4326408"/>
            <a:ext cx="874800" cy="376200"/>
            <a:chOff x="5070744" y="4326408"/>
            <a:chExt cx="874800" cy="37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6AD850C-E543-8F46-164D-DA9121DAB5EB}"/>
                    </a:ext>
                  </a:extLst>
                </p14:cNvPr>
                <p14:cNvContentPartPr/>
                <p14:nvPr/>
              </p14:nvContentPartPr>
              <p14:xfrm>
                <a:off x="5070744" y="4696488"/>
                <a:ext cx="10440" cy="61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6AD850C-E543-8F46-164D-DA9121DAB5E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062104" y="4687848"/>
                  <a:ext cx="28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65847CB-FDA8-A806-DAEF-844E9D5E8253}"/>
                    </a:ext>
                  </a:extLst>
                </p14:cNvPr>
                <p14:cNvContentPartPr/>
                <p14:nvPr/>
              </p14:nvContentPartPr>
              <p14:xfrm>
                <a:off x="5388264" y="4326408"/>
                <a:ext cx="557280" cy="2912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65847CB-FDA8-A806-DAEF-844E9D5E8253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379264" y="4317408"/>
                  <a:ext cx="57492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1B8A3D46-8E4B-B761-C12C-AD07A1DACE41}"/>
              </a:ext>
            </a:extLst>
          </p:cNvPr>
          <p:cNvGrpSpPr/>
          <p:nvPr/>
        </p:nvGrpSpPr>
        <p:grpSpPr>
          <a:xfrm>
            <a:off x="2646144" y="2036808"/>
            <a:ext cx="1031760" cy="664920"/>
            <a:chOff x="2646144" y="2036808"/>
            <a:chExt cx="1031760" cy="66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EAB5F29-707C-1C7F-1B71-E37A1D0538AF}"/>
                    </a:ext>
                  </a:extLst>
                </p14:cNvPr>
                <p14:cNvContentPartPr/>
                <p14:nvPr/>
              </p14:nvContentPartPr>
              <p14:xfrm>
                <a:off x="2646144" y="2186928"/>
                <a:ext cx="866160" cy="514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EAB5F29-707C-1C7F-1B71-E37A1D0538AF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637144" y="2177928"/>
                  <a:ext cx="88380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40005AD-14DE-87C0-E00A-36871BEE0551}"/>
                    </a:ext>
                  </a:extLst>
                </p14:cNvPr>
                <p14:cNvContentPartPr/>
                <p14:nvPr/>
              </p14:nvContentPartPr>
              <p14:xfrm>
                <a:off x="3565584" y="2036808"/>
                <a:ext cx="112320" cy="5198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40005AD-14DE-87C0-E00A-36871BEE0551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556584" y="2028168"/>
                  <a:ext cx="129960" cy="537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11826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42DD83E-7CC1-3FFB-F329-D73494D77B6E}"/>
                  </a:ext>
                </a:extLst>
              </p14:cNvPr>
              <p14:cNvContentPartPr/>
              <p14:nvPr/>
            </p14:nvContentPartPr>
            <p14:xfrm>
              <a:off x="3153744" y="4668696"/>
              <a:ext cx="1059480" cy="2037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42DD83E-7CC1-3FFB-F329-D73494D77B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45104" y="4659696"/>
                <a:ext cx="1077120" cy="22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FDC2A64-B781-7CA1-9CC8-FD409B971A7C}"/>
              </a:ext>
            </a:extLst>
          </p:cNvPr>
          <p:cNvGrpSpPr/>
          <p:nvPr/>
        </p:nvGrpSpPr>
        <p:grpSpPr>
          <a:xfrm>
            <a:off x="387504" y="452736"/>
            <a:ext cx="9850680" cy="6015600"/>
            <a:chOff x="387504" y="452736"/>
            <a:chExt cx="9850680" cy="601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98CEF03-AC6E-ED0F-727E-239EE6C813D0}"/>
                    </a:ext>
                  </a:extLst>
                </p14:cNvPr>
                <p14:cNvContentPartPr/>
                <p14:nvPr/>
              </p14:nvContentPartPr>
              <p14:xfrm>
                <a:off x="632304" y="611856"/>
                <a:ext cx="129240" cy="963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98CEF03-AC6E-ED0F-727E-239EE6C813D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3304" y="602856"/>
                  <a:ext cx="146880" cy="9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80100B9-2A40-C792-6AF6-E8F01DC8B926}"/>
                    </a:ext>
                  </a:extLst>
                </p14:cNvPr>
                <p14:cNvContentPartPr/>
                <p14:nvPr/>
              </p14:nvContentPartPr>
              <p14:xfrm>
                <a:off x="608904" y="461376"/>
                <a:ext cx="1729440" cy="1177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80100B9-2A40-C792-6AF6-E8F01DC8B92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9904" y="452376"/>
                  <a:ext cx="1747080" cy="11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69318D4-B5E7-243C-5760-C8888D81576B}"/>
                    </a:ext>
                  </a:extLst>
                </p14:cNvPr>
                <p14:cNvContentPartPr/>
                <p14:nvPr/>
              </p14:nvContentPartPr>
              <p14:xfrm>
                <a:off x="978984" y="1041336"/>
                <a:ext cx="376560" cy="33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69318D4-B5E7-243C-5760-C8888D81576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9984" y="1032336"/>
                  <a:ext cx="394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42D3214-8B1B-C995-F88E-86C42864BF40}"/>
                    </a:ext>
                  </a:extLst>
                </p14:cNvPr>
                <p14:cNvContentPartPr/>
                <p14:nvPr/>
              </p14:nvContentPartPr>
              <p14:xfrm>
                <a:off x="1540584" y="842616"/>
                <a:ext cx="173880" cy="313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42D3214-8B1B-C995-F88E-86C42864BF4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31944" y="833976"/>
                  <a:ext cx="1915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E589D73-7CF8-2EC7-BB0A-2AE3FE73EC21}"/>
                    </a:ext>
                  </a:extLst>
                </p14:cNvPr>
                <p14:cNvContentPartPr/>
                <p14:nvPr/>
              </p14:nvContentPartPr>
              <p14:xfrm>
                <a:off x="1756584" y="897336"/>
                <a:ext cx="191160" cy="263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E589D73-7CF8-2EC7-BB0A-2AE3FE73EC2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47584" y="888696"/>
                  <a:ext cx="2088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8A6D6B5-389B-DB4A-2A9B-7E6C90A1287F}"/>
                    </a:ext>
                  </a:extLst>
                </p14:cNvPr>
                <p14:cNvContentPartPr/>
                <p14:nvPr/>
              </p14:nvContentPartPr>
              <p14:xfrm>
                <a:off x="1833984" y="832536"/>
                <a:ext cx="196560" cy="59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8A6D6B5-389B-DB4A-2A9B-7E6C90A128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24984" y="823536"/>
                  <a:ext cx="2142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99BD1AC-8302-D2E6-B16C-C3B6742D00D1}"/>
                    </a:ext>
                  </a:extLst>
                </p14:cNvPr>
                <p14:cNvContentPartPr/>
                <p14:nvPr/>
              </p14:nvContentPartPr>
              <p14:xfrm>
                <a:off x="2443824" y="972216"/>
                <a:ext cx="1429920" cy="176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99BD1AC-8302-D2E6-B16C-C3B6742D00D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35184" y="963216"/>
                  <a:ext cx="14475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C812E8D-E429-020F-D3DA-A3A320746EC4}"/>
                    </a:ext>
                  </a:extLst>
                </p14:cNvPr>
                <p14:cNvContentPartPr/>
                <p14:nvPr/>
              </p14:nvContentPartPr>
              <p14:xfrm>
                <a:off x="4129344" y="849456"/>
                <a:ext cx="513360" cy="423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C812E8D-E429-020F-D3DA-A3A320746EC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20344" y="840816"/>
                  <a:ext cx="5310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CE1CB97-8673-5533-0C0B-128C075EE92D}"/>
                    </a:ext>
                  </a:extLst>
                </p14:cNvPr>
                <p14:cNvContentPartPr/>
                <p14:nvPr/>
              </p14:nvContentPartPr>
              <p14:xfrm>
                <a:off x="4635504" y="847656"/>
                <a:ext cx="101880" cy="194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CE1CB97-8673-5533-0C0B-128C075EE92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26504" y="838656"/>
                  <a:ext cx="1195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1DB08CB-184A-93CC-E99B-FA839FAD6AF9}"/>
                    </a:ext>
                  </a:extLst>
                </p14:cNvPr>
                <p14:cNvContentPartPr/>
                <p14:nvPr/>
              </p14:nvContentPartPr>
              <p14:xfrm>
                <a:off x="4814424" y="757656"/>
                <a:ext cx="78120" cy="297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1DB08CB-184A-93CC-E99B-FA839FAD6AF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05424" y="749016"/>
                  <a:ext cx="957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276EDBF-F19E-C144-D9DE-6A8DAD7C1EA3}"/>
                    </a:ext>
                  </a:extLst>
                </p14:cNvPr>
                <p14:cNvContentPartPr/>
                <p14:nvPr/>
              </p14:nvContentPartPr>
              <p14:xfrm>
                <a:off x="4967784" y="801216"/>
                <a:ext cx="225000" cy="231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276EDBF-F19E-C144-D9DE-6A8DAD7C1EA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58784" y="792216"/>
                  <a:ext cx="2426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724C40B-7D7E-E2D0-0F13-26A8FB162249}"/>
                    </a:ext>
                  </a:extLst>
                </p14:cNvPr>
                <p14:cNvContentPartPr/>
                <p14:nvPr/>
              </p14:nvContentPartPr>
              <p14:xfrm>
                <a:off x="5268384" y="780696"/>
                <a:ext cx="325800" cy="270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724C40B-7D7E-E2D0-0F13-26A8FB16224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59744" y="772056"/>
                  <a:ext cx="3434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6879350-8868-2B1E-9BF0-A9151AE71B48}"/>
                    </a:ext>
                  </a:extLst>
                </p14:cNvPr>
                <p14:cNvContentPartPr/>
                <p14:nvPr/>
              </p14:nvContentPartPr>
              <p14:xfrm>
                <a:off x="6349824" y="740016"/>
                <a:ext cx="651960" cy="430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6879350-8868-2B1E-9BF0-A9151AE71B4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40824" y="731016"/>
                  <a:ext cx="66960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94576D9-AC99-14DA-7711-19E98C6C7055}"/>
                    </a:ext>
                  </a:extLst>
                </p14:cNvPr>
                <p14:cNvContentPartPr/>
                <p14:nvPr/>
              </p14:nvContentPartPr>
              <p14:xfrm>
                <a:off x="7085304" y="660096"/>
                <a:ext cx="275760" cy="358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94576D9-AC99-14DA-7711-19E98C6C705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76664" y="651456"/>
                  <a:ext cx="29340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C6742CC-8B93-C4A3-120A-467B715BC3E0}"/>
                    </a:ext>
                  </a:extLst>
                </p14:cNvPr>
                <p14:cNvContentPartPr/>
                <p14:nvPr/>
              </p14:nvContentPartPr>
              <p14:xfrm>
                <a:off x="7625664" y="756216"/>
                <a:ext cx="738000" cy="235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C6742CC-8B93-C4A3-120A-467B715BC3E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17024" y="747576"/>
                  <a:ext cx="7556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6DA13B1-7A19-E41E-B6BE-B26B1820AE04}"/>
                    </a:ext>
                  </a:extLst>
                </p14:cNvPr>
                <p14:cNvContentPartPr/>
                <p14:nvPr/>
              </p14:nvContentPartPr>
              <p14:xfrm>
                <a:off x="8627184" y="474696"/>
                <a:ext cx="51840" cy="792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6DA13B1-7A19-E41E-B6BE-B26B1820AE0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18184" y="466056"/>
                  <a:ext cx="69480" cy="81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08B917D-51DE-C3EF-634F-2E4FF4A92962}"/>
                    </a:ext>
                  </a:extLst>
                </p14:cNvPr>
                <p14:cNvContentPartPr/>
                <p14:nvPr/>
              </p14:nvContentPartPr>
              <p14:xfrm>
                <a:off x="8617104" y="452736"/>
                <a:ext cx="1621080" cy="982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08B917D-51DE-C3EF-634F-2E4FF4A9296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608464" y="444096"/>
                  <a:ext cx="1638720" cy="10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AC69127-2456-7263-B4E9-7FABBDDCDC99}"/>
                    </a:ext>
                  </a:extLst>
                </p14:cNvPr>
                <p14:cNvContentPartPr/>
                <p14:nvPr/>
              </p14:nvContentPartPr>
              <p14:xfrm>
                <a:off x="1634904" y="1654416"/>
                <a:ext cx="424080" cy="1044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AC69127-2456-7263-B4E9-7FABBDDCDC9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26264" y="1645776"/>
                  <a:ext cx="441720" cy="10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9A81CCE-FE3A-9FFD-6D3E-644112B7C997}"/>
                    </a:ext>
                  </a:extLst>
                </p14:cNvPr>
                <p14:cNvContentPartPr/>
                <p14:nvPr/>
              </p14:nvContentPartPr>
              <p14:xfrm>
                <a:off x="2380104" y="2356416"/>
                <a:ext cx="217440" cy="308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9A81CCE-FE3A-9FFD-6D3E-644112B7C99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71104" y="2347776"/>
                  <a:ext cx="2350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9EE4F65-0F8C-302C-78E0-EFC333946DFE}"/>
                    </a:ext>
                  </a:extLst>
                </p14:cNvPr>
                <p14:cNvContentPartPr/>
                <p14:nvPr/>
              </p14:nvContentPartPr>
              <p14:xfrm>
                <a:off x="2706984" y="2383056"/>
                <a:ext cx="248040" cy="224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9EE4F65-0F8C-302C-78E0-EFC333946DF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698344" y="2374416"/>
                  <a:ext cx="2656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36AE4B3-AD25-D0B8-5577-27C2ED2FC5C1}"/>
                    </a:ext>
                  </a:extLst>
                </p14:cNvPr>
                <p14:cNvContentPartPr/>
                <p14:nvPr/>
              </p14:nvContentPartPr>
              <p14:xfrm>
                <a:off x="3059424" y="2348496"/>
                <a:ext cx="746280" cy="197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36AE4B3-AD25-D0B8-5577-27C2ED2FC5C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50424" y="2339496"/>
                  <a:ext cx="7639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AFB35A6-707F-7935-6E59-9F1FFD9B264B}"/>
                    </a:ext>
                  </a:extLst>
                </p14:cNvPr>
                <p14:cNvContentPartPr/>
                <p14:nvPr/>
              </p14:nvContentPartPr>
              <p14:xfrm>
                <a:off x="4657824" y="2149416"/>
                <a:ext cx="268560" cy="342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AFB35A6-707F-7935-6E59-9F1FFD9B264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49184" y="2140416"/>
                  <a:ext cx="28620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FAD5BAC-E122-469F-9AEE-5C56928CD51C}"/>
                    </a:ext>
                  </a:extLst>
                </p14:cNvPr>
                <p14:cNvContentPartPr/>
                <p14:nvPr/>
              </p14:nvContentPartPr>
              <p14:xfrm>
                <a:off x="4952304" y="2216016"/>
                <a:ext cx="245520" cy="276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FAD5BAC-E122-469F-9AEE-5C56928CD51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943304" y="2207376"/>
                  <a:ext cx="2631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8895075-8287-9D73-2413-9179C347F977}"/>
                    </a:ext>
                  </a:extLst>
                </p14:cNvPr>
                <p14:cNvContentPartPr/>
                <p14:nvPr/>
              </p14:nvContentPartPr>
              <p14:xfrm>
                <a:off x="5030424" y="2140056"/>
                <a:ext cx="272160" cy="42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8895075-8287-9D73-2413-9179C347F97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021424" y="2131416"/>
                  <a:ext cx="289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BA633D2-FBC8-88D4-884F-4E436F724BF3}"/>
                    </a:ext>
                  </a:extLst>
                </p14:cNvPr>
                <p14:cNvContentPartPr/>
                <p14:nvPr/>
              </p14:nvContentPartPr>
              <p14:xfrm>
                <a:off x="5293584" y="2149776"/>
                <a:ext cx="360" cy="9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BA633D2-FBC8-88D4-884F-4E436F724BF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84944" y="2141136"/>
                  <a:ext cx="18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1645003-0499-FF3A-397D-DB9A4374FAC8}"/>
                    </a:ext>
                  </a:extLst>
                </p14:cNvPr>
                <p14:cNvContentPartPr/>
                <p14:nvPr/>
              </p14:nvContentPartPr>
              <p14:xfrm>
                <a:off x="5442264" y="2119536"/>
                <a:ext cx="203040" cy="501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1645003-0499-FF3A-397D-DB9A4374FAC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33264" y="2110536"/>
                  <a:ext cx="22068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09BA8F9-6F6A-B660-9174-699498A9AF33}"/>
                    </a:ext>
                  </a:extLst>
                </p14:cNvPr>
                <p14:cNvContentPartPr/>
                <p14:nvPr/>
              </p14:nvContentPartPr>
              <p14:xfrm>
                <a:off x="5844384" y="2308536"/>
                <a:ext cx="298080" cy="29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09BA8F9-6F6A-B660-9174-699498A9AF3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35744" y="2299536"/>
                  <a:ext cx="3157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DEBB535-2817-7F9D-D6AB-AA0A3AEF0F20}"/>
                    </a:ext>
                  </a:extLst>
                </p14:cNvPr>
                <p14:cNvContentPartPr/>
                <p14:nvPr/>
              </p14:nvContentPartPr>
              <p14:xfrm>
                <a:off x="6280344" y="2181456"/>
                <a:ext cx="239400" cy="262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DEBB535-2817-7F9D-D6AB-AA0A3AEF0F2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71344" y="2172456"/>
                  <a:ext cx="2570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7CB78A2-E15A-0AB7-7B21-6B06E0C06783}"/>
                    </a:ext>
                  </a:extLst>
                </p14:cNvPr>
                <p14:cNvContentPartPr/>
                <p14:nvPr/>
              </p14:nvContentPartPr>
              <p14:xfrm>
                <a:off x="6535224" y="2197296"/>
                <a:ext cx="244080" cy="266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7CB78A2-E15A-0AB7-7B21-6B06E0C0678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26584" y="2188296"/>
                  <a:ext cx="2617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574C112-EE86-F657-0CA0-2C03C5D32DB4}"/>
                    </a:ext>
                  </a:extLst>
                </p14:cNvPr>
                <p14:cNvContentPartPr/>
                <p14:nvPr/>
              </p14:nvContentPartPr>
              <p14:xfrm>
                <a:off x="6606504" y="2162376"/>
                <a:ext cx="204480" cy="29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574C112-EE86-F657-0CA0-2C03C5D32DB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97504" y="2153736"/>
                  <a:ext cx="2221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A93683E-3381-282B-E28D-346C58329622}"/>
                    </a:ext>
                  </a:extLst>
                </p14:cNvPr>
                <p14:cNvContentPartPr/>
                <p14:nvPr/>
              </p14:nvContentPartPr>
              <p14:xfrm>
                <a:off x="5843664" y="2457576"/>
                <a:ext cx="7200" cy="15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A93683E-3381-282B-E28D-346C5832962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35024" y="2448576"/>
                  <a:ext cx="24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7A494E6-17ED-0665-4362-854912A1ACBC}"/>
                    </a:ext>
                  </a:extLst>
                </p14:cNvPr>
                <p14:cNvContentPartPr/>
                <p14:nvPr/>
              </p14:nvContentPartPr>
              <p14:xfrm>
                <a:off x="8260344" y="2014416"/>
                <a:ext cx="78480" cy="568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7A494E6-17ED-0665-4362-854912A1AC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251344" y="2005776"/>
                  <a:ext cx="9612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ACDED39-DC0A-12E7-E305-A8830B1D4B86}"/>
                    </a:ext>
                  </a:extLst>
                </p14:cNvPr>
                <p14:cNvContentPartPr/>
                <p14:nvPr/>
              </p14:nvContentPartPr>
              <p14:xfrm>
                <a:off x="8338824" y="1915056"/>
                <a:ext cx="1615680" cy="731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ACDED39-DC0A-12E7-E305-A8830B1D4B8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30184" y="1906056"/>
                  <a:ext cx="1633320" cy="74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61367BF-45F4-78A2-5855-313E1FB503D1}"/>
                    </a:ext>
                  </a:extLst>
                </p14:cNvPr>
                <p14:cNvContentPartPr/>
                <p14:nvPr/>
              </p14:nvContentPartPr>
              <p14:xfrm>
                <a:off x="8160624" y="2645496"/>
                <a:ext cx="1385280" cy="97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61367BF-45F4-78A2-5855-313E1FB503D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151624" y="2636496"/>
                  <a:ext cx="14029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1BDCB37-4555-85C2-7F34-1956606A7868}"/>
                    </a:ext>
                  </a:extLst>
                </p14:cNvPr>
                <p14:cNvContentPartPr/>
                <p14:nvPr/>
              </p14:nvContentPartPr>
              <p14:xfrm>
                <a:off x="8627904" y="2201256"/>
                <a:ext cx="223920" cy="267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1BDCB37-4555-85C2-7F34-1956606A786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18904" y="2192616"/>
                  <a:ext cx="2415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C99C539-7DEE-AA5C-971A-02DF1A618BC4}"/>
                    </a:ext>
                  </a:extLst>
                </p14:cNvPr>
                <p14:cNvContentPartPr/>
                <p14:nvPr/>
              </p14:nvContentPartPr>
              <p14:xfrm>
                <a:off x="8840664" y="2269656"/>
                <a:ext cx="200160" cy="197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C99C539-7DEE-AA5C-971A-02DF1A618BC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32024" y="2260656"/>
                  <a:ext cx="2178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6A00941-FC6C-84C7-5BFE-29B740343B5F}"/>
                    </a:ext>
                  </a:extLst>
                </p14:cNvPr>
                <p14:cNvContentPartPr/>
                <p14:nvPr/>
              </p14:nvContentPartPr>
              <p14:xfrm>
                <a:off x="8917704" y="2212416"/>
                <a:ext cx="195840" cy="47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6A00941-FC6C-84C7-5BFE-29B740343B5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909064" y="2203776"/>
                  <a:ext cx="213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4E29B4E-EE9C-29A7-59B3-BC728B5E5C31}"/>
                    </a:ext>
                  </a:extLst>
                </p14:cNvPr>
                <p14:cNvContentPartPr/>
                <p14:nvPr/>
              </p14:nvContentPartPr>
              <p14:xfrm>
                <a:off x="1874664" y="5354496"/>
                <a:ext cx="233280" cy="627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4E29B4E-EE9C-29A7-59B3-BC728B5E5C3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66024" y="5345496"/>
                  <a:ext cx="25092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F9D3C19-A541-D08D-ECC3-6CC3406E185E}"/>
                    </a:ext>
                  </a:extLst>
                </p14:cNvPr>
                <p14:cNvContentPartPr/>
                <p14:nvPr/>
              </p14:nvContentPartPr>
              <p14:xfrm>
                <a:off x="2078064" y="5845536"/>
                <a:ext cx="586800" cy="1926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F9D3C19-A541-D08D-ECC3-6CC3406E185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69064" y="5836896"/>
                  <a:ext cx="604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570B0F5-80AE-7DF5-1831-005F2E3E4472}"/>
                    </a:ext>
                  </a:extLst>
                </p14:cNvPr>
                <p14:cNvContentPartPr/>
                <p14:nvPr/>
              </p14:nvContentPartPr>
              <p14:xfrm>
                <a:off x="3025584" y="5713056"/>
                <a:ext cx="128520" cy="522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570B0F5-80AE-7DF5-1831-005F2E3E447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016584" y="5704416"/>
                  <a:ext cx="14616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C5DD35F-2A58-F8BF-41FC-6B3D7F1AB70B}"/>
                    </a:ext>
                  </a:extLst>
                </p14:cNvPr>
                <p14:cNvContentPartPr/>
                <p14:nvPr/>
              </p14:nvContentPartPr>
              <p14:xfrm>
                <a:off x="3065184" y="5514336"/>
                <a:ext cx="2340360" cy="954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C5DD35F-2A58-F8BF-41FC-6B3D7F1AB70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056184" y="5505696"/>
                  <a:ext cx="2358000" cy="9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0B4ED82-5F85-4422-BCCE-4E95859C5132}"/>
                    </a:ext>
                  </a:extLst>
                </p14:cNvPr>
                <p14:cNvContentPartPr/>
                <p14:nvPr/>
              </p14:nvContentPartPr>
              <p14:xfrm>
                <a:off x="3348144" y="5345856"/>
                <a:ext cx="219600" cy="230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0B4ED82-5F85-4422-BCCE-4E95859C513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339144" y="5337216"/>
                  <a:ext cx="2372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44CA325-7F12-FF06-AEB0-39D6DC4689F8}"/>
                    </a:ext>
                  </a:extLst>
                </p14:cNvPr>
                <p14:cNvContentPartPr/>
                <p14:nvPr/>
              </p14:nvContentPartPr>
              <p14:xfrm>
                <a:off x="3599064" y="5346216"/>
                <a:ext cx="189720" cy="399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44CA325-7F12-FF06-AEB0-39D6DC4689F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590424" y="5337576"/>
                  <a:ext cx="2073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D59D8C2-AF73-0F5F-0D89-90332F19910F}"/>
                    </a:ext>
                  </a:extLst>
                </p14:cNvPr>
                <p14:cNvContentPartPr/>
                <p14:nvPr/>
              </p14:nvContentPartPr>
              <p14:xfrm>
                <a:off x="3766824" y="5320296"/>
                <a:ext cx="224280" cy="184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D59D8C2-AF73-0F5F-0D89-90332F19910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758184" y="5311296"/>
                  <a:ext cx="2419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FE85786-292B-E066-F31B-34F1BB70C70D}"/>
                    </a:ext>
                  </a:extLst>
                </p14:cNvPr>
                <p14:cNvContentPartPr/>
                <p14:nvPr/>
              </p14:nvContentPartPr>
              <p14:xfrm>
                <a:off x="3966264" y="5304456"/>
                <a:ext cx="257760" cy="2134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FE85786-292B-E066-F31B-34F1BB70C70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57624" y="5295816"/>
                  <a:ext cx="275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FFC562C-B59F-79C4-3C0C-60735A7572C7}"/>
                    </a:ext>
                  </a:extLst>
                </p14:cNvPr>
                <p14:cNvContentPartPr/>
                <p14:nvPr/>
              </p14:nvContentPartPr>
              <p14:xfrm>
                <a:off x="5904504" y="5681016"/>
                <a:ext cx="1437480" cy="175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FFC562C-B59F-79C4-3C0C-60735A7572C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95504" y="5672016"/>
                  <a:ext cx="14551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3513E40-8CFF-A22A-14A4-3083DA39D382}"/>
                    </a:ext>
                  </a:extLst>
                </p14:cNvPr>
                <p14:cNvContentPartPr/>
                <p14:nvPr/>
              </p14:nvContentPartPr>
              <p14:xfrm>
                <a:off x="8071344" y="5629536"/>
                <a:ext cx="68040" cy="664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3513E40-8CFF-A22A-14A4-3083DA39D38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62344" y="5620896"/>
                  <a:ext cx="85680" cy="68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A0386B4-E683-F4DD-D5B7-48C0300986A0}"/>
                    </a:ext>
                  </a:extLst>
                </p14:cNvPr>
                <p14:cNvContentPartPr/>
                <p14:nvPr/>
              </p14:nvContentPartPr>
              <p14:xfrm>
                <a:off x="7975584" y="5531976"/>
                <a:ext cx="1665360" cy="756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A0386B4-E683-F4DD-D5B7-48C0300986A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966944" y="5523336"/>
                  <a:ext cx="1683000" cy="77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FAE979F-D760-7C49-2C95-9A65647D6941}"/>
                    </a:ext>
                  </a:extLst>
                </p14:cNvPr>
                <p14:cNvContentPartPr/>
                <p14:nvPr/>
              </p14:nvContentPartPr>
              <p14:xfrm>
                <a:off x="8766504" y="5879736"/>
                <a:ext cx="239040" cy="298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FAE979F-D760-7C49-2C95-9A65647D694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57504" y="5871096"/>
                  <a:ext cx="2566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3C7E686-E3E5-7A26-8C6A-88431FFF9DEC}"/>
                    </a:ext>
                  </a:extLst>
                </p14:cNvPr>
                <p14:cNvContentPartPr/>
                <p14:nvPr/>
              </p14:nvContentPartPr>
              <p14:xfrm>
                <a:off x="1070424" y="4496256"/>
                <a:ext cx="102960" cy="834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3C7E686-E3E5-7A26-8C6A-88431FFF9DE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61424" y="4487256"/>
                  <a:ext cx="120600" cy="85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6ED93FE-646D-E48A-B7AC-41D2CAEF598F}"/>
                    </a:ext>
                  </a:extLst>
                </p14:cNvPr>
                <p14:cNvContentPartPr/>
                <p14:nvPr/>
              </p14:nvContentPartPr>
              <p14:xfrm>
                <a:off x="1094184" y="4370976"/>
                <a:ext cx="1656000" cy="905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6ED93FE-646D-E48A-B7AC-41D2CAEF598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85544" y="4362336"/>
                  <a:ext cx="1673640" cy="9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491B5E6-05D1-BBAB-A5F0-BC6665112AF6}"/>
                    </a:ext>
                  </a:extLst>
                </p14:cNvPr>
                <p14:cNvContentPartPr/>
                <p14:nvPr/>
              </p14:nvContentPartPr>
              <p14:xfrm>
                <a:off x="1199664" y="5200776"/>
                <a:ext cx="1453680" cy="192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491B5E6-05D1-BBAB-A5F0-BC6665112AF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91024" y="5191776"/>
                  <a:ext cx="14713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BBFB4E1-5404-878B-E86F-5F2D4C864977}"/>
                    </a:ext>
                  </a:extLst>
                </p14:cNvPr>
                <p14:cNvContentPartPr/>
                <p14:nvPr/>
              </p14:nvContentPartPr>
              <p14:xfrm>
                <a:off x="1405584" y="4784616"/>
                <a:ext cx="51120" cy="25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BBFB4E1-5404-878B-E86F-5F2D4C86497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396944" y="4775976"/>
                  <a:ext cx="687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A261043-4707-2A75-1C37-395725892710}"/>
                    </a:ext>
                  </a:extLst>
                </p14:cNvPr>
                <p14:cNvContentPartPr/>
                <p14:nvPr/>
              </p14:nvContentPartPr>
              <p14:xfrm>
                <a:off x="1395504" y="4755096"/>
                <a:ext cx="250200" cy="286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A261043-4707-2A75-1C37-39572589271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386864" y="4746096"/>
                  <a:ext cx="2678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F84A05A-25D0-145D-A99D-682EFA140577}"/>
                    </a:ext>
                  </a:extLst>
                </p14:cNvPr>
                <p14:cNvContentPartPr/>
                <p14:nvPr/>
              </p14:nvContentPartPr>
              <p14:xfrm>
                <a:off x="1746504" y="4790736"/>
                <a:ext cx="267120" cy="188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F84A05A-25D0-145D-A99D-682EFA14057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737864" y="4781736"/>
                  <a:ext cx="2847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45A93B7-E762-1DCE-BA49-C85AF57B91A1}"/>
                    </a:ext>
                  </a:extLst>
                </p14:cNvPr>
                <p14:cNvContentPartPr/>
                <p14:nvPr/>
              </p14:nvContentPartPr>
              <p14:xfrm>
                <a:off x="2056824" y="4771656"/>
                <a:ext cx="300960" cy="251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45A93B7-E762-1DCE-BA49-C85AF57B91A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048184" y="4763016"/>
                  <a:ext cx="3186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23811CC-74B4-3403-7358-116225418108}"/>
                    </a:ext>
                  </a:extLst>
                </p14:cNvPr>
                <p14:cNvContentPartPr/>
                <p14:nvPr/>
              </p14:nvContentPartPr>
              <p14:xfrm>
                <a:off x="2316384" y="4694976"/>
                <a:ext cx="75600" cy="234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23811CC-74B4-3403-7358-11622541810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307744" y="4685976"/>
                  <a:ext cx="932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432E310-DEF6-635C-8A93-096188243023}"/>
                    </a:ext>
                  </a:extLst>
                </p14:cNvPr>
                <p14:cNvContentPartPr/>
                <p14:nvPr/>
              </p14:nvContentPartPr>
              <p14:xfrm>
                <a:off x="2313504" y="4722696"/>
                <a:ext cx="284040" cy="216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432E310-DEF6-635C-8A93-09618824302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04504" y="4713696"/>
                  <a:ext cx="3016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849A605-76C7-483F-5BDE-4710A5F12258}"/>
                    </a:ext>
                  </a:extLst>
                </p14:cNvPr>
                <p14:cNvContentPartPr/>
                <p14:nvPr/>
              </p14:nvContentPartPr>
              <p14:xfrm>
                <a:off x="2580264" y="4784976"/>
                <a:ext cx="74880" cy="150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849A605-76C7-483F-5BDE-4710A5F1225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571264" y="4775976"/>
                  <a:ext cx="92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296A6B2-534F-9C6D-FD97-DC2085D2DBC6}"/>
                    </a:ext>
                  </a:extLst>
                </p14:cNvPr>
                <p14:cNvContentPartPr/>
                <p14:nvPr/>
              </p14:nvContentPartPr>
              <p14:xfrm>
                <a:off x="1652184" y="5094216"/>
                <a:ext cx="10440" cy="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296A6B2-534F-9C6D-FD97-DC2085D2DBC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643184" y="5085576"/>
                  <a:ext cx="28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17C171A-8314-E5EA-1AC7-BEB65D2F5039}"/>
                    </a:ext>
                  </a:extLst>
                </p14:cNvPr>
                <p14:cNvContentPartPr/>
                <p14:nvPr/>
              </p14:nvContentPartPr>
              <p14:xfrm>
                <a:off x="1652184" y="5075496"/>
                <a:ext cx="360" cy="13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17C171A-8314-E5EA-1AC7-BEB65D2F503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43184" y="5066496"/>
                  <a:ext cx="18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EFF313C-FE3F-6DBA-60A5-17D8030CAA31}"/>
                    </a:ext>
                  </a:extLst>
                </p14:cNvPr>
                <p14:cNvContentPartPr/>
                <p14:nvPr/>
              </p14:nvContentPartPr>
              <p14:xfrm>
                <a:off x="4761864" y="4386096"/>
                <a:ext cx="130680" cy="611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EFF313C-FE3F-6DBA-60A5-17D8030CAA3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752864" y="4377456"/>
                  <a:ext cx="14832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B347C8B-050B-1B13-1FA5-B2139CBC6004}"/>
                    </a:ext>
                  </a:extLst>
                </p14:cNvPr>
                <p14:cNvContentPartPr/>
                <p14:nvPr/>
              </p14:nvContentPartPr>
              <p14:xfrm>
                <a:off x="4807584" y="4219416"/>
                <a:ext cx="2099520" cy="778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B347C8B-050B-1B13-1FA5-B2139CBC600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798944" y="4210416"/>
                  <a:ext cx="2117160" cy="79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BCF61F6-DD96-1ED1-A4DE-4589277716F9}"/>
                    </a:ext>
                  </a:extLst>
                </p14:cNvPr>
                <p14:cNvContentPartPr/>
                <p14:nvPr/>
              </p14:nvContentPartPr>
              <p14:xfrm>
                <a:off x="4823784" y="4915656"/>
                <a:ext cx="2120040" cy="252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BCF61F6-DD96-1ED1-A4DE-4589277716F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815144" y="4906656"/>
                  <a:ext cx="21376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F1CE50D-A3A1-95DD-28D9-53F8FADFF61B}"/>
                    </a:ext>
                  </a:extLst>
                </p14:cNvPr>
                <p14:cNvContentPartPr/>
                <p14:nvPr/>
              </p14:nvContentPartPr>
              <p14:xfrm>
                <a:off x="5319864" y="4627296"/>
                <a:ext cx="233640" cy="313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F1CE50D-A3A1-95DD-28D9-53F8FADFF61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311224" y="4618656"/>
                  <a:ext cx="2512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DD625F4-7B60-4113-A88A-E2567FF2CF89}"/>
                    </a:ext>
                  </a:extLst>
                </p14:cNvPr>
                <p14:cNvContentPartPr/>
                <p14:nvPr/>
              </p14:nvContentPartPr>
              <p14:xfrm>
                <a:off x="5636304" y="4640256"/>
                <a:ext cx="515160" cy="239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DD625F4-7B60-4113-A88A-E2567FF2CF8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627304" y="4631256"/>
                  <a:ext cx="5328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BBE71B7-1E46-2119-C7CA-B67EBE393466}"/>
                    </a:ext>
                  </a:extLst>
                </p14:cNvPr>
                <p14:cNvContentPartPr/>
                <p14:nvPr/>
              </p14:nvContentPartPr>
              <p14:xfrm>
                <a:off x="7358544" y="4534416"/>
                <a:ext cx="1046160" cy="192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BBE71B7-1E46-2119-C7CA-B67EBE39346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349904" y="4525776"/>
                  <a:ext cx="10638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A6D144A-B0A1-76A6-A652-B6D620F838C5}"/>
                    </a:ext>
                  </a:extLst>
                </p14:cNvPr>
                <p14:cNvContentPartPr/>
                <p14:nvPr/>
              </p14:nvContentPartPr>
              <p14:xfrm>
                <a:off x="8765784" y="4391136"/>
                <a:ext cx="34560" cy="471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A6D144A-B0A1-76A6-A652-B6D620F838C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757144" y="4382136"/>
                  <a:ext cx="5220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0C871A7-4FF1-7270-F1C0-CF3E3E9FB966}"/>
                    </a:ext>
                  </a:extLst>
                </p14:cNvPr>
                <p14:cNvContentPartPr/>
                <p14:nvPr/>
              </p14:nvContentPartPr>
              <p14:xfrm>
                <a:off x="8670744" y="4321296"/>
                <a:ext cx="1388880" cy="685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0C871A7-4FF1-7270-F1C0-CF3E3E9FB96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661744" y="4312656"/>
                  <a:ext cx="140652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0B491A5-04D4-3544-782B-9D1166EBD349}"/>
                    </a:ext>
                  </a:extLst>
                </p14:cNvPr>
                <p14:cNvContentPartPr/>
                <p14:nvPr/>
              </p14:nvContentPartPr>
              <p14:xfrm>
                <a:off x="5448744" y="4740696"/>
                <a:ext cx="10440" cy="21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0B491A5-04D4-3544-782B-9D1166EBD34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440104" y="4731696"/>
                  <a:ext cx="28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55F2BDE-60FD-132C-1A36-1960FC14DDA6}"/>
                    </a:ext>
                  </a:extLst>
                </p14:cNvPr>
                <p14:cNvContentPartPr/>
                <p14:nvPr/>
              </p14:nvContentPartPr>
              <p14:xfrm>
                <a:off x="5448744" y="4756536"/>
                <a:ext cx="360" cy="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55F2BDE-60FD-132C-1A36-1960FC14DDA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440104" y="47475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219B8C5-743A-4A8B-9F55-7E6D038AF08F}"/>
                    </a:ext>
                  </a:extLst>
                </p14:cNvPr>
                <p14:cNvContentPartPr/>
                <p14:nvPr/>
              </p14:nvContentPartPr>
              <p14:xfrm>
                <a:off x="2414664" y="5243256"/>
                <a:ext cx="61200" cy="39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219B8C5-743A-4A8B-9F55-7E6D038AF08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406024" y="5234256"/>
                  <a:ext cx="788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55D64E2-A769-6521-5974-CD9A65C61B0C}"/>
                    </a:ext>
                  </a:extLst>
                </p14:cNvPr>
                <p14:cNvContentPartPr/>
                <p14:nvPr/>
              </p14:nvContentPartPr>
              <p14:xfrm>
                <a:off x="2107584" y="5242536"/>
                <a:ext cx="51120" cy="6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55D64E2-A769-6521-5974-CD9A65C61B0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098944" y="5233536"/>
                  <a:ext cx="68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CE99DF1-E9C6-27B4-7E5A-80FE1B9F5D4F}"/>
                    </a:ext>
                  </a:extLst>
                </p14:cNvPr>
                <p14:cNvContentPartPr/>
                <p14:nvPr/>
              </p14:nvContentPartPr>
              <p14:xfrm>
                <a:off x="3582504" y="5624136"/>
                <a:ext cx="41040" cy="25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CE99DF1-E9C6-27B4-7E5A-80FE1B9F5D4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573504" y="5615136"/>
                  <a:ext cx="586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D19A6F4-CB82-EBF9-E783-3DD3FCF0100A}"/>
                    </a:ext>
                  </a:extLst>
                </p14:cNvPr>
                <p14:cNvContentPartPr/>
                <p14:nvPr/>
              </p14:nvContentPartPr>
              <p14:xfrm>
                <a:off x="1190664" y="3590496"/>
                <a:ext cx="350280" cy="420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D19A6F4-CB82-EBF9-E783-3DD3FCF0100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82024" y="3581496"/>
                  <a:ext cx="36792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5CB8317-3043-06AB-7BEE-3789AEF2EC3A}"/>
                    </a:ext>
                  </a:extLst>
                </p14:cNvPr>
                <p14:cNvContentPartPr/>
                <p14:nvPr/>
              </p14:nvContentPartPr>
              <p14:xfrm>
                <a:off x="1645344" y="3653136"/>
                <a:ext cx="324360" cy="2725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5CB8317-3043-06AB-7BEE-3789AEF2EC3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636344" y="3644496"/>
                  <a:ext cx="3420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9C8B6F7-FEFF-C82D-8733-72D35434E060}"/>
                    </a:ext>
                  </a:extLst>
                </p14:cNvPr>
                <p14:cNvContentPartPr/>
                <p14:nvPr/>
              </p14:nvContentPartPr>
              <p14:xfrm>
                <a:off x="2073744" y="3556296"/>
                <a:ext cx="580680" cy="554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9C8B6F7-FEFF-C82D-8733-72D35434E06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065104" y="3547656"/>
                  <a:ext cx="59832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7B2C847-6554-9537-7759-D761F94173FB}"/>
                    </a:ext>
                  </a:extLst>
                </p14:cNvPr>
                <p14:cNvContentPartPr/>
                <p14:nvPr/>
              </p14:nvContentPartPr>
              <p14:xfrm>
                <a:off x="2603664" y="3533256"/>
                <a:ext cx="139320" cy="258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7B2C847-6554-9537-7759-D761F94173F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595024" y="3524616"/>
                  <a:ext cx="1569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885B36F-B159-482B-B6E3-B0B973758F50}"/>
                    </a:ext>
                  </a:extLst>
                </p14:cNvPr>
                <p14:cNvContentPartPr/>
                <p14:nvPr/>
              </p14:nvContentPartPr>
              <p14:xfrm>
                <a:off x="2775744" y="3442896"/>
                <a:ext cx="51120" cy="412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885B36F-B159-482B-B6E3-B0B973758F5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767104" y="3433896"/>
                  <a:ext cx="687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96E0232-9032-A546-CF20-5D5C5AEBDFE7}"/>
                    </a:ext>
                  </a:extLst>
                </p14:cNvPr>
                <p14:cNvContentPartPr/>
                <p14:nvPr/>
              </p14:nvContentPartPr>
              <p14:xfrm>
                <a:off x="2781864" y="3590856"/>
                <a:ext cx="208800" cy="262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96E0232-9032-A546-CF20-5D5C5AEBDFE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773224" y="3582216"/>
                  <a:ext cx="2264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FCC32D6-A99F-34CC-43B0-FADB751BB9CB}"/>
                    </a:ext>
                  </a:extLst>
                </p14:cNvPr>
                <p14:cNvContentPartPr/>
                <p14:nvPr/>
              </p14:nvContentPartPr>
              <p14:xfrm>
                <a:off x="2948184" y="3478896"/>
                <a:ext cx="84600" cy="932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FCC32D6-A99F-34CC-43B0-FADB751BB9C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939184" y="3469896"/>
                  <a:ext cx="1022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CF0F30A-B7FE-038D-C7C9-25291E2BF40F}"/>
                    </a:ext>
                  </a:extLst>
                </p14:cNvPr>
                <p14:cNvContentPartPr/>
                <p14:nvPr/>
              </p14:nvContentPartPr>
              <p14:xfrm>
                <a:off x="3049344" y="3528216"/>
                <a:ext cx="479520" cy="254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CF0F30A-B7FE-038D-C7C9-25291E2BF40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040344" y="3519216"/>
                  <a:ext cx="4971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12B2457-67CF-4530-8C24-97E7369B51E2}"/>
                    </a:ext>
                  </a:extLst>
                </p14:cNvPr>
                <p14:cNvContentPartPr/>
                <p14:nvPr/>
              </p14:nvContentPartPr>
              <p14:xfrm>
                <a:off x="975024" y="3278736"/>
                <a:ext cx="2975760" cy="10105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12B2457-67CF-4530-8C24-97E7369B51E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66384" y="3270096"/>
                  <a:ext cx="2993400" cy="10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341639F-DC68-8D4C-C724-371BB23F3BB5}"/>
                    </a:ext>
                  </a:extLst>
                </p14:cNvPr>
                <p14:cNvContentPartPr/>
                <p14:nvPr/>
              </p14:nvContentPartPr>
              <p14:xfrm>
                <a:off x="521064" y="3965616"/>
                <a:ext cx="446400" cy="819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341639F-DC68-8D4C-C724-371BB23F3BB5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12424" y="3956976"/>
                  <a:ext cx="464040" cy="83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D1D602-BA9F-7B90-78C6-9B6E151860F3}"/>
                    </a:ext>
                  </a:extLst>
                </p14:cNvPr>
                <p14:cNvContentPartPr/>
                <p14:nvPr/>
              </p14:nvContentPartPr>
              <p14:xfrm>
                <a:off x="486144" y="4212216"/>
                <a:ext cx="362880" cy="2653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D1D602-BA9F-7B90-78C6-9B6E151860F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77144" y="4203576"/>
                  <a:ext cx="3805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B1EE101-00FF-AED7-C851-56E9CCFBC97D}"/>
                    </a:ext>
                  </a:extLst>
                </p14:cNvPr>
                <p14:cNvContentPartPr/>
                <p14:nvPr/>
              </p14:nvContentPartPr>
              <p14:xfrm>
                <a:off x="387504" y="1695816"/>
                <a:ext cx="846360" cy="21157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B1EE101-00FF-AED7-C851-56E9CCFBC97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78504" y="1686816"/>
                  <a:ext cx="864000" cy="213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2B2D6A35-FAF8-B7CE-7C27-946EB36B67D6}"/>
                  </a:ext>
                </a:extLst>
              </p14:cNvPr>
              <p14:cNvContentPartPr/>
              <p14:nvPr/>
            </p14:nvContentPartPr>
            <p14:xfrm>
              <a:off x="4763664" y="2814336"/>
              <a:ext cx="44280" cy="43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2B2D6A35-FAF8-B7CE-7C27-946EB36B67D6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4755024" y="2805696"/>
                <a:ext cx="61920" cy="2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8398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82E4597D-14AA-9370-4EBA-984255867045}"/>
              </a:ext>
            </a:extLst>
          </p:cNvPr>
          <p:cNvGrpSpPr/>
          <p:nvPr/>
        </p:nvGrpSpPr>
        <p:grpSpPr>
          <a:xfrm>
            <a:off x="513504" y="321696"/>
            <a:ext cx="9461520" cy="3876840"/>
            <a:chOff x="513504" y="321696"/>
            <a:chExt cx="9461520" cy="38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2FFF251-2486-AE6C-E3EF-A59F682613EE}"/>
                    </a:ext>
                  </a:extLst>
                </p14:cNvPr>
                <p14:cNvContentPartPr/>
                <p14:nvPr/>
              </p14:nvContentPartPr>
              <p14:xfrm>
                <a:off x="905184" y="581616"/>
                <a:ext cx="11520" cy="598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2FFF251-2486-AE6C-E3EF-A59F682613E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6184" y="572976"/>
                  <a:ext cx="2916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4F16109-02D7-F02A-66CD-79F064946B69}"/>
                    </a:ext>
                  </a:extLst>
                </p14:cNvPr>
                <p14:cNvContentPartPr/>
                <p14:nvPr/>
              </p14:nvContentPartPr>
              <p14:xfrm>
                <a:off x="513504" y="409536"/>
                <a:ext cx="1044720" cy="965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4F16109-02D7-F02A-66CD-79F064946B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4504" y="400536"/>
                  <a:ext cx="1062360" cy="9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7810905-D1BF-2C5D-0F66-7EA8BD04D37F}"/>
                    </a:ext>
                  </a:extLst>
                </p14:cNvPr>
                <p14:cNvContentPartPr/>
                <p14:nvPr/>
              </p14:nvContentPartPr>
              <p14:xfrm>
                <a:off x="2047104" y="426816"/>
                <a:ext cx="779760" cy="113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7810905-D1BF-2C5D-0F66-7EA8BD04D37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38464" y="417816"/>
                  <a:ext cx="7974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42919D5-DB9B-907D-D36A-078EC72F78D8}"/>
                    </a:ext>
                  </a:extLst>
                </p14:cNvPr>
                <p14:cNvContentPartPr/>
                <p14:nvPr/>
              </p14:nvContentPartPr>
              <p14:xfrm>
                <a:off x="2478744" y="568656"/>
                <a:ext cx="57600" cy="660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42919D5-DB9B-907D-D36A-078EC72F78D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70104" y="559656"/>
                  <a:ext cx="7524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B3FF930-9993-D620-19FD-41B509C36DA0}"/>
                    </a:ext>
                  </a:extLst>
                </p14:cNvPr>
                <p14:cNvContentPartPr/>
                <p14:nvPr/>
              </p14:nvContentPartPr>
              <p14:xfrm>
                <a:off x="2724984" y="691776"/>
                <a:ext cx="342000" cy="536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B3FF930-9993-D620-19FD-41B509C36DA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15984" y="683136"/>
                  <a:ext cx="35964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988EAC8-75AD-DD59-24FF-604F47333204}"/>
                    </a:ext>
                  </a:extLst>
                </p14:cNvPr>
                <p14:cNvContentPartPr/>
                <p14:nvPr/>
              </p14:nvContentPartPr>
              <p14:xfrm>
                <a:off x="3376584" y="522216"/>
                <a:ext cx="1114200" cy="939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988EAC8-75AD-DD59-24FF-604F4733320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67944" y="513216"/>
                  <a:ext cx="1131840" cy="9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1840B86-1B07-40A4-1D1F-D224BDBA833A}"/>
                    </a:ext>
                  </a:extLst>
                </p14:cNvPr>
                <p14:cNvContentPartPr/>
                <p14:nvPr/>
              </p14:nvContentPartPr>
              <p14:xfrm>
                <a:off x="4540824" y="759096"/>
                <a:ext cx="173160" cy="392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1840B86-1B07-40A4-1D1F-D224BDBA833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32184" y="750096"/>
                  <a:ext cx="1908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42F5825-3C97-F3BC-258A-838E32A48628}"/>
                    </a:ext>
                  </a:extLst>
                </p14:cNvPr>
                <p14:cNvContentPartPr/>
                <p14:nvPr/>
              </p14:nvContentPartPr>
              <p14:xfrm>
                <a:off x="5714784" y="578016"/>
                <a:ext cx="412920" cy="437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42F5825-3C97-F3BC-258A-838E32A4862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05784" y="569016"/>
                  <a:ext cx="43056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1E15999-14BC-01D3-CF5B-7F0FF2C2522B}"/>
                    </a:ext>
                  </a:extLst>
                </p14:cNvPr>
                <p14:cNvContentPartPr/>
                <p14:nvPr/>
              </p14:nvContentPartPr>
              <p14:xfrm>
                <a:off x="6613344" y="371736"/>
                <a:ext cx="300600" cy="84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1E15999-14BC-01D3-CF5B-7F0FF2C2522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04344" y="362736"/>
                  <a:ext cx="3182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56188F2-A9D7-1CA4-3A07-AD2A02C8A52B}"/>
                    </a:ext>
                  </a:extLst>
                </p14:cNvPr>
                <p14:cNvContentPartPr/>
                <p14:nvPr/>
              </p14:nvContentPartPr>
              <p14:xfrm>
                <a:off x="6801264" y="443376"/>
                <a:ext cx="127440" cy="651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56188F2-A9D7-1CA4-3A07-AD2A02C8A52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92264" y="434376"/>
                  <a:ext cx="145080" cy="6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1ED8F74-E4F9-C271-02E3-99A9C415A092}"/>
                    </a:ext>
                  </a:extLst>
                </p14:cNvPr>
                <p14:cNvContentPartPr/>
                <p14:nvPr/>
              </p14:nvContentPartPr>
              <p14:xfrm>
                <a:off x="6964344" y="532656"/>
                <a:ext cx="388800" cy="508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1ED8F74-E4F9-C271-02E3-99A9C415A09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55344" y="524016"/>
                  <a:ext cx="40644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DE0E775-A9F2-A9D9-5EED-93FF26E4730C}"/>
                    </a:ext>
                  </a:extLst>
                </p14:cNvPr>
                <p14:cNvContentPartPr/>
                <p14:nvPr/>
              </p14:nvContentPartPr>
              <p14:xfrm>
                <a:off x="7763184" y="321696"/>
                <a:ext cx="92520" cy="685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DE0E775-A9F2-A9D9-5EED-93FF26E4730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754184" y="313056"/>
                  <a:ext cx="11016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95BD6F0-F510-77C5-D819-5B10F5F59F42}"/>
                    </a:ext>
                  </a:extLst>
                </p14:cNvPr>
                <p14:cNvContentPartPr/>
                <p14:nvPr/>
              </p14:nvContentPartPr>
              <p14:xfrm>
                <a:off x="8060904" y="630936"/>
                <a:ext cx="695520" cy="761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95BD6F0-F510-77C5-D819-5B10F5F59F4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52264" y="621936"/>
                  <a:ext cx="71316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13F0D32-A31F-E1DD-AB29-79ACC17CAF1D}"/>
                    </a:ext>
                  </a:extLst>
                </p14:cNvPr>
                <p14:cNvContentPartPr/>
                <p14:nvPr/>
              </p14:nvContentPartPr>
              <p14:xfrm>
                <a:off x="8705664" y="641376"/>
                <a:ext cx="205200" cy="312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13F0D32-A31F-E1DD-AB29-79ACC17CAF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697024" y="632376"/>
                  <a:ext cx="2228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52AF595-5B0A-001F-995E-B5582C05D9A4}"/>
                    </a:ext>
                  </a:extLst>
                </p14:cNvPr>
                <p14:cNvContentPartPr/>
                <p14:nvPr/>
              </p14:nvContentPartPr>
              <p14:xfrm>
                <a:off x="8911584" y="395856"/>
                <a:ext cx="547200" cy="583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52AF595-5B0A-001F-995E-B5582C05D9A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902584" y="386856"/>
                  <a:ext cx="56484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9435A55-8A15-9654-62CD-4F3EB60F9270}"/>
                    </a:ext>
                  </a:extLst>
                </p14:cNvPr>
                <p14:cNvContentPartPr/>
                <p14:nvPr/>
              </p14:nvContentPartPr>
              <p14:xfrm>
                <a:off x="9434664" y="399456"/>
                <a:ext cx="540360" cy="525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9435A55-8A15-9654-62CD-4F3EB60F927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25664" y="390816"/>
                  <a:ext cx="55800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4CF1A17-E15F-6BF1-03DD-36C3581F6053}"/>
                    </a:ext>
                  </a:extLst>
                </p14:cNvPr>
                <p14:cNvContentPartPr/>
                <p14:nvPr/>
              </p14:nvContentPartPr>
              <p14:xfrm>
                <a:off x="2252664" y="1633536"/>
                <a:ext cx="2257200" cy="101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4CF1A17-E15F-6BF1-03DD-36C3581F605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43664" y="1624536"/>
                  <a:ext cx="2274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2DE805E-9A68-5DDB-E7BA-77CF4ABCA160}"/>
                    </a:ext>
                  </a:extLst>
                </p14:cNvPr>
                <p14:cNvContentPartPr/>
                <p14:nvPr/>
              </p14:nvContentPartPr>
              <p14:xfrm>
                <a:off x="7153344" y="1382976"/>
                <a:ext cx="2048400" cy="82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2DE805E-9A68-5DDB-E7BA-77CF4ABCA16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44344" y="1373976"/>
                  <a:ext cx="2066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1F71210-FB4D-52EF-D863-B624D854CFB9}"/>
                    </a:ext>
                  </a:extLst>
                </p14:cNvPr>
                <p14:cNvContentPartPr/>
                <p14:nvPr/>
              </p14:nvContentPartPr>
              <p14:xfrm>
                <a:off x="6258744" y="1493136"/>
                <a:ext cx="2113200" cy="1391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1F71210-FB4D-52EF-D863-B624D854CFB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50104" y="1484136"/>
                  <a:ext cx="2130840" cy="14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C74F391-25CF-CD36-6612-FA5607379534}"/>
                    </a:ext>
                  </a:extLst>
                </p14:cNvPr>
                <p14:cNvContentPartPr/>
                <p14:nvPr/>
              </p14:nvContentPartPr>
              <p14:xfrm>
                <a:off x="8077824" y="1711656"/>
                <a:ext cx="1485720" cy="1084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C74F391-25CF-CD36-6612-FA560737953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069184" y="1702656"/>
                  <a:ext cx="1503360" cy="11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7EC0FE4-D8CF-BC41-78C0-098AC5F70312}"/>
                    </a:ext>
                  </a:extLst>
                </p14:cNvPr>
                <p14:cNvContentPartPr/>
                <p14:nvPr/>
              </p14:nvContentPartPr>
              <p14:xfrm>
                <a:off x="5037624" y="3067776"/>
                <a:ext cx="940680" cy="562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7EC0FE4-D8CF-BC41-78C0-098AC5F7031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28984" y="3058776"/>
                  <a:ext cx="95832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E20457C-C0DF-D766-288B-E251293A6EA2}"/>
                    </a:ext>
                  </a:extLst>
                </p14:cNvPr>
                <p14:cNvContentPartPr/>
                <p14:nvPr/>
              </p14:nvContentPartPr>
              <p14:xfrm>
                <a:off x="5921424" y="3195936"/>
                <a:ext cx="624600" cy="335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E20457C-C0DF-D766-288B-E251293A6EA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12424" y="3187296"/>
                  <a:ext cx="64224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4CD9750-7D55-D362-895B-995E7C54DB21}"/>
                    </a:ext>
                  </a:extLst>
                </p14:cNvPr>
                <p14:cNvContentPartPr/>
                <p14:nvPr/>
              </p14:nvContentPartPr>
              <p14:xfrm>
                <a:off x="1840824" y="3422016"/>
                <a:ext cx="250560" cy="393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4CD9750-7D55-D362-895B-995E7C54DB2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31824" y="3413376"/>
                  <a:ext cx="26820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51773CF-6DFE-A88E-8867-65A685714E5D}"/>
                    </a:ext>
                  </a:extLst>
                </p14:cNvPr>
                <p14:cNvContentPartPr/>
                <p14:nvPr/>
              </p14:nvContentPartPr>
              <p14:xfrm>
                <a:off x="1466424" y="3185856"/>
                <a:ext cx="1026360" cy="1012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51773CF-6DFE-A88E-8867-65A685714E5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457424" y="3176856"/>
                  <a:ext cx="1044000" cy="10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497FA21-578D-FFCE-26E6-DF7096218308}"/>
                    </a:ext>
                  </a:extLst>
                </p14:cNvPr>
                <p14:cNvContentPartPr/>
                <p14:nvPr/>
              </p14:nvContentPartPr>
              <p14:xfrm>
                <a:off x="8628264" y="2913336"/>
                <a:ext cx="395280" cy="633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497FA21-578D-FFCE-26E6-DF709621830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19264" y="2904696"/>
                  <a:ext cx="412920" cy="6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8E8561E-0CA1-198E-51CF-1C77BEEC1047}"/>
                    </a:ext>
                  </a:extLst>
                </p14:cNvPr>
                <p14:cNvContentPartPr/>
                <p14:nvPr/>
              </p14:nvContentPartPr>
              <p14:xfrm>
                <a:off x="9098784" y="3193056"/>
                <a:ext cx="593280" cy="285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8E8561E-0CA1-198E-51CF-1C77BEEC104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089784" y="3184056"/>
                  <a:ext cx="6109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6A27F76-63E3-A24C-719E-D6019DF73E24}"/>
                    </a:ext>
                  </a:extLst>
                </p14:cNvPr>
                <p14:cNvContentPartPr/>
                <p14:nvPr/>
              </p14:nvContentPartPr>
              <p14:xfrm>
                <a:off x="9501624" y="2748456"/>
                <a:ext cx="257400" cy="394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6A27F76-63E3-A24C-719E-D6019DF73E2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492984" y="2739456"/>
                  <a:ext cx="27504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3DBC837-8D92-231D-9C43-6202ABBDFD34}"/>
                    </a:ext>
                  </a:extLst>
                </p14:cNvPr>
                <p14:cNvContentPartPr/>
                <p14:nvPr/>
              </p14:nvContentPartPr>
              <p14:xfrm>
                <a:off x="9947664" y="2964456"/>
                <a:ext cx="360" cy="4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3DBC837-8D92-231D-9C43-6202ABBDFD3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938664" y="2955456"/>
                  <a:ext cx="18000" cy="21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26561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D1B0F30-BDF4-E355-1DD8-8ABA52043AAF}"/>
              </a:ext>
            </a:extLst>
          </p:cNvPr>
          <p:cNvGrpSpPr/>
          <p:nvPr/>
        </p:nvGrpSpPr>
        <p:grpSpPr>
          <a:xfrm>
            <a:off x="521424" y="293616"/>
            <a:ext cx="1079640" cy="425160"/>
            <a:chOff x="521424" y="293616"/>
            <a:chExt cx="1079640" cy="42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19B18EA-246C-010E-3A52-1501551A2815}"/>
                    </a:ext>
                  </a:extLst>
                </p14:cNvPr>
                <p14:cNvContentPartPr/>
                <p14:nvPr/>
              </p14:nvContentPartPr>
              <p14:xfrm>
                <a:off x="521424" y="293616"/>
                <a:ext cx="88200" cy="425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19B18EA-246C-010E-3A52-1501551A281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12424" y="284616"/>
                  <a:ext cx="1058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E06453A-6CB7-D475-EFC8-AEC300682634}"/>
                    </a:ext>
                  </a:extLst>
                </p14:cNvPr>
                <p14:cNvContentPartPr/>
                <p14:nvPr/>
              </p14:nvContentPartPr>
              <p14:xfrm>
                <a:off x="754344" y="299016"/>
                <a:ext cx="273960" cy="397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E06453A-6CB7-D475-EFC8-AEC30068263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5344" y="290376"/>
                  <a:ext cx="29160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1DD9412-1967-B665-ED6D-625F7BAABB06}"/>
                    </a:ext>
                  </a:extLst>
                </p14:cNvPr>
                <p14:cNvContentPartPr/>
                <p14:nvPr/>
              </p14:nvContentPartPr>
              <p14:xfrm>
                <a:off x="1110384" y="298296"/>
                <a:ext cx="285840" cy="351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1DD9412-1967-B665-ED6D-625F7BAABB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1384" y="289656"/>
                  <a:ext cx="30348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7AFA356-411A-69A1-F1B5-9484C5FABD0F}"/>
                    </a:ext>
                  </a:extLst>
                </p14:cNvPr>
                <p14:cNvContentPartPr/>
                <p14:nvPr/>
              </p14:nvContentPartPr>
              <p14:xfrm>
                <a:off x="1489824" y="311976"/>
                <a:ext cx="111240" cy="260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7AFA356-411A-69A1-F1B5-9484C5FABD0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81184" y="303336"/>
                  <a:ext cx="128880" cy="27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FEBAEB4-8524-CB0F-10E9-5C18332F4664}"/>
                  </a:ext>
                </a:extLst>
              </p14:cNvPr>
              <p14:cNvContentPartPr/>
              <p14:nvPr/>
            </p14:nvContentPartPr>
            <p14:xfrm>
              <a:off x="248184" y="1888056"/>
              <a:ext cx="17280" cy="6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FEBAEB4-8524-CB0F-10E9-5C18332F466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9184" y="1879056"/>
                <a:ext cx="34920" cy="2376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D494124-A804-F528-394F-76F077EBFD38}"/>
              </a:ext>
            </a:extLst>
          </p:cNvPr>
          <p:cNvSpPr txBox="1"/>
          <p:nvPr/>
        </p:nvSpPr>
        <p:spPr>
          <a:xfrm>
            <a:off x="219456" y="1527048"/>
            <a:ext cx="890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‘6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F3D0862-90A4-7948-6464-F6F1158E63AE}"/>
                  </a:ext>
                </a:extLst>
              </p14:cNvPr>
              <p14:cNvContentPartPr/>
              <p14:nvPr/>
            </p14:nvContentPartPr>
            <p14:xfrm>
              <a:off x="1472184" y="346896"/>
              <a:ext cx="275040" cy="348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F3D0862-90A4-7948-6464-F6F1158E63A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63544" y="337896"/>
                <a:ext cx="29268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01F63F9-BA12-EF18-9A24-63054F44A69B}"/>
                  </a:ext>
                </a:extLst>
              </p14:cNvPr>
              <p14:cNvContentPartPr/>
              <p14:nvPr/>
            </p14:nvContentPartPr>
            <p14:xfrm>
              <a:off x="2097504" y="491616"/>
              <a:ext cx="277200" cy="982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01F63F9-BA12-EF18-9A24-63054F44A69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88864" y="482976"/>
                <a:ext cx="2948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58C8E90-A175-FDC9-6557-CF56A72D11D9}"/>
                  </a:ext>
                </a:extLst>
              </p14:cNvPr>
              <p14:cNvContentPartPr/>
              <p14:nvPr/>
            </p14:nvContentPartPr>
            <p14:xfrm>
              <a:off x="1215864" y="1272456"/>
              <a:ext cx="369000" cy="2998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58C8E90-A175-FDC9-6557-CF56A72D11D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07224" y="1263456"/>
                <a:ext cx="38664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2ECC90A-1CB4-1653-6327-CBDB7033F7E3}"/>
                  </a:ext>
                </a:extLst>
              </p14:cNvPr>
              <p14:cNvContentPartPr/>
              <p14:nvPr/>
            </p14:nvContentPartPr>
            <p14:xfrm>
              <a:off x="1645344" y="1267776"/>
              <a:ext cx="213120" cy="573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2ECC90A-1CB4-1653-6327-CBDB7033F7E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36344" y="1259136"/>
                <a:ext cx="230760" cy="59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E15B1AE-F403-0CAA-CD0F-18AA7254DFB6}"/>
                  </a:ext>
                </a:extLst>
              </p14:cNvPr>
              <p14:cNvContentPartPr/>
              <p14:nvPr/>
            </p14:nvContentPartPr>
            <p14:xfrm>
              <a:off x="1934784" y="1246896"/>
              <a:ext cx="328680" cy="306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E15B1AE-F403-0CAA-CD0F-18AA7254DFB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25784" y="1237896"/>
                <a:ext cx="34632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3228019-0467-90A7-226B-3CB5BE1AF8A4}"/>
                  </a:ext>
                </a:extLst>
              </p14:cNvPr>
              <p14:cNvContentPartPr/>
              <p14:nvPr/>
            </p14:nvContentPartPr>
            <p14:xfrm>
              <a:off x="1206504" y="2225736"/>
              <a:ext cx="78120" cy="353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3228019-0467-90A7-226B-3CB5BE1AF8A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97864" y="2217096"/>
                <a:ext cx="9576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BE7D1BA-4F1C-DFA2-3281-A442EAD463E5}"/>
                  </a:ext>
                </a:extLst>
              </p14:cNvPr>
              <p14:cNvContentPartPr/>
              <p14:nvPr/>
            </p14:nvContentPartPr>
            <p14:xfrm>
              <a:off x="1233504" y="2187576"/>
              <a:ext cx="196200" cy="2037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BE7D1BA-4F1C-DFA2-3281-A442EAD463E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24864" y="2178936"/>
                <a:ext cx="21384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B4BE0CD-A407-E9A5-4C80-C17D02013517}"/>
                  </a:ext>
                </a:extLst>
              </p14:cNvPr>
              <p14:cNvContentPartPr/>
              <p14:nvPr/>
            </p14:nvContentPartPr>
            <p14:xfrm>
              <a:off x="1201824" y="2293056"/>
              <a:ext cx="599040" cy="2246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B4BE0CD-A407-E9A5-4C80-C17D0201351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93184" y="2284056"/>
                <a:ext cx="61668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363D867-7988-E9B0-18B7-DFC9DF23C2F6}"/>
                  </a:ext>
                </a:extLst>
              </p14:cNvPr>
              <p14:cNvContentPartPr/>
              <p14:nvPr/>
            </p14:nvContentPartPr>
            <p14:xfrm>
              <a:off x="1774584" y="2097936"/>
              <a:ext cx="272880" cy="3502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363D867-7988-E9B0-18B7-DFC9DF23C2F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65584" y="2089296"/>
                <a:ext cx="29052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4CAC352-A4E5-6599-B185-F35A541DF287}"/>
                  </a:ext>
                </a:extLst>
              </p14:cNvPr>
              <p14:cNvContentPartPr/>
              <p14:nvPr/>
            </p14:nvContentPartPr>
            <p14:xfrm>
              <a:off x="2091384" y="2222496"/>
              <a:ext cx="156600" cy="1735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4CAC352-A4E5-6599-B185-F35A541DF28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082384" y="2213856"/>
                <a:ext cx="1742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6858FC0-F4A8-8662-D4DF-E8D1A8D5FBF3}"/>
                  </a:ext>
                </a:extLst>
              </p14:cNvPr>
              <p14:cNvContentPartPr/>
              <p14:nvPr/>
            </p14:nvContentPartPr>
            <p14:xfrm>
              <a:off x="2105784" y="2134656"/>
              <a:ext cx="252720" cy="3337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6858FC0-F4A8-8662-D4DF-E8D1A8D5FBF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97144" y="2126016"/>
                <a:ext cx="27036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83F3271-2649-D3CC-BE20-BB961436D575}"/>
                  </a:ext>
                </a:extLst>
              </p14:cNvPr>
              <p14:cNvContentPartPr/>
              <p14:nvPr/>
            </p14:nvContentPartPr>
            <p14:xfrm>
              <a:off x="2356344" y="2146176"/>
              <a:ext cx="763920" cy="2926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83F3271-2649-D3CC-BE20-BB961436D57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347704" y="2137176"/>
                <a:ext cx="78156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6D21A92-467A-C32B-F673-2CBF0FEA668D}"/>
                  </a:ext>
                </a:extLst>
              </p14:cNvPr>
              <p14:cNvContentPartPr/>
              <p14:nvPr/>
            </p14:nvContentPartPr>
            <p14:xfrm>
              <a:off x="3264264" y="2009016"/>
              <a:ext cx="247680" cy="3844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6D21A92-467A-C32B-F673-2CBF0FEA668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55624" y="2000376"/>
                <a:ext cx="26532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3AC5002-11E1-1614-8736-2FA721C33592}"/>
                  </a:ext>
                </a:extLst>
              </p14:cNvPr>
              <p14:cNvContentPartPr/>
              <p14:nvPr/>
            </p14:nvContentPartPr>
            <p14:xfrm>
              <a:off x="3554424" y="2037816"/>
              <a:ext cx="85680" cy="3139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3AC5002-11E1-1614-8736-2FA721C3359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545784" y="2028816"/>
                <a:ext cx="10332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1DB2883-0263-6203-0946-2C91150A63DF}"/>
                  </a:ext>
                </a:extLst>
              </p14:cNvPr>
              <p14:cNvContentPartPr/>
              <p14:nvPr/>
            </p14:nvContentPartPr>
            <p14:xfrm>
              <a:off x="3795264" y="2149776"/>
              <a:ext cx="395280" cy="669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1DB2883-0263-6203-0946-2C91150A63D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786264" y="2141136"/>
                <a:ext cx="4129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C184EF3-B850-70D9-4DA5-1F45DCEA101C}"/>
                  </a:ext>
                </a:extLst>
              </p14:cNvPr>
              <p14:cNvContentPartPr/>
              <p14:nvPr/>
            </p14:nvContentPartPr>
            <p14:xfrm>
              <a:off x="4351824" y="1950696"/>
              <a:ext cx="189720" cy="3459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C184EF3-B850-70D9-4DA5-1F45DCEA101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343184" y="1941696"/>
                <a:ext cx="20736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F5846A4-7734-304D-7652-B045BEB3E21A}"/>
                  </a:ext>
                </a:extLst>
              </p14:cNvPr>
              <p14:cNvContentPartPr/>
              <p14:nvPr/>
            </p14:nvContentPartPr>
            <p14:xfrm>
              <a:off x="4335264" y="1884096"/>
              <a:ext cx="111600" cy="1256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F5846A4-7734-304D-7652-B045BEB3E21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326264" y="1875456"/>
                <a:ext cx="12924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8ECB4B0-7DA2-B249-18FE-94FF41D97A93}"/>
                  </a:ext>
                </a:extLst>
              </p14:cNvPr>
              <p14:cNvContentPartPr/>
              <p14:nvPr/>
            </p14:nvContentPartPr>
            <p14:xfrm>
              <a:off x="4618584" y="1849896"/>
              <a:ext cx="128880" cy="5112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8ECB4B0-7DA2-B249-18FE-94FF41D97A9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609944" y="1841256"/>
                <a:ext cx="14652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6DE19AC-C30C-C916-5D24-E599B13E2D8F}"/>
                  </a:ext>
                </a:extLst>
              </p14:cNvPr>
              <p14:cNvContentPartPr/>
              <p14:nvPr/>
            </p14:nvContentPartPr>
            <p14:xfrm>
              <a:off x="1223784" y="2977776"/>
              <a:ext cx="489240" cy="2937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6DE19AC-C30C-C916-5D24-E599B13E2D8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214784" y="2969136"/>
                <a:ext cx="50688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3A7186D-E6A0-251C-7BD1-0F221D4922CA}"/>
                  </a:ext>
                </a:extLst>
              </p14:cNvPr>
              <p14:cNvContentPartPr/>
              <p14:nvPr/>
            </p14:nvContentPartPr>
            <p14:xfrm>
              <a:off x="1595304" y="2794536"/>
              <a:ext cx="95400" cy="921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3A7186D-E6A0-251C-7BD1-0F221D4922C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86664" y="2785896"/>
                <a:ext cx="11304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2131A10-BFCF-859E-7575-DDA35478206E}"/>
                  </a:ext>
                </a:extLst>
              </p14:cNvPr>
              <p14:cNvContentPartPr/>
              <p14:nvPr/>
            </p14:nvContentPartPr>
            <p14:xfrm>
              <a:off x="1874664" y="2801016"/>
              <a:ext cx="44280" cy="3744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2131A10-BFCF-859E-7575-DDA35478206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66024" y="2792376"/>
                <a:ext cx="6192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B006916-EC63-D08C-5E4C-D5592FB0EAF6}"/>
                  </a:ext>
                </a:extLst>
              </p14:cNvPr>
              <p14:cNvContentPartPr/>
              <p14:nvPr/>
            </p14:nvContentPartPr>
            <p14:xfrm>
              <a:off x="1900944" y="2969856"/>
              <a:ext cx="434880" cy="5241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B006916-EC63-D08C-5E4C-D5592FB0EAF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892304" y="2961216"/>
                <a:ext cx="452520" cy="54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A5E8EBB-5850-05B4-3126-D53141C6F5DD}"/>
                  </a:ext>
                </a:extLst>
              </p14:cNvPr>
              <p14:cNvContentPartPr/>
              <p14:nvPr/>
            </p14:nvContentPartPr>
            <p14:xfrm>
              <a:off x="1371744" y="3814056"/>
              <a:ext cx="84600" cy="3409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A5E8EBB-5850-05B4-3126-D53141C6F5D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363104" y="3805056"/>
                <a:ext cx="10224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7D4DF64-A6B4-88F9-0501-95CF576650F4}"/>
                  </a:ext>
                </a:extLst>
              </p14:cNvPr>
              <p14:cNvContentPartPr/>
              <p14:nvPr/>
            </p14:nvContentPartPr>
            <p14:xfrm>
              <a:off x="1371744" y="3810816"/>
              <a:ext cx="68400" cy="496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7D4DF64-A6B4-88F9-0501-95CF576650F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362744" y="3802176"/>
                <a:ext cx="8604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598B51F-76CF-DFFC-4870-C7ABF755C53D}"/>
                  </a:ext>
                </a:extLst>
              </p14:cNvPr>
              <p14:cNvContentPartPr/>
              <p14:nvPr/>
            </p14:nvContentPartPr>
            <p14:xfrm>
              <a:off x="1343304" y="3781656"/>
              <a:ext cx="370800" cy="3880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598B51F-76CF-DFFC-4870-C7ABF755C53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334304" y="3773016"/>
                <a:ext cx="38844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6812EE5-E754-C1C4-ED55-5F12394B8244}"/>
                  </a:ext>
                </a:extLst>
              </p14:cNvPr>
              <p14:cNvContentPartPr/>
              <p14:nvPr/>
            </p14:nvContentPartPr>
            <p14:xfrm>
              <a:off x="1773504" y="3823056"/>
              <a:ext cx="257040" cy="2494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6812EE5-E754-C1C4-ED55-5F12394B824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764504" y="3814056"/>
                <a:ext cx="27468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FD26F72-4E34-590C-6C84-B9D68DD8B46A}"/>
                  </a:ext>
                </a:extLst>
              </p14:cNvPr>
              <p14:cNvContentPartPr/>
              <p14:nvPr/>
            </p14:nvContentPartPr>
            <p14:xfrm>
              <a:off x="2040264" y="3718656"/>
              <a:ext cx="75240" cy="4114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FD26F72-4E34-590C-6C84-B9D68DD8B46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031264" y="3710016"/>
                <a:ext cx="9288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3947B38-7CDD-9802-0A2F-FD0A5520EA6F}"/>
                  </a:ext>
                </a:extLst>
              </p14:cNvPr>
              <p14:cNvContentPartPr/>
              <p14:nvPr/>
            </p14:nvContentPartPr>
            <p14:xfrm>
              <a:off x="2063664" y="3849696"/>
              <a:ext cx="395280" cy="2523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3947B38-7CDD-9802-0A2F-FD0A5520EA6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055024" y="3840696"/>
                <a:ext cx="41292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4A15FD3-1F69-AC6F-D02E-1FB5D3C65A6B}"/>
                  </a:ext>
                </a:extLst>
              </p14:cNvPr>
              <p14:cNvContentPartPr/>
              <p14:nvPr/>
            </p14:nvContentPartPr>
            <p14:xfrm>
              <a:off x="2620224" y="3744576"/>
              <a:ext cx="88560" cy="2109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4A15FD3-1F69-AC6F-D02E-1FB5D3C65A6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611224" y="3735576"/>
                <a:ext cx="10620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300D319-88BE-845E-8A15-9E45BB9178F7}"/>
                  </a:ext>
                </a:extLst>
              </p14:cNvPr>
              <p14:cNvContentPartPr/>
              <p14:nvPr/>
            </p14:nvContentPartPr>
            <p14:xfrm>
              <a:off x="2742264" y="3719736"/>
              <a:ext cx="68760" cy="4921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300D319-88BE-845E-8A15-9E45BB9178F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733264" y="3711096"/>
                <a:ext cx="86400" cy="50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A55F16A-07D6-6280-6551-6DED198A508C}"/>
                  </a:ext>
                </a:extLst>
              </p14:cNvPr>
              <p14:cNvContentPartPr/>
              <p14:nvPr/>
            </p14:nvContentPartPr>
            <p14:xfrm>
              <a:off x="2759184" y="3960936"/>
              <a:ext cx="196200" cy="381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A55F16A-07D6-6280-6551-6DED198A508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750184" y="3952296"/>
                <a:ext cx="2138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674DFC6-D551-B4C0-E32B-357A1A4025CF}"/>
                  </a:ext>
                </a:extLst>
              </p14:cNvPr>
              <p14:cNvContentPartPr/>
              <p14:nvPr/>
            </p14:nvContentPartPr>
            <p14:xfrm>
              <a:off x="2169504" y="3913416"/>
              <a:ext cx="95400" cy="1890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674DFC6-D551-B4C0-E32B-357A1A4025C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160864" y="3904416"/>
                <a:ext cx="11304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0CBE260-6F41-4D4A-F3CF-38EF93665A88}"/>
                  </a:ext>
                </a:extLst>
              </p14:cNvPr>
              <p14:cNvContentPartPr/>
              <p14:nvPr/>
            </p14:nvContentPartPr>
            <p14:xfrm>
              <a:off x="3331224" y="3662856"/>
              <a:ext cx="52560" cy="3952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0CBE260-6F41-4D4A-F3CF-38EF93665A8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322224" y="3653856"/>
                <a:ext cx="7020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31B73B6-4556-605B-DB9E-ECC491B59FAB}"/>
                  </a:ext>
                </a:extLst>
              </p14:cNvPr>
              <p14:cNvContentPartPr/>
              <p14:nvPr/>
            </p14:nvContentPartPr>
            <p14:xfrm>
              <a:off x="3304944" y="3664296"/>
              <a:ext cx="218520" cy="3661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31B73B6-4556-605B-DB9E-ECC491B59FA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295944" y="3655656"/>
                <a:ext cx="23616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9B62A23-53AF-039D-4AE5-C296BED47A15}"/>
                  </a:ext>
                </a:extLst>
              </p14:cNvPr>
              <p14:cNvContentPartPr/>
              <p14:nvPr/>
            </p14:nvContentPartPr>
            <p14:xfrm>
              <a:off x="3538584" y="3782016"/>
              <a:ext cx="61200" cy="2379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9B62A23-53AF-039D-4AE5-C296BED47A1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529944" y="3773376"/>
                <a:ext cx="7884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B22E41E-5DDE-4116-3530-56AB847309E6}"/>
                  </a:ext>
                </a:extLst>
              </p14:cNvPr>
              <p14:cNvContentPartPr/>
              <p14:nvPr/>
            </p14:nvContentPartPr>
            <p14:xfrm>
              <a:off x="3633264" y="3801456"/>
              <a:ext cx="94680" cy="1123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B22E41E-5DDE-4116-3530-56AB847309E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624264" y="3792816"/>
                <a:ext cx="11232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E55ADCE-F3CE-F502-DAB3-376300DA2ECF}"/>
                  </a:ext>
                </a:extLst>
              </p14:cNvPr>
              <p14:cNvContentPartPr/>
              <p14:nvPr/>
            </p14:nvContentPartPr>
            <p14:xfrm>
              <a:off x="3744504" y="3619656"/>
              <a:ext cx="324360" cy="3369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E55ADCE-F3CE-F502-DAB3-376300DA2EC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735504" y="3611016"/>
                <a:ext cx="34200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190D580-E64C-2D55-9114-CAC31D38307D}"/>
                  </a:ext>
                </a:extLst>
              </p14:cNvPr>
              <p14:cNvContentPartPr/>
              <p14:nvPr/>
            </p14:nvContentPartPr>
            <p14:xfrm>
              <a:off x="4073544" y="1151496"/>
              <a:ext cx="2377800" cy="795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190D580-E64C-2D55-9114-CAC31D38307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064904" y="1142496"/>
                <a:ext cx="239544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BAE4057-1CD9-EFCF-CFDB-56469554A972}"/>
                  </a:ext>
                </a:extLst>
              </p14:cNvPr>
              <p14:cNvContentPartPr/>
              <p14:nvPr/>
            </p14:nvContentPartPr>
            <p14:xfrm>
              <a:off x="6407424" y="1147536"/>
              <a:ext cx="37440" cy="97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BAE4057-1CD9-EFCF-CFDB-56469554A97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398424" y="1138536"/>
                <a:ext cx="5508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BA59512-6D46-8A20-AC94-3446718A54DB}"/>
                  </a:ext>
                </a:extLst>
              </p14:cNvPr>
              <p14:cNvContentPartPr/>
              <p14:nvPr/>
            </p14:nvContentPartPr>
            <p14:xfrm>
              <a:off x="5143824" y="1999296"/>
              <a:ext cx="1496520" cy="388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BA59512-6D46-8A20-AC94-3446718A54D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134824" y="1990656"/>
                <a:ext cx="151416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D171A06-7F16-346B-AA42-43EA2DBB1292}"/>
                  </a:ext>
                </a:extLst>
              </p14:cNvPr>
              <p14:cNvContentPartPr/>
              <p14:nvPr/>
            </p14:nvContentPartPr>
            <p14:xfrm>
              <a:off x="4254624" y="3002256"/>
              <a:ext cx="1846080" cy="676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D171A06-7F16-346B-AA42-43EA2DBB129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245984" y="2993616"/>
                <a:ext cx="186372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4EF0EAA-4895-AFDF-68BA-234C664ECB3E}"/>
                  </a:ext>
                </a:extLst>
              </p14:cNvPr>
              <p14:cNvContentPartPr/>
              <p14:nvPr/>
            </p14:nvContentPartPr>
            <p14:xfrm>
              <a:off x="4705344" y="3826296"/>
              <a:ext cx="1683720" cy="442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4EF0EAA-4895-AFDF-68BA-234C664ECB3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696704" y="3817296"/>
                <a:ext cx="170136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D0FB2A3-7DD0-224D-3151-85B3E7896FA6}"/>
                  </a:ext>
                </a:extLst>
              </p14:cNvPr>
              <p14:cNvContentPartPr/>
              <p14:nvPr/>
            </p14:nvContentPartPr>
            <p14:xfrm>
              <a:off x="1207224" y="4628016"/>
              <a:ext cx="797760" cy="3945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D0FB2A3-7DD0-224D-3151-85B3E7896FA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198584" y="4619016"/>
                <a:ext cx="81540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7B69A7F-DF9D-E549-9DAD-DB0107DBA25B}"/>
                  </a:ext>
                </a:extLst>
              </p14:cNvPr>
              <p14:cNvContentPartPr/>
              <p14:nvPr/>
            </p14:nvContentPartPr>
            <p14:xfrm>
              <a:off x="2158344" y="4657176"/>
              <a:ext cx="78120" cy="3549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7B69A7F-DF9D-E549-9DAD-DB0107DBA25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149344" y="4648176"/>
                <a:ext cx="9576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3C696A6-1CA7-7203-250E-7413358A8C42}"/>
                  </a:ext>
                </a:extLst>
              </p14:cNvPr>
              <p14:cNvContentPartPr/>
              <p14:nvPr/>
            </p14:nvContentPartPr>
            <p14:xfrm>
              <a:off x="2319984" y="4653936"/>
              <a:ext cx="293400" cy="3013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3C696A6-1CA7-7203-250E-7413358A8C4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311344" y="4644936"/>
                <a:ext cx="31104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7B7A2E6-6850-CCC6-D772-FC7E3BE7365E}"/>
                  </a:ext>
                </a:extLst>
              </p14:cNvPr>
              <p14:cNvContentPartPr/>
              <p14:nvPr/>
            </p14:nvContentPartPr>
            <p14:xfrm>
              <a:off x="3642984" y="4530456"/>
              <a:ext cx="2268360" cy="1699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7B7A2E6-6850-CCC6-D772-FC7E3BE7365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634344" y="4521816"/>
                <a:ext cx="22860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E49CD51-701F-D3D9-1A72-5769C0D72815}"/>
                  </a:ext>
                </a:extLst>
              </p14:cNvPr>
              <p14:cNvContentPartPr/>
              <p14:nvPr/>
            </p14:nvContentPartPr>
            <p14:xfrm>
              <a:off x="7084944" y="324216"/>
              <a:ext cx="385920" cy="3546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E49CD51-701F-D3D9-1A72-5769C0D7281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075944" y="315576"/>
                <a:ext cx="40356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02D8850-10A5-6CF2-60D9-4B332283E80D}"/>
                  </a:ext>
                </a:extLst>
              </p14:cNvPr>
              <p14:cNvContentPartPr/>
              <p14:nvPr/>
            </p14:nvContentPartPr>
            <p14:xfrm>
              <a:off x="7590384" y="380376"/>
              <a:ext cx="415080" cy="30744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02D8850-10A5-6CF2-60D9-4B332283E80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581384" y="371736"/>
                <a:ext cx="43272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8684328-4D01-CDC9-8D92-1D37A52FF5B3}"/>
                  </a:ext>
                </a:extLst>
              </p14:cNvPr>
              <p14:cNvContentPartPr/>
              <p14:nvPr/>
            </p14:nvContentPartPr>
            <p14:xfrm>
              <a:off x="7949664" y="289296"/>
              <a:ext cx="37440" cy="1296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8684328-4D01-CDC9-8D92-1D37A52FF5B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941024" y="280656"/>
                <a:ext cx="5508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986EA8B-BD62-7E0A-1D0E-3C594F4DE204}"/>
                  </a:ext>
                </a:extLst>
              </p14:cNvPr>
              <p14:cNvContentPartPr/>
              <p14:nvPr/>
            </p14:nvContentPartPr>
            <p14:xfrm>
              <a:off x="7385904" y="1652616"/>
              <a:ext cx="7200" cy="590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986EA8B-BD62-7E0A-1D0E-3C594F4DE20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377264" y="1643616"/>
                <a:ext cx="248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DE019EF4-9ED0-0521-DDF2-F26D30007D25}"/>
                  </a:ext>
                </a:extLst>
              </p14:cNvPr>
              <p14:cNvContentPartPr/>
              <p14:nvPr/>
            </p14:nvContentPartPr>
            <p14:xfrm>
              <a:off x="7392744" y="1652616"/>
              <a:ext cx="360" cy="612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DE019EF4-9ED0-0521-DDF2-F26D30007D2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384104" y="1643616"/>
                <a:ext cx="180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25A3131-CD2E-BEA7-9C54-E19D8636774B}"/>
                  </a:ext>
                </a:extLst>
              </p14:cNvPr>
              <p14:cNvContentPartPr/>
              <p14:nvPr/>
            </p14:nvContentPartPr>
            <p14:xfrm>
              <a:off x="7392384" y="1661256"/>
              <a:ext cx="439560" cy="3142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25A3131-CD2E-BEA7-9C54-E19D8636774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383384" y="1652616"/>
                <a:ext cx="45720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F16E28FF-99DE-CCBB-6C50-4159347B7461}"/>
                  </a:ext>
                </a:extLst>
              </p14:cNvPr>
              <p14:cNvContentPartPr/>
              <p14:nvPr/>
            </p14:nvContentPartPr>
            <p14:xfrm>
              <a:off x="7907544" y="1681056"/>
              <a:ext cx="191880" cy="3114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F16E28FF-99DE-CCBB-6C50-4159347B746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898904" y="1672056"/>
                <a:ext cx="20952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5D8A203-4E5D-0046-8722-B443D8629DA1}"/>
                  </a:ext>
                </a:extLst>
              </p14:cNvPr>
              <p14:cNvContentPartPr/>
              <p14:nvPr/>
            </p14:nvContentPartPr>
            <p14:xfrm>
              <a:off x="7591824" y="2516616"/>
              <a:ext cx="428400" cy="2980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5D8A203-4E5D-0046-8722-B443D8629DA1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583184" y="2507976"/>
                <a:ext cx="44604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F26918A-264D-E112-87BA-B18F918D5BF8}"/>
                  </a:ext>
                </a:extLst>
              </p14:cNvPr>
              <p14:cNvContentPartPr/>
              <p14:nvPr/>
            </p14:nvContentPartPr>
            <p14:xfrm>
              <a:off x="7256664" y="3490056"/>
              <a:ext cx="35640" cy="4050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F26918A-264D-E112-87BA-B18F918D5BF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248024" y="3481416"/>
                <a:ext cx="5328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CD48C76-81E7-BED1-E2DD-AC834BC3DBAC}"/>
                  </a:ext>
                </a:extLst>
              </p14:cNvPr>
              <p14:cNvContentPartPr/>
              <p14:nvPr/>
            </p14:nvContentPartPr>
            <p14:xfrm>
              <a:off x="7319664" y="3494736"/>
              <a:ext cx="296640" cy="3070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CD48C76-81E7-BED1-E2DD-AC834BC3DBA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311024" y="3485736"/>
                <a:ext cx="31428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06479C5-DA98-A2D0-E42F-8C03A02BB08F}"/>
                  </a:ext>
                </a:extLst>
              </p14:cNvPr>
              <p14:cNvContentPartPr/>
              <p14:nvPr/>
            </p14:nvContentPartPr>
            <p14:xfrm>
              <a:off x="7669584" y="3464856"/>
              <a:ext cx="229320" cy="34740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06479C5-DA98-A2D0-E42F-8C03A02BB08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660584" y="3455856"/>
                <a:ext cx="24696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2F96885A-CF30-5E92-1420-9A7BD8CAF0B8}"/>
                  </a:ext>
                </a:extLst>
              </p14:cNvPr>
              <p14:cNvContentPartPr/>
              <p14:nvPr/>
            </p14:nvContentPartPr>
            <p14:xfrm>
              <a:off x="7181424" y="4172976"/>
              <a:ext cx="173160" cy="3362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2F96885A-CF30-5E92-1420-9A7BD8CAF0B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172424" y="4163976"/>
                <a:ext cx="19080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0F953AD-A20A-F85C-D5DA-5D4AEFA89D45}"/>
                  </a:ext>
                </a:extLst>
              </p14:cNvPr>
              <p14:cNvContentPartPr/>
              <p14:nvPr/>
            </p14:nvContentPartPr>
            <p14:xfrm>
              <a:off x="7207344" y="4202136"/>
              <a:ext cx="760680" cy="33300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0F953AD-A20A-F85C-D5DA-5D4AEFA89D45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198344" y="4193136"/>
                <a:ext cx="77832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D9E94680-7F69-0800-0977-457193012E3C}"/>
                  </a:ext>
                </a:extLst>
              </p14:cNvPr>
              <p14:cNvContentPartPr/>
              <p14:nvPr/>
            </p14:nvContentPartPr>
            <p14:xfrm>
              <a:off x="8388504" y="296856"/>
              <a:ext cx="300600" cy="443052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D9E94680-7F69-0800-0977-457193012E3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379504" y="287856"/>
                <a:ext cx="318240" cy="444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7E4E4DA-55E4-9E6E-1AB2-1BBCAB7C12CB}"/>
                  </a:ext>
                </a:extLst>
              </p14:cNvPr>
              <p14:cNvContentPartPr/>
              <p14:nvPr/>
            </p14:nvContentPartPr>
            <p14:xfrm>
              <a:off x="7291584" y="912096"/>
              <a:ext cx="68040" cy="3837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7E4E4DA-55E4-9E6E-1AB2-1BBCAB7C12CB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282584" y="903456"/>
                <a:ext cx="8568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DBB6633-3D4E-68AA-15A2-4400A421A94D}"/>
                  </a:ext>
                </a:extLst>
              </p14:cNvPr>
              <p14:cNvContentPartPr/>
              <p14:nvPr/>
            </p14:nvContentPartPr>
            <p14:xfrm>
              <a:off x="7401384" y="967536"/>
              <a:ext cx="231480" cy="3279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DBB6633-3D4E-68AA-15A2-4400A421A94D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392744" y="958536"/>
                <a:ext cx="24912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B8F5C90-E47F-D61C-61FF-67F44757A12B}"/>
                  </a:ext>
                </a:extLst>
              </p14:cNvPr>
              <p14:cNvContentPartPr/>
              <p14:nvPr/>
            </p14:nvContentPartPr>
            <p14:xfrm>
              <a:off x="7581744" y="961776"/>
              <a:ext cx="274320" cy="3445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B8F5C90-E47F-D61C-61FF-67F44757A12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573104" y="953136"/>
                <a:ext cx="29196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3C2E084A-7055-2436-DCF9-BFA44C5958B2}"/>
                  </a:ext>
                </a:extLst>
              </p14:cNvPr>
              <p14:cNvContentPartPr/>
              <p14:nvPr/>
            </p14:nvContentPartPr>
            <p14:xfrm>
              <a:off x="7480584" y="1354536"/>
              <a:ext cx="7200" cy="972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3C2E084A-7055-2436-DCF9-BFA44C5958B2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471584" y="1345536"/>
                <a:ext cx="2484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641EFF9C-DEEE-50B0-ECC9-53023AAD2CB9}"/>
                  </a:ext>
                </a:extLst>
              </p14:cNvPr>
              <p14:cNvContentPartPr/>
              <p14:nvPr/>
            </p14:nvContentPartPr>
            <p14:xfrm>
              <a:off x="4351824" y="620496"/>
              <a:ext cx="1286280" cy="44532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641EFF9C-DEEE-50B0-ECC9-53023AAD2CB9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343184" y="611856"/>
                <a:ext cx="1303920" cy="4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9BC5E2A-04FF-26B8-22F2-9D81DC3420E1}"/>
                  </a:ext>
                </a:extLst>
              </p14:cNvPr>
              <p14:cNvContentPartPr/>
              <p14:nvPr/>
            </p14:nvContentPartPr>
            <p14:xfrm>
              <a:off x="9245664" y="302256"/>
              <a:ext cx="145440" cy="3132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9BC5E2A-04FF-26B8-22F2-9D81DC3420E1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236664" y="293616"/>
                <a:ext cx="16308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1C6C81C3-A897-0A02-E6EE-84C0F7AAFAF6}"/>
                  </a:ext>
                </a:extLst>
              </p14:cNvPr>
              <p14:cNvContentPartPr/>
              <p14:nvPr/>
            </p14:nvContentPartPr>
            <p14:xfrm>
              <a:off x="9194544" y="312336"/>
              <a:ext cx="86400" cy="820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1C6C81C3-A897-0A02-E6EE-84C0F7AAFAF6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185904" y="303336"/>
                <a:ext cx="10404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27A0FD2F-BD13-B854-7FC4-4A47CFA22F8C}"/>
                  </a:ext>
                </a:extLst>
              </p14:cNvPr>
              <p14:cNvContentPartPr/>
              <p14:nvPr/>
            </p14:nvContentPartPr>
            <p14:xfrm>
              <a:off x="9451584" y="486936"/>
              <a:ext cx="96120" cy="856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27A0FD2F-BD13-B854-7FC4-4A47CFA22F8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442584" y="477936"/>
                <a:ext cx="11376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5B612810-1E3A-C585-9F3F-A8565AB8EC32}"/>
                  </a:ext>
                </a:extLst>
              </p14:cNvPr>
              <p14:cNvContentPartPr/>
              <p14:nvPr/>
            </p14:nvContentPartPr>
            <p14:xfrm>
              <a:off x="9868824" y="312696"/>
              <a:ext cx="379440" cy="3189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5B612810-1E3A-C585-9F3F-A8565AB8EC32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859824" y="303696"/>
                <a:ext cx="39708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C1CD85D-4A7C-7AC1-6D22-EBB260761E2F}"/>
                  </a:ext>
                </a:extLst>
              </p14:cNvPr>
              <p14:cNvContentPartPr/>
              <p14:nvPr/>
            </p14:nvContentPartPr>
            <p14:xfrm>
              <a:off x="10365264" y="374256"/>
              <a:ext cx="18000" cy="22248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C1CD85D-4A7C-7AC1-6D22-EBB260761E2F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0356624" y="365256"/>
                <a:ext cx="3564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E1C7E3C2-648E-E3CA-49E0-389D8A649B4C}"/>
                  </a:ext>
                </a:extLst>
              </p14:cNvPr>
              <p14:cNvContentPartPr/>
              <p14:nvPr/>
            </p14:nvContentPartPr>
            <p14:xfrm>
              <a:off x="10520424" y="370296"/>
              <a:ext cx="301680" cy="22104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E1C7E3C2-648E-E3CA-49E0-389D8A649B4C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511784" y="361296"/>
                <a:ext cx="31932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B318A3F2-C12A-FD8B-C7A9-F607F21F3A28}"/>
                  </a:ext>
                </a:extLst>
              </p14:cNvPr>
              <p14:cNvContentPartPr/>
              <p14:nvPr/>
            </p14:nvContentPartPr>
            <p14:xfrm>
              <a:off x="10632744" y="255456"/>
              <a:ext cx="51120" cy="345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B318A3F2-C12A-FD8B-C7A9-F607F21F3A28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0624104" y="246456"/>
                <a:ext cx="6876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64618C7-5F9B-870B-F0B7-147851FB3A4E}"/>
                  </a:ext>
                </a:extLst>
              </p14:cNvPr>
              <p14:cNvContentPartPr/>
              <p14:nvPr/>
            </p14:nvContentPartPr>
            <p14:xfrm>
              <a:off x="9474984" y="1010376"/>
              <a:ext cx="78120" cy="3916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64618C7-5F9B-870B-F0B7-147851FB3A4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466344" y="1001736"/>
                <a:ext cx="9576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C610DA51-054A-EF0E-9703-409192FE812B}"/>
                  </a:ext>
                </a:extLst>
              </p14:cNvPr>
              <p14:cNvContentPartPr/>
              <p14:nvPr/>
            </p14:nvContentPartPr>
            <p14:xfrm>
              <a:off x="9663984" y="1040616"/>
              <a:ext cx="127800" cy="2206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C610DA51-054A-EF0E-9703-409192FE812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655344" y="1031616"/>
                <a:ext cx="1454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7E4FF236-A3B5-A69A-612B-3AA7915ACD86}"/>
                  </a:ext>
                </a:extLst>
              </p14:cNvPr>
              <p14:cNvContentPartPr/>
              <p14:nvPr/>
            </p14:nvContentPartPr>
            <p14:xfrm>
              <a:off x="10014984" y="1130256"/>
              <a:ext cx="127440" cy="2473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7E4FF236-A3B5-A69A-612B-3AA7915ACD86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0006344" y="1121256"/>
                <a:ext cx="14508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B64CB64F-762C-27E5-70A5-A13CF3A7E3EC}"/>
                  </a:ext>
                </a:extLst>
              </p14:cNvPr>
              <p14:cNvContentPartPr/>
              <p14:nvPr/>
            </p14:nvContentPartPr>
            <p14:xfrm>
              <a:off x="9937584" y="1050696"/>
              <a:ext cx="61920" cy="424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B64CB64F-762C-27E5-70A5-A13CF3A7E3EC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928584" y="1042056"/>
                <a:ext cx="795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410F431D-80E7-5554-CDF6-9BF4F2EE44F4}"/>
                  </a:ext>
                </a:extLst>
              </p14:cNvPr>
              <p14:cNvContentPartPr/>
              <p14:nvPr/>
            </p14:nvContentPartPr>
            <p14:xfrm>
              <a:off x="10247904" y="1367856"/>
              <a:ext cx="51120" cy="1944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410F431D-80E7-5554-CDF6-9BF4F2EE44F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239264" y="1358856"/>
                <a:ext cx="687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DC9CF595-27A4-7A70-B363-4901C018A08A}"/>
                  </a:ext>
                </a:extLst>
              </p14:cNvPr>
              <p14:cNvContentPartPr/>
              <p14:nvPr/>
            </p14:nvContentPartPr>
            <p14:xfrm>
              <a:off x="9424224" y="1877616"/>
              <a:ext cx="568800" cy="3301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DC9CF595-27A4-7A70-B363-4901C018A08A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415224" y="1868616"/>
                <a:ext cx="58644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F7526245-C864-AFAB-DD60-7BB2F8E238A7}"/>
                  </a:ext>
                </a:extLst>
              </p14:cNvPr>
              <p14:cNvContentPartPr/>
              <p14:nvPr/>
            </p14:nvContentPartPr>
            <p14:xfrm>
              <a:off x="10102824" y="1898136"/>
              <a:ext cx="183240" cy="3186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F7526245-C864-AFAB-DD60-7BB2F8E238A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0094184" y="1889496"/>
                <a:ext cx="20088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1E51D67A-18E7-A26D-D0D7-6BAB2A3D6C78}"/>
                  </a:ext>
                </a:extLst>
              </p14:cNvPr>
              <p14:cNvContentPartPr/>
              <p14:nvPr/>
            </p14:nvContentPartPr>
            <p14:xfrm>
              <a:off x="10058904" y="1940976"/>
              <a:ext cx="17280" cy="5904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1E51D67A-18E7-A26D-D0D7-6BAB2A3D6C78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0050264" y="1932336"/>
                <a:ext cx="3492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81F3633-63D3-E360-8BA3-F1263A931A78}"/>
                  </a:ext>
                </a:extLst>
              </p14:cNvPr>
              <p14:cNvContentPartPr/>
              <p14:nvPr/>
            </p14:nvContentPartPr>
            <p14:xfrm>
              <a:off x="10237824" y="2128896"/>
              <a:ext cx="61200" cy="932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81F3633-63D3-E360-8BA3-F1263A931A78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0229184" y="2120256"/>
                <a:ext cx="788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9AE7DC37-2341-D1DB-5CD0-BBB74F28EFF1}"/>
                  </a:ext>
                </a:extLst>
              </p14:cNvPr>
              <p14:cNvContentPartPr/>
              <p14:nvPr/>
            </p14:nvContentPartPr>
            <p14:xfrm>
              <a:off x="10349424" y="877896"/>
              <a:ext cx="273600" cy="43650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9AE7DC37-2341-D1DB-5CD0-BBB74F28EFF1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0340424" y="868896"/>
                <a:ext cx="291240" cy="438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A5139639-9AA9-1826-84F4-73642D950C57}"/>
                  </a:ext>
                </a:extLst>
              </p14:cNvPr>
              <p14:cNvContentPartPr/>
              <p14:nvPr/>
            </p14:nvContentPartPr>
            <p14:xfrm>
              <a:off x="10511424" y="785016"/>
              <a:ext cx="54360" cy="194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A5139639-9AA9-1826-84F4-73642D950C57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502424" y="776016"/>
                <a:ext cx="720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9CD78D53-75A6-B587-991E-0E7112E3A201}"/>
                  </a:ext>
                </a:extLst>
              </p14:cNvPr>
              <p14:cNvContentPartPr/>
              <p14:nvPr/>
            </p14:nvContentPartPr>
            <p14:xfrm>
              <a:off x="10541664" y="221976"/>
              <a:ext cx="503280" cy="70740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9CD78D53-75A6-B587-991E-0E7112E3A20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0532664" y="213336"/>
                <a:ext cx="520920" cy="72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CC0F86BB-824F-7D73-E23B-00A87E4FD61C}"/>
                  </a:ext>
                </a:extLst>
              </p14:cNvPr>
              <p14:cNvContentPartPr/>
              <p14:nvPr/>
            </p14:nvContentPartPr>
            <p14:xfrm>
              <a:off x="11156904" y="390096"/>
              <a:ext cx="269280" cy="30420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CC0F86BB-824F-7D73-E23B-00A87E4FD61C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1148264" y="381456"/>
                <a:ext cx="28692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DA609528-B258-6526-87FC-21245DD81D42}"/>
                  </a:ext>
                </a:extLst>
              </p14:cNvPr>
              <p14:cNvContentPartPr/>
              <p14:nvPr/>
            </p14:nvContentPartPr>
            <p14:xfrm>
              <a:off x="11455344" y="391536"/>
              <a:ext cx="386280" cy="32112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DA609528-B258-6526-87FC-21245DD81D42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1446344" y="382896"/>
                <a:ext cx="40392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DBEC6566-0E8F-4A20-789E-FB3265B6EA44}"/>
                  </a:ext>
                </a:extLst>
              </p14:cNvPr>
              <p14:cNvContentPartPr/>
              <p14:nvPr/>
            </p14:nvContentPartPr>
            <p14:xfrm>
              <a:off x="11361744" y="615456"/>
              <a:ext cx="118440" cy="9216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DBEC6566-0E8F-4A20-789E-FB3265B6EA44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1353104" y="606456"/>
                <a:ext cx="1360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0E60C24F-B895-7732-2265-1DE4766ADCE0}"/>
                  </a:ext>
                </a:extLst>
              </p14:cNvPr>
              <p14:cNvContentPartPr/>
              <p14:nvPr/>
            </p14:nvContentPartPr>
            <p14:xfrm>
              <a:off x="11601504" y="567936"/>
              <a:ext cx="196200" cy="12636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0E60C24F-B895-7732-2265-1DE4766ADCE0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1592504" y="559296"/>
                <a:ext cx="2138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0839564E-1265-8EBE-5D69-17C990176384}"/>
                  </a:ext>
                </a:extLst>
              </p14:cNvPr>
              <p14:cNvContentPartPr/>
              <p14:nvPr/>
            </p14:nvContentPartPr>
            <p14:xfrm>
              <a:off x="10676664" y="891216"/>
              <a:ext cx="1255680" cy="414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0839564E-1265-8EBE-5D69-17C990176384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0667664" y="882576"/>
                <a:ext cx="127332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0E304FB9-5D21-0ECA-0DA5-1BE18B85CDE5}"/>
                  </a:ext>
                </a:extLst>
              </p14:cNvPr>
              <p14:cNvContentPartPr/>
              <p14:nvPr/>
            </p14:nvContentPartPr>
            <p14:xfrm>
              <a:off x="10804464" y="1134216"/>
              <a:ext cx="335160" cy="2858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0E304FB9-5D21-0ECA-0DA5-1BE18B85CDE5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0795464" y="1125576"/>
                <a:ext cx="35280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D04E900-02C1-4520-AE9F-6894371F73E9}"/>
                  </a:ext>
                </a:extLst>
              </p14:cNvPr>
              <p14:cNvContentPartPr/>
              <p14:nvPr/>
            </p14:nvContentPartPr>
            <p14:xfrm>
              <a:off x="11233584" y="1150776"/>
              <a:ext cx="410400" cy="21384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D04E900-02C1-4520-AE9F-6894371F73E9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1224584" y="1141776"/>
                <a:ext cx="42804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310BC16E-EDAA-CE03-A30D-787F762760DE}"/>
                  </a:ext>
                </a:extLst>
              </p14:cNvPr>
              <p14:cNvContentPartPr/>
              <p14:nvPr/>
            </p14:nvContentPartPr>
            <p14:xfrm>
              <a:off x="11712024" y="1160856"/>
              <a:ext cx="129240" cy="2318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310BC16E-EDAA-CE03-A30D-787F762760DE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1703384" y="1151856"/>
                <a:ext cx="14688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578B2E2C-B3A9-5AE6-B8B7-1ECECB51D142}"/>
                  </a:ext>
                </a:extLst>
              </p14:cNvPr>
              <p14:cNvContentPartPr/>
              <p14:nvPr/>
            </p14:nvContentPartPr>
            <p14:xfrm>
              <a:off x="10939824" y="2062656"/>
              <a:ext cx="20520" cy="432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578B2E2C-B3A9-5AE6-B8B7-1ECECB51D142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0931184" y="2053656"/>
                <a:ext cx="381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5D53B9EC-2AA5-4CB1-26CD-990A16A61F8E}"/>
                  </a:ext>
                </a:extLst>
              </p14:cNvPr>
              <p14:cNvContentPartPr/>
              <p14:nvPr/>
            </p14:nvContentPartPr>
            <p14:xfrm>
              <a:off x="10922904" y="2062656"/>
              <a:ext cx="10440" cy="3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5D53B9EC-2AA5-4CB1-26CD-990A16A61F8E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0914264" y="2053656"/>
                <a:ext cx="280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AA0C2014-04EB-425D-93C9-B31E88067350}"/>
                  </a:ext>
                </a:extLst>
              </p14:cNvPr>
              <p14:cNvContentPartPr/>
              <p14:nvPr/>
            </p14:nvContentPartPr>
            <p14:xfrm>
              <a:off x="10570824" y="1797696"/>
              <a:ext cx="285120" cy="33696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AA0C2014-04EB-425D-93C9-B31E88067350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0562184" y="1789056"/>
                <a:ext cx="30276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146D1853-79C6-2E2A-2C83-E9FDD2262A48}"/>
                  </a:ext>
                </a:extLst>
              </p14:cNvPr>
              <p14:cNvContentPartPr/>
              <p14:nvPr/>
            </p14:nvContentPartPr>
            <p14:xfrm>
              <a:off x="10898064" y="1739376"/>
              <a:ext cx="821880" cy="38808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146D1853-79C6-2E2A-2C83-E9FDD2262A48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889064" y="1730736"/>
                <a:ext cx="83952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BFAF1BAE-57A1-3D1C-8371-9F00D52DBA69}"/>
                  </a:ext>
                </a:extLst>
              </p14:cNvPr>
              <p14:cNvContentPartPr/>
              <p14:nvPr/>
            </p14:nvContentPartPr>
            <p14:xfrm>
              <a:off x="10622664" y="2664216"/>
              <a:ext cx="165600" cy="23292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BFAF1BAE-57A1-3D1C-8371-9F00D52DBA69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0613664" y="2655576"/>
                <a:ext cx="18324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8A2E9C23-8120-F74E-2917-A5F988023C9A}"/>
                  </a:ext>
                </a:extLst>
              </p14:cNvPr>
              <p14:cNvContentPartPr/>
              <p14:nvPr/>
            </p14:nvContentPartPr>
            <p14:xfrm>
              <a:off x="10828584" y="2704176"/>
              <a:ext cx="260280" cy="18864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8A2E9C23-8120-F74E-2917-A5F988023C9A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0819584" y="2695536"/>
                <a:ext cx="27792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A8A9B0E6-9DF3-48C9-91C9-EA7C050B5401}"/>
                  </a:ext>
                </a:extLst>
              </p14:cNvPr>
              <p14:cNvContentPartPr/>
              <p14:nvPr/>
            </p14:nvContentPartPr>
            <p14:xfrm>
              <a:off x="11111904" y="2600136"/>
              <a:ext cx="78120" cy="25632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A8A9B0E6-9DF3-48C9-91C9-EA7C050B5401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1103264" y="2591496"/>
                <a:ext cx="9576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DE82FB25-8CDD-FBB1-43F5-6D8BD48D4B94}"/>
                  </a:ext>
                </a:extLst>
              </p14:cNvPr>
              <p14:cNvContentPartPr/>
              <p14:nvPr/>
            </p14:nvContentPartPr>
            <p14:xfrm>
              <a:off x="11155464" y="2673576"/>
              <a:ext cx="349560" cy="17352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DE82FB25-8CDD-FBB1-43F5-6D8BD48D4B9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1146464" y="2664576"/>
                <a:ext cx="36720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DB31B36A-3633-6D02-9C64-596591AC5222}"/>
                  </a:ext>
                </a:extLst>
              </p14:cNvPr>
              <p14:cNvContentPartPr/>
              <p14:nvPr/>
            </p14:nvContentPartPr>
            <p14:xfrm>
              <a:off x="11516904" y="2683296"/>
              <a:ext cx="574200" cy="16956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DB31B36A-3633-6D02-9C64-596591AC5222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1508264" y="2674296"/>
                <a:ext cx="59184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257F563D-DD44-254D-49E2-A2D7E1640FAC}"/>
                  </a:ext>
                </a:extLst>
              </p14:cNvPr>
              <p14:cNvContentPartPr/>
              <p14:nvPr/>
            </p14:nvContentPartPr>
            <p14:xfrm>
              <a:off x="11918664" y="2410056"/>
              <a:ext cx="68040" cy="13608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257F563D-DD44-254D-49E2-A2D7E1640FAC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1909664" y="2401056"/>
                <a:ext cx="856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3560A04F-67CA-D1CE-5DA8-3A1FFA6D9474}"/>
                  </a:ext>
                </a:extLst>
              </p14:cNvPr>
              <p14:cNvContentPartPr/>
              <p14:nvPr/>
            </p14:nvContentPartPr>
            <p14:xfrm>
              <a:off x="12019824" y="2447136"/>
              <a:ext cx="78840" cy="10008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3560A04F-67CA-D1CE-5DA8-3A1FFA6D9474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2011184" y="2438136"/>
                <a:ext cx="9648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9CAC87E4-AFCA-D637-8486-66372BCB2E92}"/>
                  </a:ext>
                </a:extLst>
              </p14:cNvPr>
              <p14:cNvContentPartPr/>
              <p14:nvPr/>
            </p14:nvContentPartPr>
            <p14:xfrm>
              <a:off x="10615464" y="2428776"/>
              <a:ext cx="67320" cy="10692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9CAC87E4-AFCA-D637-8486-66372BCB2E92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0606464" y="2420136"/>
                <a:ext cx="8496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44D90349-64CD-8F38-2099-623C348BA408}"/>
                  </a:ext>
                </a:extLst>
              </p14:cNvPr>
              <p14:cNvContentPartPr/>
              <p14:nvPr/>
            </p14:nvContentPartPr>
            <p14:xfrm>
              <a:off x="10727064" y="2437776"/>
              <a:ext cx="27720" cy="10728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44D90349-64CD-8F38-2099-623C348BA408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0718064" y="2428776"/>
                <a:ext cx="4536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FB9781C4-7B4B-1672-75FA-49BAF63AED2C}"/>
                  </a:ext>
                </a:extLst>
              </p14:cNvPr>
              <p14:cNvContentPartPr/>
              <p14:nvPr/>
            </p14:nvContentPartPr>
            <p14:xfrm>
              <a:off x="-40176" y="4534416"/>
              <a:ext cx="11642040" cy="97416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FB9781C4-7B4B-1672-75FA-49BAF63AED2C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-49176" y="4525416"/>
                <a:ext cx="11659680" cy="99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D1D0D1D-F9BF-9975-352D-ECA53780F3A1}"/>
              </a:ext>
            </a:extLst>
          </p:cNvPr>
          <p:cNvGrpSpPr/>
          <p:nvPr/>
        </p:nvGrpSpPr>
        <p:grpSpPr>
          <a:xfrm>
            <a:off x="1166184" y="5498496"/>
            <a:ext cx="1967400" cy="564480"/>
            <a:chOff x="1166184" y="5498496"/>
            <a:chExt cx="1967400" cy="56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F2EEDAE-2C33-6B3C-720C-26C5C92BB2AD}"/>
                    </a:ext>
                  </a:extLst>
                </p14:cNvPr>
                <p14:cNvContentPartPr/>
                <p14:nvPr/>
              </p14:nvContentPartPr>
              <p14:xfrm>
                <a:off x="1166184" y="5566896"/>
                <a:ext cx="153000" cy="4960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F2EEDAE-2C33-6B3C-720C-26C5C92BB2A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57184" y="5557896"/>
                  <a:ext cx="17064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AA62DFA-AEB2-1310-3B7F-ABD56C40707B}"/>
                    </a:ext>
                  </a:extLst>
                </p14:cNvPr>
                <p14:cNvContentPartPr/>
                <p14:nvPr/>
              </p14:nvContentPartPr>
              <p14:xfrm>
                <a:off x="1216584" y="5537736"/>
                <a:ext cx="190440" cy="2833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AA62DFA-AEB2-1310-3B7F-ABD56C40707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207944" y="5529096"/>
                  <a:ext cx="2080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2F7DCD9-443A-06BC-667E-37B14BBCB512}"/>
                    </a:ext>
                  </a:extLst>
                </p14:cNvPr>
                <p14:cNvContentPartPr/>
                <p14:nvPr/>
              </p14:nvContentPartPr>
              <p14:xfrm>
                <a:off x="1523664" y="5595336"/>
                <a:ext cx="105120" cy="279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2F7DCD9-443A-06BC-667E-37B14BBCB51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515024" y="5586696"/>
                  <a:ext cx="1227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1112510-253C-09E5-BA1B-DB76099C8628}"/>
                    </a:ext>
                  </a:extLst>
                </p14:cNvPr>
                <p14:cNvContentPartPr/>
                <p14:nvPr/>
              </p14:nvContentPartPr>
              <p14:xfrm>
                <a:off x="1790064" y="5514336"/>
                <a:ext cx="419400" cy="3672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1112510-253C-09E5-BA1B-DB76099C862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781064" y="5505336"/>
                  <a:ext cx="43704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9E2B88F-31A4-72A7-977C-29E1F772FFC6}"/>
                    </a:ext>
                  </a:extLst>
                </p14:cNvPr>
                <p14:cNvContentPartPr/>
                <p14:nvPr/>
              </p14:nvContentPartPr>
              <p14:xfrm>
                <a:off x="2208744" y="5498496"/>
                <a:ext cx="189720" cy="2581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9E2B88F-31A4-72A7-977C-29E1F772FFC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200104" y="5489856"/>
                  <a:ext cx="2073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FBC7068-AC77-9BDC-C345-CFB338B6E4AD}"/>
                    </a:ext>
                  </a:extLst>
                </p14:cNvPr>
                <p14:cNvContentPartPr/>
                <p14:nvPr/>
              </p14:nvContentPartPr>
              <p14:xfrm>
                <a:off x="2603664" y="5657976"/>
                <a:ext cx="529920" cy="91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FBC7068-AC77-9BDC-C345-CFB338B6E4A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595024" y="5649336"/>
                  <a:ext cx="54756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BF016F04-D51B-8171-4B3A-364759B64BB1}"/>
              </a:ext>
            </a:extLst>
          </p:cNvPr>
          <p:cNvGrpSpPr/>
          <p:nvPr/>
        </p:nvGrpSpPr>
        <p:grpSpPr>
          <a:xfrm>
            <a:off x="3767184" y="5159016"/>
            <a:ext cx="3992400" cy="615240"/>
            <a:chOff x="3767184" y="5159016"/>
            <a:chExt cx="3992400" cy="61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BF1937D-F611-F719-FC88-F74071D8ACF6}"/>
                    </a:ext>
                  </a:extLst>
                </p14:cNvPr>
                <p14:cNvContentPartPr/>
                <p14:nvPr/>
              </p14:nvContentPartPr>
              <p14:xfrm>
                <a:off x="3767184" y="5402016"/>
                <a:ext cx="78840" cy="3722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BF1937D-F611-F719-FC88-F74071D8ACF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758544" y="5393376"/>
                  <a:ext cx="9648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414B5F5-189D-72D9-F835-7DFDE9CDD407}"/>
                    </a:ext>
                  </a:extLst>
                </p14:cNvPr>
                <p14:cNvContentPartPr/>
                <p14:nvPr/>
              </p14:nvContentPartPr>
              <p14:xfrm>
                <a:off x="3777624" y="5392296"/>
                <a:ext cx="241560" cy="1656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414B5F5-189D-72D9-F835-7DFDE9CDD40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768624" y="5383656"/>
                  <a:ext cx="2592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A3ABD6B-9132-31F4-E01F-072874BC4A88}"/>
                    </a:ext>
                  </a:extLst>
                </p14:cNvPr>
                <p14:cNvContentPartPr/>
                <p14:nvPr/>
              </p14:nvContentPartPr>
              <p14:xfrm>
                <a:off x="3821904" y="5436216"/>
                <a:ext cx="969120" cy="2343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A3ABD6B-9132-31F4-E01F-072874BC4A8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813264" y="5427216"/>
                  <a:ext cx="9867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6C93FE3-B6B6-945B-383A-58DD77AC6E4E}"/>
                    </a:ext>
                  </a:extLst>
                </p14:cNvPr>
                <p14:cNvContentPartPr/>
                <p14:nvPr/>
              </p14:nvContentPartPr>
              <p14:xfrm>
                <a:off x="4789224" y="5279616"/>
                <a:ext cx="325800" cy="3060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6C93FE3-B6B6-945B-383A-58DD77AC6E4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780224" y="5270616"/>
                  <a:ext cx="3434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CC0FE13-83D6-6D06-3C49-4B339982EE23}"/>
                    </a:ext>
                  </a:extLst>
                </p14:cNvPr>
                <p14:cNvContentPartPr/>
                <p14:nvPr/>
              </p14:nvContentPartPr>
              <p14:xfrm>
                <a:off x="5158944" y="5347656"/>
                <a:ext cx="205920" cy="2196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CC0FE13-83D6-6D06-3C49-4B339982EE2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150304" y="5339016"/>
                  <a:ext cx="2235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F343348-DE23-15B9-39FC-618CCC9D8943}"/>
                    </a:ext>
                  </a:extLst>
                </p14:cNvPr>
                <p14:cNvContentPartPr/>
                <p14:nvPr/>
              </p14:nvContentPartPr>
              <p14:xfrm>
                <a:off x="5568984" y="5317056"/>
                <a:ext cx="371160" cy="3164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F343348-DE23-15B9-39FC-618CCC9D894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559984" y="5308056"/>
                  <a:ext cx="3888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5D3D430-6590-DD9F-D9A4-00C574CCABBD}"/>
                    </a:ext>
                  </a:extLst>
                </p14:cNvPr>
                <p14:cNvContentPartPr/>
                <p14:nvPr/>
              </p14:nvContentPartPr>
              <p14:xfrm>
                <a:off x="6015744" y="5159016"/>
                <a:ext cx="692280" cy="4305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5D3D430-6590-DD9F-D9A4-00C574CCABB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006744" y="5150016"/>
                  <a:ext cx="70992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FFD4C4B-A088-5FCC-A574-499F1B817D6E}"/>
                    </a:ext>
                  </a:extLst>
                </p14:cNvPr>
                <p14:cNvContentPartPr/>
                <p14:nvPr/>
              </p14:nvContentPartPr>
              <p14:xfrm>
                <a:off x="7105824" y="5454576"/>
                <a:ext cx="653760" cy="295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FFD4C4B-A088-5FCC-A574-499F1B817D6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097184" y="5445576"/>
                  <a:ext cx="67140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F7894E40-0512-43E9-081D-C384F709DEC6}"/>
                  </a:ext>
                </a:extLst>
              </p14:cNvPr>
              <p14:cNvContentPartPr/>
              <p14:nvPr/>
            </p14:nvContentPartPr>
            <p14:xfrm>
              <a:off x="8121744" y="5451336"/>
              <a:ext cx="27360" cy="972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F7894E40-0512-43E9-081D-C384F709DEC6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113104" y="5442336"/>
                <a:ext cx="450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1E41428C-BD63-EA45-02A4-B67876E5BD08}"/>
                  </a:ext>
                </a:extLst>
              </p14:cNvPr>
              <p14:cNvContentPartPr/>
              <p14:nvPr/>
            </p14:nvContentPartPr>
            <p14:xfrm>
              <a:off x="1037664" y="1580256"/>
              <a:ext cx="34200" cy="1944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1E41428C-BD63-EA45-02A4-B67876E5BD08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029024" y="1571616"/>
                <a:ext cx="518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F293FAB4-7F79-7474-84F1-6FBCE25F56DA}"/>
                  </a:ext>
                </a:extLst>
              </p14:cNvPr>
              <p14:cNvContentPartPr/>
              <p14:nvPr/>
            </p14:nvContentPartPr>
            <p14:xfrm>
              <a:off x="1105344" y="2520216"/>
              <a:ext cx="7200" cy="972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F293FAB4-7F79-7474-84F1-6FBCE25F56DA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096344" y="2511216"/>
                <a:ext cx="2484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818894E9-C508-EB6D-591F-25B8EDBC4099}"/>
                  </a:ext>
                </a:extLst>
              </p14:cNvPr>
              <p14:cNvContentPartPr/>
              <p14:nvPr/>
            </p14:nvContentPartPr>
            <p14:xfrm>
              <a:off x="4385664" y="1931616"/>
              <a:ext cx="172800" cy="1980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818894E9-C508-EB6D-591F-25B8EDBC4099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4377024" y="1922616"/>
                <a:ext cx="1904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A7396F9B-BDC9-FA84-613C-16D7DFC4B27E}"/>
                  </a:ext>
                </a:extLst>
              </p14:cNvPr>
              <p14:cNvContentPartPr/>
              <p14:nvPr/>
            </p14:nvContentPartPr>
            <p14:xfrm>
              <a:off x="9644544" y="2375856"/>
              <a:ext cx="219240" cy="3060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A7396F9B-BDC9-FA84-613C-16D7DFC4B27E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9635544" y="2366856"/>
                <a:ext cx="23688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469318D2-FBB6-9F3A-7D7B-090E7367FC9D}"/>
              </a:ext>
            </a:extLst>
          </p:cNvPr>
          <p:cNvGrpSpPr/>
          <p:nvPr/>
        </p:nvGrpSpPr>
        <p:grpSpPr>
          <a:xfrm>
            <a:off x="7130664" y="2491776"/>
            <a:ext cx="556200" cy="414000"/>
            <a:chOff x="7130664" y="2491776"/>
            <a:chExt cx="556200" cy="41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571A0C7-28B6-B99E-842D-23AA451EA6AF}"/>
                    </a:ext>
                  </a:extLst>
                </p14:cNvPr>
                <p14:cNvContentPartPr/>
                <p14:nvPr/>
              </p14:nvContentPartPr>
              <p14:xfrm>
                <a:off x="7130664" y="2607336"/>
                <a:ext cx="502920" cy="2984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571A0C7-28B6-B99E-842D-23AA451EA6A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122024" y="2598696"/>
                  <a:ext cx="5205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547B07B-F75B-B44C-D823-91578133A18F}"/>
                    </a:ext>
                  </a:extLst>
                </p14:cNvPr>
                <p14:cNvContentPartPr/>
                <p14:nvPr/>
              </p14:nvContentPartPr>
              <p14:xfrm>
                <a:off x="7446744" y="2491776"/>
                <a:ext cx="240120" cy="1256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547B07B-F75B-B44C-D823-91578133A18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438104" y="2482776"/>
                  <a:ext cx="25776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8EC54378-3148-2C3F-B532-67FA23739145}"/>
              </a:ext>
            </a:extLst>
          </p:cNvPr>
          <p:cNvGrpSpPr/>
          <p:nvPr/>
        </p:nvGrpSpPr>
        <p:grpSpPr>
          <a:xfrm>
            <a:off x="9453024" y="2545416"/>
            <a:ext cx="1007640" cy="442080"/>
            <a:chOff x="9453024" y="2545416"/>
            <a:chExt cx="1007640" cy="44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0C20C99-D3F0-FD9C-896F-FCE3CCC9A15C}"/>
                    </a:ext>
                  </a:extLst>
                </p14:cNvPr>
                <p14:cNvContentPartPr/>
                <p14:nvPr/>
              </p14:nvContentPartPr>
              <p14:xfrm>
                <a:off x="9453024" y="2545416"/>
                <a:ext cx="238680" cy="307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0C20C99-D3F0-FD9C-896F-FCE3CCC9A15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444024" y="2536416"/>
                  <a:ext cx="2563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6C72CB6-EBBF-E6F1-B33A-B2E32EB2D087}"/>
                    </a:ext>
                  </a:extLst>
                </p14:cNvPr>
                <p14:cNvContentPartPr/>
                <p14:nvPr/>
              </p14:nvContentPartPr>
              <p14:xfrm>
                <a:off x="9697824" y="2645496"/>
                <a:ext cx="223920" cy="213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6C72CB6-EBBF-E6F1-B33A-B2E32EB2D08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689184" y="2636496"/>
                  <a:ext cx="2415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673F237-ABC9-15F8-3723-00DBE83D3B71}"/>
                    </a:ext>
                  </a:extLst>
                </p14:cNvPr>
                <p14:cNvContentPartPr/>
                <p14:nvPr/>
              </p14:nvContentPartPr>
              <p14:xfrm>
                <a:off x="9768744" y="2572056"/>
                <a:ext cx="307440" cy="58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673F237-ABC9-15F8-3723-00DBE83D3B7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760104" y="2563056"/>
                  <a:ext cx="3250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257937A-AE32-E498-BD20-E6E6C24E8701}"/>
                    </a:ext>
                  </a:extLst>
                </p14:cNvPr>
                <p14:cNvContentPartPr/>
                <p14:nvPr/>
              </p14:nvContentPartPr>
              <p14:xfrm>
                <a:off x="10144944" y="2617056"/>
                <a:ext cx="220320" cy="3175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257937A-AE32-E498-BD20-E6E6C24E870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136304" y="2608056"/>
                  <a:ext cx="2379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9459EAD-CE18-58C1-67AB-7A5B81015576}"/>
                    </a:ext>
                  </a:extLst>
                </p14:cNvPr>
                <p14:cNvContentPartPr/>
                <p14:nvPr/>
              </p14:nvContentPartPr>
              <p14:xfrm>
                <a:off x="10153584" y="2601576"/>
                <a:ext cx="24120" cy="34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9459EAD-CE18-58C1-67AB-7A5B8101557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144584" y="2592936"/>
                  <a:ext cx="417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DFA8B29-B64E-B9BE-A235-46483E214AFB}"/>
                    </a:ext>
                  </a:extLst>
                </p14:cNvPr>
                <p14:cNvContentPartPr/>
                <p14:nvPr/>
              </p14:nvContentPartPr>
              <p14:xfrm>
                <a:off x="10419984" y="2857896"/>
                <a:ext cx="40680" cy="478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DFA8B29-B64E-B9BE-A235-46483E214AF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411344" y="2849256"/>
                  <a:ext cx="583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DF39742-145A-3CD3-63A2-592CA6F2E7A2}"/>
                    </a:ext>
                  </a:extLst>
                </p14:cNvPr>
                <p14:cNvContentPartPr/>
                <p14:nvPr/>
              </p14:nvContentPartPr>
              <p14:xfrm>
                <a:off x="9494784" y="2973456"/>
                <a:ext cx="24480" cy="140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DF39742-145A-3CD3-63A2-592CA6F2E7A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485784" y="2964816"/>
                  <a:ext cx="4212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989F1D4B-5EBE-873A-BD3E-44A9D2813B5E}"/>
              </a:ext>
            </a:extLst>
          </p:cNvPr>
          <p:cNvGrpSpPr/>
          <p:nvPr/>
        </p:nvGrpSpPr>
        <p:grpSpPr>
          <a:xfrm>
            <a:off x="7720344" y="3980016"/>
            <a:ext cx="33840" cy="10440"/>
            <a:chOff x="7720344" y="3980016"/>
            <a:chExt cx="33840" cy="1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1614D72-E4B6-18D9-CF50-47A7B40E0C1D}"/>
                    </a:ext>
                  </a:extLst>
                </p14:cNvPr>
                <p14:cNvContentPartPr/>
                <p14:nvPr/>
              </p14:nvContentPartPr>
              <p14:xfrm>
                <a:off x="7736904" y="3985776"/>
                <a:ext cx="17280" cy="46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1614D72-E4B6-18D9-CF50-47A7B40E0C1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728264" y="3976776"/>
                  <a:ext cx="349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ACA6CAB-0D86-EC85-920B-270A4A6C8F49}"/>
                    </a:ext>
                  </a:extLst>
                </p14:cNvPr>
                <p14:cNvContentPartPr/>
                <p14:nvPr/>
              </p14:nvContentPartPr>
              <p14:xfrm>
                <a:off x="7726824" y="3985776"/>
                <a:ext cx="360" cy="3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ACA6CAB-0D86-EC85-920B-270A4A6C8F4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718184" y="39767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B43A49D-2C3C-2099-4178-3C16F6837ADA}"/>
                    </a:ext>
                  </a:extLst>
                </p14:cNvPr>
                <p14:cNvContentPartPr/>
                <p14:nvPr/>
              </p14:nvContentPartPr>
              <p14:xfrm>
                <a:off x="7720344" y="3980016"/>
                <a:ext cx="17280" cy="61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B43A49D-2C3C-2099-4178-3C16F6837AD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711344" y="3971016"/>
                  <a:ext cx="34920" cy="2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E99DFFDF-5E8B-0C8C-763B-384CDD50EA80}"/>
                  </a:ext>
                </a:extLst>
              </p14:cNvPr>
              <p14:cNvContentPartPr/>
              <p14:nvPr/>
            </p14:nvContentPartPr>
            <p14:xfrm>
              <a:off x="9663984" y="3706416"/>
              <a:ext cx="10440" cy="828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E99DFFDF-5E8B-0C8C-763B-384CDD50EA80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9655344" y="3697776"/>
                <a:ext cx="28080" cy="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CCCD59C7-607E-4231-4C90-D65699A8916B}"/>
              </a:ext>
            </a:extLst>
          </p:cNvPr>
          <p:cNvGrpSpPr/>
          <p:nvPr/>
        </p:nvGrpSpPr>
        <p:grpSpPr>
          <a:xfrm>
            <a:off x="9440784" y="3300696"/>
            <a:ext cx="919080" cy="578880"/>
            <a:chOff x="9440784" y="3300696"/>
            <a:chExt cx="919080" cy="57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9F3B35B-837C-24E2-7B50-1205691E213C}"/>
                    </a:ext>
                  </a:extLst>
                </p14:cNvPr>
                <p14:cNvContentPartPr/>
                <p14:nvPr/>
              </p14:nvContentPartPr>
              <p14:xfrm>
                <a:off x="9440784" y="3316896"/>
                <a:ext cx="28080" cy="3805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9F3B35B-837C-24E2-7B50-1205691E213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432144" y="3307896"/>
                  <a:ext cx="4572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FAF978B-7C45-EB3D-33FE-FDAC844196C3}"/>
                    </a:ext>
                  </a:extLst>
                </p14:cNvPr>
                <p14:cNvContentPartPr/>
                <p14:nvPr/>
              </p14:nvContentPartPr>
              <p14:xfrm>
                <a:off x="9612864" y="3300696"/>
                <a:ext cx="257760" cy="3578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FAF978B-7C45-EB3D-33FE-FDAC844196C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604224" y="3292056"/>
                  <a:ext cx="2754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CAF0140-49C4-CA6B-4CEC-46DF0411F560}"/>
                    </a:ext>
                  </a:extLst>
                </p14:cNvPr>
                <p14:cNvContentPartPr/>
                <p14:nvPr/>
              </p14:nvContentPartPr>
              <p14:xfrm>
                <a:off x="10026504" y="3346056"/>
                <a:ext cx="228600" cy="384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CAF0140-49C4-CA6B-4CEC-46DF0411F56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017504" y="3337056"/>
                  <a:ext cx="24624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0920309-3ED6-095F-3A76-87A7F279F5B0}"/>
                    </a:ext>
                  </a:extLst>
                </p14:cNvPr>
                <p14:cNvContentPartPr/>
                <p14:nvPr/>
              </p14:nvContentPartPr>
              <p14:xfrm>
                <a:off x="9981504" y="3393216"/>
                <a:ext cx="34200" cy="57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0920309-3ED6-095F-3A76-87A7F279F5B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972504" y="3384576"/>
                  <a:ext cx="51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F5B88E9-5C8F-DAEA-B413-DBD749F56EFF}"/>
                    </a:ext>
                  </a:extLst>
                </p14:cNvPr>
                <p14:cNvContentPartPr/>
                <p14:nvPr/>
              </p14:nvContentPartPr>
              <p14:xfrm>
                <a:off x="10298664" y="3653496"/>
                <a:ext cx="61200" cy="630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F5B88E9-5C8F-DAEA-B413-DBD749F56EF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289664" y="3644496"/>
                  <a:ext cx="788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1F06460-9D0C-4EE9-B498-723FC0902DCE}"/>
                    </a:ext>
                  </a:extLst>
                </p14:cNvPr>
                <p14:cNvContentPartPr/>
                <p14:nvPr/>
              </p14:nvContentPartPr>
              <p14:xfrm>
                <a:off x="10041984" y="3879216"/>
                <a:ext cx="44280" cy="3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1F06460-9D0C-4EE9-B498-723FC0902DC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033344" y="3870576"/>
                  <a:ext cx="6192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86F0CA1A-F19D-5D5D-0E0A-FBD496D78F89}"/>
                  </a:ext>
                </a:extLst>
              </p14:cNvPr>
              <p14:cNvContentPartPr/>
              <p14:nvPr/>
            </p14:nvContentPartPr>
            <p14:xfrm>
              <a:off x="1071504" y="4824576"/>
              <a:ext cx="24120" cy="432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86F0CA1A-F19D-5D5D-0E0A-FBD496D78F89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062864" y="4815936"/>
                <a:ext cx="4176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" name="Group 205">
            <a:extLst>
              <a:ext uri="{FF2B5EF4-FFF2-40B4-BE49-F238E27FC236}">
                <a16:creationId xmlns:a16="http://schemas.microsoft.com/office/drawing/2014/main" id="{942802B8-9174-5570-EC58-4518192BC34F}"/>
              </a:ext>
            </a:extLst>
          </p:cNvPr>
          <p:cNvGrpSpPr/>
          <p:nvPr/>
        </p:nvGrpSpPr>
        <p:grpSpPr>
          <a:xfrm>
            <a:off x="10531584" y="3262176"/>
            <a:ext cx="1654200" cy="410760"/>
            <a:chOff x="10531584" y="3262176"/>
            <a:chExt cx="1654200" cy="41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806A950-2FE5-343A-0C3C-6D1FC8C76A5B}"/>
                    </a:ext>
                  </a:extLst>
                </p14:cNvPr>
                <p14:cNvContentPartPr/>
                <p14:nvPr/>
              </p14:nvContentPartPr>
              <p14:xfrm>
                <a:off x="10648944" y="3450096"/>
                <a:ext cx="122400" cy="2228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806A950-2FE5-343A-0C3C-6D1FC8C76A5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640304" y="3441456"/>
                  <a:ext cx="1400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5F3076E-A581-93DA-D243-6AA9ED560FEF}"/>
                    </a:ext>
                  </a:extLst>
                </p14:cNvPr>
                <p14:cNvContentPartPr/>
                <p14:nvPr/>
              </p14:nvContentPartPr>
              <p14:xfrm>
                <a:off x="10811664" y="3446136"/>
                <a:ext cx="618120" cy="2005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5F3076E-A581-93DA-D243-6AA9ED560FE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802664" y="3437496"/>
                  <a:ext cx="6357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C69AEF8-5066-0105-80A4-E4ED2A7D427B}"/>
                    </a:ext>
                  </a:extLst>
                </p14:cNvPr>
                <p14:cNvContentPartPr/>
                <p14:nvPr/>
              </p14:nvContentPartPr>
              <p14:xfrm>
                <a:off x="11461824" y="3468456"/>
                <a:ext cx="507960" cy="1558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C69AEF8-5066-0105-80A4-E4ED2A7D427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452824" y="3459816"/>
                  <a:ext cx="525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513483C-20FB-EF74-02C4-108F50599F9F}"/>
                    </a:ext>
                  </a:extLst>
                </p14:cNvPr>
                <p14:cNvContentPartPr/>
                <p14:nvPr/>
              </p14:nvContentPartPr>
              <p14:xfrm>
                <a:off x="12090744" y="3281256"/>
                <a:ext cx="24120" cy="1494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513483C-20FB-EF74-02C4-108F50599F9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2081744" y="3272256"/>
                  <a:ext cx="417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964C8D0-4F18-69A1-3529-18B58BF80C3A}"/>
                    </a:ext>
                  </a:extLst>
                </p14:cNvPr>
                <p14:cNvContentPartPr/>
                <p14:nvPr/>
              </p14:nvContentPartPr>
              <p14:xfrm>
                <a:off x="12107664" y="3306816"/>
                <a:ext cx="78120" cy="1191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964C8D0-4F18-69A1-3529-18B58BF80C3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2098664" y="3298176"/>
                  <a:ext cx="957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9A3C6DE-8C65-81A7-F700-4A66EADFB090}"/>
                    </a:ext>
                  </a:extLst>
                </p14:cNvPr>
                <p14:cNvContentPartPr/>
                <p14:nvPr/>
              </p14:nvContentPartPr>
              <p14:xfrm>
                <a:off x="10531584" y="3262176"/>
                <a:ext cx="84960" cy="972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9A3C6DE-8C65-81A7-F700-4A66EADFB09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522584" y="3253536"/>
                  <a:ext cx="10260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C054D0C3-A0E9-48AD-D44B-1AF181733704}"/>
              </a:ext>
            </a:extLst>
          </p:cNvPr>
          <p:cNvGrpSpPr/>
          <p:nvPr/>
        </p:nvGrpSpPr>
        <p:grpSpPr>
          <a:xfrm>
            <a:off x="9228744" y="4096656"/>
            <a:ext cx="1137960" cy="572760"/>
            <a:chOff x="9228744" y="4096656"/>
            <a:chExt cx="1137960" cy="57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19DFE2C-1D36-CB9F-795B-4E52B0D5E4CA}"/>
                    </a:ext>
                  </a:extLst>
                </p14:cNvPr>
                <p14:cNvContentPartPr/>
                <p14:nvPr/>
              </p14:nvContentPartPr>
              <p14:xfrm>
                <a:off x="9395064" y="4096656"/>
                <a:ext cx="190800" cy="3715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19DFE2C-1D36-CB9F-795B-4E52B0D5E4C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386064" y="4087656"/>
                  <a:ext cx="2084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25DDA1F-2285-C1C8-D0FC-7D46E0778B30}"/>
                    </a:ext>
                  </a:extLst>
                </p14:cNvPr>
                <p14:cNvContentPartPr/>
                <p14:nvPr/>
              </p14:nvContentPartPr>
              <p14:xfrm>
                <a:off x="9450144" y="4182696"/>
                <a:ext cx="505800" cy="275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25DDA1F-2285-C1C8-D0FC-7D46E0778B3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441504" y="4173696"/>
                  <a:ext cx="5234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466DCDA-BA89-226D-8BF4-EAEF2CE2251C}"/>
                    </a:ext>
                  </a:extLst>
                </p14:cNvPr>
                <p14:cNvContentPartPr/>
                <p14:nvPr/>
              </p14:nvContentPartPr>
              <p14:xfrm>
                <a:off x="10058904" y="4142016"/>
                <a:ext cx="213480" cy="3686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466DCDA-BA89-226D-8BF4-EAEF2CE2251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050264" y="4133376"/>
                  <a:ext cx="2311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C7E756F-5DA1-0DCD-C2A1-9F0CFDC228C7}"/>
                    </a:ext>
                  </a:extLst>
                </p14:cNvPr>
                <p14:cNvContentPartPr/>
                <p14:nvPr/>
              </p14:nvContentPartPr>
              <p14:xfrm>
                <a:off x="10048824" y="4163976"/>
                <a:ext cx="17280" cy="43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C7E756F-5DA1-0DCD-C2A1-9F0CFDC228C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040184" y="4155336"/>
                  <a:ext cx="349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31AF70E-10FA-E0F2-45C6-6D438EFF4180}"/>
                    </a:ext>
                  </a:extLst>
                </p14:cNvPr>
                <p14:cNvContentPartPr/>
                <p14:nvPr/>
              </p14:nvContentPartPr>
              <p14:xfrm>
                <a:off x="10342584" y="4443336"/>
                <a:ext cx="24120" cy="38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31AF70E-10FA-E0F2-45C6-6D438EFF418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333584" y="4434336"/>
                  <a:ext cx="417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B29E99A-4D01-753E-E7A4-AE25717C34F0}"/>
                    </a:ext>
                  </a:extLst>
                </p14:cNvPr>
                <p14:cNvContentPartPr/>
                <p14:nvPr/>
              </p14:nvContentPartPr>
              <p14:xfrm>
                <a:off x="9407664" y="4577976"/>
                <a:ext cx="360" cy="3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B29E99A-4D01-753E-E7A4-AE25717C34F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398664" y="45689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F8BBBBB-0E95-0407-8B97-7F9BF4787802}"/>
                    </a:ext>
                  </a:extLst>
                </p14:cNvPr>
                <p14:cNvContentPartPr/>
                <p14:nvPr/>
              </p14:nvContentPartPr>
              <p14:xfrm>
                <a:off x="9701784" y="4452696"/>
                <a:ext cx="13680" cy="158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F8BBBBB-0E95-0407-8B97-7F9BF4787802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692784" y="4443696"/>
                  <a:ext cx="31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9293906-E37D-2342-E535-6DB78EBC494C}"/>
                    </a:ext>
                  </a:extLst>
                </p14:cNvPr>
                <p14:cNvContentPartPr/>
                <p14:nvPr/>
              </p14:nvContentPartPr>
              <p14:xfrm>
                <a:off x="9731664" y="4481136"/>
                <a:ext cx="360" cy="97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9293906-E37D-2342-E535-6DB78EBC494C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722664" y="4472496"/>
                  <a:ext cx="18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465AD7E-F7E2-5A53-166A-C1A65096E396}"/>
                    </a:ext>
                  </a:extLst>
                </p14:cNvPr>
                <p14:cNvContentPartPr/>
                <p14:nvPr/>
              </p14:nvContentPartPr>
              <p14:xfrm>
                <a:off x="10014984" y="4114656"/>
                <a:ext cx="138600" cy="727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465AD7E-F7E2-5A53-166A-C1A65096E396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006344" y="4105656"/>
                  <a:ext cx="1562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B8A1C0A-B319-1F85-E379-7BF7B9ED7177}"/>
                    </a:ext>
                  </a:extLst>
                </p14:cNvPr>
                <p14:cNvContentPartPr/>
                <p14:nvPr/>
              </p14:nvContentPartPr>
              <p14:xfrm>
                <a:off x="10187424" y="4273416"/>
                <a:ext cx="113040" cy="1177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B8A1C0A-B319-1F85-E379-7BF7B9ED717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178424" y="4264416"/>
                  <a:ext cx="1306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49E42D6-BC99-D281-0D59-A539090AF395}"/>
                    </a:ext>
                  </a:extLst>
                </p14:cNvPr>
                <p14:cNvContentPartPr/>
                <p14:nvPr/>
              </p14:nvContentPartPr>
              <p14:xfrm>
                <a:off x="9324504" y="4501296"/>
                <a:ext cx="924120" cy="770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49E42D6-BC99-D281-0D59-A539090AF395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315504" y="4492656"/>
                  <a:ext cx="9417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4C6C3AC-B2CA-DBA5-95A3-739AACF115E1}"/>
                    </a:ext>
                  </a:extLst>
                </p14:cNvPr>
                <p14:cNvContentPartPr/>
                <p14:nvPr/>
              </p14:nvContentPartPr>
              <p14:xfrm>
                <a:off x="9228744" y="4564656"/>
                <a:ext cx="991440" cy="514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4C6C3AC-B2CA-DBA5-95A3-739AACF115E1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220104" y="4556016"/>
                  <a:ext cx="1009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89571A8-E856-2F7E-0FA6-5171DDF3355B}"/>
                    </a:ext>
                  </a:extLst>
                </p14:cNvPr>
                <p14:cNvContentPartPr/>
                <p14:nvPr/>
              </p14:nvContentPartPr>
              <p14:xfrm>
                <a:off x="9262584" y="4564656"/>
                <a:ext cx="935280" cy="381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89571A8-E856-2F7E-0FA6-5171DDF3355B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253584" y="4556016"/>
                  <a:ext cx="9529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5BCD426-DF5C-FD34-A47E-E7D95294FA9A}"/>
                    </a:ext>
                  </a:extLst>
                </p14:cNvPr>
                <p14:cNvContentPartPr/>
                <p14:nvPr/>
              </p14:nvContentPartPr>
              <p14:xfrm>
                <a:off x="9697824" y="4655736"/>
                <a:ext cx="17280" cy="136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5BCD426-DF5C-FD34-A47E-E7D95294FA9A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689184" y="4647096"/>
                  <a:ext cx="3492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9820697D-5766-A149-52F5-D0234231B813}"/>
              </a:ext>
            </a:extLst>
          </p:cNvPr>
          <p:cNvGrpSpPr/>
          <p:nvPr/>
        </p:nvGrpSpPr>
        <p:grpSpPr>
          <a:xfrm>
            <a:off x="9426024" y="4716936"/>
            <a:ext cx="650160" cy="309240"/>
            <a:chOff x="9426024" y="4716936"/>
            <a:chExt cx="65016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44DC0482-DAB2-E8CE-F34D-57137E10C236}"/>
                    </a:ext>
                  </a:extLst>
                </p14:cNvPr>
                <p14:cNvContentPartPr/>
                <p14:nvPr/>
              </p14:nvContentPartPr>
              <p14:xfrm>
                <a:off x="9426024" y="4716936"/>
                <a:ext cx="161280" cy="2905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44DC0482-DAB2-E8CE-F34D-57137E10C236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417384" y="4707936"/>
                  <a:ext cx="1789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E367F08-0B83-99FE-2897-7E2CCE6A2A59}"/>
                    </a:ext>
                  </a:extLst>
                </p14:cNvPr>
                <p14:cNvContentPartPr/>
                <p14:nvPr/>
              </p14:nvContentPartPr>
              <p14:xfrm>
                <a:off x="9638784" y="4799376"/>
                <a:ext cx="163440" cy="1738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E367F08-0B83-99FE-2897-7E2CCE6A2A59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9629784" y="4790736"/>
                  <a:ext cx="1810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BBE4ED8-284A-E99E-CF49-CAB499BBFE4A}"/>
                    </a:ext>
                  </a:extLst>
                </p14:cNvPr>
                <p14:cNvContentPartPr/>
                <p14:nvPr/>
              </p14:nvContentPartPr>
              <p14:xfrm>
                <a:off x="9896904" y="4804776"/>
                <a:ext cx="95400" cy="2214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BBE4ED8-284A-E99E-CF49-CAB499BBFE4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888264" y="4796136"/>
                  <a:ext cx="1130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BB5C869-DD9D-D4FD-8750-3B7CA56C61AE}"/>
                    </a:ext>
                  </a:extLst>
                </p14:cNvPr>
                <p14:cNvContentPartPr/>
                <p14:nvPr/>
              </p14:nvContentPartPr>
              <p14:xfrm>
                <a:off x="9819504" y="4765896"/>
                <a:ext cx="34200" cy="687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BB5C869-DD9D-D4FD-8750-3B7CA56C61AE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810504" y="4757256"/>
                  <a:ext cx="518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D733D28-B2F8-93C9-6016-566D0C9267A9}"/>
                    </a:ext>
                  </a:extLst>
                </p14:cNvPr>
                <p14:cNvContentPartPr/>
                <p14:nvPr/>
              </p14:nvContentPartPr>
              <p14:xfrm>
                <a:off x="10041984" y="4972896"/>
                <a:ext cx="34200" cy="306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D733D28-B2F8-93C9-6016-566D0C9267A9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033344" y="4963896"/>
                  <a:ext cx="5184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C2AC73DD-3AE5-57A0-85F9-E2CE05B94949}"/>
              </a:ext>
            </a:extLst>
          </p:cNvPr>
          <p:cNvGrpSpPr/>
          <p:nvPr/>
        </p:nvGrpSpPr>
        <p:grpSpPr>
          <a:xfrm>
            <a:off x="10682064" y="4245696"/>
            <a:ext cx="704880" cy="601920"/>
            <a:chOff x="10682064" y="4245696"/>
            <a:chExt cx="704880" cy="60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68C75B9-FB6B-08EF-FB10-14D89671453C}"/>
                    </a:ext>
                  </a:extLst>
                </p14:cNvPr>
                <p14:cNvContentPartPr/>
                <p14:nvPr/>
              </p14:nvContentPartPr>
              <p14:xfrm>
                <a:off x="10710144" y="4245696"/>
                <a:ext cx="44280" cy="3801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68C75B9-FB6B-08EF-FB10-14D89671453C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701504" y="4237056"/>
                  <a:ext cx="6192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BD2106C-E37F-608C-2EB2-5BC83CE77BF9}"/>
                    </a:ext>
                  </a:extLst>
                </p14:cNvPr>
                <p14:cNvContentPartPr/>
                <p14:nvPr/>
              </p14:nvContentPartPr>
              <p14:xfrm>
                <a:off x="10682064" y="4292496"/>
                <a:ext cx="644400" cy="5551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BD2106C-E37F-608C-2EB2-5BC83CE77BF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673424" y="4283856"/>
                  <a:ext cx="66204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56AEEB5-0EB7-23F4-7706-70289F095325}"/>
                    </a:ext>
                  </a:extLst>
                </p14:cNvPr>
                <p14:cNvContentPartPr/>
                <p14:nvPr/>
              </p14:nvContentPartPr>
              <p14:xfrm>
                <a:off x="11223504" y="4368456"/>
                <a:ext cx="163440" cy="2782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56AEEB5-0EB7-23F4-7706-70289F095325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1214504" y="4359816"/>
                  <a:ext cx="18108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5EE1BE9F-7070-897A-ECED-45B109D09C13}"/>
              </a:ext>
            </a:extLst>
          </p:cNvPr>
          <p:cNvGrpSpPr/>
          <p:nvPr/>
        </p:nvGrpSpPr>
        <p:grpSpPr>
          <a:xfrm>
            <a:off x="1089504" y="6339600"/>
            <a:ext cx="698400" cy="509256"/>
            <a:chOff x="1089504" y="6339600"/>
            <a:chExt cx="698400" cy="50925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84A1224-E81F-5271-9955-E11F9D11C74E}"/>
                    </a:ext>
                  </a:extLst>
                </p14:cNvPr>
                <p14:cNvContentPartPr/>
                <p14:nvPr/>
              </p14:nvContentPartPr>
              <p14:xfrm>
                <a:off x="1089504" y="6482016"/>
                <a:ext cx="698400" cy="914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84A1224-E81F-5271-9955-E11F9D11C74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80864" y="6473376"/>
                  <a:ext cx="716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B46AABD-134B-B62B-DEEC-110EC22A7483}"/>
                    </a:ext>
                  </a:extLst>
                </p14:cNvPr>
                <p14:cNvContentPartPr/>
                <p14:nvPr/>
              </p14:nvContentPartPr>
              <p14:xfrm>
                <a:off x="1133064" y="6552936"/>
                <a:ext cx="603000" cy="1116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B46AABD-134B-B62B-DEEC-110EC22A7483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124064" y="6543936"/>
                  <a:ext cx="620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53AC134-6430-351A-BEE1-FC2A81C938A0}"/>
                    </a:ext>
                  </a:extLst>
                </p14:cNvPr>
                <p14:cNvContentPartPr/>
                <p14:nvPr/>
              </p14:nvContentPartPr>
              <p14:xfrm>
                <a:off x="1387224" y="6360336"/>
                <a:ext cx="129960" cy="4885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53AC134-6430-351A-BEE1-FC2A81C938A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378584" y="6351696"/>
                  <a:ext cx="14760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DB6381D-ADE2-F1F5-B30D-26CC529D7018}"/>
                    </a:ext>
                  </a:extLst>
                </p14:cNvPr>
                <p14:cNvContentPartPr/>
                <p14:nvPr/>
              </p14:nvContentPartPr>
              <p14:xfrm>
                <a:off x="1506744" y="6339600"/>
                <a:ext cx="129600" cy="4654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DB6381D-ADE2-F1F5-B30D-26CC529D7018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498104" y="6330600"/>
                  <a:ext cx="147240" cy="48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6C5D6246-E40C-DF5C-2CDF-A10B095AB1D1}"/>
              </a:ext>
            </a:extLst>
          </p:cNvPr>
          <p:cNvGrpSpPr/>
          <p:nvPr/>
        </p:nvGrpSpPr>
        <p:grpSpPr>
          <a:xfrm>
            <a:off x="2391264" y="6166440"/>
            <a:ext cx="4151160" cy="493920"/>
            <a:chOff x="2391264" y="6166440"/>
            <a:chExt cx="4151160" cy="49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8857F69D-0F32-5DB1-A200-536FB6548F12}"/>
                    </a:ext>
                  </a:extLst>
                </p14:cNvPr>
                <p14:cNvContentPartPr/>
                <p14:nvPr/>
              </p14:nvContentPartPr>
              <p14:xfrm>
                <a:off x="2431584" y="6286320"/>
                <a:ext cx="240120" cy="3740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8857F69D-0F32-5DB1-A200-536FB6548F12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2422584" y="6277680"/>
                  <a:ext cx="25776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BCAABEA-AEE0-5506-573D-F8585851739B}"/>
                    </a:ext>
                  </a:extLst>
                </p14:cNvPr>
                <p14:cNvContentPartPr/>
                <p14:nvPr/>
              </p14:nvContentPartPr>
              <p14:xfrm>
                <a:off x="2391264" y="6278760"/>
                <a:ext cx="307440" cy="630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BCAABEA-AEE0-5506-573D-F8585851739B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2382264" y="6269760"/>
                  <a:ext cx="3250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24E2C61-FE9C-2B8B-BE46-671C8C22783D}"/>
                    </a:ext>
                  </a:extLst>
                </p14:cNvPr>
                <p14:cNvContentPartPr/>
                <p14:nvPr/>
              </p14:nvContentPartPr>
              <p14:xfrm>
                <a:off x="2747304" y="6215760"/>
                <a:ext cx="269280" cy="322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24E2C61-FE9C-2B8B-BE46-671C8C22783D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2738304" y="6207120"/>
                  <a:ext cx="2869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D2D48E7-9D58-97E1-B424-9773BE14988E}"/>
                    </a:ext>
                  </a:extLst>
                </p14:cNvPr>
                <p14:cNvContentPartPr/>
                <p14:nvPr/>
              </p14:nvContentPartPr>
              <p14:xfrm>
                <a:off x="3236544" y="6206400"/>
                <a:ext cx="53280" cy="3326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D2D48E7-9D58-97E1-B424-9773BE14988E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3227904" y="6197760"/>
                  <a:ext cx="709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2C6A8E1-7B75-6350-760D-A77C025646DF}"/>
                    </a:ext>
                  </a:extLst>
                </p14:cNvPr>
                <p14:cNvContentPartPr/>
                <p14:nvPr/>
              </p14:nvContentPartPr>
              <p14:xfrm>
                <a:off x="3093264" y="6259680"/>
                <a:ext cx="44280" cy="478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2C6A8E1-7B75-6350-760D-A77C025646DF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3084264" y="6250680"/>
                  <a:ext cx="619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8323C85-D933-AE82-E4AB-7E9BD5314706}"/>
                    </a:ext>
                  </a:extLst>
                </p14:cNvPr>
                <p14:cNvContentPartPr/>
                <p14:nvPr/>
              </p14:nvContentPartPr>
              <p14:xfrm>
                <a:off x="3444264" y="6443640"/>
                <a:ext cx="44280" cy="136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8323C85-D933-AE82-E4AB-7E9BD531470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3435264" y="6435000"/>
                  <a:ext cx="61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3B397319-7060-A3BC-5086-C673C72DEBF3}"/>
                    </a:ext>
                  </a:extLst>
                </p14:cNvPr>
                <p14:cNvContentPartPr/>
                <p14:nvPr/>
              </p14:nvContentPartPr>
              <p14:xfrm>
                <a:off x="3804984" y="6255720"/>
                <a:ext cx="196200" cy="2422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3B397319-7060-A3BC-5086-C673C72DEBF3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3796344" y="6247080"/>
                  <a:ext cx="2138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1D1C0453-BBBB-564C-94FB-F0056704027B}"/>
                    </a:ext>
                  </a:extLst>
                </p14:cNvPr>
                <p14:cNvContentPartPr/>
                <p14:nvPr/>
              </p14:nvContentPartPr>
              <p14:xfrm>
                <a:off x="4179744" y="6265440"/>
                <a:ext cx="368280" cy="2365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1D1C0453-BBBB-564C-94FB-F0056704027B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4171104" y="6256440"/>
                  <a:ext cx="3859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FBEBCEE-4826-ED58-E7C6-21C070A5DA7A}"/>
                    </a:ext>
                  </a:extLst>
                </p14:cNvPr>
                <p14:cNvContentPartPr/>
                <p14:nvPr/>
              </p14:nvContentPartPr>
              <p14:xfrm>
                <a:off x="4573944" y="6219360"/>
                <a:ext cx="524520" cy="2570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FBEBCEE-4826-ED58-E7C6-21C070A5DA7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4564944" y="6210720"/>
                  <a:ext cx="5421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9813C0B-A34F-9864-995D-5B8AFC54AABD}"/>
                    </a:ext>
                  </a:extLst>
                </p14:cNvPr>
                <p14:cNvContentPartPr/>
                <p14:nvPr/>
              </p14:nvContentPartPr>
              <p14:xfrm>
                <a:off x="5331024" y="6215400"/>
                <a:ext cx="384840" cy="2743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9813C0B-A34F-9864-995D-5B8AFC54AABD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5322024" y="6206760"/>
                  <a:ext cx="4024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EC27D33-DCA5-7ABF-E367-AAF705FA3D31}"/>
                    </a:ext>
                  </a:extLst>
                </p14:cNvPr>
                <p14:cNvContentPartPr/>
                <p14:nvPr/>
              </p14:nvContentPartPr>
              <p14:xfrm>
                <a:off x="5722344" y="6232680"/>
                <a:ext cx="73080" cy="1987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EC27D33-DCA5-7ABF-E367-AAF705FA3D3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5713344" y="6223680"/>
                  <a:ext cx="907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89A016E-6E7E-3BC3-409C-737414AAF8D5}"/>
                    </a:ext>
                  </a:extLst>
                </p14:cNvPr>
                <p14:cNvContentPartPr/>
                <p14:nvPr/>
              </p14:nvContentPartPr>
              <p14:xfrm>
                <a:off x="5826744" y="6188040"/>
                <a:ext cx="300960" cy="2433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89A016E-6E7E-3BC3-409C-737414AAF8D5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5818104" y="6179400"/>
                  <a:ext cx="3186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602E51F-E94D-46FF-FB45-6F7B3AC8DE39}"/>
                    </a:ext>
                  </a:extLst>
                </p14:cNvPr>
                <p14:cNvContentPartPr/>
                <p14:nvPr/>
              </p14:nvContentPartPr>
              <p14:xfrm>
                <a:off x="6150744" y="6166440"/>
                <a:ext cx="391680" cy="3855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602E51F-E94D-46FF-FB45-6F7B3AC8DE39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142104" y="6157800"/>
                  <a:ext cx="409320" cy="40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1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CBDFF8FC-2FE6-A834-B1C3-92B8D47E8B54}"/>
                  </a:ext>
                </a:extLst>
              </p14:cNvPr>
              <p14:cNvContentPartPr/>
              <p14:nvPr/>
            </p14:nvContentPartPr>
            <p14:xfrm>
              <a:off x="7154424" y="6307200"/>
              <a:ext cx="438120" cy="10296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CBDFF8FC-2FE6-A834-B1C3-92B8D47E8B54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7145424" y="6298200"/>
                <a:ext cx="455760" cy="12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1906CFA4-6D78-F26E-0866-FA370B3872EA}"/>
              </a:ext>
            </a:extLst>
          </p:cNvPr>
          <p:cNvGrpSpPr/>
          <p:nvPr/>
        </p:nvGrpSpPr>
        <p:grpSpPr>
          <a:xfrm>
            <a:off x="8138664" y="5868360"/>
            <a:ext cx="3463200" cy="717840"/>
            <a:chOff x="8138664" y="5868360"/>
            <a:chExt cx="3463200" cy="71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6084A4E-FCE3-8918-D232-C2ABE6514839}"/>
                    </a:ext>
                  </a:extLst>
                </p14:cNvPr>
                <p14:cNvContentPartPr/>
                <p14:nvPr/>
              </p14:nvContentPartPr>
              <p14:xfrm>
                <a:off x="8138664" y="6039360"/>
                <a:ext cx="840960" cy="5468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6084A4E-FCE3-8918-D232-C2ABE6514839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8129664" y="6030720"/>
                  <a:ext cx="85860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AD32F78-1927-68D5-004B-28CCD9A13B60}"/>
                    </a:ext>
                  </a:extLst>
                </p14:cNvPr>
                <p14:cNvContentPartPr/>
                <p14:nvPr/>
              </p14:nvContentPartPr>
              <p14:xfrm>
                <a:off x="8921664" y="6077160"/>
                <a:ext cx="136080" cy="2160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AD32F78-1927-68D5-004B-28CCD9A13B60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8912664" y="6068520"/>
                  <a:ext cx="1537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A14CF00-CA00-2554-F18A-62C469056048}"/>
                    </a:ext>
                  </a:extLst>
                </p14:cNvPr>
                <p14:cNvContentPartPr/>
                <p14:nvPr/>
              </p14:nvContentPartPr>
              <p14:xfrm>
                <a:off x="9339984" y="6109560"/>
                <a:ext cx="67680" cy="2124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A14CF00-CA00-2554-F18A-62C469056048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331344" y="6100560"/>
                  <a:ext cx="853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01094F3-BE2B-A510-3DF7-821E2E87CAB7}"/>
                    </a:ext>
                  </a:extLst>
                </p14:cNvPr>
                <p14:cNvContentPartPr/>
                <p14:nvPr/>
              </p14:nvContentPartPr>
              <p14:xfrm>
                <a:off x="9451584" y="5938560"/>
                <a:ext cx="111960" cy="4194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01094F3-BE2B-A510-3DF7-821E2E87CAB7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442584" y="5929920"/>
                  <a:ext cx="12960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D5C2776-3692-2F8A-36A8-D0CF363AD271}"/>
                    </a:ext>
                  </a:extLst>
                </p14:cNvPr>
                <p14:cNvContentPartPr/>
                <p14:nvPr/>
              </p14:nvContentPartPr>
              <p14:xfrm>
                <a:off x="9474984" y="6107760"/>
                <a:ext cx="246600" cy="514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D5C2776-3692-2F8A-36A8-D0CF363AD271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466344" y="6099120"/>
                  <a:ext cx="2642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BBC6872-454F-7AD0-1150-40468D9E605A}"/>
                    </a:ext>
                  </a:extLst>
                </p14:cNvPr>
                <p14:cNvContentPartPr/>
                <p14:nvPr/>
              </p14:nvContentPartPr>
              <p14:xfrm>
                <a:off x="9285984" y="5868360"/>
                <a:ext cx="105120" cy="590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BBC6872-454F-7AD0-1150-40468D9E605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277344" y="5859720"/>
                  <a:ext cx="1227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AA65F24-C9DB-5B66-C364-122BD58DABAB}"/>
                    </a:ext>
                  </a:extLst>
                </p14:cNvPr>
                <p14:cNvContentPartPr/>
                <p14:nvPr/>
              </p14:nvContentPartPr>
              <p14:xfrm>
                <a:off x="10075824" y="5951880"/>
                <a:ext cx="27360" cy="2304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AA65F24-C9DB-5B66-C364-122BD58DABA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067184" y="5943240"/>
                  <a:ext cx="450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AC2A3AE7-E89B-B849-E251-3A65DBC55C25}"/>
                    </a:ext>
                  </a:extLst>
                </p14:cNvPr>
                <p14:cNvContentPartPr/>
                <p14:nvPr/>
              </p14:nvContentPartPr>
              <p14:xfrm>
                <a:off x="10074384" y="5964840"/>
                <a:ext cx="96840" cy="3675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AC2A3AE7-E89B-B849-E251-3A65DBC55C25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0065384" y="5955840"/>
                  <a:ext cx="11448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0523A78-9FB4-ADFF-06B6-CFE783F05558}"/>
                    </a:ext>
                  </a:extLst>
                </p14:cNvPr>
                <p14:cNvContentPartPr/>
                <p14:nvPr/>
              </p14:nvContentPartPr>
              <p14:xfrm>
                <a:off x="10031904" y="6009120"/>
                <a:ext cx="499680" cy="2894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0523A78-9FB4-ADFF-06B6-CFE783F05558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0023264" y="6000480"/>
                  <a:ext cx="5173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2DEE2628-207A-7986-021D-8964DEF52251}"/>
                    </a:ext>
                  </a:extLst>
                </p14:cNvPr>
                <p14:cNvContentPartPr/>
                <p14:nvPr/>
              </p14:nvContentPartPr>
              <p14:xfrm>
                <a:off x="10554264" y="5871600"/>
                <a:ext cx="335520" cy="3978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2DEE2628-207A-7986-021D-8964DEF52251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0545264" y="5862960"/>
                  <a:ext cx="35316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84CE594-8240-8F89-CF2E-6F683B58E3C8}"/>
                    </a:ext>
                  </a:extLst>
                </p14:cNvPr>
                <p14:cNvContentPartPr/>
                <p14:nvPr/>
              </p14:nvContentPartPr>
              <p14:xfrm>
                <a:off x="10710144" y="6051960"/>
                <a:ext cx="324360" cy="352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84CE594-8240-8F89-CF2E-6F683B58E3C8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0701504" y="6042960"/>
                  <a:ext cx="3420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1CDDE3D-3C89-CAB7-746C-FBB4C6614740}"/>
                    </a:ext>
                  </a:extLst>
                </p14:cNvPr>
                <p14:cNvContentPartPr/>
                <p14:nvPr/>
              </p14:nvContentPartPr>
              <p14:xfrm>
                <a:off x="9685584" y="6231240"/>
                <a:ext cx="185040" cy="252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1CDDE3D-3C89-CAB7-746C-FBB4C6614740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9676584" y="6222240"/>
                  <a:ext cx="2026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6A798ED-B0E1-ADC2-3E00-9C1308983BC5}"/>
                    </a:ext>
                  </a:extLst>
                </p14:cNvPr>
                <p14:cNvContentPartPr/>
                <p14:nvPr/>
              </p14:nvContentPartPr>
              <p14:xfrm>
                <a:off x="11121624" y="5888880"/>
                <a:ext cx="369360" cy="3348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6A798ED-B0E1-ADC2-3E00-9C1308983BC5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112624" y="5879880"/>
                  <a:ext cx="3870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BE82ABF2-C404-DE43-BABB-DECBE990B91B}"/>
                    </a:ext>
                  </a:extLst>
                </p14:cNvPr>
                <p14:cNvContentPartPr/>
                <p14:nvPr/>
              </p14:nvContentPartPr>
              <p14:xfrm>
                <a:off x="11591424" y="6109560"/>
                <a:ext cx="10440" cy="306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BE82ABF2-C404-DE43-BABB-DECBE990B91B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1582424" y="6100920"/>
                  <a:ext cx="2808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1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31636F45-1910-61F2-D645-3DFF2D900A30}"/>
                  </a:ext>
                </a:extLst>
              </p14:cNvPr>
              <p14:cNvContentPartPr/>
              <p14:nvPr/>
            </p14:nvContentPartPr>
            <p14:xfrm>
              <a:off x="4085424" y="3252600"/>
              <a:ext cx="78120" cy="2880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31636F45-1910-61F2-D645-3DFF2D900A30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4076424" y="3243600"/>
                <a:ext cx="957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3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3A5D0B94-699C-A6BB-ADFC-66BB08DAD3E9}"/>
                  </a:ext>
                </a:extLst>
              </p14:cNvPr>
              <p14:cNvContentPartPr/>
              <p14:nvPr/>
            </p14:nvContentPartPr>
            <p14:xfrm>
              <a:off x="8980704" y="1162440"/>
              <a:ext cx="1700640" cy="363744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3A5D0B94-699C-A6BB-ADFC-66BB08DAD3E9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8926704" y="1054440"/>
                <a:ext cx="1808280" cy="38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5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C60AE604-6737-0EDE-542B-BDC1DD86455B}"/>
                  </a:ext>
                </a:extLst>
              </p14:cNvPr>
              <p14:cNvContentPartPr/>
              <p14:nvPr/>
            </p14:nvContentPartPr>
            <p14:xfrm>
              <a:off x="8876304" y="980280"/>
              <a:ext cx="1834920" cy="292752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C60AE604-6737-0EDE-542B-BDC1DD86455B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8867664" y="971640"/>
                <a:ext cx="1852560" cy="294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Group 279">
            <a:extLst>
              <a:ext uri="{FF2B5EF4-FFF2-40B4-BE49-F238E27FC236}">
                <a16:creationId xmlns:a16="http://schemas.microsoft.com/office/drawing/2014/main" id="{A1314149-9CD5-203D-3E84-A553EDCFD391}"/>
              </a:ext>
            </a:extLst>
          </p:cNvPr>
          <p:cNvGrpSpPr/>
          <p:nvPr/>
        </p:nvGrpSpPr>
        <p:grpSpPr>
          <a:xfrm>
            <a:off x="-113256" y="774720"/>
            <a:ext cx="4527720" cy="4837320"/>
            <a:chOff x="-113256" y="774720"/>
            <a:chExt cx="4527720" cy="48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A6B47FB-3703-5558-E648-0D77944DFFC4}"/>
                    </a:ext>
                  </a:extLst>
                </p14:cNvPr>
                <p14:cNvContentPartPr/>
                <p14:nvPr/>
              </p14:nvContentPartPr>
              <p14:xfrm>
                <a:off x="1000584" y="774720"/>
                <a:ext cx="3413880" cy="36410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A6B47FB-3703-5558-E648-0D77944DFFC4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91944" y="765720"/>
                  <a:ext cx="3431520" cy="36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ED0E900E-2A0A-F817-FCF1-7F2A6C0040AC}"/>
                    </a:ext>
                  </a:extLst>
                </p14:cNvPr>
                <p14:cNvContentPartPr/>
                <p14:nvPr/>
              </p14:nvContentPartPr>
              <p14:xfrm>
                <a:off x="88344" y="2472120"/>
                <a:ext cx="193680" cy="3326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ED0E900E-2A0A-F817-FCF1-7F2A6C0040AC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9344" y="2463480"/>
                  <a:ext cx="2113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21F10402-B665-9DF2-8785-2D69BDF34E8F}"/>
                    </a:ext>
                  </a:extLst>
                </p14:cNvPr>
                <p14:cNvContentPartPr/>
                <p14:nvPr/>
              </p14:nvContentPartPr>
              <p14:xfrm>
                <a:off x="205704" y="2284200"/>
                <a:ext cx="633240" cy="4370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21F10402-B665-9DF2-8785-2D69BDF34E8F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96704" y="2275560"/>
                  <a:ext cx="65088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BD4FBD7-AFFE-F51E-77B5-593FD1739DCE}"/>
                    </a:ext>
                  </a:extLst>
                </p14:cNvPr>
                <p14:cNvContentPartPr/>
                <p14:nvPr/>
              </p14:nvContentPartPr>
              <p14:xfrm>
                <a:off x="555624" y="2206080"/>
                <a:ext cx="105120" cy="1976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BD4FBD7-AFFE-F51E-77B5-593FD1739DCE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546984" y="2197080"/>
                  <a:ext cx="1227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4E8E359-2B82-DD3E-1E7D-0677AEB5A910}"/>
                    </a:ext>
                  </a:extLst>
                </p14:cNvPr>
                <p14:cNvContentPartPr/>
                <p14:nvPr/>
              </p14:nvContentPartPr>
              <p14:xfrm>
                <a:off x="626184" y="1721160"/>
                <a:ext cx="547200" cy="5871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4E8E359-2B82-DD3E-1E7D-0677AEB5A910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17184" y="1712520"/>
                  <a:ext cx="564840" cy="6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A2AE5514-4065-7F04-5BE9-82609E448187}"/>
                    </a:ext>
                  </a:extLst>
                </p14:cNvPr>
                <p14:cNvContentPartPr/>
                <p14:nvPr/>
              </p14:nvContentPartPr>
              <p14:xfrm>
                <a:off x="1078344" y="4427640"/>
                <a:ext cx="1988280" cy="9205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A2AE5514-4065-7F04-5BE9-82609E448187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069344" y="4418640"/>
                  <a:ext cx="2005920" cy="9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2D5B7FC-BE58-804D-C7E1-A6CCCFEF42DB}"/>
                    </a:ext>
                  </a:extLst>
                </p14:cNvPr>
                <p14:cNvContentPartPr/>
                <p14:nvPr/>
              </p14:nvContentPartPr>
              <p14:xfrm>
                <a:off x="-113256" y="4896720"/>
                <a:ext cx="334800" cy="5007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2D5B7FC-BE58-804D-C7E1-A6CCCFEF42DB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-121896" y="4887720"/>
                  <a:ext cx="35244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F7D4225-C5D4-59EB-939E-26390D052F0F}"/>
                    </a:ext>
                  </a:extLst>
                </p14:cNvPr>
                <p14:cNvContentPartPr/>
                <p14:nvPr/>
              </p14:nvContentPartPr>
              <p14:xfrm>
                <a:off x="-2736" y="4747680"/>
                <a:ext cx="858600" cy="5630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F7D4225-C5D4-59EB-939E-26390D052F0F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-11736" y="4739040"/>
                  <a:ext cx="876240" cy="58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22E423ED-5AB6-EE14-2E37-1AAEC4DE4629}"/>
                    </a:ext>
                  </a:extLst>
                </p14:cNvPr>
                <p14:cNvContentPartPr/>
                <p14:nvPr/>
              </p14:nvContentPartPr>
              <p14:xfrm>
                <a:off x="566064" y="4694400"/>
                <a:ext cx="118080" cy="2214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22E423ED-5AB6-EE14-2E37-1AAEC4DE4629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557424" y="4685400"/>
                  <a:ext cx="1357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7E9C91D-FA43-6A09-D241-DEE01315133D}"/>
                    </a:ext>
                  </a:extLst>
                </p14:cNvPr>
                <p14:cNvContentPartPr/>
                <p14:nvPr/>
              </p14:nvContentPartPr>
              <p14:xfrm>
                <a:off x="302184" y="5179680"/>
                <a:ext cx="484560" cy="4006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7E9C91D-FA43-6A09-D241-DEE01315133D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293184" y="5171040"/>
                  <a:ext cx="5022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D0056CA3-2912-626E-3CD9-97BA9800C2EC}"/>
                    </a:ext>
                  </a:extLst>
                </p14:cNvPr>
                <p14:cNvContentPartPr/>
                <p14:nvPr/>
              </p14:nvContentPartPr>
              <p14:xfrm>
                <a:off x="359064" y="5272920"/>
                <a:ext cx="435960" cy="3391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D0056CA3-2912-626E-3CD9-97BA9800C2EC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350064" y="5264280"/>
                  <a:ext cx="4536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EAB196AA-BB4E-A5E5-4B13-EA4B3BE8530B}"/>
                    </a:ext>
                  </a:extLst>
                </p14:cNvPr>
                <p14:cNvContentPartPr/>
                <p14:nvPr/>
              </p14:nvContentPartPr>
              <p14:xfrm>
                <a:off x="258264" y="2663640"/>
                <a:ext cx="492120" cy="4258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EAB196AA-BB4E-A5E5-4B13-EA4B3BE8530B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249264" y="2655000"/>
                  <a:ext cx="50976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BBCB24DC-CF68-93CF-0001-3D2A6C226408}"/>
                    </a:ext>
                  </a:extLst>
                </p14:cNvPr>
                <p14:cNvContentPartPr/>
                <p14:nvPr/>
              </p14:nvContentPartPr>
              <p14:xfrm>
                <a:off x="387144" y="2848320"/>
                <a:ext cx="374400" cy="2365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BBCB24DC-CF68-93CF-0001-3D2A6C226408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378504" y="2839320"/>
                  <a:ext cx="392040" cy="254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72487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D701889-819E-6DD4-1C39-5EF852C6146C}"/>
                  </a:ext>
                </a:extLst>
              </p14:cNvPr>
              <p14:cNvContentPartPr/>
              <p14:nvPr/>
            </p14:nvContentPartPr>
            <p14:xfrm>
              <a:off x="3950424" y="70416"/>
              <a:ext cx="67680" cy="526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D701889-819E-6DD4-1C39-5EF852C614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41424" y="61776"/>
                <a:ext cx="85320" cy="54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CA74E91-7D15-932F-7732-3F956532046F}"/>
                  </a:ext>
                </a:extLst>
              </p14:cNvPr>
              <p14:cNvContentPartPr/>
              <p14:nvPr/>
            </p14:nvContentPartPr>
            <p14:xfrm>
              <a:off x="3899664" y="42696"/>
              <a:ext cx="497160" cy="551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CA74E91-7D15-932F-7732-3F95653204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91024" y="33696"/>
                <a:ext cx="514800" cy="56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6189FBE-DE52-FD05-251B-9905FC063BB4}"/>
                  </a:ext>
                </a:extLst>
              </p14:cNvPr>
              <p14:cNvContentPartPr/>
              <p14:nvPr/>
            </p14:nvContentPartPr>
            <p14:xfrm>
              <a:off x="4385664" y="52416"/>
              <a:ext cx="908280" cy="506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6189FBE-DE52-FD05-251B-9905FC063B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77024" y="43776"/>
                <a:ext cx="925920" cy="5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E700BE0-9C78-9BB8-14F7-944741C5C6EA}"/>
                  </a:ext>
                </a:extLst>
              </p14:cNvPr>
              <p14:cNvContentPartPr/>
              <p14:nvPr/>
            </p14:nvContentPartPr>
            <p14:xfrm>
              <a:off x="3711744" y="558936"/>
              <a:ext cx="1703520" cy="138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E700BE0-9C78-9BB8-14F7-944741C5C6E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03104" y="550296"/>
                <a:ext cx="172116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6AAEF61-0ACD-F9F7-3A97-0EAC5BB77A80}"/>
                  </a:ext>
                </a:extLst>
              </p14:cNvPr>
              <p14:cNvContentPartPr/>
              <p14:nvPr/>
            </p14:nvContentPartPr>
            <p14:xfrm>
              <a:off x="5604264" y="138096"/>
              <a:ext cx="223560" cy="456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6AAEF61-0ACD-F9F7-3A97-0EAC5BB77A8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95264" y="129456"/>
                <a:ext cx="241200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C5194F2-162B-E783-4562-1050648E37C9}"/>
                  </a:ext>
                </a:extLst>
              </p14:cNvPr>
              <p14:cNvContentPartPr/>
              <p14:nvPr/>
            </p14:nvContentPartPr>
            <p14:xfrm>
              <a:off x="5904504" y="95976"/>
              <a:ext cx="161640" cy="508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C5194F2-162B-E783-4562-1050648E37C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95504" y="87336"/>
                <a:ext cx="179280" cy="52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D6B1A4D-A902-6020-B0E1-A575394B98D3}"/>
                  </a:ext>
                </a:extLst>
              </p14:cNvPr>
              <p14:cNvContentPartPr/>
              <p14:nvPr/>
            </p14:nvContentPartPr>
            <p14:xfrm>
              <a:off x="1248984" y="657936"/>
              <a:ext cx="3438000" cy="9036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D6B1A4D-A902-6020-B0E1-A575394B98D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39984" y="649296"/>
                <a:ext cx="345564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E698BDF-6EFA-057B-DB70-F45B70FD0EF4}"/>
                  </a:ext>
                </a:extLst>
              </p14:cNvPr>
              <p14:cNvContentPartPr/>
              <p14:nvPr/>
            </p14:nvContentPartPr>
            <p14:xfrm>
              <a:off x="4625064" y="875016"/>
              <a:ext cx="5741640" cy="5922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E698BDF-6EFA-057B-DB70-F45B70FD0EF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16064" y="866376"/>
                <a:ext cx="5759280" cy="60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B075B47-27B7-4F21-59B2-D03E1ED70CFD}"/>
                  </a:ext>
                </a:extLst>
              </p14:cNvPr>
              <p14:cNvContentPartPr/>
              <p14:nvPr/>
            </p14:nvContentPartPr>
            <p14:xfrm>
              <a:off x="8721144" y="1658016"/>
              <a:ext cx="62280" cy="5014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B075B47-27B7-4F21-59B2-D03E1ED70CF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12504" y="1649376"/>
                <a:ext cx="79920" cy="51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086C277-94F9-B8D8-53D9-AB730D38B687}"/>
                  </a:ext>
                </a:extLst>
              </p14:cNvPr>
              <p14:cNvContentPartPr/>
              <p14:nvPr/>
            </p14:nvContentPartPr>
            <p14:xfrm>
              <a:off x="8679024" y="1687896"/>
              <a:ext cx="585000" cy="4471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086C277-94F9-B8D8-53D9-AB730D38B68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70384" y="1679256"/>
                <a:ext cx="60264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2ADA433-3EF1-B056-1FFB-E643D0475D9D}"/>
                  </a:ext>
                </a:extLst>
              </p14:cNvPr>
              <p14:cNvContentPartPr/>
              <p14:nvPr/>
            </p14:nvContentPartPr>
            <p14:xfrm>
              <a:off x="9261864" y="1781496"/>
              <a:ext cx="267480" cy="316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2ADA433-3EF1-B056-1FFB-E643D0475D9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253224" y="1772496"/>
                <a:ext cx="28512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3A20429-7A85-512E-B6F5-FDCBC0A22448}"/>
                  </a:ext>
                </a:extLst>
              </p14:cNvPr>
              <p14:cNvContentPartPr/>
              <p14:nvPr/>
            </p14:nvContentPartPr>
            <p14:xfrm>
              <a:off x="9578304" y="1796616"/>
              <a:ext cx="592200" cy="2948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3A20429-7A85-512E-B6F5-FDCBC0A2244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569664" y="1787976"/>
                <a:ext cx="60984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BBA2AFC-52DB-28DC-8E61-D6AD315720F6}"/>
                  </a:ext>
                </a:extLst>
              </p14:cNvPr>
              <p14:cNvContentPartPr/>
              <p14:nvPr/>
            </p14:nvContentPartPr>
            <p14:xfrm>
              <a:off x="10186704" y="1696896"/>
              <a:ext cx="251640" cy="3682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BBA2AFC-52DB-28DC-8E61-D6AD315720F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177704" y="1688256"/>
                <a:ext cx="26928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686FE36-DED1-CBDF-BD71-42F9E8B60A37}"/>
                  </a:ext>
                </a:extLst>
              </p14:cNvPr>
              <p14:cNvContentPartPr/>
              <p14:nvPr/>
            </p14:nvContentPartPr>
            <p14:xfrm>
              <a:off x="10392984" y="1840536"/>
              <a:ext cx="145440" cy="381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686FE36-DED1-CBDF-BD71-42F9E8B60A3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384344" y="1831536"/>
                <a:ext cx="16308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31A7D65-F260-3BF7-50AC-7BF19610F6B6}"/>
                  </a:ext>
                </a:extLst>
              </p14:cNvPr>
              <p14:cNvContentPartPr/>
              <p14:nvPr/>
            </p14:nvContentPartPr>
            <p14:xfrm>
              <a:off x="10598904" y="1664856"/>
              <a:ext cx="257040" cy="5518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31A7D65-F260-3BF7-50AC-7BF19610F6B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590264" y="1656216"/>
                <a:ext cx="274680" cy="56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21E53DF-8D4E-D5F5-C05C-B03105F37235}"/>
                  </a:ext>
                </a:extLst>
              </p14:cNvPr>
              <p14:cNvContentPartPr/>
              <p14:nvPr/>
            </p14:nvContentPartPr>
            <p14:xfrm>
              <a:off x="9021744" y="2324736"/>
              <a:ext cx="771120" cy="5090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21E53DF-8D4E-D5F5-C05C-B03105F3723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012744" y="2316096"/>
                <a:ext cx="788760" cy="5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2C12FB3-9F3B-5224-EE12-31E6D7F73898}"/>
                  </a:ext>
                </a:extLst>
              </p14:cNvPr>
              <p14:cNvContentPartPr/>
              <p14:nvPr/>
            </p14:nvContentPartPr>
            <p14:xfrm>
              <a:off x="9731664" y="2430216"/>
              <a:ext cx="317520" cy="2494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2C12FB3-9F3B-5224-EE12-31E6D7F7389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722664" y="2421576"/>
                <a:ext cx="33516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2BBF0BF-8893-51C7-1367-7006634799D4}"/>
                  </a:ext>
                </a:extLst>
              </p14:cNvPr>
              <p14:cNvContentPartPr/>
              <p14:nvPr/>
            </p14:nvContentPartPr>
            <p14:xfrm>
              <a:off x="10158624" y="2390256"/>
              <a:ext cx="748440" cy="5259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2BBF0BF-8893-51C7-1367-7006634799D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149984" y="2381616"/>
                <a:ext cx="766080" cy="54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6E42E73-4A8D-90A2-7225-B19E888C9F15}"/>
                  </a:ext>
                </a:extLst>
              </p14:cNvPr>
              <p14:cNvContentPartPr/>
              <p14:nvPr/>
            </p14:nvContentPartPr>
            <p14:xfrm>
              <a:off x="10966824" y="2288376"/>
              <a:ext cx="34200" cy="820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6E42E73-4A8D-90A2-7225-B19E888C9F1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958184" y="2279736"/>
                <a:ext cx="5184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00F751A-421A-4E58-E32C-F0D557124458}"/>
                  </a:ext>
                </a:extLst>
              </p14:cNvPr>
              <p14:cNvContentPartPr/>
              <p14:nvPr/>
            </p14:nvContentPartPr>
            <p14:xfrm>
              <a:off x="11010384" y="2201616"/>
              <a:ext cx="591840" cy="4885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00F751A-421A-4E58-E32C-F0D55712445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001384" y="2192976"/>
                <a:ext cx="609480" cy="50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94DE37C-1F76-4531-0A98-D242942A23BA}"/>
                  </a:ext>
                </a:extLst>
              </p14:cNvPr>
              <p14:cNvContentPartPr/>
              <p14:nvPr/>
            </p14:nvContentPartPr>
            <p14:xfrm>
              <a:off x="5458464" y="957816"/>
              <a:ext cx="341640" cy="5151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94DE37C-1F76-4531-0A98-D242942A23B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449824" y="948816"/>
                <a:ext cx="359280" cy="53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CF657C1-5189-22FA-89A6-29A53F298A26}"/>
                  </a:ext>
                </a:extLst>
              </p14:cNvPr>
              <p14:cNvContentPartPr/>
              <p14:nvPr/>
            </p14:nvContentPartPr>
            <p14:xfrm>
              <a:off x="4896864" y="1627776"/>
              <a:ext cx="468000" cy="4352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CF657C1-5189-22FA-89A6-29A53F298A2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888224" y="1619136"/>
                <a:ext cx="485640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B025018-6350-71BF-6693-E210FAE5A1C3}"/>
                  </a:ext>
                </a:extLst>
              </p14:cNvPr>
              <p14:cNvContentPartPr/>
              <p14:nvPr/>
            </p14:nvContentPartPr>
            <p14:xfrm>
              <a:off x="5347584" y="1874736"/>
              <a:ext cx="40680" cy="1922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B025018-6350-71BF-6693-E210FAE5A1C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338944" y="1865736"/>
                <a:ext cx="5832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5A03833-477E-FAC6-CD35-C4C0DDCBB9A9}"/>
                  </a:ext>
                </a:extLst>
              </p14:cNvPr>
              <p14:cNvContentPartPr/>
              <p14:nvPr/>
            </p14:nvContentPartPr>
            <p14:xfrm>
              <a:off x="5482584" y="1873656"/>
              <a:ext cx="712440" cy="2145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5A03833-477E-FAC6-CD35-C4C0DDCBB9A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473584" y="1864656"/>
                <a:ext cx="73008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AE1A1DA-2F2E-8A41-7CA5-67DA74009C09}"/>
                  </a:ext>
                </a:extLst>
              </p14:cNvPr>
              <p14:cNvContentPartPr/>
              <p14:nvPr/>
            </p14:nvContentPartPr>
            <p14:xfrm>
              <a:off x="6373224" y="1658376"/>
              <a:ext cx="78480" cy="3992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AE1A1DA-2F2E-8A41-7CA5-67DA74009C0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364224" y="1649736"/>
                <a:ext cx="9612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4B99BD6-1C16-D770-4A68-E490645D0562}"/>
                  </a:ext>
                </a:extLst>
              </p14:cNvPr>
              <p14:cNvContentPartPr/>
              <p14:nvPr/>
            </p14:nvContentPartPr>
            <p14:xfrm>
              <a:off x="6613344" y="1619136"/>
              <a:ext cx="89640" cy="4377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4B99BD6-1C16-D770-4A68-E490645D056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604344" y="1610136"/>
                <a:ext cx="107280" cy="4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EF44D7A-FD92-D12C-23AC-D15E0DBF4F7A}"/>
                  </a:ext>
                </a:extLst>
              </p14:cNvPr>
              <p14:cNvContentPartPr/>
              <p14:nvPr/>
            </p14:nvContentPartPr>
            <p14:xfrm>
              <a:off x="4706784" y="1507536"/>
              <a:ext cx="2448360" cy="810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EF44D7A-FD92-D12C-23AC-D15E0DBF4F7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697784" y="1498536"/>
                <a:ext cx="2466000" cy="82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0DF18E57-D834-B47C-0362-FAA6FDB9D1D4}"/>
              </a:ext>
            </a:extLst>
          </p:cNvPr>
          <p:cNvGrpSpPr/>
          <p:nvPr/>
        </p:nvGrpSpPr>
        <p:grpSpPr>
          <a:xfrm>
            <a:off x="647784" y="1623816"/>
            <a:ext cx="2547360" cy="1027440"/>
            <a:chOff x="647784" y="1623816"/>
            <a:chExt cx="2547360" cy="10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7CB9443-C094-5206-C30D-12F10F642D1A}"/>
                    </a:ext>
                  </a:extLst>
                </p14:cNvPr>
                <p14:cNvContentPartPr/>
                <p14:nvPr/>
              </p14:nvContentPartPr>
              <p14:xfrm>
                <a:off x="647784" y="2063376"/>
                <a:ext cx="295560" cy="432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7CB9443-C094-5206-C30D-12F10F642D1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9144" y="2054376"/>
                  <a:ext cx="31320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A03A1BD-266C-C8B8-F5D8-9489FBD0879B}"/>
                    </a:ext>
                  </a:extLst>
                </p14:cNvPr>
                <p14:cNvContentPartPr/>
                <p14:nvPr/>
              </p14:nvContentPartPr>
              <p14:xfrm>
                <a:off x="1009944" y="2182176"/>
                <a:ext cx="189720" cy="266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A03A1BD-266C-C8B8-F5D8-9489FBD0879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1304" y="2173176"/>
                  <a:ext cx="2073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6842118-9F35-F16D-CFC7-52C10CFE47CE}"/>
                    </a:ext>
                  </a:extLst>
                </p14:cNvPr>
                <p14:cNvContentPartPr/>
                <p14:nvPr/>
              </p14:nvContentPartPr>
              <p14:xfrm>
                <a:off x="1182744" y="2173176"/>
                <a:ext cx="975600" cy="261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6842118-9F35-F16D-CFC7-52C10CFE47C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74104" y="2164536"/>
                  <a:ext cx="9932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3ABD940-8A29-6528-9F4B-2F789EFA7372}"/>
                    </a:ext>
                  </a:extLst>
                </p14:cNvPr>
                <p14:cNvContentPartPr/>
                <p14:nvPr/>
              </p14:nvContentPartPr>
              <p14:xfrm>
                <a:off x="2251224" y="2119896"/>
                <a:ext cx="386640" cy="272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3ABD940-8A29-6528-9F4B-2F789EFA737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42224" y="2110896"/>
                  <a:ext cx="4042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1E368E3-18E8-ABDE-40E5-381B69DC238E}"/>
                    </a:ext>
                  </a:extLst>
                </p14:cNvPr>
                <p14:cNvContentPartPr/>
                <p14:nvPr/>
              </p14:nvContentPartPr>
              <p14:xfrm>
                <a:off x="1962504" y="2037816"/>
                <a:ext cx="34200" cy="19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1E368E3-18E8-ABDE-40E5-381B69DC238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953864" y="2029176"/>
                  <a:ext cx="518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9FAD0A8-E0D6-34A7-3A3B-6502AB32C767}"/>
                    </a:ext>
                  </a:extLst>
                </p14:cNvPr>
                <p14:cNvContentPartPr/>
                <p14:nvPr/>
              </p14:nvContentPartPr>
              <p14:xfrm>
                <a:off x="1132344" y="1753416"/>
                <a:ext cx="797040" cy="281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9FAD0A8-E0D6-34A7-3A3B-6502AB32C76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23344" y="1744416"/>
                  <a:ext cx="8146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290BAAD-72A3-AF06-A739-223452E05AF1}"/>
                    </a:ext>
                  </a:extLst>
                </p14:cNvPr>
                <p14:cNvContentPartPr/>
                <p14:nvPr/>
              </p14:nvContentPartPr>
              <p14:xfrm>
                <a:off x="1928664" y="1623816"/>
                <a:ext cx="118800" cy="424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290BAAD-72A3-AF06-A739-223452E05AF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19664" y="1614816"/>
                  <a:ext cx="13644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0380162-7030-9EF8-9986-E55E9C8E1328}"/>
                    </a:ext>
                  </a:extLst>
                </p14:cNvPr>
                <p14:cNvContentPartPr/>
                <p14:nvPr/>
              </p14:nvContentPartPr>
              <p14:xfrm>
                <a:off x="1918584" y="1746576"/>
                <a:ext cx="300600" cy="277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0380162-7030-9EF8-9986-E55E9C8E132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09944" y="1737576"/>
                  <a:ext cx="3182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B85FEE5-0C60-FA71-8CA2-CE01ACCCD0D7}"/>
                    </a:ext>
                  </a:extLst>
                </p14:cNvPr>
                <p14:cNvContentPartPr/>
                <p14:nvPr/>
              </p14:nvContentPartPr>
              <p14:xfrm>
                <a:off x="2080584" y="1633536"/>
                <a:ext cx="34200" cy="25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B85FEE5-0C60-FA71-8CA2-CE01ACCCD0D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071944" y="1624536"/>
                  <a:ext cx="51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C6B7BCC-E45C-B040-A2E6-C564FEE54167}"/>
                    </a:ext>
                  </a:extLst>
                </p14:cNvPr>
                <p14:cNvContentPartPr/>
                <p14:nvPr/>
              </p14:nvContentPartPr>
              <p14:xfrm>
                <a:off x="2330424" y="1724616"/>
                <a:ext cx="267120" cy="247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C6B7BCC-E45C-B040-A2E6-C564FEE5416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21424" y="1715616"/>
                  <a:ext cx="2847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48CD7B9-DD51-2A7F-5E19-F4E4C00DD244}"/>
                    </a:ext>
                  </a:extLst>
                </p14:cNvPr>
                <p14:cNvContentPartPr/>
                <p14:nvPr/>
              </p14:nvContentPartPr>
              <p14:xfrm>
                <a:off x="2612664" y="1711656"/>
                <a:ext cx="191160" cy="283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48CD7B9-DD51-2A7F-5E19-F4E4C00DD24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604024" y="1702656"/>
                  <a:ext cx="2088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E2200F4-391D-130A-7F2F-E50E12994595}"/>
                    </a:ext>
                  </a:extLst>
                </p14:cNvPr>
                <p14:cNvContentPartPr/>
                <p14:nvPr/>
              </p14:nvContentPartPr>
              <p14:xfrm>
                <a:off x="2809584" y="1717776"/>
                <a:ext cx="256680" cy="238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E2200F4-391D-130A-7F2F-E50E1299459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00944" y="1709136"/>
                  <a:ext cx="2743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8632465-675C-AC5C-D4E8-0E1EE31B0A58}"/>
                    </a:ext>
                  </a:extLst>
                </p14:cNvPr>
                <p14:cNvContentPartPr/>
                <p14:nvPr/>
              </p14:nvContentPartPr>
              <p14:xfrm>
                <a:off x="3076344" y="1668096"/>
                <a:ext cx="118800" cy="164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8632465-675C-AC5C-D4E8-0E1EE31B0A5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67344" y="1659456"/>
                  <a:ext cx="1364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77D1971-1590-2226-00DF-BA81EB0C9F52}"/>
                    </a:ext>
                  </a:extLst>
                </p14:cNvPr>
                <p14:cNvContentPartPr/>
                <p14:nvPr/>
              </p14:nvContentPartPr>
              <p14:xfrm>
                <a:off x="855504" y="2516256"/>
                <a:ext cx="1313280" cy="135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77D1971-1590-2226-00DF-BA81EB0C9F5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46864" y="2507616"/>
                  <a:ext cx="1330920" cy="15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42CCA27-9A36-20D1-D0B7-643BCFC0037A}"/>
                  </a:ext>
                </a:extLst>
              </p14:cNvPr>
              <p14:cNvContentPartPr/>
              <p14:nvPr/>
            </p14:nvContentPartPr>
            <p14:xfrm>
              <a:off x="9434664" y="3080016"/>
              <a:ext cx="965160" cy="954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42CCA27-9A36-20D1-D0B7-643BCFC0037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425664" y="3071376"/>
                <a:ext cx="982800" cy="11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378A9C23-EB74-3C8F-539E-412DC1FFA4AE}"/>
              </a:ext>
            </a:extLst>
          </p:cNvPr>
          <p:cNvGrpSpPr/>
          <p:nvPr/>
        </p:nvGrpSpPr>
        <p:grpSpPr>
          <a:xfrm>
            <a:off x="249624" y="2924496"/>
            <a:ext cx="3287880" cy="752040"/>
            <a:chOff x="249624" y="2924496"/>
            <a:chExt cx="3287880" cy="75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145E954-7174-FC7F-46D9-5B20D4B09A75}"/>
                    </a:ext>
                  </a:extLst>
                </p14:cNvPr>
                <p14:cNvContentPartPr/>
                <p14:nvPr/>
              </p14:nvContentPartPr>
              <p14:xfrm>
                <a:off x="249624" y="3092256"/>
                <a:ext cx="282240" cy="314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145E954-7174-FC7F-46D9-5B20D4B09A7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40984" y="3083616"/>
                  <a:ext cx="2998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F18A66F-DE5D-F7B4-B965-AAD48728B682}"/>
                    </a:ext>
                  </a:extLst>
                </p14:cNvPr>
                <p14:cNvContentPartPr/>
                <p14:nvPr/>
              </p14:nvContentPartPr>
              <p14:xfrm>
                <a:off x="530064" y="3092616"/>
                <a:ext cx="275040" cy="354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F18A66F-DE5D-F7B4-B965-AAD48728B68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1424" y="3083976"/>
                  <a:ext cx="2926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55899DB-532D-C615-ED3A-3F10090D5E60}"/>
                    </a:ext>
                  </a:extLst>
                </p14:cNvPr>
                <p14:cNvContentPartPr/>
                <p14:nvPr/>
              </p14:nvContentPartPr>
              <p14:xfrm>
                <a:off x="795384" y="3195576"/>
                <a:ext cx="337320" cy="480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55899DB-532D-C615-ED3A-3F10090D5E6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86744" y="3186936"/>
                  <a:ext cx="35496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8047ABD-81C9-61A4-7BAC-ABDC141F68BB}"/>
                    </a:ext>
                  </a:extLst>
                </p14:cNvPr>
                <p14:cNvContentPartPr/>
                <p14:nvPr/>
              </p14:nvContentPartPr>
              <p14:xfrm>
                <a:off x="1139184" y="3199896"/>
                <a:ext cx="105120" cy="235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8047ABD-81C9-61A4-7BAC-ABDC141F68B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30184" y="3190896"/>
                  <a:ext cx="1227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B160CEE-942D-644D-C30D-A9D95C4EC154}"/>
                    </a:ext>
                  </a:extLst>
                </p14:cNvPr>
                <p14:cNvContentPartPr/>
                <p14:nvPr/>
              </p14:nvContentPartPr>
              <p14:xfrm>
                <a:off x="1233504" y="3175416"/>
                <a:ext cx="324360" cy="228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B160CEE-942D-644D-C30D-A9D95C4EC15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224864" y="3166416"/>
                  <a:ext cx="3420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80374D9-0BCC-5C6A-5AC1-4C1FCAECED43}"/>
                    </a:ext>
                  </a:extLst>
                </p14:cNvPr>
                <p14:cNvContentPartPr/>
                <p14:nvPr/>
              </p14:nvContentPartPr>
              <p14:xfrm>
                <a:off x="1611504" y="3196656"/>
                <a:ext cx="67680" cy="144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80374D9-0BCC-5C6A-5AC1-4C1FCAECED4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602864" y="3187656"/>
                  <a:ext cx="85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5CFD0AE-7F5F-C980-567E-96A530BC331E}"/>
                    </a:ext>
                  </a:extLst>
                </p14:cNvPr>
                <p14:cNvContentPartPr/>
                <p14:nvPr/>
              </p14:nvContentPartPr>
              <p14:xfrm>
                <a:off x="1780344" y="2941056"/>
                <a:ext cx="61200" cy="465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5CFD0AE-7F5F-C980-567E-96A530BC331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771344" y="2932416"/>
                  <a:ext cx="7884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6035266-34C5-0D7A-A599-811AD9B768D8}"/>
                    </a:ext>
                  </a:extLst>
                </p14:cNvPr>
                <p14:cNvContentPartPr/>
                <p14:nvPr/>
              </p14:nvContentPartPr>
              <p14:xfrm>
                <a:off x="1840824" y="2994336"/>
                <a:ext cx="351720" cy="418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6035266-34C5-0D7A-A599-811AD9B768D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832184" y="2985336"/>
                  <a:ext cx="36936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8954606-9C76-5106-6277-4EBB80EB1D1E}"/>
                    </a:ext>
                  </a:extLst>
                </p14:cNvPr>
                <p14:cNvContentPartPr/>
                <p14:nvPr/>
              </p14:nvContentPartPr>
              <p14:xfrm>
                <a:off x="2202264" y="3099096"/>
                <a:ext cx="34200" cy="119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8954606-9C76-5106-6277-4EBB80EB1D1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193264" y="3090456"/>
                  <a:ext cx="518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2DD2760-3D35-A28B-DFAA-5CC97BD2544F}"/>
                    </a:ext>
                  </a:extLst>
                </p14:cNvPr>
                <p14:cNvContentPartPr/>
                <p14:nvPr/>
              </p14:nvContentPartPr>
              <p14:xfrm>
                <a:off x="2282184" y="3089736"/>
                <a:ext cx="165960" cy="290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2DD2760-3D35-A28B-DFAA-5CC97BD2544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273184" y="3080736"/>
                  <a:ext cx="1836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4FF75BB-45F8-97BB-8C58-89D71C476B02}"/>
                    </a:ext>
                  </a:extLst>
                </p14:cNvPr>
                <p14:cNvContentPartPr/>
                <p14:nvPr/>
              </p14:nvContentPartPr>
              <p14:xfrm>
                <a:off x="2448504" y="2924496"/>
                <a:ext cx="39240" cy="582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4FF75BB-45F8-97BB-8C58-89D71C476B0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39864" y="2915496"/>
                  <a:ext cx="5688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F564C13-331F-518D-6D89-B09072F70783}"/>
                    </a:ext>
                  </a:extLst>
                </p14:cNvPr>
                <p14:cNvContentPartPr/>
                <p14:nvPr/>
              </p14:nvContentPartPr>
              <p14:xfrm>
                <a:off x="2425104" y="3113496"/>
                <a:ext cx="378000" cy="294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F564C13-331F-518D-6D89-B09072F7078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416464" y="3104496"/>
                  <a:ext cx="3956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485CCBC-D0AD-9A59-8081-AE040DE7188A}"/>
                    </a:ext>
                  </a:extLst>
                </p14:cNvPr>
                <p14:cNvContentPartPr/>
                <p14:nvPr/>
              </p14:nvContentPartPr>
              <p14:xfrm>
                <a:off x="2775744" y="3121416"/>
                <a:ext cx="290880" cy="443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485CCBC-D0AD-9A59-8081-AE040DE7188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767104" y="3112776"/>
                  <a:ext cx="30852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93FFA85-F68B-8E97-4DE5-1B9DFF9A57B1}"/>
                    </a:ext>
                  </a:extLst>
                </p14:cNvPr>
                <p14:cNvContentPartPr/>
                <p14:nvPr/>
              </p14:nvContentPartPr>
              <p14:xfrm>
                <a:off x="3120264" y="3153816"/>
                <a:ext cx="417240" cy="201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93FFA85-F68B-8E97-4DE5-1B9DFF9A57B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111264" y="3144816"/>
                  <a:ext cx="43488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0B907F4-A33A-1F57-32C2-D0263E5A8128}"/>
              </a:ext>
            </a:extLst>
          </p:cNvPr>
          <p:cNvGrpSpPr/>
          <p:nvPr/>
        </p:nvGrpSpPr>
        <p:grpSpPr>
          <a:xfrm>
            <a:off x="652824" y="3777696"/>
            <a:ext cx="1934640" cy="850320"/>
            <a:chOff x="652824" y="3777696"/>
            <a:chExt cx="1934640" cy="85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D9C6C7A-C56C-2071-5BE2-421CA6DA0474}"/>
                    </a:ext>
                  </a:extLst>
                </p14:cNvPr>
                <p14:cNvContentPartPr/>
                <p14:nvPr/>
              </p14:nvContentPartPr>
              <p14:xfrm>
                <a:off x="652824" y="4539816"/>
                <a:ext cx="1934640" cy="88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D9C6C7A-C56C-2071-5BE2-421CA6DA047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43824" y="4531176"/>
                  <a:ext cx="1952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15041A0-28FE-B780-80D2-B883EEDC813A}"/>
                    </a:ext>
                  </a:extLst>
                </p14:cNvPr>
                <p14:cNvContentPartPr/>
                <p14:nvPr/>
              </p14:nvContentPartPr>
              <p14:xfrm>
                <a:off x="815184" y="3777696"/>
                <a:ext cx="1181520" cy="672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15041A0-28FE-B780-80D2-B883EEDC813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6184" y="3768696"/>
                  <a:ext cx="1199160" cy="68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B9AD086-B438-B46A-E771-8749429E794C}"/>
              </a:ext>
            </a:extLst>
          </p:cNvPr>
          <p:cNvGrpSpPr/>
          <p:nvPr/>
        </p:nvGrpSpPr>
        <p:grpSpPr>
          <a:xfrm>
            <a:off x="804744" y="5015736"/>
            <a:ext cx="2455560" cy="1582560"/>
            <a:chOff x="804744" y="5015736"/>
            <a:chExt cx="2455560" cy="158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5A4867F-EEFE-75C3-26D6-D8E7716BE1DD}"/>
                    </a:ext>
                  </a:extLst>
                </p14:cNvPr>
                <p14:cNvContentPartPr/>
                <p14:nvPr/>
              </p14:nvContentPartPr>
              <p14:xfrm>
                <a:off x="804744" y="5084856"/>
                <a:ext cx="101520" cy="780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5A4867F-EEFE-75C3-26D6-D8E7716BE1D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96104" y="5075856"/>
                  <a:ext cx="119160" cy="79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C7029F5-F3EB-CB2A-CC70-37E76606CBD2}"/>
                    </a:ext>
                  </a:extLst>
                </p14:cNvPr>
                <p14:cNvContentPartPr/>
                <p14:nvPr/>
              </p14:nvContentPartPr>
              <p14:xfrm>
                <a:off x="899424" y="5777856"/>
                <a:ext cx="1619640" cy="102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C7029F5-F3EB-CB2A-CC70-37E76606CBD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90424" y="5768856"/>
                  <a:ext cx="16372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3E653CD-AC62-E141-EAB4-2795AE2A2878}"/>
                    </a:ext>
                  </a:extLst>
                </p14:cNvPr>
                <p14:cNvContentPartPr/>
                <p14:nvPr/>
              </p14:nvContentPartPr>
              <p14:xfrm>
                <a:off x="1071144" y="5015736"/>
                <a:ext cx="1860120" cy="661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3E653CD-AC62-E141-EAB4-2795AE2A287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62504" y="5006736"/>
                  <a:ext cx="1877760" cy="67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A409FDA-4A19-00CE-6162-4BD826690EFE}"/>
                    </a:ext>
                  </a:extLst>
                </p14:cNvPr>
                <p14:cNvContentPartPr/>
                <p14:nvPr/>
              </p14:nvContentPartPr>
              <p14:xfrm>
                <a:off x="1243944" y="6080976"/>
                <a:ext cx="101520" cy="517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A409FDA-4A19-00CE-6162-4BD826690EF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234944" y="6071976"/>
                  <a:ext cx="11916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F3CFBEA-FE12-5B6B-D6AC-33BBC623C6F7}"/>
                    </a:ext>
                  </a:extLst>
                </p14:cNvPr>
                <p14:cNvContentPartPr/>
                <p14:nvPr/>
              </p14:nvContentPartPr>
              <p14:xfrm>
                <a:off x="1334664" y="6462936"/>
                <a:ext cx="1731600" cy="135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F3CFBEA-FE12-5B6B-D6AC-33BBC623C6F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326024" y="6454296"/>
                  <a:ext cx="17492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61244C9-0D36-136B-5E35-AAF0B97ACABE}"/>
                    </a:ext>
                  </a:extLst>
                </p14:cNvPr>
                <p14:cNvContentPartPr/>
                <p14:nvPr/>
              </p14:nvContentPartPr>
              <p14:xfrm>
                <a:off x="1634544" y="5816736"/>
                <a:ext cx="1625760" cy="604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61244C9-0D36-136B-5E35-AAF0B97ACAB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625904" y="5807736"/>
                  <a:ext cx="1643400" cy="622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94665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B49B494-D807-FC20-B290-2AF04E768699}"/>
              </a:ext>
            </a:extLst>
          </p:cNvPr>
          <p:cNvGrpSpPr/>
          <p:nvPr/>
        </p:nvGrpSpPr>
        <p:grpSpPr>
          <a:xfrm>
            <a:off x="334224" y="2597616"/>
            <a:ext cx="2174400" cy="828360"/>
            <a:chOff x="334224" y="2597616"/>
            <a:chExt cx="2174400" cy="82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34F515E-C8EB-DC42-434B-D162E67FA392}"/>
                    </a:ext>
                  </a:extLst>
                </p14:cNvPr>
                <p14:cNvContentPartPr/>
                <p14:nvPr/>
              </p14:nvContentPartPr>
              <p14:xfrm>
                <a:off x="334224" y="3233736"/>
                <a:ext cx="2169000" cy="192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34F515E-C8EB-DC42-434B-D162E67FA39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5224" y="3225096"/>
                  <a:ext cx="21866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F337094-B90A-6C78-D434-5B3E2D8455E7}"/>
                    </a:ext>
                  </a:extLst>
                </p14:cNvPr>
                <p14:cNvContentPartPr/>
                <p14:nvPr/>
              </p14:nvContentPartPr>
              <p14:xfrm>
                <a:off x="615384" y="2597616"/>
                <a:ext cx="1893240" cy="640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F337094-B90A-6C78-D434-5B3E2D8455E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6744" y="2588616"/>
                  <a:ext cx="1910880" cy="65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9D28242-3AD8-D240-4925-2174F9DA6AEB}"/>
              </a:ext>
            </a:extLst>
          </p:cNvPr>
          <p:cNvGrpSpPr/>
          <p:nvPr/>
        </p:nvGrpSpPr>
        <p:grpSpPr>
          <a:xfrm>
            <a:off x="8567424" y="1955016"/>
            <a:ext cx="2271600" cy="1806480"/>
            <a:chOff x="8567424" y="1955016"/>
            <a:chExt cx="2271600" cy="180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129A81B-14BC-799F-BD54-7A5F244BDF54}"/>
                    </a:ext>
                  </a:extLst>
                </p14:cNvPr>
                <p14:cNvContentPartPr/>
                <p14:nvPr/>
              </p14:nvContentPartPr>
              <p14:xfrm>
                <a:off x="8567424" y="1955016"/>
                <a:ext cx="138600" cy="893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129A81B-14BC-799F-BD54-7A5F244BDF5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58424" y="1946016"/>
                  <a:ext cx="156240" cy="9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5C4E218-3AB6-CF2E-9DA0-29E21E1DA019}"/>
                    </a:ext>
                  </a:extLst>
                </p14:cNvPr>
                <p14:cNvContentPartPr/>
                <p14:nvPr/>
              </p14:nvContentPartPr>
              <p14:xfrm>
                <a:off x="8671824" y="2817576"/>
                <a:ext cx="2167200" cy="55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5C4E218-3AB6-CF2E-9DA0-29E21E1DA01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63184" y="2808576"/>
                  <a:ext cx="2184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91025D4-BB1E-F822-974D-5E4162A83B6F}"/>
                    </a:ext>
                  </a:extLst>
                </p14:cNvPr>
                <p14:cNvContentPartPr/>
                <p14:nvPr/>
              </p14:nvContentPartPr>
              <p14:xfrm>
                <a:off x="8894664" y="2115936"/>
                <a:ext cx="1576440" cy="597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91025D4-BB1E-F822-974D-5E4162A83B6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85664" y="2106936"/>
                  <a:ext cx="159408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63FAC90-288F-EDD6-1913-CFDF649AC115}"/>
                    </a:ext>
                  </a:extLst>
                </p14:cNvPr>
                <p14:cNvContentPartPr/>
                <p14:nvPr/>
              </p14:nvContentPartPr>
              <p14:xfrm>
                <a:off x="8756424" y="3171096"/>
                <a:ext cx="1876680" cy="590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63FAC90-288F-EDD6-1913-CFDF649AC11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47424" y="3162456"/>
                  <a:ext cx="189432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4ECDD1F-6990-ECA3-7524-6D08A2307D1E}"/>
                    </a:ext>
                  </a:extLst>
                </p14:cNvPr>
                <p14:cNvContentPartPr/>
                <p14:nvPr/>
              </p14:nvContentPartPr>
              <p14:xfrm>
                <a:off x="9039384" y="3117456"/>
                <a:ext cx="1215720" cy="458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4ECDD1F-6990-ECA3-7524-6D08A2307D1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30744" y="3108456"/>
                  <a:ext cx="1233360" cy="47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9C0584F-93F5-EB9A-F446-065E670EFD24}"/>
              </a:ext>
            </a:extLst>
          </p:cNvPr>
          <p:cNvGrpSpPr/>
          <p:nvPr/>
        </p:nvGrpSpPr>
        <p:grpSpPr>
          <a:xfrm>
            <a:off x="422064" y="1901736"/>
            <a:ext cx="1847880" cy="616320"/>
            <a:chOff x="422064" y="1901736"/>
            <a:chExt cx="1847880" cy="61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EC6CFDA-0D3F-D7EE-59EF-C710FBAA1985}"/>
                    </a:ext>
                  </a:extLst>
                </p14:cNvPr>
                <p14:cNvContentPartPr/>
                <p14:nvPr/>
              </p14:nvContentPartPr>
              <p14:xfrm>
                <a:off x="692784" y="1955736"/>
                <a:ext cx="328680" cy="356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EC6CFDA-0D3F-D7EE-59EF-C710FBAA198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3784" y="1947096"/>
                  <a:ext cx="3463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8A9DFE1-7588-7379-3221-0DEB1BE9FE50}"/>
                    </a:ext>
                  </a:extLst>
                </p14:cNvPr>
                <p14:cNvContentPartPr/>
                <p14:nvPr/>
              </p14:nvContentPartPr>
              <p14:xfrm>
                <a:off x="1054584" y="2033856"/>
                <a:ext cx="692280" cy="270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8A9DFE1-7588-7379-3221-0DEB1BE9FE5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45584" y="2024856"/>
                  <a:ext cx="7099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EE25AD4-9330-AD7E-7A76-D5EBF5799BB6}"/>
                    </a:ext>
                  </a:extLst>
                </p14:cNvPr>
                <p14:cNvContentPartPr/>
                <p14:nvPr/>
              </p14:nvContentPartPr>
              <p14:xfrm>
                <a:off x="1779624" y="1901736"/>
                <a:ext cx="268200" cy="366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EE25AD4-9330-AD7E-7A76-D5EBF5799BB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70624" y="1892736"/>
                  <a:ext cx="2858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5B17E30-067B-254B-4A0A-B40C838979FA}"/>
                    </a:ext>
                  </a:extLst>
                </p14:cNvPr>
                <p14:cNvContentPartPr/>
                <p14:nvPr/>
              </p14:nvContentPartPr>
              <p14:xfrm>
                <a:off x="422064" y="2360736"/>
                <a:ext cx="1841040" cy="157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5B17E30-067B-254B-4A0A-B40C838979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3424" y="2351736"/>
                  <a:ext cx="18586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C0AE3E4-1C03-F41B-D513-6616AB4C716C}"/>
                    </a:ext>
                  </a:extLst>
                </p14:cNvPr>
                <p14:cNvContentPartPr/>
                <p14:nvPr/>
              </p14:nvContentPartPr>
              <p14:xfrm>
                <a:off x="2262744" y="2366136"/>
                <a:ext cx="720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C0AE3E4-1C03-F41B-D513-6616AB4C716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54104" y="2357496"/>
                  <a:ext cx="24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6E0D5FE-6B5F-92B6-4BCF-3D5A54024B89}"/>
                    </a:ext>
                  </a:extLst>
                </p14:cNvPr>
                <p14:cNvContentPartPr/>
                <p14:nvPr/>
              </p14:nvContentPartPr>
              <p14:xfrm>
                <a:off x="2262744" y="2360736"/>
                <a:ext cx="720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6E0D5FE-6B5F-92B6-4BCF-3D5A54024B8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54104" y="2351736"/>
                  <a:ext cx="2484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060DB9D-2160-2D84-164C-CA9B9F7464F4}"/>
                  </a:ext>
                </a:extLst>
              </p14:cNvPr>
              <p14:cNvContentPartPr/>
              <p14:nvPr/>
            </p14:nvContentPartPr>
            <p14:xfrm>
              <a:off x="4721544" y="4067136"/>
              <a:ext cx="32400" cy="194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060DB9D-2160-2D84-164C-CA9B9F7464F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712544" y="4058496"/>
                <a:ext cx="5004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9B57E621-FBF8-27E2-7677-CFDB6307DA8B}"/>
              </a:ext>
            </a:extLst>
          </p:cNvPr>
          <p:cNvGrpSpPr/>
          <p:nvPr/>
        </p:nvGrpSpPr>
        <p:grpSpPr>
          <a:xfrm>
            <a:off x="1714104" y="158256"/>
            <a:ext cx="8821800" cy="1672560"/>
            <a:chOff x="1714104" y="158256"/>
            <a:chExt cx="8821800" cy="167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5FE7A00-192E-67A3-1C11-62D8191B1E86}"/>
                    </a:ext>
                  </a:extLst>
                </p14:cNvPr>
                <p14:cNvContentPartPr/>
                <p14:nvPr/>
              </p14:nvContentPartPr>
              <p14:xfrm>
                <a:off x="4378104" y="158976"/>
                <a:ext cx="1027080" cy="414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5FE7A00-192E-67A3-1C11-62D8191B1E8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69464" y="149976"/>
                  <a:ext cx="104472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579DAD5-D2EE-CC16-EE9D-DE87B07653F7}"/>
                    </a:ext>
                  </a:extLst>
                </p14:cNvPr>
                <p14:cNvContentPartPr/>
                <p14:nvPr/>
              </p14:nvContentPartPr>
              <p14:xfrm>
                <a:off x="5482584" y="158256"/>
                <a:ext cx="62280" cy="448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579DAD5-D2EE-CC16-EE9D-DE87B07653F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73944" y="149256"/>
                  <a:ext cx="7992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D62FC01-F8C3-B291-774C-EE820FF1D3F0}"/>
                    </a:ext>
                  </a:extLst>
                </p14:cNvPr>
                <p14:cNvContentPartPr/>
                <p14:nvPr/>
              </p14:nvContentPartPr>
              <p14:xfrm>
                <a:off x="5475744" y="317736"/>
                <a:ext cx="223200" cy="264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D62FC01-F8C3-B291-774C-EE820FF1D3F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67104" y="308736"/>
                  <a:ext cx="2408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9814B4A-6B9D-7A3B-E21A-2BFE4DDA278D}"/>
                    </a:ext>
                  </a:extLst>
                </p14:cNvPr>
                <p14:cNvContentPartPr/>
                <p14:nvPr/>
              </p14:nvContentPartPr>
              <p14:xfrm>
                <a:off x="5749344" y="345816"/>
                <a:ext cx="300600" cy="250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9814B4A-6B9D-7A3B-E21A-2BFE4DDA278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40344" y="336816"/>
                  <a:ext cx="3182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A438C18-6513-877F-EE02-D20C62493F53}"/>
                    </a:ext>
                  </a:extLst>
                </p14:cNvPr>
                <p14:cNvContentPartPr/>
                <p14:nvPr/>
              </p14:nvContentPartPr>
              <p14:xfrm>
                <a:off x="1714104" y="857016"/>
                <a:ext cx="3178440" cy="973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A438C18-6513-877F-EE02-D20C62493F5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05104" y="848376"/>
                  <a:ext cx="3196080" cy="9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B32BFBB-E484-87FE-C394-D70A1E3EFFD5}"/>
                    </a:ext>
                  </a:extLst>
                </p14:cNvPr>
                <p14:cNvContentPartPr/>
                <p14:nvPr/>
              </p14:nvContentPartPr>
              <p14:xfrm>
                <a:off x="7003584" y="737496"/>
                <a:ext cx="3532320" cy="577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B32BFBB-E484-87FE-C394-D70A1E3EFFD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94944" y="728496"/>
                  <a:ext cx="354996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73FF368-8416-820A-F15F-EDC034EC0F38}"/>
                    </a:ext>
                  </a:extLst>
                </p14:cNvPr>
                <p14:cNvContentPartPr/>
                <p14:nvPr/>
              </p14:nvContentPartPr>
              <p14:xfrm>
                <a:off x="8895744" y="1314576"/>
                <a:ext cx="323280" cy="385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73FF368-8416-820A-F15F-EDC034EC0F3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887104" y="1305936"/>
                  <a:ext cx="34092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C6AF00E-D784-8A29-ED6B-E9F9EDC5D2BE}"/>
                    </a:ext>
                  </a:extLst>
                </p14:cNvPr>
                <p14:cNvContentPartPr/>
                <p14:nvPr/>
              </p14:nvContentPartPr>
              <p14:xfrm>
                <a:off x="9244944" y="1469376"/>
                <a:ext cx="136080" cy="227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C6AF00E-D784-8A29-ED6B-E9F9EDC5D2B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236304" y="1460376"/>
                  <a:ext cx="1537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8D4804F-1F47-29A1-4945-FA97DAE669CE}"/>
                    </a:ext>
                  </a:extLst>
                </p14:cNvPr>
                <p14:cNvContentPartPr/>
                <p14:nvPr/>
              </p14:nvContentPartPr>
              <p14:xfrm>
                <a:off x="9396864" y="1325736"/>
                <a:ext cx="1042200" cy="415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8D4804F-1F47-29A1-4945-FA97DAE669C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88224" y="1317096"/>
                  <a:ext cx="105984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BAAA2B9-38C0-7954-A426-DF2B51B5208C}"/>
                    </a:ext>
                  </a:extLst>
                </p14:cNvPr>
                <p14:cNvContentPartPr/>
                <p14:nvPr/>
              </p14:nvContentPartPr>
              <p14:xfrm>
                <a:off x="6126624" y="299016"/>
                <a:ext cx="264600" cy="351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BAAA2B9-38C0-7954-A426-DF2B51B5208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17624" y="290376"/>
                  <a:ext cx="28224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EF9EAE3-2AA4-8E01-015F-117B92921790}"/>
                    </a:ext>
                  </a:extLst>
                </p14:cNvPr>
                <p14:cNvContentPartPr/>
                <p14:nvPr/>
              </p14:nvContentPartPr>
              <p14:xfrm>
                <a:off x="6407424" y="286056"/>
                <a:ext cx="260280" cy="250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EF9EAE3-2AA4-8E01-015F-117B9292179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98424" y="277056"/>
                  <a:ext cx="2779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532EB4C-FE98-C6DD-EFB7-787E98300901}"/>
                    </a:ext>
                  </a:extLst>
                </p14:cNvPr>
                <p14:cNvContentPartPr/>
                <p14:nvPr/>
              </p14:nvContentPartPr>
              <p14:xfrm>
                <a:off x="6683904" y="299016"/>
                <a:ext cx="152280" cy="273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532EB4C-FE98-C6DD-EFB7-787E9830090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75264" y="290376"/>
                  <a:ext cx="169920" cy="29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248A45F-4D92-1208-7294-C7898C756C0E}"/>
                  </a:ext>
                </a:extLst>
              </p14:cNvPr>
              <p14:cNvContentPartPr/>
              <p14:nvPr/>
            </p14:nvContentPartPr>
            <p14:xfrm>
              <a:off x="4886784" y="1335816"/>
              <a:ext cx="23040" cy="187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248A45F-4D92-1208-7294-C7898C756C0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877784" y="1327176"/>
                <a:ext cx="40680" cy="3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A7DF35F4-FF8E-D8DE-2E23-E050E7ADF82D}"/>
              </a:ext>
            </a:extLst>
          </p:cNvPr>
          <p:cNvGrpSpPr/>
          <p:nvPr/>
        </p:nvGrpSpPr>
        <p:grpSpPr>
          <a:xfrm>
            <a:off x="369504" y="3451176"/>
            <a:ext cx="4215960" cy="1749960"/>
            <a:chOff x="369504" y="3451176"/>
            <a:chExt cx="4215960" cy="174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F6E1E93-EE03-4905-7C4F-93DF6A190A5F}"/>
                    </a:ext>
                  </a:extLst>
                </p14:cNvPr>
                <p14:cNvContentPartPr/>
                <p14:nvPr/>
              </p14:nvContentPartPr>
              <p14:xfrm>
                <a:off x="1567584" y="3451176"/>
                <a:ext cx="78120" cy="885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F6E1E93-EE03-4905-7C4F-93DF6A190A5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58944" y="3442536"/>
                  <a:ext cx="95760" cy="90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02AD87D-2741-28C1-C047-D98EF08C4DB7}"/>
                    </a:ext>
                  </a:extLst>
                </p14:cNvPr>
                <p14:cNvContentPartPr/>
                <p14:nvPr/>
              </p14:nvContentPartPr>
              <p14:xfrm>
                <a:off x="1499184" y="4177296"/>
                <a:ext cx="291600" cy="157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02AD87D-2741-28C1-C047-D98EF08C4DB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490184" y="4168656"/>
                  <a:ext cx="3092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61446E7-CEC9-425B-78AB-FD275E06C571}"/>
                    </a:ext>
                  </a:extLst>
                </p14:cNvPr>
                <p14:cNvContentPartPr/>
                <p14:nvPr/>
              </p14:nvContentPartPr>
              <p14:xfrm>
                <a:off x="369504" y="4708656"/>
                <a:ext cx="513360" cy="492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61446E7-CEC9-425B-78AB-FD275E06C57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0864" y="4699656"/>
                  <a:ext cx="53100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287A58-2C02-470F-304E-87F88F354A5D}"/>
                    </a:ext>
                  </a:extLst>
                </p14:cNvPr>
                <p14:cNvContentPartPr/>
                <p14:nvPr/>
              </p14:nvContentPartPr>
              <p14:xfrm>
                <a:off x="838584" y="4674816"/>
                <a:ext cx="120960" cy="218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287A58-2C02-470F-304E-87F88F354A5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9944" y="4665816"/>
                  <a:ext cx="1386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2258053-1F6F-1874-865B-03C669072E00}"/>
                    </a:ext>
                  </a:extLst>
                </p14:cNvPr>
                <p14:cNvContentPartPr/>
                <p14:nvPr/>
              </p14:nvContentPartPr>
              <p14:xfrm>
                <a:off x="960264" y="4587696"/>
                <a:ext cx="358200" cy="357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2258053-1F6F-1874-865B-03C669072E0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51264" y="4578696"/>
                  <a:ext cx="3758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E64E921-BFDC-7683-AF5E-494C962C3B0A}"/>
                    </a:ext>
                  </a:extLst>
                </p14:cNvPr>
                <p14:cNvContentPartPr/>
                <p14:nvPr/>
              </p14:nvContentPartPr>
              <p14:xfrm>
                <a:off x="1455984" y="4593456"/>
                <a:ext cx="361800" cy="299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E64E921-BFDC-7683-AF5E-494C962C3B0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447344" y="4584816"/>
                  <a:ext cx="3794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A5D70D0-2B5D-87F5-069A-49E83B1FE349}"/>
                    </a:ext>
                  </a:extLst>
                </p14:cNvPr>
                <p14:cNvContentPartPr/>
                <p14:nvPr/>
              </p14:nvContentPartPr>
              <p14:xfrm>
                <a:off x="2151504" y="4425696"/>
                <a:ext cx="36000" cy="408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A5D70D0-2B5D-87F5-069A-49E83B1FE34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42864" y="4417056"/>
                  <a:ext cx="5364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97EA3CC-BD2F-C402-6A6D-D48AFA7D35AA}"/>
                    </a:ext>
                  </a:extLst>
                </p14:cNvPr>
                <p14:cNvContentPartPr/>
                <p14:nvPr/>
              </p14:nvContentPartPr>
              <p14:xfrm>
                <a:off x="2097504" y="4517136"/>
                <a:ext cx="705600" cy="288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97EA3CC-BD2F-C402-6A6D-D48AFA7D35A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88864" y="4508496"/>
                  <a:ext cx="7232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0DEB128-8D2F-1437-6E9F-56928E6EF73B}"/>
                    </a:ext>
                  </a:extLst>
                </p14:cNvPr>
                <p14:cNvContentPartPr/>
                <p14:nvPr/>
              </p14:nvContentPartPr>
              <p14:xfrm>
                <a:off x="3065184" y="4505976"/>
                <a:ext cx="412920" cy="294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0DEB128-8D2F-1437-6E9F-56928E6EF73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56544" y="4496976"/>
                  <a:ext cx="4305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DA41D10-3592-421A-CD53-ACCB5F591586}"/>
                    </a:ext>
                  </a:extLst>
                </p14:cNvPr>
                <p14:cNvContentPartPr/>
                <p14:nvPr/>
              </p14:nvContentPartPr>
              <p14:xfrm>
                <a:off x="3528504" y="4516776"/>
                <a:ext cx="27360" cy="191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DA41D10-3592-421A-CD53-ACCB5F59158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519504" y="4507776"/>
                  <a:ext cx="450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AC3BF7C-1F10-7457-0575-28C7BDD176E9}"/>
                    </a:ext>
                  </a:extLst>
                </p14:cNvPr>
                <p14:cNvContentPartPr/>
                <p14:nvPr/>
              </p14:nvContentPartPr>
              <p14:xfrm>
                <a:off x="3639744" y="4500576"/>
                <a:ext cx="240480" cy="208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AC3BF7C-1F10-7457-0575-28C7BDD176E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631104" y="4491576"/>
                  <a:ext cx="2581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B562469-5E85-0D28-7220-D894F716D003}"/>
                    </a:ext>
                  </a:extLst>
                </p14:cNvPr>
                <p14:cNvContentPartPr/>
                <p14:nvPr/>
              </p14:nvContentPartPr>
              <p14:xfrm>
                <a:off x="4139424" y="4318776"/>
                <a:ext cx="146880" cy="322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B562469-5E85-0D28-7220-D894F716D00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30424" y="4310136"/>
                  <a:ext cx="1645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98BE3A4-25EC-43F8-4828-4341F0984361}"/>
                    </a:ext>
                  </a:extLst>
                </p14:cNvPr>
                <p14:cNvContentPartPr/>
                <p14:nvPr/>
              </p14:nvContentPartPr>
              <p14:xfrm>
                <a:off x="4394664" y="4418496"/>
                <a:ext cx="173880" cy="213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98BE3A4-25EC-43F8-4828-4341F098436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85664" y="4409856"/>
                  <a:ext cx="191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E337BA5-552B-B92B-35B1-D8AB69A08628}"/>
                    </a:ext>
                  </a:extLst>
                </p14:cNvPr>
                <p14:cNvContentPartPr/>
                <p14:nvPr/>
              </p14:nvContentPartPr>
              <p14:xfrm>
                <a:off x="4546224" y="4458816"/>
                <a:ext cx="39240" cy="163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E337BA5-552B-B92B-35B1-D8AB69A0862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37224" y="4450176"/>
                  <a:ext cx="56880" cy="18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B3F6B04-E724-396F-BAD7-26BD8F3BD8CA}"/>
              </a:ext>
            </a:extLst>
          </p:cNvPr>
          <p:cNvGrpSpPr/>
          <p:nvPr/>
        </p:nvGrpSpPr>
        <p:grpSpPr>
          <a:xfrm>
            <a:off x="631944" y="5358096"/>
            <a:ext cx="2667960" cy="1409040"/>
            <a:chOff x="631944" y="5358096"/>
            <a:chExt cx="2667960" cy="140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CB6DB2F-BC6E-322B-1A74-046C3EBED4F6}"/>
                    </a:ext>
                  </a:extLst>
                </p14:cNvPr>
                <p14:cNvContentPartPr/>
                <p14:nvPr/>
              </p14:nvContentPartPr>
              <p14:xfrm>
                <a:off x="702144" y="5358096"/>
                <a:ext cx="720720" cy="314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CB6DB2F-BC6E-322B-1A74-046C3EBED4F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93144" y="5349096"/>
                  <a:ext cx="7383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E67398A-31AF-40BF-96B4-79A0C16DECB9}"/>
                    </a:ext>
                  </a:extLst>
                </p14:cNvPr>
                <p14:cNvContentPartPr/>
                <p14:nvPr/>
              </p14:nvContentPartPr>
              <p14:xfrm>
                <a:off x="1061424" y="5939136"/>
                <a:ext cx="516600" cy="644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E67398A-31AF-40BF-96B4-79A0C16DECB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2424" y="5930136"/>
                  <a:ext cx="53424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77B5F7C-483C-D24A-A96D-A117E3F7B5CC}"/>
                    </a:ext>
                  </a:extLst>
                </p14:cNvPr>
                <p14:cNvContentPartPr/>
                <p14:nvPr/>
              </p14:nvContentPartPr>
              <p14:xfrm>
                <a:off x="1695744" y="6037776"/>
                <a:ext cx="273960" cy="387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77B5F7C-483C-D24A-A96D-A117E3F7B5C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86744" y="6029136"/>
                  <a:ext cx="29160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DC9F6B9-05B0-C15F-B9FE-1DF3A805EA6C}"/>
                    </a:ext>
                  </a:extLst>
                </p14:cNvPr>
                <p14:cNvContentPartPr/>
                <p14:nvPr/>
              </p14:nvContentPartPr>
              <p14:xfrm>
                <a:off x="1662984" y="6058656"/>
                <a:ext cx="239040" cy="23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DC9F6B9-05B0-C15F-B9FE-1DF3A805EA6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654344" y="6050016"/>
                  <a:ext cx="2566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EAC2755-7EC4-F3DB-5ACC-F1D914599E72}"/>
                    </a:ext>
                  </a:extLst>
                </p14:cNvPr>
                <p14:cNvContentPartPr/>
                <p14:nvPr/>
              </p14:nvContentPartPr>
              <p14:xfrm>
                <a:off x="1694664" y="6163056"/>
                <a:ext cx="258120" cy="78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EAC2755-7EC4-F3DB-5ACC-F1D914599E7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685664" y="6154416"/>
                  <a:ext cx="2757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6853351-E13C-11B3-ECF8-B0DD2A4C33F0}"/>
                    </a:ext>
                  </a:extLst>
                </p14:cNvPr>
                <p14:cNvContentPartPr/>
                <p14:nvPr/>
              </p14:nvContentPartPr>
              <p14:xfrm>
                <a:off x="2028384" y="5971176"/>
                <a:ext cx="235080" cy="489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6853351-E13C-11B3-ECF8-B0DD2A4C33F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19384" y="5962536"/>
                  <a:ext cx="25272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79C29B2-CABB-09BA-C30F-5BAD14829661}"/>
                    </a:ext>
                  </a:extLst>
                </p14:cNvPr>
                <p14:cNvContentPartPr/>
                <p14:nvPr/>
              </p14:nvContentPartPr>
              <p14:xfrm>
                <a:off x="2012544" y="6203016"/>
                <a:ext cx="318240" cy="63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79C29B2-CABB-09BA-C30F-5BAD1482966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003904" y="6194016"/>
                  <a:ext cx="3358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F2B46A4-00B8-8D9E-4CA0-80FFBF05A74A}"/>
                    </a:ext>
                  </a:extLst>
                </p14:cNvPr>
                <p14:cNvContentPartPr/>
                <p14:nvPr/>
              </p14:nvContentPartPr>
              <p14:xfrm>
                <a:off x="2509344" y="5821056"/>
                <a:ext cx="274680" cy="632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F2B46A4-00B8-8D9E-4CA0-80FFBF05A74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00344" y="5812416"/>
                  <a:ext cx="29232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842A304-4C89-AD81-AED0-54A88E5A5208}"/>
                    </a:ext>
                  </a:extLst>
                </p14:cNvPr>
                <p14:cNvContentPartPr/>
                <p14:nvPr/>
              </p14:nvContentPartPr>
              <p14:xfrm>
                <a:off x="631944" y="5745456"/>
                <a:ext cx="2667960" cy="1021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842A304-4C89-AD81-AED0-54A88E5A520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3304" y="5736816"/>
                  <a:ext cx="2685600" cy="103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1517F18-5114-EDB4-7BCE-8013434BE611}"/>
                  </a:ext>
                </a:extLst>
              </p14:cNvPr>
              <p14:cNvContentPartPr/>
              <p14:nvPr/>
            </p14:nvContentPartPr>
            <p14:xfrm>
              <a:off x="9804384" y="3895056"/>
              <a:ext cx="281880" cy="6202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1517F18-5114-EDB4-7BCE-8013434BE61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795744" y="3886416"/>
                <a:ext cx="299520" cy="63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17259040-5C89-3548-E80E-B889F17BBA47}"/>
              </a:ext>
            </a:extLst>
          </p:cNvPr>
          <p:cNvGrpSpPr/>
          <p:nvPr/>
        </p:nvGrpSpPr>
        <p:grpSpPr>
          <a:xfrm>
            <a:off x="8523504" y="5098896"/>
            <a:ext cx="2863800" cy="1182600"/>
            <a:chOff x="8523504" y="5098896"/>
            <a:chExt cx="2863800" cy="118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8148CF6-8464-E61A-2E05-17ACBF600528}"/>
                    </a:ext>
                  </a:extLst>
                </p14:cNvPr>
                <p14:cNvContentPartPr/>
                <p14:nvPr/>
              </p14:nvContentPartPr>
              <p14:xfrm>
                <a:off x="8766144" y="5513616"/>
                <a:ext cx="540720" cy="3610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8148CF6-8464-E61A-2E05-17ACBF60052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57144" y="5504976"/>
                  <a:ext cx="55836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1D666BB-C91F-4C72-2AD8-71B5E8909AE3}"/>
                    </a:ext>
                  </a:extLst>
                </p14:cNvPr>
                <p14:cNvContentPartPr/>
                <p14:nvPr/>
              </p14:nvContentPartPr>
              <p14:xfrm>
                <a:off x="9380664" y="5517216"/>
                <a:ext cx="300600" cy="242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1D666BB-C91F-4C72-2AD8-71B5E8909AE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371664" y="5508576"/>
                  <a:ext cx="3182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99B42DA-468F-F13A-DD98-64156BBCA4A2}"/>
                    </a:ext>
                  </a:extLst>
                </p14:cNvPr>
                <p14:cNvContentPartPr/>
                <p14:nvPr/>
              </p14:nvContentPartPr>
              <p14:xfrm>
                <a:off x="9662904" y="5263416"/>
                <a:ext cx="507600" cy="505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99B42DA-468F-F13A-DD98-64156BBCA4A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654264" y="5254416"/>
                  <a:ext cx="52524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A21C04D-D627-B2DE-9BB6-466D7A013452}"/>
                    </a:ext>
                  </a:extLst>
                </p14:cNvPr>
                <p14:cNvContentPartPr/>
                <p14:nvPr/>
              </p14:nvContentPartPr>
              <p14:xfrm>
                <a:off x="10041984" y="5253696"/>
                <a:ext cx="67680" cy="82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A21C04D-D627-B2DE-9BB6-466D7A01345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033344" y="5245056"/>
                  <a:ext cx="853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D2D628C-BCE6-1DE0-9E3B-08D9C617ED27}"/>
                    </a:ext>
                  </a:extLst>
                </p14:cNvPr>
                <p14:cNvContentPartPr/>
                <p14:nvPr/>
              </p14:nvContentPartPr>
              <p14:xfrm>
                <a:off x="10188144" y="5401656"/>
                <a:ext cx="718560" cy="325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D2D628C-BCE6-1DE0-9E3B-08D9C617ED2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179144" y="5393016"/>
                  <a:ext cx="7362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D0A4517-3DD1-BC69-BA4D-49DA0AE12E1C}"/>
                    </a:ext>
                  </a:extLst>
                </p14:cNvPr>
                <p14:cNvContentPartPr/>
                <p14:nvPr/>
              </p14:nvContentPartPr>
              <p14:xfrm>
                <a:off x="8523504" y="5098896"/>
                <a:ext cx="2863800" cy="1182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D0A4517-3DD1-BC69-BA4D-49DA0AE12E1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514504" y="5089896"/>
                  <a:ext cx="2881440" cy="1200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22940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12EE308-37AB-F03D-620C-C79796ECD6B1}"/>
              </a:ext>
            </a:extLst>
          </p:cNvPr>
          <p:cNvGrpSpPr/>
          <p:nvPr/>
        </p:nvGrpSpPr>
        <p:grpSpPr>
          <a:xfrm>
            <a:off x="2065464" y="-84384"/>
            <a:ext cx="7258320" cy="1556568"/>
            <a:chOff x="2065464" y="-84384"/>
            <a:chExt cx="7258320" cy="155656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59E43B2-5090-14D3-05FF-54636BF440E1}"/>
                    </a:ext>
                  </a:extLst>
                </p14:cNvPr>
                <p14:cNvContentPartPr/>
                <p14:nvPr/>
              </p14:nvContentPartPr>
              <p14:xfrm>
                <a:off x="4590144" y="130176"/>
                <a:ext cx="413640" cy="495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59E43B2-5090-14D3-05FF-54636BF440E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81504" y="121536"/>
                  <a:ext cx="43128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9B6087E-AFAC-8702-6D7F-F6A296845F67}"/>
                    </a:ext>
                  </a:extLst>
                </p14:cNvPr>
                <p14:cNvContentPartPr/>
                <p14:nvPr/>
              </p14:nvContentPartPr>
              <p14:xfrm>
                <a:off x="5037264" y="30456"/>
                <a:ext cx="446400" cy="563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9B6087E-AFAC-8702-6D7F-F6A296845F6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28264" y="21456"/>
                  <a:ext cx="464040" cy="58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615B9F2-FD27-DD77-AB68-EA3A61E24214}"/>
                    </a:ext>
                  </a:extLst>
                </p14:cNvPr>
                <p14:cNvContentPartPr/>
                <p14:nvPr/>
              </p14:nvContentPartPr>
              <p14:xfrm>
                <a:off x="5404824" y="164736"/>
                <a:ext cx="317520" cy="303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615B9F2-FD27-DD77-AB68-EA3A61E2421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96184" y="155736"/>
                  <a:ext cx="3351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A98E685-2565-37CB-96EE-F37D78A02FCC}"/>
                    </a:ext>
                  </a:extLst>
                </p14:cNvPr>
                <p14:cNvContentPartPr/>
                <p14:nvPr/>
              </p14:nvContentPartPr>
              <p14:xfrm>
                <a:off x="5714424" y="205056"/>
                <a:ext cx="704880" cy="677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A98E685-2565-37CB-96EE-F37D78A02FC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705784" y="196416"/>
                  <a:ext cx="722520" cy="6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F4B0D31-6E8F-FE9B-9743-E7D9FAC4EE56}"/>
                    </a:ext>
                  </a:extLst>
                </p14:cNvPr>
                <p14:cNvContentPartPr/>
                <p14:nvPr/>
              </p14:nvContentPartPr>
              <p14:xfrm>
                <a:off x="6360264" y="58536"/>
                <a:ext cx="794880" cy="495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F4B0D31-6E8F-FE9B-9743-E7D9FAC4EE5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351264" y="49536"/>
                  <a:ext cx="81252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060CA62-8350-4E94-DB87-9484F5C26FE4}"/>
                    </a:ext>
                  </a:extLst>
                </p14:cNvPr>
                <p14:cNvContentPartPr/>
                <p14:nvPr/>
              </p14:nvContentPartPr>
              <p14:xfrm>
                <a:off x="4361184" y="-84384"/>
                <a:ext cx="3048840" cy="1064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060CA62-8350-4E94-DB87-9484F5C26FE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52544" y="-93024"/>
                  <a:ext cx="3066480" cy="10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02FF608-E713-0AD5-83A7-8208614C7F5C}"/>
                    </a:ext>
                  </a:extLst>
                </p14:cNvPr>
                <p14:cNvContentPartPr/>
                <p14:nvPr/>
              </p14:nvContentPartPr>
              <p14:xfrm>
                <a:off x="2065464" y="868464"/>
                <a:ext cx="2252880" cy="603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02FF608-E713-0AD5-83A7-8208614C7F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56824" y="859464"/>
                  <a:ext cx="227052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DD761FF-F978-985A-F8D1-7F29440CBBFA}"/>
                    </a:ext>
                  </a:extLst>
                </p14:cNvPr>
                <p14:cNvContentPartPr/>
                <p14:nvPr/>
              </p14:nvContentPartPr>
              <p14:xfrm>
                <a:off x="7481664" y="685224"/>
                <a:ext cx="1842120" cy="667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DD761FF-F978-985A-F8D1-7F29440CBB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473024" y="676584"/>
                  <a:ext cx="1859760" cy="68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C18CB1E-56D6-A568-6FFB-599ED24498DF}"/>
              </a:ext>
            </a:extLst>
          </p:cNvPr>
          <p:cNvGrpSpPr/>
          <p:nvPr/>
        </p:nvGrpSpPr>
        <p:grpSpPr>
          <a:xfrm>
            <a:off x="420264" y="1890144"/>
            <a:ext cx="3297960" cy="4371120"/>
            <a:chOff x="420264" y="1890144"/>
            <a:chExt cx="3297960" cy="437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7A98424-4685-B844-CF48-8038783219E6}"/>
                    </a:ext>
                  </a:extLst>
                </p14:cNvPr>
                <p14:cNvContentPartPr/>
                <p14:nvPr/>
              </p14:nvContentPartPr>
              <p14:xfrm>
                <a:off x="420264" y="1914624"/>
                <a:ext cx="34200" cy="461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7A98424-4685-B844-CF48-8038783219E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1264" y="1905624"/>
                  <a:ext cx="5184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8888871-6E06-928C-4F92-E3ADFFCE2751}"/>
                    </a:ext>
                  </a:extLst>
                </p14:cNvPr>
                <p14:cNvContentPartPr/>
                <p14:nvPr/>
              </p14:nvContentPartPr>
              <p14:xfrm>
                <a:off x="547704" y="1890144"/>
                <a:ext cx="179280" cy="640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8888871-6E06-928C-4F92-E3ADFFCE275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9064" y="1881504"/>
                  <a:ext cx="19692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E639B3D-5849-26FC-63F6-7F59AFD9953F}"/>
                    </a:ext>
                  </a:extLst>
                </p14:cNvPr>
                <p14:cNvContentPartPr/>
                <p14:nvPr/>
              </p14:nvContentPartPr>
              <p14:xfrm>
                <a:off x="555264" y="2251584"/>
                <a:ext cx="250200" cy="100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E639B3D-5849-26FC-63F6-7F59AFD9953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46264" y="2242584"/>
                  <a:ext cx="2678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45D854B-AE3C-BE5E-8086-3922ECD5E07D}"/>
                    </a:ext>
                  </a:extLst>
                </p14:cNvPr>
                <p14:cNvContentPartPr/>
                <p14:nvPr/>
              </p14:nvContentPartPr>
              <p14:xfrm>
                <a:off x="943344" y="2118744"/>
                <a:ext cx="764640" cy="576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45D854B-AE3C-BE5E-8086-3922ECD5E07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4344" y="2110104"/>
                  <a:ext cx="78228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31C3044-D13C-D6B4-05FB-1DDA5DEB3C61}"/>
                    </a:ext>
                  </a:extLst>
                </p14:cNvPr>
                <p14:cNvContentPartPr/>
                <p14:nvPr/>
              </p14:nvContentPartPr>
              <p14:xfrm>
                <a:off x="1928304" y="2082024"/>
                <a:ext cx="206640" cy="291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31C3044-D13C-D6B4-05FB-1DDA5DEB3C6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19304" y="2073024"/>
                  <a:ext cx="2242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C9F3B37-40B2-98C4-794F-0451BC6AAE9B}"/>
                    </a:ext>
                  </a:extLst>
                </p14:cNvPr>
                <p14:cNvContentPartPr/>
                <p14:nvPr/>
              </p14:nvContentPartPr>
              <p14:xfrm>
                <a:off x="1962504" y="2135664"/>
                <a:ext cx="358200" cy="267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C9F3B37-40B2-98C4-794F-0451BC6AAE9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53864" y="2126664"/>
                  <a:ext cx="3758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2AFB64B-0023-B613-7845-8525E7203986}"/>
                    </a:ext>
                  </a:extLst>
                </p14:cNvPr>
                <p14:cNvContentPartPr/>
                <p14:nvPr/>
              </p14:nvContentPartPr>
              <p14:xfrm>
                <a:off x="2291184" y="2164824"/>
                <a:ext cx="158400" cy="179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2AFB64B-0023-B613-7845-8525E720398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82184" y="2156184"/>
                  <a:ext cx="1760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EFE0090-46F0-F95D-A759-961AAED476B4}"/>
                    </a:ext>
                  </a:extLst>
                </p14:cNvPr>
                <p14:cNvContentPartPr/>
                <p14:nvPr/>
              </p14:nvContentPartPr>
              <p14:xfrm>
                <a:off x="2519424" y="2066184"/>
                <a:ext cx="67680" cy="348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EFE0090-46F0-F95D-A759-961AAED476B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10424" y="2057184"/>
                  <a:ext cx="853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A54879F-E48E-5DB7-21B3-38D944413F6E}"/>
                    </a:ext>
                  </a:extLst>
                </p14:cNvPr>
                <p14:cNvContentPartPr/>
                <p14:nvPr/>
              </p14:nvContentPartPr>
              <p14:xfrm>
                <a:off x="2654424" y="2181384"/>
                <a:ext cx="483120" cy="236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A54879F-E48E-5DB7-21B3-38D944413F6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45424" y="2172744"/>
                  <a:ext cx="500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23AAE47-35A9-0A03-DFF5-1F7A713FCB07}"/>
                    </a:ext>
                  </a:extLst>
                </p14:cNvPr>
                <p14:cNvContentPartPr/>
                <p14:nvPr/>
              </p14:nvContentPartPr>
              <p14:xfrm>
                <a:off x="3247344" y="2206224"/>
                <a:ext cx="170280" cy="220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23AAE47-35A9-0A03-DFF5-1F7A713FCB0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38344" y="2197584"/>
                  <a:ext cx="1879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CFD7E00-4C31-B55C-5046-4E03A0C460CC}"/>
                    </a:ext>
                  </a:extLst>
                </p14:cNvPr>
                <p14:cNvContentPartPr/>
                <p14:nvPr/>
              </p14:nvContentPartPr>
              <p14:xfrm>
                <a:off x="531144" y="2814984"/>
                <a:ext cx="307800" cy="346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CFD7E00-4C31-B55C-5046-4E03A0C460C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2504" y="2805984"/>
                  <a:ext cx="3254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F895164-3D30-B0AD-A6F4-88A990A83627}"/>
                    </a:ext>
                  </a:extLst>
                </p14:cNvPr>
                <p14:cNvContentPartPr/>
                <p14:nvPr/>
              </p14:nvContentPartPr>
              <p14:xfrm>
                <a:off x="889344" y="2873664"/>
                <a:ext cx="189360" cy="293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F895164-3D30-B0AD-A6F4-88A990A8362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80344" y="2864664"/>
                  <a:ext cx="2070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A05E866-898B-8F45-7D89-EB4CDCC7EEF4}"/>
                    </a:ext>
                  </a:extLst>
                </p14:cNvPr>
                <p14:cNvContentPartPr/>
                <p14:nvPr/>
              </p14:nvContentPartPr>
              <p14:xfrm>
                <a:off x="1140624" y="2911464"/>
                <a:ext cx="104400" cy="245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A05E866-898B-8F45-7D89-EB4CDCC7EEF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31984" y="2902464"/>
                  <a:ext cx="1220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1FA2D82-0A79-8837-D037-06993D601584}"/>
                    </a:ext>
                  </a:extLst>
                </p14:cNvPr>
                <p14:cNvContentPartPr/>
                <p14:nvPr/>
              </p14:nvContentPartPr>
              <p14:xfrm>
                <a:off x="1439064" y="2867904"/>
                <a:ext cx="273960" cy="295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1FA2D82-0A79-8837-D037-06993D60158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430424" y="2859264"/>
                  <a:ext cx="2916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DD6EE7A-C1CF-48B5-6AFD-CED414CBFD24}"/>
                    </a:ext>
                  </a:extLst>
                </p14:cNvPr>
                <p14:cNvContentPartPr/>
                <p14:nvPr/>
              </p14:nvContentPartPr>
              <p14:xfrm>
                <a:off x="1984824" y="2907504"/>
                <a:ext cx="352800" cy="268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DD6EE7A-C1CF-48B5-6AFD-CED414CBFD2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75824" y="2898864"/>
                  <a:ext cx="3704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2F7E898-07EA-089D-5B8D-4E08C43004AA}"/>
                    </a:ext>
                  </a:extLst>
                </p14:cNvPr>
                <p14:cNvContentPartPr/>
                <p14:nvPr/>
              </p14:nvContentPartPr>
              <p14:xfrm>
                <a:off x="2414664" y="2718864"/>
                <a:ext cx="695520" cy="382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2F7E898-07EA-089D-5B8D-4E08C43004A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406024" y="2710224"/>
                  <a:ext cx="71316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D2A3C61-16E5-88D5-CD80-964CE4659A09}"/>
                    </a:ext>
                  </a:extLst>
                </p14:cNvPr>
                <p14:cNvContentPartPr/>
                <p14:nvPr/>
              </p14:nvContentPartPr>
              <p14:xfrm>
                <a:off x="676224" y="3512304"/>
                <a:ext cx="686160" cy="310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D2A3C61-16E5-88D5-CD80-964CE4659A0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7224" y="3503664"/>
                  <a:ext cx="7038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DA2F71D-B4F1-F199-DDCD-C263BC71F140}"/>
                    </a:ext>
                  </a:extLst>
                </p14:cNvPr>
                <p14:cNvContentPartPr/>
                <p14:nvPr/>
              </p14:nvContentPartPr>
              <p14:xfrm>
                <a:off x="1516824" y="3563424"/>
                <a:ext cx="42480" cy="198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DA2F71D-B4F1-F199-DDCD-C263BC71F14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08184" y="3554424"/>
                  <a:ext cx="601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D2DB99-AC8F-71A2-ECC2-083D4E81BE57}"/>
                    </a:ext>
                  </a:extLst>
                </p14:cNvPr>
                <p14:cNvContentPartPr/>
                <p14:nvPr/>
              </p14:nvContentPartPr>
              <p14:xfrm>
                <a:off x="1534464" y="3491064"/>
                <a:ext cx="212400" cy="280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2D2DB99-AC8F-71A2-ECC2-083D4E81BE5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525464" y="3482424"/>
                  <a:ext cx="2300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9BA3A8C-F12E-E14B-84EC-8737373B8E05}"/>
                    </a:ext>
                  </a:extLst>
                </p14:cNvPr>
                <p14:cNvContentPartPr/>
                <p14:nvPr/>
              </p14:nvContentPartPr>
              <p14:xfrm>
                <a:off x="1969344" y="3447504"/>
                <a:ext cx="652320" cy="491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9BA3A8C-F12E-E14B-84EC-8737373B8E0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60344" y="3438864"/>
                  <a:ext cx="66996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135C3EE-E396-65B2-AE3E-908BBD0BFB6F}"/>
                    </a:ext>
                  </a:extLst>
                </p14:cNvPr>
                <p14:cNvContentPartPr/>
                <p14:nvPr/>
              </p14:nvContentPartPr>
              <p14:xfrm>
                <a:off x="2817864" y="3344184"/>
                <a:ext cx="309600" cy="300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135C3EE-E396-65B2-AE3E-908BBD0BFB6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08864" y="3335184"/>
                  <a:ext cx="3272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2BB563D-DC8C-E480-0D7E-BC0E72546140}"/>
                    </a:ext>
                  </a:extLst>
                </p14:cNvPr>
                <p14:cNvContentPartPr/>
                <p14:nvPr/>
              </p14:nvContentPartPr>
              <p14:xfrm>
                <a:off x="3049344" y="3331584"/>
                <a:ext cx="44280" cy="34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2BB563D-DC8C-E480-0D7E-BC0E7254614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040344" y="3322944"/>
                  <a:ext cx="619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C3E7E8D-56E1-2401-2D72-DF1E1136504D}"/>
                    </a:ext>
                  </a:extLst>
                </p14:cNvPr>
                <p14:cNvContentPartPr/>
                <p14:nvPr/>
              </p14:nvContentPartPr>
              <p14:xfrm>
                <a:off x="3195144" y="3351384"/>
                <a:ext cx="284040" cy="470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C3E7E8D-56E1-2401-2D72-DF1E1136504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186504" y="3342744"/>
                  <a:ext cx="30168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4869A78-0ACE-108D-88D7-4EF7BD414B81}"/>
                    </a:ext>
                  </a:extLst>
                </p14:cNvPr>
                <p14:cNvContentPartPr/>
                <p14:nvPr/>
              </p14:nvContentPartPr>
              <p14:xfrm>
                <a:off x="3511584" y="3312864"/>
                <a:ext cx="206640" cy="395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4869A78-0ACE-108D-88D7-4EF7BD414B8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02944" y="3303864"/>
                  <a:ext cx="22428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A664EBF-6D45-8A49-4645-6C99457B8FCE}"/>
                    </a:ext>
                  </a:extLst>
                </p14:cNvPr>
                <p14:cNvContentPartPr/>
                <p14:nvPr/>
              </p14:nvContentPartPr>
              <p14:xfrm>
                <a:off x="1722024" y="3892464"/>
                <a:ext cx="391320" cy="1219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A664EBF-6D45-8A49-4645-6C99457B8FC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13384" y="3883824"/>
                  <a:ext cx="408960" cy="12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C5B1664-3547-6C9A-50D1-47BA77962D17}"/>
                    </a:ext>
                  </a:extLst>
                </p14:cNvPr>
                <p14:cNvContentPartPr/>
                <p14:nvPr/>
              </p14:nvContentPartPr>
              <p14:xfrm>
                <a:off x="1053864" y="5543424"/>
                <a:ext cx="464400" cy="310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C5B1664-3547-6C9A-50D1-47BA77962D1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44864" y="5534424"/>
                  <a:ext cx="4820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D495104-84BD-14F3-B973-6460D2356E23}"/>
                    </a:ext>
                  </a:extLst>
                </p14:cNvPr>
                <p14:cNvContentPartPr/>
                <p14:nvPr/>
              </p14:nvContentPartPr>
              <p14:xfrm>
                <a:off x="1616904" y="5391144"/>
                <a:ext cx="551880" cy="462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D495104-84BD-14F3-B973-6460D2356E2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08264" y="5382144"/>
                  <a:ext cx="56952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BCF7FFA-FF26-8182-8EF0-23A44164254E}"/>
                    </a:ext>
                  </a:extLst>
                </p14:cNvPr>
                <p14:cNvContentPartPr/>
                <p14:nvPr/>
              </p14:nvContentPartPr>
              <p14:xfrm>
                <a:off x="2283264" y="5442624"/>
                <a:ext cx="303840" cy="288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BCF7FFA-FF26-8182-8EF0-23A44164254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274624" y="5433624"/>
                  <a:ext cx="3214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5212E95-ACA2-D38E-F259-6A26BBD3DE85}"/>
                    </a:ext>
                  </a:extLst>
                </p14:cNvPr>
                <p14:cNvContentPartPr/>
                <p14:nvPr/>
              </p14:nvContentPartPr>
              <p14:xfrm>
                <a:off x="609624" y="5196384"/>
                <a:ext cx="2379240" cy="1064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5212E95-ACA2-D38E-F259-6A26BBD3DE8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0624" y="5187384"/>
                  <a:ext cx="2396880" cy="10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6AEAAEC-58C8-EAEE-452F-4B9B6688A83D}"/>
              </a:ext>
            </a:extLst>
          </p:cNvPr>
          <p:cNvGrpSpPr/>
          <p:nvPr/>
        </p:nvGrpSpPr>
        <p:grpSpPr>
          <a:xfrm>
            <a:off x="7763544" y="2391624"/>
            <a:ext cx="2636640" cy="654480"/>
            <a:chOff x="7763544" y="2391624"/>
            <a:chExt cx="2636640" cy="65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AD340CE-3FCF-DB13-F10C-F92A9CF9F52E}"/>
                    </a:ext>
                  </a:extLst>
                </p14:cNvPr>
                <p14:cNvContentPartPr/>
                <p14:nvPr/>
              </p14:nvContentPartPr>
              <p14:xfrm>
                <a:off x="7763544" y="2598984"/>
                <a:ext cx="503640" cy="313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AD340CE-3FCF-DB13-F10C-F92A9CF9F52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754904" y="2589984"/>
                  <a:ext cx="5212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982FA3C-DEDB-343A-CE8B-D52779F845E5}"/>
                    </a:ext>
                  </a:extLst>
                </p14:cNvPr>
                <p14:cNvContentPartPr/>
                <p14:nvPr/>
              </p14:nvContentPartPr>
              <p14:xfrm>
                <a:off x="8248824" y="2479824"/>
                <a:ext cx="362520" cy="401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982FA3C-DEDB-343A-CE8B-D52779F845E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40184" y="2470824"/>
                  <a:ext cx="38016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3E2485B-B8F5-7563-C897-9E4788203B28}"/>
                    </a:ext>
                  </a:extLst>
                </p14:cNvPr>
                <p14:cNvContentPartPr/>
                <p14:nvPr/>
              </p14:nvContentPartPr>
              <p14:xfrm>
                <a:off x="8688744" y="2528064"/>
                <a:ext cx="429120" cy="307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3E2485B-B8F5-7563-C897-9E4788203B2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679744" y="2519064"/>
                  <a:ext cx="44676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9F34B9C-76A2-A7C3-E83F-22C21B9C8084}"/>
                    </a:ext>
                  </a:extLst>
                </p14:cNvPr>
                <p14:cNvContentPartPr/>
                <p14:nvPr/>
              </p14:nvContentPartPr>
              <p14:xfrm>
                <a:off x="9642024" y="2633184"/>
                <a:ext cx="22680" cy="28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9F34B9C-76A2-A7C3-E83F-22C21B9C808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33024" y="2624184"/>
                  <a:ext cx="403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B181C2D-5894-2FA1-8D24-410DC8C8FDEE}"/>
                    </a:ext>
                  </a:extLst>
                </p14:cNvPr>
                <p14:cNvContentPartPr/>
                <p14:nvPr/>
              </p14:nvContentPartPr>
              <p14:xfrm>
                <a:off x="9452304" y="2415744"/>
                <a:ext cx="641520" cy="630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B181C2D-5894-2FA1-8D24-410DC8C8FDE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43664" y="2406744"/>
                  <a:ext cx="659160" cy="64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6837DC9-3E17-51E9-7FA1-77EAE31A512A}"/>
                    </a:ext>
                  </a:extLst>
                </p14:cNvPr>
                <p14:cNvContentPartPr/>
                <p14:nvPr/>
              </p14:nvContentPartPr>
              <p14:xfrm>
                <a:off x="10214424" y="2391624"/>
                <a:ext cx="34200" cy="608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6837DC9-3E17-51E9-7FA1-77EAE31A512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205424" y="2382984"/>
                  <a:ext cx="5184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F5BB245-E24D-F7B3-F88B-1A145FE513B5}"/>
                    </a:ext>
                  </a:extLst>
                </p14:cNvPr>
                <p14:cNvContentPartPr/>
                <p14:nvPr/>
              </p14:nvContentPartPr>
              <p14:xfrm>
                <a:off x="10002384" y="2695824"/>
                <a:ext cx="397800" cy="38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F5BB245-E24D-F7B3-F88B-1A145FE513B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993744" y="2686824"/>
                  <a:ext cx="41544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5570577-F791-93E9-7C16-2C32D9539706}"/>
                  </a:ext>
                </a:extLst>
              </p14:cNvPr>
              <p14:cNvContentPartPr/>
              <p14:nvPr/>
            </p14:nvContentPartPr>
            <p14:xfrm>
              <a:off x="8542944" y="3236904"/>
              <a:ext cx="18000" cy="612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5570577-F791-93E9-7C16-2C32D953970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533944" y="3227904"/>
                <a:ext cx="3564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D2B39EE-C109-0F19-A27E-F4CFF84902AC}"/>
                  </a:ext>
                </a:extLst>
              </p14:cNvPr>
              <p14:cNvContentPartPr/>
              <p14:nvPr/>
            </p14:nvContentPartPr>
            <p14:xfrm>
              <a:off x="8394624" y="3080304"/>
              <a:ext cx="707400" cy="5216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D2B39EE-C109-0F19-A27E-F4CFF84902A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385984" y="3071304"/>
                <a:ext cx="725040" cy="53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695E18E-6135-9EA8-ECA0-D9810F5296A4}"/>
                  </a:ext>
                </a:extLst>
              </p14:cNvPr>
              <p14:cNvContentPartPr/>
              <p14:nvPr/>
            </p14:nvContentPartPr>
            <p14:xfrm>
              <a:off x="9031104" y="3257424"/>
              <a:ext cx="1045080" cy="6044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695E18E-6135-9EA8-ECA0-D9810F5296A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022104" y="3248424"/>
                <a:ext cx="1062720" cy="62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B8FA2BF-5ED5-B109-D8F9-C84219CD29F6}"/>
                  </a:ext>
                </a:extLst>
              </p14:cNvPr>
              <p14:cNvContentPartPr/>
              <p14:nvPr/>
            </p14:nvContentPartPr>
            <p14:xfrm>
              <a:off x="10031904" y="3240504"/>
              <a:ext cx="17280" cy="914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B8FA2BF-5ED5-B109-D8F9-C84219CD29F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023264" y="3231864"/>
                <a:ext cx="3492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B1A716F4-8194-F410-C47C-B99FD4B50F2F}"/>
                  </a:ext>
                </a:extLst>
              </p14:cNvPr>
              <p14:cNvContentPartPr/>
              <p14:nvPr/>
            </p14:nvContentPartPr>
            <p14:xfrm>
              <a:off x="10170144" y="3360384"/>
              <a:ext cx="351720" cy="2268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B1A716F4-8194-F410-C47C-B99FD4B50F2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161504" y="3351384"/>
                <a:ext cx="36936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3D7A5D2-500D-2B61-1C3B-BFB36F6D8C2A}"/>
                  </a:ext>
                </a:extLst>
              </p14:cNvPr>
              <p14:cNvContentPartPr/>
              <p14:nvPr/>
            </p14:nvContentPartPr>
            <p14:xfrm>
              <a:off x="8961264" y="3808584"/>
              <a:ext cx="318240" cy="4640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3D7A5D2-500D-2B61-1C3B-BFB36F6D8C2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952624" y="3799944"/>
                <a:ext cx="335880" cy="4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0422609-51B0-AAF3-510A-C74AF483D5EA}"/>
                  </a:ext>
                </a:extLst>
              </p14:cNvPr>
              <p14:cNvContentPartPr/>
              <p14:nvPr/>
            </p14:nvContentPartPr>
            <p14:xfrm>
              <a:off x="8369424" y="4650984"/>
              <a:ext cx="670680" cy="3855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0422609-51B0-AAF3-510A-C74AF483D5E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360784" y="4642344"/>
                <a:ext cx="68832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4E07394-544B-0C24-05C6-47CFA10E4DA2}"/>
                  </a:ext>
                </a:extLst>
              </p14:cNvPr>
              <p14:cNvContentPartPr/>
              <p14:nvPr/>
            </p14:nvContentPartPr>
            <p14:xfrm>
              <a:off x="9107424" y="4644144"/>
              <a:ext cx="94680" cy="2919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4E07394-544B-0C24-05C6-47CFA10E4DA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098424" y="4635504"/>
                <a:ext cx="11232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0073821-2991-EB69-C3ED-6E5B3414DCAB}"/>
                  </a:ext>
                </a:extLst>
              </p14:cNvPr>
              <p14:cNvContentPartPr/>
              <p14:nvPr/>
            </p14:nvContentPartPr>
            <p14:xfrm>
              <a:off x="9227664" y="4699224"/>
              <a:ext cx="504360" cy="2656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0073821-2991-EB69-C3ED-6E5B3414DCA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219024" y="4690584"/>
                <a:ext cx="52200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72B89B2-0900-5085-72EE-5AA591B7B1E0}"/>
                  </a:ext>
                </a:extLst>
              </p14:cNvPr>
              <p14:cNvContentPartPr/>
              <p14:nvPr/>
            </p14:nvContentPartPr>
            <p14:xfrm>
              <a:off x="9817704" y="4676184"/>
              <a:ext cx="593280" cy="2988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72B89B2-0900-5085-72EE-5AA591B7B1E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809064" y="4667184"/>
                <a:ext cx="61092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519B2D1-3F76-2F16-8B05-AE46CC04CC7C}"/>
                  </a:ext>
                </a:extLst>
              </p14:cNvPr>
              <p14:cNvContentPartPr/>
              <p14:nvPr/>
            </p14:nvContentPartPr>
            <p14:xfrm>
              <a:off x="10534464" y="4424544"/>
              <a:ext cx="116640" cy="1454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519B2D1-3F76-2F16-8B05-AE46CC04CC7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525464" y="4415544"/>
                <a:ext cx="1342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906AD8D-5220-0BCE-B959-DF0114D91232}"/>
                  </a:ext>
                </a:extLst>
              </p14:cNvPr>
              <p14:cNvContentPartPr/>
              <p14:nvPr/>
            </p14:nvContentPartPr>
            <p14:xfrm>
              <a:off x="8059464" y="4521744"/>
              <a:ext cx="140040" cy="1789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906AD8D-5220-0BCE-B959-DF0114D9123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050824" y="4513104"/>
                <a:ext cx="15768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59800CF1-5A69-BCDD-8BBD-F73D5511CD8A}"/>
                  </a:ext>
                </a:extLst>
              </p14:cNvPr>
              <p14:cNvContentPartPr/>
              <p14:nvPr/>
            </p14:nvContentPartPr>
            <p14:xfrm>
              <a:off x="7797744" y="4628304"/>
              <a:ext cx="111960" cy="6210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59800CF1-5A69-BCDD-8BBD-F73D5511CD8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788744" y="4619664"/>
                <a:ext cx="12960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4BD7525-3DBB-6042-B430-80C891BC1832}"/>
                  </a:ext>
                </a:extLst>
              </p14:cNvPr>
              <p14:cNvContentPartPr/>
              <p14:nvPr/>
            </p14:nvContentPartPr>
            <p14:xfrm>
              <a:off x="7709544" y="4246344"/>
              <a:ext cx="3169080" cy="9392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E4BD7525-3DBB-6042-B430-80C891BC1832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700544" y="4237344"/>
                <a:ext cx="3186720" cy="95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3130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1FB0F58-5F05-A647-8165-114EBB3239DE}"/>
              </a:ext>
            </a:extLst>
          </p:cNvPr>
          <p:cNvGrpSpPr/>
          <p:nvPr/>
        </p:nvGrpSpPr>
        <p:grpSpPr>
          <a:xfrm>
            <a:off x="452664" y="432936"/>
            <a:ext cx="1587600" cy="743400"/>
            <a:chOff x="452664" y="432936"/>
            <a:chExt cx="1587600" cy="74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38A4887-5930-7810-DED0-0B47F6C385D5}"/>
                    </a:ext>
                  </a:extLst>
                </p14:cNvPr>
                <p14:cNvContentPartPr/>
                <p14:nvPr/>
              </p14:nvContentPartPr>
              <p14:xfrm>
                <a:off x="503784" y="444456"/>
                <a:ext cx="28080" cy="5191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38A4887-5930-7810-DED0-0B47F6C385D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4784" y="435816"/>
                  <a:ext cx="4572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8B771C6-A501-8C4A-8720-3EF6B702EFEF}"/>
                    </a:ext>
                  </a:extLst>
                </p14:cNvPr>
                <p14:cNvContentPartPr/>
                <p14:nvPr/>
              </p14:nvContentPartPr>
              <p14:xfrm>
                <a:off x="452664" y="432936"/>
                <a:ext cx="816480" cy="743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8B771C6-A501-8C4A-8720-3EF6B702EFE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3664" y="424296"/>
                  <a:ext cx="834120" cy="7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D182D9E-5709-73EE-74E1-C139EDED28BE}"/>
                    </a:ext>
                  </a:extLst>
                </p14:cNvPr>
                <p14:cNvContentPartPr/>
                <p14:nvPr/>
              </p14:nvContentPartPr>
              <p14:xfrm>
                <a:off x="1233504" y="617976"/>
                <a:ext cx="396360" cy="300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D182D9E-5709-73EE-74E1-C139EDED28B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24864" y="609336"/>
                  <a:ext cx="4140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F80BD5F-55BF-B070-2AB0-F8BAD29DC3C4}"/>
                    </a:ext>
                  </a:extLst>
                </p14:cNvPr>
                <p14:cNvContentPartPr/>
                <p14:nvPr/>
              </p14:nvContentPartPr>
              <p14:xfrm>
                <a:off x="1720944" y="635616"/>
                <a:ext cx="319320" cy="250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F80BD5F-55BF-B070-2AB0-F8BAD29DC3C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12304" y="626976"/>
                  <a:ext cx="336960" cy="26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290E4C-CF9D-38B7-8FD1-CA66E9C1AFA6}"/>
              </a:ext>
            </a:extLst>
          </p:cNvPr>
          <p:cNvGrpSpPr/>
          <p:nvPr/>
        </p:nvGrpSpPr>
        <p:grpSpPr>
          <a:xfrm>
            <a:off x="702864" y="1724616"/>
            <a:ext cx="2132640" cy="621000"/>
            <a:chOff x="702864" y="1724616"/>
            <a:chExt cx="2132640" cy="62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822CE01-3026-2166-9B74-1E538964A853}"/>
                    </a:ext>
                  </a:extLst>
                </p14:cNvPr>
                <p14:cNvContentPartPr/>
                <p14:nvPr/>
              </p14:nvContentPartPr>
              <p14:xfrm>
                <a:off x="719064" y="1727136"/>
                <a:ext cx="52200" cy="618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822CE01-3026-2166-9B74-1E538964A85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0424" y="1718496"/>
                  <a:ext cx="69840" cy="6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E6F618-34F1-CAEB-E6CD-5EA9EC40CEFD}"/>
                    </a:ext>
                  </a:extLst>
                </p14:cNvPr>
                <p14:cNvContentPartPr/>
                <p14:nvPr/>
              </p14:nvContentPartPr>
              <p14:xfrm>
                <a:off x="702864" y="1724616"/>
                <a:ext cx="376560" cy="574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E6F618-34F1-CAEB-E6CD-5EA9EC40CEF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4224" y="1715616"/>
                  <a:ext cx="39420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2E9F9DE-C1C3-2721-B246-7372CD55D1F9}"/>
                    </a:ext>
                  </a:extLst>
                </p14:cNvPr>
                <p14:cNvContentPartPr/>
                <p14:nvPr/>
              </p14:nvContentPartPr>
              <p14:xfrm>
                <a:off x="1072224" y="1931616"/>
                <a:ext cx="367560" cy="318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2E9F9DE-C1C3-2721-B246-7372CD55D1F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63224" y="1922616"/>
                  <a:ext cx="3852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75C4BA6-F747-026E-0BE7-9D92F96A2527}"/>
                    </a:ext>
                  </a:extLst>
                </p14:cNvPr>
                <p14:cNvContentPartPr/>
                <p14:nvPr/>
              </p14:nvContentPartPr>
              <p14:xfrm>
                <a:off x="1457064" y="1921536"/>
                <a:ext cx="212400" cy="300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75C4BA6-F747-026E-0BE7-9D92F96A252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48064" y="1912896"/>
                  <a:ext cx="2300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36B0CFD-54BE-C12B-8CE2-5163E52493D9}"/>
                    </a:ext>
                  </a:extLst>
                </p14:cNvPr>
                <p14:cNvContentPartPr/>
                <p14:nvPr/>
              </p14:nvContentPartPr>
              <p14:xfrm>
                <a:off x="1773504" y="1842336"/>
                <a:ext cx="317520" cy="384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36B0CFD-54BE-C12B-8CE2-5163E52493D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64864" y="1833696"/>
                  <a:ext cx="3351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80A363-EFB5-767A-E59B-7903805AACF9}"/>
                    </a:ext>
                  </a:extLst>
                </p14:cNvPr>
                <p14:cNvContentPartPr/>
                <p14:nvPr/>
              </p14:nvContentPartPr>
              <p14:xfrm>
                <a:off x="2320344" y="2057976"/>
                <a:ext cx="515160" cy="61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80A363-EFB5-767A-E59B-7903805AACF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11344" y="2048976"/>
                  <a:ext cx="53280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572946-C29D-164E-D7F4-8E08B28ED615}"/>
              </a:ext>
            </a:extLst>
          </p:cNvPr>
          <p:cNvGrpSpPr/>
          <p:nvPr/>
        </p:nvGrpSpPr>
        <p:grpSpPr>
          <a:xfrm>
            <a:off x="3641904" y="1704096"/>
            <a:ext cx="710640" cy="421920"/>
            <a:chOff x="3641904" y="1704096"/>
            <a:chExt cx="710640" cy="42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1BBF8F9-0425-8572-150C-D0AE13069050}"/>
                    </a:ext>
                  </a:extLst>
                </p14:cNvPr>
                <p14:cNvContentPartPr/>
                <p14:nvPr/>
              </p14:nvContentPartPr>
              <p14:xfrm>
                <a:off x="3641904" y="1704096"/>
                <a:ext cx="349200" cy="421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1BBF8F9-0425-8572-150C-D0AE1306905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32904" y="1695456"/>
                  <a:ext cx="36684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1D2C14F-9706-8F2B-D958-230CE67AF99E}"/>
                    </a:ext>
                  </a:extLst>
                </p14:cNvPr>
                <p14:cNvContentPartPr/>
                <p14:nvPr/>
              </p14:nvContentPartPr>
              <p14:xfrm>
                <a:off x="4011264" y="1749096"/>
                <a:ext cx="314280" cy="357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1D2C14F-9706-8F2B-D958-230CE67AF99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02264" y="1740096"/>
                  <a:ext cx="33192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34F9C60-CA08-43B4-32D5-C53FFF727A26}"/>
                    </a:ext>
                  </a:extLst>
                </p14:cNvPr>
                <p14:cNvContentPartPr/>
                <p14:nvPr/>
              </p14:nvContentPartPr>
              <p14:xfrm>
                <a:off x="4101984" y="1720296"/>
                <a:ext cx="250560" cy="57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34F9C60-CA08-43B4-32D5-C53FFF727A2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92984" y="1711656"/>
                  <a:ext cx="268200" cy="7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F68E952-E726-66D7-8E1A-F4995DBE94ED}"/>
              </a:ext>
            </a:extLst>
          </p:cNvPr>
          <p:cNvGrpSpPr/>
          <p:nvPr/>
        </p:nvGrpSpPr>
        <p:grpSpPr>
          <a:xfrm>
            <a:off x="837864" y="2517696"/>
            <a:ext cx="1492920" cy="526680"/>
            <a:chOff x="837864" y="2517696"/>
            <a:chExt cx="1492920" cy="52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E7786BA-972C-9256-B4D7-306919AE39A0}"/>
                    </a:ext>
                  </a:extLst>
                </p14:cNvPr>
                <p14:cNvContentPartPr/>
                <p14:nvPr/>
              </p14:nvContentPartPr>
              <p14:xfrm>
                <a:off x="837864" y="2767176"/>
                <a:ext cx="480240" cy="277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E7786BA-972C-9256-B4D7-306919AE39A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9224" y="2758176"/>
                  <a:ext cx="4978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75BAE3A-AD3C-96B8-8EAC-C8496E442849}"/>
                    </a:ext>
                  </a:extLst>
                </p14:cNvPr>
                <p14:cNvContentPartPr/>
                <p14:nvPr/>
              </p14:nvContentPartPr>
              <p14:xfrm>
                <a:off x="1316664" y="2654856"/>
                <a:ext cx="302040" cy="331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75BAE3A-AD3C-96B8-8EAC-C8496E44284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07664" y="2646216"/>
                  <a:ext cx="3196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4D31741-2CD7-5497-41EA-8CCD0BEB75DB}"/>
                    </a:ext>
                  </a:extLst>
                </p14:cNvPr>
                <p14:cNvContentPartPr/>
                <p14:nvPr/>
              </p14:nvContentPartPr>
              <p14:xfrm>
                <a:off x="1628424" y="2650896"/>
                <a:ext cx="213120" cy="305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4D31741-2CD7-5497-41EA-8CCD0BEB75D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19424" y="2642256"/>
                  <a:ext cx="2307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93A6F38-A959-936E-36F2-1C4E43A10235}"/>
                    </a:ext>
                  </a:extLst>
                </p14:cNvPr>
                <p14:cNvContentPartPr/>
                <p14:nvPr/>
              </p14:nvContentPartPr>
              <p14:xfrm>
                <a:off x="1834344" y="2517696"/>
                <a:ext cx="95760" cy="451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93A6F38-A959-936E-36F2-1C4E43A1023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25344" y="2508696"/>
                  <a:ext cx="11340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140F97C-FD25-CF5B-127C-ADFC1BD782CE}"/>
                    </a:ext>
                  </a:extLst>
                </p14:cNvPr>
                <p14:cNvContentPartPr/>
                <p14:nvPr/>
              </p14:nvContentPartPr>
              <p14:xfrm>
                <a:off x="1884744" y="2596176"/>
                <a:ext cx="446040" cy="319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140F97C-FD25-CF5B-127C-ADFC1BD782C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876104" y="2587536"/>
                  <a:ext cx="463680" cy="33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5B78D87-8F8F-9759-5ED4-DC3EF2F4EE1A}"/>
                  </a:ext>
                </a:extLst>
              </p14:cNvPr>
              <p14:cNvContentPartPr/>
              <p14:nvPr/>
            </p14:nvContentPartPr>
            <p14:xfrm>
              <a:off x="2838744" y="2689056"/>
              <a:ext cx="777600" cy="918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5B78D87-8F8F-9759-5ED4-DC3EF2F4EE1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830104" y="2680056"/>
                <a:ext cx="795240" cy="10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3AB605AD-D3BC-ACA0-F647-1DE46302ABDC}"/>
              </a:ext>
            </a:extLst>
          </p:cNvPr>
          <p:cNvGrpSpPr/>
          <p:nvPr/>
        </p:nvGrpSpPr>
        <p:grpSpPr>
          <a:xfrm>
            <a:off x="4173264" y="2439216"/>
            <a:ext cx="396000" cy="347040"/>
            <a:chOff x="4173264" y="2439216"/>
            <a:chExt cx="39600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E27D443-CD35-C030-E299-B48B422F4632}"/>
                    </a:ext>
                  </a:extLst>
                </p14:cNvPr>
                <p14:cNvContentPartPr/>
                <p14:nvPr/>
              </p14:nvContentPartPr>
              <p14:xfrm>
                <a:off x="4173264" y="2439216"/>
                <a:ext cx="51120" cy="347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E27D443-CD35-C030-E299-B48B422F463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64264" y="2430216"/>
                  <a:ext cx="6876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ED9E284-03E0-0681-DD5D-C0A25E2F5B5C}"/>
                    </a:ext>
                  </a:extLst>
                </p14:cNvPr>
                <p14:cNvContentPartPr/>
                <p14:nvPr/>
              </p14:nvContentPartPr>
              <p14:xfrm>
                <a:off x="4351824" y="2458296"/>
                <a:ext cx="217440" cy="274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ED9E284-03E0-0681-DD5D-C0A25E2F5B5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42824" y="2449656"/>
                  <a:ext cx="235080" cy="29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D331249-4A20-71FE-AB42-31797687A0D1}"/>
              </a:ext>
            </a:extLst>
          </p:cNvPr>
          <p:cNvGrpSpPr/>
          <p:nvPr/>
        </p:nvGrpSpPr>
        <p:grpSpPr>
          <a:xfrm>
            <a:off x="854784" y="3297816"/>
            <a:ext cx="949680" cy="576000"/>
            <a:chOff x="854784" y="3297816"/>
            <a:chExt cx="949680" cy="57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9309AD0-D358-64CC-9B9E-350A2C031A41}"/>
                    </a:ext>
                  </a:extLst>
                </p14:cNvPr>
                <p14:cNvContentPartPr/>
                <p14:nvPr/>
              </p14:nvContentPartPr>
              <p14:xfrm>
                <a:off x="854784" y="3369816"/>
                <a:ext cx="28080" cy="504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9309AD0-D358-64CC-9B9E-350A2C031A4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5784" y="3361176"/>
                  <a:ext cx="4572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88A5477-4C64-1421-CBED-0CE5D5FED7F5}"/>
                    </a:ext>
                  </a:extLst>
                </p14:cNvPr>
                <p14:cNvContentPartPr/>
                <p14:nvPr/>
              </p14:nvContentPartPr>
              <p14:xfrm>
                <a:off x="882504" y="3341376"/>
                <a:ext cx="161640" cy="312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88A5477-4C64-1421-CBED-0CE5D5FED7F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3864" y="3332376"/>
                  <a:ext cx="1792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5821269-56A6-5B00-C716-628AD5E8AC6D}"/>
                    </a:ext>
                  </a:extLst>
                </p14:cNvPr>
                <p14:cNvContentPartPr/>
                <p14:nvPr/>
              </p14:nvContentPartPr>
              <p14:xfrm>
                <a:off x="1132344" y="3297816"/>
                <a:ext cx="34200" cy="284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5821269-56A6-5B00-C716-628AD5E8AC6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23344" y="3288816"/>
                  <a:ext cx="518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8BCAE48-0D6E-13ED-C35E-B6FEB8C5F1ED}"/>
                    </a:ext>
                  </a:extLst>
                </p14:cNvPr>
                <p14:cNvContentPartPr/>
                <p14:nvPr/>
              </p14:nvContentPartPr>
              <p14:xfrm>
                <a:off x="1061424" y="3398256"/>
                <a:ext cx="422280" cy="197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8BCAE48-0D6E-13ED-C35E-B6FEB8C5F1E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52424" y="3389256"/>
                  <a:ext cx="4399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2E5A46E-6C51-95D7-3F04-9DC9731BDF4B}"/>
                    </a:ext>
                  </a:extLst>
                </p14:cNvPr>
                <p14:cNvContentPartPr/>
                <p14:nvPr/>
              </p14:nvContentPartPr>
              <p14:xfrm>
                <a:off x="1456344" y="3305736"/>
                <a:ext cx="348120" cy="405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2E5A46E-6C51-95D7-3F04-9DC9731BDF4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47344" y="3296736"/>
                  <a:ext cx="365760" cy="42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FDFA200-F62D-F66A-C01E-CDDD9EBD4020}"/>
                  </a:ext>
                </a:extLst>
              </p14:cNvPr>
              <p14:cNvContentPartPr/>
              <p14:nvPr/>
            </p14:nvContentPartPr>
            <p14:xfrm>
              <a:off x="2821824" y="3287016"/>
              <a:ext cx="707400" cy="957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FDFA200-F62D-F66A-C01E-CDDD9EBD402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813184" y="3278376"/>
                <a:ext cx="72504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6BCFC69-1E4A-EC00-6E1B-E4B4AC538E92}"/>
                  </a:ext>
                </a:extLst>
              </p14:cNvPr>
              <p14:cNvContentPartPr/>
              <p14:nvPr/>
            </p14:nvContentPartPr>
            <p14:xfrm>
              <a:off x="4239864" y="2976696"/>
              <a:ext cx="234000" cy="4183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6BCFC69-1E4A-EC00-6E1B-E4B4AC538E9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230864" y="2968056"/>
                <a:ext cx="25164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220473C-80FF-46FC-6A74-5A60F7A498E2}"/>
                  </a:ext>
                </a:extLst>
              </p14:cNvPr>
              <p14:cNvContentPartPr/>
              <p14:nvPr/>
            </p14:nvContentPartPr>
            <p14:xfrm>
              <a:off x="2775744" y="3970296"/>
              <a:ext cx="1051560" cy="1256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220473C-80FF-46FC-6A74-5A60F7A498E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67104" y="3961656"/>
                <a:ext cx="1069200" cy="14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8EEC268D-08D7-DA9A-4A8B-1E705FF6C54F}"/>
              </a:ext>
            </a:extLst>
          </p:cNvPr>
          <p:cNvGrpSpPr/>
          <p:nvPr/>
        </p:nvGrpSpPr>
        <p:grpSpPr>
          <a:xfrm>
            <a:off x="4324824" y="3657096"/>
            <a:ext cx="282600" cy="425520"/>
            <a:chOff x="4324824" y="3657096"/>
            <a:chExt cx="282600" cy="42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456AF83-8DFE-81AD-B538-B1BBB8338D8C}"/>
                    </a:ext>
                  </a:extLst>
                </p14:cNvPr>
                <p14:cNvContentPartPr/>
                <p14:nvPr/>
              </p14:nvContentPartPr>
              <p14:xfrm>
                <a:off x="4324824" y="3706416"/>
                <a:ext cx="224640" cy="376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456AF83-8DFE-81AD-B538-B1BBB8338D8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16184" y="3697776"/>
                  <a:ext cx="24228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B84FB3F-3D02-8D46-0A29-B078735FF4C2}"/>
                    </a:ext>
                  </a:extLst>
                </p14:cNvPr>
                <p14:cNvContentPartPr/>
                <p14:nvPr/>
              </p14:nvContentPartPr>
              <p14:xfrm>
                <a:off x="4378824" y="3657096"/>
                <a:ext cx="228600" cy="68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B84FB3F-3D02-8D46-0A29-B078735FF4C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370184" y="3648456"/>
                  <a:ext cx="24624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C9E89-862A-DED7-B755-2673F4E0EE3F}"/>
              </a:ext>
            </a:extLst>
          </p:cNvPr>
          <p:cNvGrpSpPr/>
          <p:nvPr/>
        </p:nvGrpSpPr>
        <p:grpSpPr>
          <a:xfrm>
            <a:off x="442944" y="4202136"/>
            <a:ext cx="1427040" cy="464760"/>
            <a:chOff x="442944" y="4202136"/>
            <a:chExt cx="1427040" cy="46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B0C5E21-34A3-1B77-73A0-D2F9F1659F4A}"/>
                    </a:ext>
                  </a:extLst>
                </p14:cNvPr>
                <p14:cNvContentPartPr/>
                <p14:nvPr/>
              </p14:nvContentPartPr>
              <p14:xfrm>
                <a:off x="442944" y="4392936"/>
                <a:ext cx="352440" cy="273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B0C5E21-34A3-1B77-73A0-D2F9F1659F4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3944" y="4383936"/>
                  <a:ext cx="3700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10D75CA-BBCA-E77B-855B-D2AA55B16129}"/>
                    </a:ext>
                  </a:extLst>
                </p14:cNvPr>
                <p14:cNvContentPartPr/>
                <p14:nvPr/>
              </p14:nvContentPartPr>
              <p14:xfrm>
                <a:off x="865224" y="4397616"/>
                <a:ext cx="51480" cy="248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10D75CA-BBCA-E77B-855B-D2AA55B1612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56584" y="4388616"/>
                  <a:ext cx="691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FE7E200-7ADF-7035-C4EF-4E8B6B67DAA8}"/>
                    </a:ext>
                  </a:extLst>
                </p14:cNvPr>
                <p14:cNvContentPartPr/>
                <p14:nvPr/>
              </p14:nvContentPartPr>
              <p14:xfrm>
                <a:off x="993744" y="4346496"/>
                <a:ext cx="230040" cy="237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FE7E200-7ADF-7035-C4EF-4E8B6B67DAA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85104" y="4337856"/>
                  <a:ext cx="2476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8442B56-C343-A619-4115-599D357E6311}"/>
                    </a:ext>
                  </a:extLst>
                </p14:cNvPr>
                <p14:cNvContentPartPr/>
                <p14:nvPr/>
              </p14:nvContentPartPr>
              <p14:xfrm>
                <a:off x="1293264" y="4363416"/>
                <a:ext cx="42120" cy="171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8442B56-C343-A619-4115-599D357E631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84264" y="4354776"/>
                  <a:ext cx="597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93C8A2E-6A04-BCA5-B07D-08DE5FB1CC81}"/>
                    </a:ext>
                  </a:extLst>
                </p14:cNvPr>
                <p14:cNvContentPartPr/>
                <p14:nvPr/>
              </p14:nvContentPartPr>
              <p14:xfrm>
                <a:off x="1428984" y="4220856"/>
                <a:ext cx="441000" cy="421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93C8A2E-6A04-BCA5-B07D-08DE5FB1CC8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20344" y="4212216"/>
                  <a:ext cx="45864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861E570-B67C-0977-7D00-93007A24A7E1}"/>
                    </a:ext>
                  </a:extLst>
                </p14:cNvPr>
                <p14:cNvContentPartPr/>
                <p14:nvPr/>
              </p14:nvContentPartPr>
              <p14:xfrm>
                <a:off x="1166184" y="4202136"/>
                <a:ext cx="40680" cy="15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861E570-B67C-0977-7D00-93007A24A7E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57184" y="4193136"/>
                  <a:ext cx="5832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3044AE1-8D2D-840C-342B-C9CE240B594F}"/>
                  </a:ext>
                </a:extLst>
              </p14:cNvPr>
              <p14:cNvContentPartPr/>
              <p14:nvPr/>
            </p14:nvContentPartPr>
            <p14:xfrm>
              <a:off x="5165424" y="3860496"/>
              <a:ext cx="44280" cy="252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3044AE1-8D2D-840C-342B-C9CE240B594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156424" y="3851496"/>
                <a:ext cx="619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52C2171-4788-3C59-C5C6-A822F08AE88D}"/>
                  </a:ext>
                </a:extLst>
              </p14:cNvPr>
              <p14:cNvContentPartPr/>
              <p14:nvPr/>
            </p14:nvContentPartPr>
            <p14:xfrm>
              <a:off x="4129344" y="3545496"/>
              <a:ext cx="736200" cy="6530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52C2171-4788-3C59-C5C6-A822F08AE88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120344" y="3536856"/>
                <a:ext cx="753840" cy="67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165192C-46DC-F6B2-83E4-C5F2E069B418}"/>
                  </a:ext>
                </a:extLst>
              </p14:cNvPr>
              <p14:cNvContentPartPr/>
              <p14:nvPr/>
            </p14:nvContentPartPr>
            <p14:xfrm>
              <a:off x="332424" y="4593096"/>
              <a:ext cx="61560" cy="194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165192C-46DC-F6B2-83E4-C5F2E069B41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23424" y="4584456"/>
                <a:ext cx="792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9C3CEE4-FD21-2351-D3BB-B9D0EF981F13}"/>
                  </a:ext>
                </a:extLst>
              </p14:cNvPr>
              <p14:cNvContentPartPr/>
              <p14:nvPr/>
            </p14:nvContentPartPr>
            <p14:xfrm>
              <a:off x="5330664" y="2018736"/>
              <a:ext cx="1358640" cy="9061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9C3CEE4-FD21-2351-D3BB-B9D0EF981F1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322024" y="2009736"/>
                <a:ext cx="1376280" cy="92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B3AF89F2-BBB0-B9C2-E21D-AD864DEEDFDF}"/>
              </a:ext>
            </a:extLst>
          </p:cNvPr>
          <p:cNvGrpSpPr/>
          <p:nvPr/>
        </p:nvGrpSpPr>
        <p:grpSpPr>
          <a:xfrm>
            <a:off x="7257744" y="1548936"/>
            <a:ext cx="2851920" cy="619200"/>
            <a:chOff x="7257744" y="1548936"/>
            <a:chExt cx="2851920" cy="61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E41A6FE-F23F-EF45-D0B3-499C19F7998E}"/>
                    </a:ext>
                  </a:extLst>
                </p14:cNvPr>
                <p14:cNvContentPartPr/>
                <p14:nvPr/>
              </p14:nvContentPartPr>
              <p14:xfrm>
                <a:off x="7291584" y="1780416"/>
                <a:ext cx="17280" cy="387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E41A6FE-F23F-EF45-D0B3-499C19F7998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82584" y="1771776"/>
                  <a:ext cx="3492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353AF0E-100B-5733-9894-33D9A54A74AE}"/>
                    </a:ext>
                  </a:extLst>
                </p14:cNvPr>
                <p14:cNvContentPartPr/>
                <p14:nvPr/>
              </p14:nvContentPartPr>
              <p14:xfrm>
                <a:off x="7257744" y="1700856"/>
                <a:ext cx="309960" cy="459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353AF0E-100B-5733-9894-33D9A54A74A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249104" y="1691856"/>
                  <a:ext cx="32760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63AE07A-AB69-B074-92A4-B9A459E83EA1}"/>
                    </a:ext>
                  </a:extLst>
                </p14:cNvPr>
                <p14:cNvContentPartPr/>
                <p14:nvPr/>
              </p14:nvContentPartPr>
              <p14:xfrm>
                <a:off x="7614504" y="1823256"/>
                <a:ext cx="328680" cy="230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63AE07A-AB69-B074-92A4-B9A459E83EA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605504" y="1814256"/>
                  <a:ext cx="3463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9A0A94C-95CE-BD81-C3FD-537637203545}"/>
                    </a:ext>
                  </a:extLst>
                </p14:cNvPr>
                <p14:cNvContentPartPr/>
                <p14:nvPr/>
              </p14:nvContentPartPr>
              <p14:xfrm>
                <a:off x="8044704" y="1639296"/>
                <a:ext cx="533160" cy="409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9A0A94C-95CE-BD81-C3FD-53763720354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035704" y="1630296"/>
                  <a:ext cx="55080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51A0958-7175-E7C3-832C-46885807FE7E}"/>
                    </a:ext>
                  </a:extLst>
                </p14:cNvPr>
                <p14:cNvContentPartPr/>
                <p14:nvPr/>
              </p14:nvContentPartPr>
              <p14:xfrm>
                <a:off x="8634744" y="1548936"/>
                <a:ext cx="371520" cy="504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51A0958-7175-E7C3-832C-46885807FE7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26104" y="1540296"/>
                  <a:ext cx="38916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67A37F9-BA2E-AFA1-66EB-C61758AC7740}"/>
                    </a:ext>
                  </a:extLst>
                </p14:cNvPr>
                <p14:cNvContentPartPr/>
                <p14:nvPr/>
              </p14:nvContentPartPr>
              <p14:xfrm>
                <a:off x="9100944" y="1648656"/>
                <a:ext cx="307080" cy="370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67A37F9-BA2E-AFA1-66EB-C61758AC774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091944" y="1640016"/>
                  <a:ext cx="3247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CD2524F-4D30-745A-3C67-0392291EC47A}"/>
                    </a:ext>
                  </a:extLst>
                </p14:cNvPr>
                <p14:cNvContentPartPr/>
                <p14:nvPr/>
              </p14:nvContentPartPr>
              <p14:xfrm>
                <a:off x="9552744" y="1783656"/>
                <a:ext cx="27360" cy="13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CD2524F-4D30-745A-3C67-0392291EC47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544104" y="1774656"/>
                  <a:ext cx="45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3A98504-F726-F4E9-2BAB-D592D15E258D}"/>
                    </a:ext>
                  </a:extLst>
                </p14:cNvPr>
                <p14:cNvContentPartPr/>
                <p14:nvPr/>
              </p14:nvContentPartPr>
              <p14:xfrm>
                <a:off x="9648864" y="1730016"/>
                <a:ext cx="460800" cy="220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3A98504-F726-F4E9-2BAB-D592D15E258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640224" y="1721376"/>
                  <a:ext cx="4784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A14E156-8F6B-5B5F-D278-DBC37555C39C}"/>
              </a:ext>
            </a:extLst>
          </p:cNvPr>
          <p:cNvGrpSpPr/>
          <p:nvPr/>
        </p:nvGrpSpPr>
        <p:grpSpPr>
          <a:xfrm>
            <a:off x="10770984" y="1551816"/>
            <a:ext cx="513720" cy="327600"/>
            <a:chOff x="10770984" y="1551816"/>
            <a:chExt cx="513720" cy="32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CCACAAC-0238-C499-D63B-2E62EC18652E}"/>
                    </a:ext>
                  </a:extLst>
                </p14:cNvPr>
                <p14:cNvContentPartPr/>
                <p14:nvPr/>
              </p14:nvContentPartPr>
              <p14:xfrm>
                <a:off x="10770984" y="1551816"/>
                <a:ext cx="206640" cy="327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CCACAAC-0238-C499-D63B-2E62EC18652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761984" y="1543176"/>
                  <a:ext cx="2242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5908EF6-6A22-7557-B335-9DBB48615D4F}"/>
                    </a:ext>
                  </a:extLst>
                </p14:cNvPr>
                <p14:cNvContentPartPr/>
                <p14:nvPr/>
              </p14:nvContentPartPr>
              <p14:xfrm>
                <a:off x="10983744" y="1587096"/>
                <a:ext cx="300960" cy="290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5908EF6-6A22-7557-B335-9DBB48615D4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975104" y="1578456"/>
                  <a:ext cx="318600" cy="30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A27F286-9E55-85A4-9736-3086678FC623}"/>
                  </a:ext>
                </a:extLst>
              </p14:cNvPr>
              <p14:cNvContentPartPr/>
              <p14:nvPr/>
            </p14:nvContentPartPr>
            <p14:xfrm>
              <a:off x="8411184" y="2455056"/>
              <a:ext cx="412920" cy="4168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A27F286-9E55-85A4-9736-3086678FC62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402544" y="2446056"/>
                <a:ext cx="43056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DEFAE6B-1882-C1C2-904F-6966E2F51B60}"/>
                  </a:ext>
                </a:extLst>
              </p14:cNvPr>
              <p14:cNvContentPartPr/>
              <p14:nvPr/>
            </p14:nvContentPartPr>
            <p14:xfrm>
              <a:off x="9518904" y="2611296"/>
              <a:ext cx="145440" cy="345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DEFAE6B-1882-C1C2-904F-6966E2F51B6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510264" y="2602296"/>
                <a:ext cx="163080" cy="5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5FAF4614-5D54-40D3-51F3-915585624F2D}"/>
              </a:ext>
            </a:extLst>
          </p:cNvPr>
          <p:cNvGrpSpPr/>
          <p:nvPr/>
        </p:nvGrpSpPr>
        <p:grpSpPr>
          <a:xfrm>
            <a:off x="10409904" y="2400336"/>
            <a:ext cx="412200" cy="356760"/>
            <a:chOff x="10409904" y="2400336"/>
            <a:chExt cx="412200" cy="35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25F0541-6EAF-D70F-D169-1C6CD726C02D}"/>
                    </a:ext>
                  </a:extLst>
                </p14:cNvPr>
                <p14:cNvContentPartPr/>
                <p14:nvPr/>
              </p14:nvContentPartPr>
              <p14:xfrm>
                <a:off x="10409904" y="2400336"/>
                <a:ext cx="67680" cy="332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25F0541-6EAF-D70F-D169-1C6CD726C02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401264" y="2391696"/>
                  <a:ext cx="853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2BC1E70-92E7-8E1A-5326-9398DE646E08}"/>
                    </a:ext>
                  </a:extLst>
                </p14:cNvPr>
                <p14:cNvContentPartPr/>
                <p14:nvPr/>
              </p14:nvContentPartPr>
              <p14:xfrm>
                <a:off x="10470744" y="2466936"/>
                <a:ext cx="351360" cy="290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2BC1E70-92E7-8E1A-5326-9398DE646E0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462104" y="2457936"/>
                  <a:ext cx="369000" cy="30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125E759-CDFA-3DF4-2B7D-48D655FA3DC0}"/>
              </a:ext>
            </a:extLst>
          </p:cNvPr>
          <p:cNvGrpSpPr/>
          <p:nvPr/>
        </p:nvGrpSpPr>
        <p:grpSpPr>
          <a:xfrm>
            <a:off x="8431344" y="3142656"/>
            <a:ext cx="930240" cy="429120"/>
            <a:chOff x="8431344" y="3142656"/>
            <a:chExt cx="930240" cy="42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2F45406-FAB5-9167-A9CB-8F4BFD1FDB95}"/>
                    </a:ext>
                  </a:extLst>
                </p14:cNvPr>
                <p14:cNvContentPartPr/>
                <p14:nvPr/>
              </p14:nvContentPartPr>
              <p14:xfrm>
                <a:off x="8482824" y="3228696"/>
                <a:ext cx="17280" cy="43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2F45406-FAB5-9167-A9CB-8F4BFD1FDB9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74184" y="3219696"/>
                  <a:ext cx="349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A57D2B7-F1FD-F030-C6B1-429A8B5ED627}"/>
                    </a:ext>
                  </a:extLst>
                </p14:cNvPr>
                <p14:cNvContentPartPr/>
                <p14:nvPr/>
              </p14:nvContentPartPr>
              <p14:xfrm>
                <a:off x="8431344" y="3171096"/>
                <a:ext cx="224280" cy="400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A57D2B7-F1FD-F030-C6B1-429A8B5ED62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22704" y="3162096"/>
                  <a:ext cx="24192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30C575F-D298-9004-E5BB-232581BC87D6}"/>
                    </a:ext>
                  </a:extLst>
                </p14:cNvPr>
                <p14:cNvContentPartPr/>
                <p14:nvPr/>
              </p14:nvContentPartPr>
              <p14:xfrm>
                <a:off x="8695584" y="3172536"/>
                <a:ext cx="90000" cy="253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30C575F-D298-9004-E5BB-232581BC87D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686584" y="3163896"/>
                  <a:ext cx="1076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BEBAF2E-10F2-BF31-E8F8-5196E1010AF0}"/>
                    </a:ext>
                  </a:extLst>
                </p14:cNvPr>
                <p14:cNvContentPartPr/>
                <p14:nvPr/>
              </p14:nvContentPartPr>
              <p14:xfrm>
                <a:off x="8705664" y="3142656"/>
                <a:ext cx="290520" cy="361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BEBAF2E-10F2-BF31-E8F8-5196E1010AF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697024" y="3133656"/>
                  <a:ext cx="3081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CFB5000-B3FE-B3DD-094D-F7398E956443}"/>
                    </a:ext>
                  </a:extLst>
                </p14:cNvPr>
                <p14:cNvContentPartPr/>
                <p14:nvPr/>
              </p14:nvContentPartPr>
              <p14:xfrm>
                <a:off x="9072504" y="3169656"/>
                <a:ext cx="289080" cy="359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CFB5000-B3FE-B3DD-094D-F7398E95644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63864" y="3161016"/>
                  <a:ext cx="306720" cy="37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629F3C5-7B0D-E802-2093-A5550945DFFA}"/>
                  </a:ext>
                </a:extLst>
              </p14:cNvPr>
              <p14:cNvContentPartPr/>
              <p14:nvPr/>
            </p14:nvContentPartPr>
            <p14:xfrm>
              <a:off x="9802584" y="3237696"/>
              <a:ext cx="284040" cy="504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629F3C5-7B0D-E802-2093-A5550945DFF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793584" y="3228696"/>
                <a:ext cx="30168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4CE81DF-D830-A744-0B8D-F6DDC2307A60}"/>
                  </a:ext>
                </a:extLst>
              </p14:cNvPr>
              <p14:cNvContentPartPr/>
              <p14:nvPr/>
            </p14:nvContentPartPr>
            <p14:xfrm>
              <a:off x="10511424" y="3068496"/>
              <a:ext cx="252360" cy="3783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4CE81DF-D830-A744-0B8D-F6DDC2307A6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502424" y="3059856"/>
                <a:ext cx="270000" cy="39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1A4443C5-CFCF-4CED-E136-139A6AEF61F7}"/>
              </a:ext>
            </a:extLst>
          </p:cNvPr>
          <p:cNvGrpSpPr/>
          <p:nvPr/>
        </p:nvGrpSpPr>
        <p:grpSpPr>
          <a:xfrm>
            <a:off x="4887864" y="416736"/>
            <a:ext cx="1685160" cy="826560"/>
            <a:chOff x="4887864" y="416736"/>
            <a:chExt cx="1685160" cy="82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AF7FF1C-A122-FD06-0E50-18655A4830B5}"/>
                    </a:ext>
                  </a:extLst>
                </p14:cNvPr>
                <p14:cNvContentPartPr/>
                <p14:nvPr/>
              </p14:nvContentPartPr>
              <p14:xfrm>
                <a:off x="4986504" y="624456"/>
                <a:ext cx="419040" cy="354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AF7FF1C-A122-FD06-0E50-18655A4830B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977504" y="615456"/>
                  <a:ext cx="4366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73345D6-378C-433A-94E6-F9AE62716DFD}"/>
                    </a:ext>
                  </a:extLst>
                </p14:cNvPr>
                <p14:cNvContentPartPr/>
                <p14:nvPr/>
              </p14:nvContentPartPr>
              <p14:xfrm>
                <a:off x="5531544" y="416736"/>
                <a:ext cx="579240" cy="500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73345D6-378C-433A-94E6-F9AE62716DF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522904" y="408096"/>
                  <a:ext cx="59688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F9B8DFC-FE86-C09C-C389-73545CD0F8DD}"/>
                    </a:ext>
                  </a:extLst>
                </p14:cNvPr>
                <p14:cNvContentPartPr/>
                <p14:nvPr/>
              </p14:nvContentPartPr>
              <p14:xfrm>
                <a:off x="6210864" y="552816"/>
                <a:ext cx="362160" cy="347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F9B8DFC-FE86-C09C-C389-73545CD0F8D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201864" y="544176"/>
                  <a:ext cx="3798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A5EB6D1-2740-224B-97CF-918A26826306}"/>
                    </a:ext>
                  </a:extLst>
                </p14:cNvPr>
                <p14:cNvContentPartPr/>
                <p14:nvPr/>
              </p14:nvContentPartPr>
              <p14:xfrm>
                <a:off x="4887864" y="1107576"/>
                <a:ext cx="1424160" cy="113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A5EB6D1-2740-224B-97CF-918A2682630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879224" y="1098936"/>
                  <a:ext cx="14418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2F7BEEC-2949-B755-977C-9DF65373DB35}"/>
                    </a:ext>
                  </a:extLst>
                </p14:cNvPr>
                <p14:cNvContentPartPr/>
                <p14:nvPr/>
              </p14:nvContentPartPr>
              <p14:xfrm>
                <a:off x="5259744" y="1189296"/>
                <a:ext cx="969120" cy="54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2F7BEEC-2949-B755-977C-9DF65373DB3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51104" y="1180656"/>
                  <a:ext cx="986760" cy="71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9002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EB5B525-3587-3D83-0987-98279DDDC49F}"/>
                  </a:ext>
                </a:extLst>
              </p14:cNvPr>
              <p14:cNvContentPartPr/>
              <p14:nvPr/>
            </p14:nvContentPartPr>
            <p14:xfrm>
              <a:off x="1182744" y="931176"/>
              <a:ext cx="51120" cy="529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EB5B525-3587-3D83-0987-98279DDDC4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4104" y="922176"/>
                <a:ext cx="68760" cy="54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D298B2B-EC00-DE62-E3F1-764EF3E2439F}"/>
                  </a:ext>
                </a:extLst>
              </p14:cNvPr>
              <p14:cNvContentPartPr/>
              <p14:nvPr/>
            </p14:nvContentPartPr>
            <p14:xfrm>
              <a:off x="1183824" y="953856"/>
              <a:ext cx="290160" cy="411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D298B2B-EC00-DE62-E3F1-764EF3E243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5184" y="944856"/>
                <a:ext cx="307800" cy="42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7952C52-D2CA-31C1-015D-E77DBCDCFB37}"/>
                  </a:ext>
                </a:extLst>
              </p14:cNvPr>
              <p14:cNvContentPartPr/>
              <p14:nvPr/>
            </p14:nvContentPartPr>
            <p14:xfrm>
              <a:off x="1516464" y="1064016"/>
              <a:ext cx="375480" cy="266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7952C52-D2CA-31C1-015D-E77DBCDCFB3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07464" y="1055016"/>
                <a:ext cx="39312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77E9118-520E-D093-486B-4CADDD454B8E}"/>
                  </a:ext>
                </a:extLst>
              </p14:cNvPr>
              <p14:cNvContentPartPr/>
              <p14:nvPr/>
            </p14:nvContentPartPr>
            <p14:xfrm>
              <a:off x="1891944" y="961416"/>
              <a:ext cx="540000" cy="375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77E9118-520E-D093-486B-4CADDD454B8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83304" y="952776"/>
                <a:ext cx="55764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6E1730B-B1F4-EAD7-C13E-212EA530FE02}"/>
                  </a:ext>
                </a:extLst>
              </p14:cNvPr>
              <p14:cNvContentPartPr/>
              <p14:nvPr/>
            </p14:nvContentPartPr>
            <p14:xfrm>
              <a:off x="2759184" y="1242576"/>
              <a:ext cx="445680" cy="41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6E1730B-B1F4-EAD7-C13E-212EA530FE0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50184" y="1233576"/>
                <a:ext cx="46332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0CD6792-0605-1010-A654-F0BAA8F5C37A}"/>
                  </a:ext>
                </a:extLst>
              </p14:cNvPr>
              <p14:cNvContentPartPr/>
              <p14:nvPr/>
            </p14:nvContentPartPr>
            <p14:xfrm>
              <a:off x="4010904" y="924696"/>
              <a:ext cx="520560" cy="304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0CD6792-0605-1010-A654-F0BAA8F5C37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01904" y="916056"/>
                <a:ext cx="53820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4A97936-DABB-4B54-6685-A4D197089F0C}"/>
                  </a:ext>
                </a:extLst>
              </p14:cNvPr>
              <p14:cNvContentPartPr/>
              <p14:nvPr/>
            </p14:nvContentPartPr>
            <p14:xfrm>
              <a:off x="1103904" y="1857816"/>
              <a:ext cx="403200" cy="368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4A97936-DABB-4B54-6685-A4D197089F0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95264" y="1849176"/>
                <a:ext cx="42084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A575FA2-F17B-5AEF-DDF1-138E73D44253}"/>
                  </a:ext>
                </a:extLst>
              </p14:cNvPr>
              <p14:cNvContentPartPr/>
              <p14:nvPr/>
            </p14:nvContentPartPr>
            <p14:xfrm>
              <a:off x="1629144" y="1887696"/>
              <a:ext cx="316800" cy="3391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A575FA2-F17B-5AEF-DDF1-138E73D4425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20144" y="1878696"/>
                <a:ext cx="33444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F6C4B23-490A-9D4B-FA28-798BB584FD12}"/>
                  </a:ext>
                </a:extLst>
              </p14:cNvPr>
              <p14:cNvContentPartPr/>
              <p14:nvPr/>
            </p14:nvContentPartPr>
            <p14:xfrm>
              <a:off x="2023344" y="1859256"/>
              <a:ext cx="186120" cy="303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F6C4B23-490A-9D4B-FA28-798BB584FD1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14344" y="1850256"/>
                <a:ext cx="20376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94FCACF-83F9-6100-C09F-4F23918C568F}"/>
                  </a:ext>
                </a:extLst>
              </p14:cNvPr>
              <p14:cNvContentPartPr/>
              <p14:nvPr/>
            </p14:nvContentPartPr>
            <p14:xfrm>
              <a:off x="2124504" y="1678536"/>
              <a:ext cx="129240" cy="5479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94FCACF-83F9-6100-C09F-4F23918C568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15864" y="1669536"/>
                <a:ext cx="146880" cy="56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82B1E47-4D24-A5F8-1A67-DA4B6A9C1303}"/>
                  </a:ext>
                </a:extLst>
              </p14:cNvPr>
              <p14:cNvContentPartPr/>
              <p14:nvPr/>
            </p14:nvContentPartPr>
            <p14:xfrm>
              <a:off x="2269584" y="1855296"/>
              <a:ext cx="506520" cy="3481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82B1E47-4D24-A5F8-1A67-DA4B6A9C130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60944" y="1846296"/>
                <a:ext cx="52416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2E83194-E791-029F-A1E5-DA6164E2D6AE}"/>
                  </a:ext>
                </a:extLst>
              </p14:cNvPr>
              <p14:cNvContentPartPr/>
              <p14:nvPr/>
            </p14:nvContentPartPr>
            <p14:xfrm>
              <a:off x="3120264" y="2000016"/>
              <a:ext cx="408960" cy="345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2E83194-E791-029F-A1E5-DA6164E2D6A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111264" y="1991016"/>
                <a:ext cx="42660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041B454-4954-8D9E-442E-C4738405564A}"/>
                  </a:ext>
                </a:extLst>
              </p14:cNvPr>
              <p14:cNvContentPartPr/>
              <p14:nvPr/>
            </p14:nvContentPartPr>
            <p14:xfrm>
              <a:off x="4172544" y="1580256"/>
              <a:ext cx="68400" cy="5547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041B454-4954-8D9E-442E-C4738405564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163904" y="1571616"/>
                <a:ext cx="86040" cy="57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BB1D582-BBB0-0D62-FBD7-ACC8F5E808F8}"/>
                  </a:ext>
                </a:extLst>
              </p14:cNvPr>
              <p14:cNvContentPartPr/>
              <p14:nvPr/>
            </p14:nvContentPartPr>
            <p14:xfrm>
              <a:off x="4223664" y="1596816"/>
              <a:ext cx="294840" cy="3956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BB1D582-BBB0-0D62-FBD7-ACC8F5E808F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215024" y="1588176"/>
                <a:ext cx="31248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34B7756-E786-1DEE-6CD6-02C01326BB0E}"/>
                  </a:ext>
                </a:extLst>
              </p14:cNvPr>
              <p14:cNvContentPartPr/>
              <p14:nvPr/>
            </p14:nvContentPartPr>
            <p14:xfrm>
              <a:off x="1266624" y="2858616"/>
              <a:ext cx="202320" cy="441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34B7756-E786-1DEE-6CD6-02C01326BB0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57984" y="2849616"/>
                <a:ext cx="21996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3FD7D0F-6C8C-BE6B-E5D3-4493B9ABB10A}"/>
                  </a:ext>
                </a:extLst>
              </p14:cNvPr>
              <p14:cNvContentPartPr/>
              <p14:nvPr/>
            </p14:nvContentPartPr>
            <p14:xfrm>
              <a:off x="1540584" y="2839536"/>
              <a:ext cx="71280" cy="3510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3FD7D0F-6C8C-BE6B-E5D3-4493B9ABB10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531944" y="2830896"/>
                <a:ext cx="8892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4D827D7-BE9D-F19E-0DB9-F833A53E88C7}"/>
                  </a:ext>
                </a:extLst>
              </p14:cNvPr>
              <p14:cNvContentPartPr/>
              <p14:nvPr/>
            </p14:nvContentPartPr>
            <p14:xfrm>
              <a:off x="1490184" y="2856096"/>
              <a:ext cx="439200" cy="2966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4D827D7-BE9D-F19E-0DB9-F833A53E88C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81184" y="2847096"/>
                <a:ext cx="45684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49DE946-A81B-4DEA-51E9-BEE16A263F71}"/>
                  </a:ext>
                </a:extLst>
              </p14:cNvPr>
              <p14:cNvContentPartPr/>
              <p14:nvPr/>
            </p14:nvContentPartPr>
            <p14:xfrm>
              <a:off x="2040264" y="2851056"/>
              <a:ext cx="369360" cy="3027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49DE946-A81B-4DEA-51E9-BEE16A263F7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31264" y="2842416"/>
                <a:ext cx="38700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8BDA249-A97F-7261-E675-895D574289A0}"/>
                  </a:ext>
                </a:extLst>
              </p14:cNvPr>
              <p14:cNvContentPartPr/>
              <p14:nvPr/>
            </p14:nvContentPartPr>
            <p14:xfrm>
              <a:off x="4250664" y="2520576"/>
              <a:ext cx="263880" cy="387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8BDA249-A97F-7261-E675-895D574289A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42024" y="2511576"/>
                <a:ext cx="28152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801E242-D125-4811-A1AB-486E1A642A7A}"/>
                  </a:ext>
                </a:extLst>
              </p14:cNvPr>
              <p14:cNvContentPartPr/>
              <p14:nvPr/>
            </p14:nvContentPartPr>
            <p14:xfrm>
              <a:off x="4267584" y="2472696"/>
              <a:ext cx="280440" cy="1540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801E242-D125-4811-A1AB-486E1A642A7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8944" y="2463696"/>
                <a:ext cx="29808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1027DA6-C49F-A18D-8CE5-45D45DC362B0}"/>
                  </a:ext>
                </a:extLst>
              </p14:cNvPr>
              <p14:cNvContentPartPr/>
              <p14:nvPr/>
            </p14:nvContentPartPr>
            <p14:xfrm>
              <a:off x="3538584" y="2823696"/>
              <a:ext cx="139320" cy="1321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1027DA6-C49F-A18D-8CE5-45D45DC362B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529944" y="2815056"/>
                <a:ext cx="15696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A779967-536C-3672-5AAD-CD4A892D48F7}"/>
                  </a:ext>
                </a:extLst>
              </p14:cNvPr>
              <p14:cNvContentPartPr/>
              <p14:nvPr/>
            </p14:nvContentPartPr>
            <p14:xfrm>
              <a:off x="3378744" y="2914776"/>
              <a:ext cx="460440" cy="597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A779967-536C-3672-5AAD-CD4A892D48F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369744" y="2906136"/>
                <a:ext cx="47808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CDC78EE-83BB-6A8D-5272-0009E55D3F5E}"/>
                  </a:ext>
                </a:extLst>
              </p14:cNvPr>
              <p14:cNvContentPartPr/>
              <p14:nvPr/>
            </p14:nvContentPartPr>
            <p14:xfrm>
              <a:off x="1267344" y="3675816"/>
              <a:ext cx="446040" cy="3866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CDC78EE-83BB-6A8D-5272-0009E55D3F5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258344" y="3666816"/>
                <a:ext cx="46368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BDBB944-6AE7-74CE-2A9A-45088CC126F4}"/>
                  </a:ext>
                </a:extLst>
              </p14:cNvPr>
              <p14:cNvContentPartPr/>
              <p14:nvPr/>
            </p14:nvContentPartPr>
            <p14:xfrm>
              <a:off x="1817424" y="3738816"/>
              <a:ext cx="68040" cy="3268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BDBB944-6AE7-74CE-2A9A-45088CC126F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808424" y="3729816"/>
                <a:ext cx="8568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C1BD822-8E90-3BC6-7F4B-C82B125D911E}"/>
                  </a:ext>
                </a:extLst>
              </p14:cNvPr>
              <p14:cNvContentPartPr/>
              <p14:nvPr/>
            </p14:nvContentPartPr>
            <p14:xfrm>
              <a:off x="1996344" y="3653856"/>
              <a:ext cx="273600" cy="3265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C1BD822-8E90-3BC6-7F4B-C82B125D911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987344" y="3645216"/>
                <a:ext cx="29124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4C96134-5F71-BB65-9003-6C957E05404A}"/>
                  </a:ext>
                </a:extLst>
              </p14:cNvPr>
              <p14:cNvContentPartPr/>
              <p14:nvPr/>
            </p14:nvContentPartPr>
            <p14:xfrm>
              <a:off x="2431584" y="3666816"/>
              <a:ext cx="233280" cy="2998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4C96134-5F71-BB65-9003-6C957E05404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422944" y="3657816"/>
                <a:ext cx="25092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788397E-B95A-2AEF-B772-7695354787CC}"/>
                  </a:ext>
                </a:extLst>
              </p14:cNvPr>
              <p14:cNvContentPartPr/>
              <p14:nvPr/>
            </p14:nvContentPartPr>
            <p14:xfrm>
              <a:off x="2877264" y="3672576"/>
              <a:ext cx="724680" cy="1256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788397E-B95A-2AEF-B772-7695354787C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868264" y="3663576"/>
                <a:ext cx="74232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F602DF4-C1D1-11AD-82BA-0328AD3B025D}"/>
                  </a:ext>
                </a:extLst>
              </p14:cNvPr>
              <p14:cNvContentPartPr/>
              <p14:nvPr/>
            </p14:nvContentPartPr>
            <p14:xfrm>
              <a:off x="4286664" y="3392496"/>
              <a:ext cx="204840" cy="4291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F602DF4-C1D1-11AD-82BA-0328AD3B025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278024" y="3383856"/>
                <a:ext cx="222480" cy="44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6AAAFBA-1556-32D1-CEF5-F1191091E6FC}"/>
                  </a:ext>
                </a:extLst>
              </p14:cNvPr>
              <p14:cNvContentPartPr/>
              <p14:nvPr/>
            </p14:nvContentPartPr>
            <p14:xfrm>
              <a:off x="4317984" y="3560256"/>
              <a:ext cx="307440" cy="74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6AAAFBA-1556-32D1-CEF5-F1191091E6F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309344" y="3551256"/>
                <a:ext cx="32508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804E4DB-5443-7366-7189-46D07FDFA7F5}"/>
                  </a:ext>
                </a:extLst>
              </p14:cNvPr>
              <p14:cNvContentPartPr/>
              <p14:nvPr/>
            </p14:nvContentPartPr>
            <p14:xfrm>
              <a:off x="3965544" y="3224016"/>
              <a:ext cx="900720" cy="7718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804E4DB-5443-7366-7189-46D07FDFA7F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956544" y="3215016"/>
                <a:ext cx="918360" cy="78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F2C9703-2765-BC69-ED77-EFABB91BD474}"/>
                  </a:ext>
                </a:extLst>
              </p14:cNvPr>
              <p14:cNvContentPartPr/>
              <p14:nvPr/>
            </p14:nvContentPartPr>
            <p14:xfrm>
              <a:off x="4608504" y="3826296"/>
              <a:ext cx="27360" cy="97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F2C9703-2765-BC69-ED77-EFABB91BD47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599504" y="3817296"/>
                <a:ext cx="450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EEF7A53-3622-E394-3D03-84442AB0B7D4}"/>
                  </a:ext>
                </a:extLst>
              </p14:cNvPr>
              <p14:cNvContentPartPr/>
              <p14:nvPr/>
            </p14:nvContentPartPr>
            <p14:xfrm>
              <a:off x="4858344" y="3074256"/>
              <a:ext cx="1066680" cy="4921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EEF7A53-3622-E394-3D03-84442AB0B7D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849344" y="3065616"/>
                <a:ext cx="1084320" cy="50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EA6B0C7-8ADA-75FC-BDD3-A73F1F7BBB95}"/>
                  </a:ext>
                </a:extLst>
              </p14:cNvPr>
              <p14:cNvContentPartPr/>
              <p14:nvPr/>
            </p14:nvContentPartPr>
            <p14:xfrm>
              <a:off x="6177744" y="2854296"/>
              <a:ext cx="61200" cy="3643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EA6B0C7-8ADA-75FC-BDD3-A73F1F7BBB9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169104" y="2845296"/>
                <a:ext cx="7884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09F332A-64CF-9F3A-6700-8F009AE2DEA9}"/>
                  </a:ext>
                </a:extLst>
              </p14:cNvPr>
              <p14:cNvContentPartPr/>
              <p14:nvPr/>
            </p14:nvContentPartPr>
            <p14:xfrm>
              <a:off x="6134904" y="2824056"/>
              <a:ext cx="344520" cy="3729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09F332A-64CF-9F3A-6700-8F009AE2DEA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125904" y="2815056"/>
                <a:ext cx="36216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B0D389A-0157-15D0-11F8-F7B34A05C5E7}"/>
                  </a:ext>
                </a:extLst>
              </p14:cNvPr>
              <p14:cNvContentPartPr/>
              <p14:nvPr/>
            </p14:nvContentPartPr>
            <p14:xfrm>
              <a:off x="6459264" y="2939616"/>
              <a:ext cx="265680" cy="1875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B0D389A-0157-15D0-11F8-F7B34A05C5E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450624" y="2930976"/>
                <a:ext cx="2833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E1B3256-F21D-4422-C115-9DFCDA08C690}"/>
                  </a:ext>
                </a:extLst>
              </p14:cNvPr>
              <p14:cNvContentPartPr/>
              <p14:nvPr/>
            </p14:nvContentPartPr>
            <p14:xfrm>
              <a:off x="6835464" y="2789856"/>
              <a:ext cx="412560" cy="2944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E1B3256-F21D-4422-C115-9DFCDA08C69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826464" y="2780856"/>
                <a:ext cx="43020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C927502-3537-7877-821D-25F1BD258BE6}"/>
                  </a:ext>
                </a:extLst>
              </p14:cNvPr>
              <p14:cNvContentPartPr/>
              <p14:nvPr/>
            </p14:nvContentPartPr>
            <p14:xfrm>
              <a:off x="7463664" y="2901816"/>
              <a:ext cx="240120" cy="763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C927502-3537-7877-821D-25F1BD258BE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455024" y="2892816"/>
                <a:ext cx="25776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4B7EF2A-C077-D785-219B-56187FB01716}"/>
                  </a:ext>
                </a:extLst>
              </p14:cNvPr>
              <p14:cNvContentPartPr/>
              <p14:nvPr/>
            </p14:nvContentPartPr>
            <p14:xfrm>
              <a:off x="6331824" y="3469176"/>
              <a:ext cx="393120" cy="2905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24B7EF2A-C077-D785-219B-56187FB0171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322824" y="3460176"/>
                <a:ext cx="41076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ADA691E-C1D1-5EF7-A91A-FD25D8299099}"/>
                  </a:ext>
                </a:extLst>
              </p14:cNvPr>
              <p14:cNvContentPartPr/>
              <p14:nvPr/>
            </p14:nvContentPartPr>
            <p14:xfrm>
              <a:off x="6801624" y="3408696"/>
              <a:ext cx="257400" cy="2822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ADA691E-C1D1-5EF7-A91A-FD25D829909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792624" y="3399696"/>
                <a:ext cx="27504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5033DE5-A098-24E1-3603-0B48EF6FB3DF}"/>
                  </a:ext>
                </a:extLst>
              </p14:cNvPr>
              <p14:cNvContentPartPr/>
              <p14:nvPr/>
            </p14:nvContentPartPr>
            <p14:xfrm>
              <a:off x="7136424" y="3469536"/>
              <a:ext cx="190800" cy="2073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5033DE5-A098-24E1-3603-0B48EF6FB3D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127424" y="3460896"/>
                <a:ext cx="20844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4F33B3E5-A2BA-BDCB-CA12-B2CC8A316027}"/>
                  </a:ext>
                </a:extLst>
              </p14:cNvPr>
              <p14:cNvContentPartPr/>
              <p14:nvPr/>
            </p14:nvContentPartPr>
            <p14:xfrm>
              <a:off x="6108984" y="4207896"/>
              <a:ext cx="248760" cy="3452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4F33B3E5-A2BA-BDCB-CA12-B2CC8A31602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099984" y="4198896"/>
                <a:ext cx="26640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5E3E824-9BFB-0843-1533-884EC76B4B78}"/>
                  </a:ext>
                </a:extLst>
              </p14:cNvPr>
              <p14:cNvContentPartPr/>
              <p14:nvPr/>
            </p14:nvContentPartPr>
            <p14:xfrm>
              <a:off x="6356664" y="4177296"/>
              <a:ext cx="138600" cy="2473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5E3E824-9BFB-0843-1533-884EC76B4B7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348024" y="4168296"/>
                <a:ext cx="15624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8522388-3ED1-7351-3C9F-D853EAC6E4D2}"/>
                  </a:ext>
                </a:extLst>
              </p14:cNvPr>
              <p14:cNvContentPartPr/>
              <p14:nvPr/>
            </p14:nvContentPartPr>
            <p14:xfrm>
              <a:off x="6461424" y="4157136"/>
              <a:ext cx="317520" cy="20844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8522388-3ED1-7351-3C9F-D853EAC6E4D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452424" y="4148496"/>
                <a:ext cx="3351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CDBBD44-2437-71FA-3E4F-A1FD0EFA0F30}"/>
                  </a:ext>
                </a:extLst>
              </p14:cNvPr>
              <p14:cNvContentPartPr/>
              <p14:nvPr/>
            </p14:nvContentPartPr>
            <p14:xfrm>
              <a:off x="6852744" y="4177656"/>
              <a:ext cx="245160" cy="2563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CDBBD44-2437-71FA-3E4F-A1FD0EFA0F3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844104" y="4168656"/>
                <a:ext cx="2628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479B721-FC08-D0EC-FCBD-85FC6E49C8BB}"/>
                  </a:ext>
                </a:extLst>
              </p14:cNvPr>
              <p14:cNvContentPartPr/>
              <p14:nvPr/>
            </p14:nvContentPartPr>
            <p14:xfrm>
              <a:off x="7909344" y="4148856"/>
              <a:ext cx="503280" cy="6372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E479B721-FC08-D0EC-FCBD-85FC6E49C8B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900344" y="4140216"/>
                <a:ext cx="52092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F43ED51A-A4EA-A16B-74E5-7B4A6E45619B}"/>
                  </a:ext>
                </a:extLst>
              </p14:cNvPr>
              <p14:cNvContentPartPr/>
              <p14:nvPr/>
            </p14:nvContentPartPr>
            <p14:xfrm>
              <a:off x="8766504" y="3980736"/>
              <a:ext cx="183600" cy="3333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F43ED51A-A4EA-A16B-74E5-7B4A6E45619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757504" y="3972096"/>
                <a:ext cx="20124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77133EE-DDD6-91C9-B212-6C5F9306E37E}"/>
                  </a:ext>
                </a:extLst>
              </p14:cNvPr>
              <p14:cNvContentPartPr/>
              <p14:nvPr/>
            </p14:nvContentPartPr>
            <p14:xfrm>
              <a:off x="8850744" y="3989376"/>
              <a:ext cx="283680" cy="687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77133EE-DDD6-91C9-B212-6C5F9306E37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842104" y="3980736"/>
                <a:ext cx="3013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9E83768-28FC-ECDF-338F-03A29706BCD4}"/>
                  </a:ext>
                </a:extLst>
              </p14:cNvPr>
              <p14:cNvContentPartPr/>
              <p14:nvPr/>
            </p14:nvContentPartPr>
            <p14:xfrm>
              <a:off x="3788424" y="678456"/>
              <a:ext cx="1377720" cy="16164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9E83768-28FC-ECDF-338F-03A29706BCD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779424" y="669816"/>
                <a:ext cx="1395360" cy="163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AD4B4440-1720-EDC3-BFD5-4401AA79EEE7}"/>
              </a:ext>
            </a:extLst>
          </p:cNvPr>
          <p:cNvGrpSpPr/>
          <p:nvPr/>
        </p:nvGrpSpPr>
        <p:grpSpPr>
          <a:xfrm>
            <a:off x="8354664" y="2279016"/>
            <a:ext cx="2011680" cy="1413000"/>
            <a:chOff x="8354664" y="2279016"/>
            <a:chExt cx="2011680" cy="141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DF1148E-F2E8-B6D3-E000-5613588DD09A}"/>
                    </a:ext>
                  </a:extLst>
                </p14:cNvPr>
                <p14:cNvContentPartPr/>
                <p14:nvPr/>
              </p14:nvContentPartPr>
              <p14:xfrm>
                <a:off x="8544384" y="2557656"/>
                <a:ext cx="323640" cy="360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DF1148E-F2E8-B6D3-E000-5613588DD09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35384" y="2548656"/>
                  <a:ext cx="34128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740C097-1936-1984-7B85-C15CA920761F}"/>
                    </a:ext>
                  </a:extLst>
                </p14:cNvPr>
                <p14:cNvContentPartPr/>
                <p14:nvPr/>
              </p14:nvContentPartPr>
              <p14:xfrm>
                <a:off x="8963424" y="2554056"/>
                <a:ext cx="249480" cy="380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740C097-1936-1984-7B85-C15CA920761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54424" y="2545056"/>
                  <a:ext cx="26712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731E75C-6D75-C199-81DE-751B923833D8}"/>
                    </a:ext>
                  </a:extLst>
                </p14:cNvPr>
                <p14:cNvContentPartPr/>
                <p14:nvPr/>
              </p14:nvContentPartPr>
              <p14:xfrm>
                <a:off x="9029664" y="2704176"/>
                <a:ext cx="410040" cy="76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731E75C-6D75-C199-81DE-751B923833D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020664" y="2695536"/>
                  <a:ext cx="4276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E308BD-60DD-DCDA-4128-ABF6A530F430}"/>
                    </a:ext>
                  </a:extLst>
                </p14:cNvPr>
                <p14:cNvContentPartPr/>
                <p14:nvPr/>
              </p14:nvContentPartPr>
              <p14:xfrm>
                <a:off x="8439624" y="3478896"/>
                <a:ext cx="479160" cy="34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E308BD-60DD-DCDA-4128-ABF6A530F43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430624" y="3469896"/>
                  <a:ext cx="496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16F5024-DFFC-536C-C5B8-7959F280D3BF}"/>
                    </a:ext>
                  </a:extLst>
                </p14:cNvPr>
                <p14:cNvContentPartPr/>
                <p14:nvPr/>
              </p14:nvContentPartPr>
              <p14:xfrm>
                <a:off x="9194904" y="3290976"/>
                <a:ext cx="67680" cy="319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16F5024-DFFC-536C-C5B8-7959F280D3B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186264" y="3281976"/>
                  <a:ext cx="853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C8A65EF-99FB-46F4-3E9E-C0073EEB0005}"/>
                    </a:ext>
                  </a:extLst>
                </p14:cNvPr>
                <p14:cNvContentPartPr/>
                <p14:nvPr/>
              </p14:nvContentPartPr>
              <p14:xfrm>
                <a:off x="9194904" y="3247056"/>
                <a:ext cx="281880" cy="272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C8A65EF-99FB-46F4-3E9E-C0073EEB000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186264" y="3238416"/>
                  <a:ext cx="2995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5F639B3-948E-7B0E-49A7-FE440903ED5C}"/>
                    </a:ext>
                  </a:extLst>
                </p14:cNvPr>
                <p14:cNvContentPartPr/>
                <p14:nvPr/>
              </p14:nvContentPartPr>
              <p14:xfrm>
                <a:off x="9663984" y="2726856"/>
                <a:ext cx="284040" cy="106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5F639B3-948E-7B0E-49A7-FE440903ED5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55344" y="2718216"/>
                  <a:ext cx="3016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A898BF9-FF10-3B29-4FD0-C6966AC07CA5}"/>
                    </a:ext>
                  </a:extLst>
                </p14:cNvPr>
                <p14:cNvContentPartPr/>
                <p14:nvPr/>
              </p14:nvContentPartPr>
              <p14:xfrm>
                <a:off x="9980424" y="3152376"/>
                <a:ext cx="385920" cy="96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A898BF9-FF10-3B29-4FD0-C6966AC07CA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971784" y="3143376"/>
                  <a:ext cx="4035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51C6F6A-5CC6-F8F3-42B7-FFEA71525960}"/>
                    </a:ext>
                  </a:extLst>
                </p14:cNvPr>
                <p14:cNvContentPartPr/>
                <p14:nvPr/>
              </p14:nvContentPartPr>
              <p14:xfrm>
                <a:off x="8354664" y="2279016"/>
                <a:ext cx="1560600" cy="1413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51C6F6A-5CC6-F8F3-42B7-FFEA7152596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346024" y="2270016"/>
                  <a:ext cx="1578240" cy="143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990BF13-7373-70D5-E5C5-870AA3E5E21B}"/>
                  </a:ext>
                </a:extLst>
              </p14:cNvPr>
              <p14:cNvContentPartPr/>
              <p14:nvPr/>
            </p14:nvContentPartPr>
            <p14:xfrm>
              <a:off x="4307544" y="3958416"/>
              <a:ext cx="551160" cy="13906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990BF13-7373-70D5-E5C5-870AA3E5E21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298904" y="3949416"/>
                <a:ext cx="568800" cy="140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CEED6B20-1B6E-FBAB-5A7B-55DB92B98FF9}"/>
              </a:ext>
            </a:extLst>
          </p:cNvPr>
          <p:cNvGrpSpPr/>
          <p:nvPr/>
        </p:nvGrpSpPr>
        <p:grpSpPr>
          <a:xfrm>
            <a:off x="1171584" y="3256776"/>
            <a:ext cx="1672200" cy="739800"/>
            <a:chOff x="1171584" y="3256776"/>
            <a:chExt cx="1672200" cy="73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2969475-DB19-91F4-CC51-993D2C1EC2A6}"/>
                    </a:ext>
                  </a:extLst>
                </p14:cNvPr>
                <p14:cNvContentPartPr/>
                <p14:nvPr/>
              </p14:nvContentPartPr>
              <p14:xfrm>
                <a:off x="1184184" y="3788136"/>
                <a:ext cx="1480680" cy="208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2969475-DB19-91F4-CC51-993D2C1EC2A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75184" y="3779496"/>
                  <a:ext cx="14983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F7C3870-8955-DA6E-1184-24D6D675DD8F}"/>
                    </a:ext>
                  </a:extLst>
                </p14:cNvPr>
                <p14:cNvContentPartPr/>
                <p14:nvPr/>
              </p14:nvContentPartPr>
              <p14:xfrm>
                <a:off x="1249344" y="3769056"/>
                <a:ext cx="1394280" cy="198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F7C3870-8955-DA6E-1184-24D6D675DD8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240704" y="3760416"/>
                  <a:ext cx="1411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134F27E-538B-4350-4656-AB99AC6A5F5A}"/>
                    </a:ext>
                  </a:extLst>
                </p14:cNvPr>
                <p14:cNvContentPartPr/>
                <p14:nvPr/>
              </p14:nvContentPartPr>
              <p14:xfrm>
                <a:off x="1171584" y="3416616"/>
                <a:ext cx="430200" cy="221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134F27E-538B-4350-4656-AB99AC6A5F5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62944" y="3407976"/>
                  <a:ext cx="4478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51F6E27-EE61-8588-132B-E50D5DAC6C5D}"/>
                    </a:ext>
                  </a:extLst>
                </p14:cNvPr>
                <p14:cNvContentPartPr/>
                <p14:nvPr/>
              </p14:nvContentPartPr>
              <p14:xfrm>
                <a:off x="1628424" y="3323016"/>
                <a:ext cx="574200" cy="242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51F6E27-EE61-8588-132B-E50D5DAC6C5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619424" y="3314376"/>
                  <a:ext cx="5918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FE8B75E-FCC0-5C2E-8C71-871B1C5B42AE}"/>
                    </a:ext>
                  </a:extLst>
                </p14:cNvPr>
                <p14:cNvContentPartPr/>
                <p14:nvPr/>
              </p14:nvContentPartPr>
              <p14:xfrm>
                <a:off x="2209824" y="3256776"/>
                <a:ext cx="633960" cy="275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FE8B75E-FCC0-5C2E-8C71-871B1C5B42A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200824" y="3247776"/>
                  <a:ext cx="651600" cy="29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A842DC7-767D-DCE2-AE06-C0EB967EA488}"/>
              </a:ext>
            </a:extLst>
          </p:cNvPr>
          <p:cNvGrpSpPr/>
          <p:nvPr/>
        </p:nvGrpSpPr>
        <p:grpSpPr>
          <a:xfrm>
            <a:off x="6550344" y="750456"/>
            <a:ext cx="2122920" cy="1065600"/>
            <a:chOff x="6550344" y="750456"/>
            <a:chExt cx="2122920" cy="10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7E3BEE2-3E87-1145-B495-7B4018D9E45F}"/>
                    </a:ext>
                  </a:extLst>
                </p14:cNvPr>
                <p14:cNvContentPartPr/>
                <p14:nvPr/>
              </p14:nvContentPartPr>
              <p14:xfrm>
                <a:off x="6617304" y="750456"/>
                <a:ext cx="246240" cy="615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7E3BEE2-3E87-1145-B495-7B4018D9E45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608304" y="741456"/>
                  <a:ext cx="26388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8E77144-4757-76CC-C223-8C7C22525F26}"/>
                    </a:ext>
                  </a:extLst>
                </p14:cNvPr>
                <p14:cNvContentPartPr/>
                <p14:nvPr/>
              </p14:nvContentPartPr>
              <p14:xfrm>
                <a:off x="6550344" y="1044936"/>
                <a:ext cx="792360" cy="296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8E77144-4757-76CC-C223-8C7C22525F2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541344" y="1036296"/>
                  <a:ext cx="8100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526BE38-EDD8-4A66-65C8-9D7BBDEC085C}"/>
                    </a:ext>
                  </a:extLst>
                </p14:cNvPr>
                <p14:cNvContentPartPr/>
                <p14:nvPr/>
              </p14:nvContentPartPr>
              <p14:xfrm>
                <a:off x="7375824" y="826416"/>
                <a:ext cx="1046880" cy="842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526BE38-EDD8-4A66-65C8-9D7BBDEC085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366824" y="817776"/>
                  <a:ext cx="1064520" cy="85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522C96D-6107-0CEB-2C29-F27850DB3889}"/>
                    </a:ext>
                  </a:extLst>
                </p14:cNvPr>
                <p14:cNvContentPartPr/>
                <p14:nvPr/>
              </p14:nvContentPartPr>
              <p14:xfrm>
                <a:off x="8395344" y="843696"/>
                <a:ext cx="71280" cy="63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522C96D-6107-0CEB-2C29-F27850DB388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386344" y="835056"/>
                  <a:ext cx="889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403A23A-9DE1-2796-6908-C5374B7EB229}"/>
                    </a:ext>
                  </a:extLst>
                </p14:cNvPr>
                <p14:cNvContentPartPr/>
                <p14:nvPr/>
              </p14:nvContentPartPr>
              <p14:xfrm>
                <a:off x="8371584" y="919656"/>
                <a:ext cx="301680" cy="4060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403A23A-9DE1-2796-6908-C5374B7EB22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362584" y="911016"/>
                  <a:ext cx="31932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B4C0C8A-55F9-E89C-6451-4BBCFD106258}"/>
                    </a:ext>
                  </a:extLst>
                </p14:cNvPr>
                <p14:cNvContentPartPr/>
                <p14:nvPr/>
              </p14:nvContentPartPr>
              <p14:xfrm>
                <a:off x="6815664" y="1599336"/>
                <a:ext cx="1474920" cy="134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B4C0C8A-55F9-E89C-6451-4BBCFD10625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807024" y="1590696"/>
                  <a:ext cx="14925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2DF143B-ED8D-9DD1-8362-8F32FB60A53C}"/>
                    </a:ext>
                  </a:extLst>
                </p14:cNvPr>
                <p14:cNvContentPartPr/>
                <p14:nvPr/>
              </p14:nvContentPartPr>
              <p14:xfrm>
                <a:off x="6913944" y="1733976"/>
                <a:ext cx="1223640" cy="82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2DF143B-ED8D-9DD1-8362-8F32FB60A53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905304" y="1725336"/>
                  <a:ext cx="1241280" cy="9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96059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4259F84-CBE5-D53A-B6F1-BC70FDBDF74B}"/>
              </a:ext>
            </a:extLst>
          </p:cNvPr>
          <p:cNvGrpSpPr/>
          <p:nvPr/>
        </p:nvGrpSpPr>
        <p:grpSpPr>
          <a:xfrm>
            <a:off x="437184" y="256536"/>
            <a:ext cx="1396440" cy="750960"/>
            <a:chOff x="437184" y="256536"/>
            <a:chExt cx="1396440" cy="75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AB1CE10-CD88-1FED-B559-37C22E71ECD8}"/>
                    </a:ext>
                  </a:extLst>
                </p14:cNvPr>
                <p14:cNvContentPartPr/>
                <p14:nvPr/>
              </p14:nvContentPartPr>
              <p14:xfrm>
                <a:off x="599184" y="279936"/>
                <a:ext cx="51120" cy="568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AB1CE10-CD88-1FED-B559-37C22E71ECD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0184" y="270936"/>
                  <a:ext cx="6876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B5239A6-83B3-BFB9-B4DD-936C8EEC604E}"/>
                    </a:ext>
                  </a:extLst>
                </p14:cNvPr>
                <p14:cNvContentPartPr/>
                <p14:nvPr/>
              </p14:nvContentPartPr>
              <p14:xfrm>
                <a:off x="580824" y="256536"/>
                <a:ext cx="325440" cy="221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B5239A6-83B3-BFB9-B4DD-936C8EEC604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2184" y="247536"/>
                  <a:ext cx="343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23C9665-EE25-594C-AE3D-45B7E3A3F1CE}"/>
                    </a:ext>
                  </a:extLst>
                </p14:cNvPr>
                <p14:cNvContentPartPr/>
                <p14:nvPr/>
              </p14:nvContentPartPr>
              <p14:xfrm>
                <a:off x="472464" y="469656"/>
                <a:ext cx="1078560" cy="306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23C9665-EE25-594C-AE3D-45B7E3A3F1C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3824" y="460656"/>
                  <a:ext cx="10962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7072EF2-FACD-2880-6650-01C94A6721BC}"/>
                    </a:ext>
                  </a:extLst>
                </p14:cNvPr>
                <p14:cNvContentPartPr/>
                <p14:nvPr/>
              </p14:nvContentPartPr>
              <p14:xfrm>
                <a:off x="1584504" y="390816"/>
                <a:ext cx="249120" cy="340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7072EF2-FACD-2880-6650-01C94A6721B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75864" y="381816"/>
                  <a:ext cx="2667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57221DE-36DD-ABB0-0EB0-C501FACC8986}"/>
                    </a:ext>
                  </a:extLst>
                </p14:cNvPr>
                <p14:cNvContentPartPr/>
                <p14:nvPr/>
              </p14:nvContentPartPr>
              <p14:xfrm>
                <a:off x="437184" y="899856"/>
                <a:ext cx="1370160" cy="107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57221DE-36DD-ABB0-0EB0-C501FACC898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8184" y="890856"/>
                  <a:ext cx="138780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83D389A-840E-F28A-66D5-753FAA03065C}"/>
              </a:ext>
            </a:extLst>
          </p:cNvPr>
          <p:cNvGrpSpPr/>
          <p:nvPr/>
        </p:nvGrpSpPr>
        <p:grpSpPr>
          <a:xfrm>
            <a:off x="743904" y="2250576"/>
            <a:ext cx="1148040" cy="1402560"/>
            <a:chOff x="743904" y="2250576"/>
            <a:chExt cx="1148040" cy="140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2F63474-6A11-1899-56C4-960CB9B848FF}"/>
                    </a:ext>
                  </a:extLst>
                </p14:cNvPr>
                <p14:cNvContentPartPr/>
                <p14:nvPr/>
              </p14:nvContentPartPr>
              <p14:xfrm>
                <a:off x="794664" y="2250576"/>
                <a:ext cx="747720" cy="592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2F63474-6A11-1899-56C4-960CB9B848F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85664" y="2241936"/>
                  <a:ext cx="76536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90FA14D-C973-ECAC-E837-F2154B9DA8F2}"/>
                    </a:ext>
                  </a:extLst>
                </p14:cNvPr>
                <p14:cNvContentPartPr/>
                <p14:nvPr/>
              </p14:nvContentPartPr>
              <p14:xfrm>
                <a:off x="1500264" y="2283336"/>
                <a:ext cx="391680" cy="303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90FA14D-C973-ECAC-E837-F2154B9DA8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91264" y="2274696"/>
                  <a:ext cx="4093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BA10AE3-22B7-D6EC-B4CE-14EFB85F6BF9}"/>
                    </a:ext>
                  </a:extLst>
                </p14:cNvPr>
                <p14:cNvContentPartPr/>
                <p14:nvPr/>
              </p14:nvContentPartPr>
              <p14:xfrm>
                <a:off x="743904" y="3017016"/>
                <a:ext cx="713880" cy="488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BA10AE3-22B7-D6EC-B4CE-14EFB85F6BF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4904" y="3008376"/>
                  <a:ext cx="73152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C650A05-4267-609A-4E42-5E93D77707B1}"/>
                    </a:ext>
                  </a:extLst>
                </p14:cNvPr>
                <p14:cNvContentPartPr/>
                <p14:nvPr/>
              </p14:nvContentPartPr>
              <p14:xfrm>
                <a:off x="1378584" y="3168216"/>
                <a:ext cx="445680" cy="484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C650A05-4267-609A-4E42-5E93D77707B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69944" y="3159216"/>
                  <a:ext cx="46332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84B5DAD-B220-A252-3B28-A0CBDCBE297A}"/>
                    </a:ext>
                  </a:extLst>
                </p14:cNvPr>
                <p14:cNvContentPartPr/>
                <p14:nvPr/>
              </p14:nvContentPartPr>
              <p14:xfrm>
                <a:off x="1054584" y="2992896"/>
                <a:ext cx="51120" cy="34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84B5DAD-B220-A252-3B28-A0CBDCBE297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45944" y="2983896"/>
                  <a:ext cx="6876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7AFB998-0806-661D-C7AA-BEEA409AFBC2}"/>
              </a:ext>
            </a:extLst>
          </p:cNvPr>
          <p:cNvGrpSpPr/>
          <p:nvPr/>
        </p:nvGrpSpPr>
        <p:grpSpPr>
          <a:xfrm>
            <a:off x="870984" y="1595736"/>
            <a:ext cx="2489400" cy="457200"/>
            <a:chOff x="870984" y="1595736"/>
            <a:chExt cx="2489400" cy="45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6728B17-0E33-A723-302D-6FB12C41CB08}"/>
                    </a:ext>
                  </a:extLst>
                </p14:cNvPr>
                <p14:cNvContentPartPr/>
                <p14:nvPr/>
              </p14:nvContentPartPr>
              <p14:xfrm>
                <a:off x="870984" y="1600776"/>
                <a:ext cx="280080" cy="452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6728B17-0E33-A723-302D-6FB12C41CB0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2344" y="1592136"/>
                  <a:ext cx="29772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D53D391-9411-3627-27A5-B9791F7CC4FF}"/>
                    </a:ext>
                  </a:extLst>
                </p14:cNvPr>
                <p14:cNvContentPartPr/>
                <p14:nvPr/>
              </p14:nvContentPartPr>
              <p14:xfrm>
                <a:off x="1132344" y="1633176"/>
                <a:ext cx="334440" cy="353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D53D391-9411-3627-27A5-B9791F7CC4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23344" y="1624536"/>
                  <a:ext cx="35208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D1B120D-4ABD-E5EB-05E7-4D638EB18504}"/>
                    </a:ext>
                  </a:extLst>
                </p14:cNvPr>
                <p14:cNvContentPartPr/>
                <p14:nvPr/>
              </p14:nvContentPartPr>
              <p14:xfrm>
                <a:off x="1506744" y="1595736"/>
                <a:ext cx="702360" cy="335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D1B120D-4ABD-E5EB-05E7-4D638EB1850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97744" y="1586736"/>
                  <a:ext cx="72000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1A1F5C8-CDD4-8475-4C2E-4C8D8CBCEEF9}"/>
                    </a:ext>
                  </a:extLst>
                </p14:cNvPr>
                <p14:cNvContentPartPr/>
                <p14:nvPr/>
              </p14:nvContentPartPr>
              <p14:xfrm>
                <a:off x="2657664" y="1595736"/>
                <a:ext cx="702720" cy="46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1A1F5C8-CDD4-8475-4C2E-4C8D8CBCEE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49024" y="1586736"/>
                  <a:ext cx="720360" cy="6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C7D0F9E-7518-BC48-06D1-B696259EA842}"/>
                  </a:ext>
                </a:extLst>
              </p14:cNvPr>
              <p14:cNvContentPartPr/>
              <p14:nvPr/>
            </p14:nvContentPartPr>
            <p14:xfrm>
              <a:off x="2563704" y="2322576"/>
              <a:ext cx="701640" cy="381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C7D0F9E-7518-BC48-06D1-B696259EA84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555064" y="2313936"/>
                <a:ext cx="71928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F53E9B2-6C36-6215-3032-36C3544A425D}"/>
                  </a:ext>
                </a:extLst>
              </p14:cNvPr>
              <p14:cNvContentPartPr/>
              <p14:nvPr/>
            </p14:nvContentPartPr>
            <p14:xfrm>
              <a:off x="2581344" y="3011616"/>
              <a:ext cx="667440" cy="630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F53E9B2-6C36-6215-3032-36C3544A425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572344" y="3002976"/>
                <a:ext cx="685080" cy="8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3303248A-3DF4-CBFB-C145-74212DCAC1EB}"/>
              </a:ext>
            </a:extLst>
          </p:cNvPr>
          <p:cNvGrpSpPr/>
          <p:nvPr/>
        </p:nvGrpSpPr>
        <p:grpSpPr>
          <a:xfrm>
            <a:off x="695304" y="3841416"/>
            <a:ext cx="3001320" cy="1480680"/>
            <a:chOff x="695304" y="3841416"/>
            <a:chExt cx="3001320" cy="148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861563D-AEEE-EC1D-FCB3-2A2350A01645}"/>
                    </a:ext>
                  </a:extLst>
                </p14:cNvPr>
                <p14:cNvContentPartPr/>
                <p14:nvPr/>
              </p14:nvContentPartPr>
              <p14:xfrm>
                <a:off x="804744" y="3987576"/>
                <a:ext cx="307440" cy="460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861563D-AEEE-EC1D-FCB3-2A2350A0164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96104" y="3978576"/>
                  <a:ext cx="32508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4A628B7-313A-9D53-20FD-BF16FCDA7FC4}"/>
                    </a:ext>
                  </a:extLst>
                </p14:cNvPr>
                <p14:cNvContentPartPr/>
                <p14:nvPr/>
              </p14:nvContentPartPr>
              <p14:xfrm>
                <a:off x="926424" y="3960936"/>
                <a:ext cx="40680" cy="63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4A628B7-313A-9D53-20FD-BF16FCDA7FC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7424" y="3952296"/>
                  <a:ext cx="58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1F02FE4-355F-653C-1B41-F29D3D6B09E0}"/>
                    </a:ext>
                  </a:extLst>
                </p14:cNvPr>
                <p14:cNvContentPartPr/>
                <p14:nvPr/>
              </p14:nvContentPartPr>
              <p14:xfrm>
                <a:off x="854424" y="3908016"/>
                <a:ext cx="413280" cy="448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1F02FE4-355F-653C-1B41-F29D3D6B09E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45424" y="3899376"/>
                  <a:ext cx="43092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70F5F8A-E40D-FBE3-1BAE-7B2E06AC7CC1}"/>
                    </a:ext>
                  </a:extLst>
                </p14:cNvPr>
                <p14:cNvContentPartPr/>
                <p14:nvPr/>
              </p14:nvContentPartPr>
              <p14:xfrm>
                <a:off x="1354824" y="4061736"/>
                <a:ext cx="314640" cy="275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70F5F8A-E40D-FBE3-1BAE-7B2E06AC7CC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45824" y="4053096"/>
                  <a:ext cx="3322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5960390-2EB4-2EC0-8D72-8FFAFA1C7AED}"/>
                    </a:ext>
                  </a:extLst>
                </p14:cNvPr>
                <p14:cNvContentPartPr/>
                <p14:nvPr/>
              </p14:nvContentPartPr>
              <p14:xfrm>
                <a:off x="1722024" y="3845376"/>
                <a:ext cx="541440" cy="453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5960390-2EB4-2EC0-8D72-8FFAFA1C7AE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13024" y="3836736"/>
                  <a:ext cx="55908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C173282-74CC-0C1E-EEF1-83659812D5AD}"/>
                    </a:ext>
                  </a:extLst>
                </p14:cNvPr>
                <p14:cNvContentPartPr/>
                <p14:nvPr/>
              </p14:nvContentPartPr>
              <p14:xfrm>
                <a:off x="2235744" y="4082616"/>
                <a:ext cx="283680" cy="28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C173282-74CC-0C1E-EEF1-83659812D5A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27104" y="4073616"/>
                  <a:ext cx="3013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2E267EA-3B69-8D12-6DB9-7B8B337195D2}"/>
                    </a:ext>
                  </a:extLst>
                </p14:cNvPr>
                <p14:cNvContentPartPr/>
                <p14:nvPr/>
              </p14:nvContentPartPr>
              <p14:xfrm>
                <a:off x="695304" y="4878216"/>
                <a:ext cx="650160" cy="443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2E267EA-3B69-8D12-6DB9-7B8B337195D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6304" y="4869216"/>
                  <a:ext cx="66780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3A80DF1-0F92-D717-05B1-EA0DD65ACB19}"/>
                    </a:ext>
                  </a:extLst>
                </p14:cNvPr>
                <p14:cNvContentPartPr/>
                <p14:nvPr/>
              </p14:nvContentPartPr>
              <p14:xfrm>
                <a:off x="1412424" y="5035896"/>
                <a:ext cx="78120" cy="256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3A80DF1-0F92-D717-05B1-EA0DD65ACB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403424" y="5026896"/>
                  <a:ext cx="957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0638CAD-0DA5-56F7-EEF3-BE6B0C544ED5}"/>
                    </a:ext>
                  </a:extLst>
                </p14:cNvPr>
                <p14:cNvContentPartPr/>
                <p14:nvPr/>
              </p14:nvContentPartPr>
              <p14:xfrm>
                <a:off x="1412424" y="4775256"/>
                <a:ext cx="17280" cy="102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0638CAD-0DA5-56F7-EEF3-BE6B0C544ED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03424" y="4766616"/>
                  <a:ext cx="349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94BFB72-A5FB-79B7-11B5-D76CA6D67F7A}"/>
                    </a:ext>
                  </a:extLst>
                </p14:cNvPr>
                <p14:cNvContentPartPr/>
                <p14:nvPr/>
              </p14:nvContentPartPr>
              <p14:xfrm>
                <a:off x="1550664" y="4873176"/>
                <a:ext cx="601200" cy="340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94BFB72-A5FB-79B7-11B5-D76CA6D67F7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42024" y="4864176"/>
                  <a:ext cx="6188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A6E10A9-E950-F1FA-821C-68B143F272EA}"/>
                    </a:ext>
                  </a:extLst>
                </p14:cNvPr>
                <p14:cNvContentPartPr/>
                <p14:nvPr/>
              </p14:nvContentPartPr>
              <p14:xfrm>
                <a:off x="2233944" y="4800096"/>
                <a:ext cx="140400" cy="309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A6E10A9-E950-F1FA-821C-68B143F272E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225304" y="4791096"/>
                  <a:ext cx="1580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F87B25B-13D8-D401-9E04-161383C5CD7A}"/>
                    </a:ext>
                  </a:extLst>
                </p14:cNvPr>
                <p14:cNvContentPartPr/>
                <p14:nvPr/>
              </p14:nvContentPartPr>
              <p14:xfrm>
                <a:off x="2381184" y="4815216"/>
                <a:ext cx="78120" cy="268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F87B25B-13D8-D401-9E04-161383C5CD7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72184" y="4806576"/>
                  <a:ext cx="957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F5E93CC-D855-180B-1C69-5814646B1F26}"/>
                    </a:ext>
                  </a:extLst>
                </p14:cNvPr>
                <p14:cNvContentPartPr/>
                <p14:nvPr/>
              </p14:nvContentPartPr>
              <p14:xfrm>
                <a:off x="2475504" y="4629816"/>
                <a:ext cx="85680" cy="477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F5E93CC-D855-180B-1C69-5814646B1F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66864" y="4620816"/>
                  <a:ext cx="10332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D0817AE-1B42-630D-305A-1520EBB59017}"/>
                    </a:ext>
                  </a:extLst>
                </p14:cNvPr>
                <p14:cNvContentPartPr/>
                <p14:nvPr/>
              </p14:nvContentPartPr>
              <p14:xfrm>
                <a:off x="2508984" y="4799376"/>
                <a:ext cx="311040" cy="502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D0817AE-1B42-630D-305A-1520EBB5901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00344" y="4790736"/>
                  <a:ext cx="32868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8F7CD0A-0B38-5C1A-8E39-2AFA5721EBD7}"/>
                    </a:ext>
                  </a:extLst>
                </p14:cNvPr>
                <p14:cNvContentPartPr/>
                <p14:nvPr/>
              </p14:nvContentPartPr>
              <p14:xfrm>
                <a:off x="2813184" y="3841416"/>
                <a:ext cx="621000" cy="95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8F7CD0A-0B38-5C1A-8E39-2AFA5721EBD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04544" y="3832416"/>
                  <a:ext cx="6386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53BD8D2-3A40-C4F4-4EA6-24405174E2A5}"/>
                    </a:ext>
                  </a:extLst>
                </p14:cNvPr>
                <p14:cNvContentPartPr/>
                <p14:nvPr/>
              </p14:nvContentPartPr>
              <p14:xfrm>
                <a:off x="3238344" y="4856976"/>
                <a:ext cx="458280" cy="69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53BD8D2-3A40-C4F4-4EA6-24405174E2A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29344" y="4848336"/>
                  <a:ext cx="47592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6D816BF-B736-B37C-1A4E-44153D2E1C6D}"/>
              </a:ext>
            </a:extLst>
          </p:cNvPr>
          <p:cNvGrpSpPr/>
          <p:nvPr/>
        </p:nvGrpSpPr>
        <p:grpSpPr>
          <a:xfrm>
            <a:off x="4052304" y="1372176"/>
            <a:ext cx="951480" cy="387000"/>
            <a:chOff x="4052304" y="1372176"/>
            <a:chExt cx="951480" cy="38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4778569-B3E3-E2B7-2E75-92ED0C46DB85}"/>
                    </a:ext>
                  </a:extLst>
                </p14:cNvPr>
                <p14:cNvContentPartPr/>
                <p14:nvPr/>
              </p14:nvContentPartPr>
              <p14:xfrm>
                <a:off x="4052304" y="1398096"/>
                <a:ext cx="77400" cy="361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4778569-B3E3-E2B7-2E75-92ED0C46DB8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043664" y="1389096"/>
                  <a:ext cx="9504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37AC6B9-CD4E-1031-279F-7ABECF14AB20}"/>
                    </a:ext>
                  </a:extLst>
                </p14:cNvPr>
                <p14:cNvContentPartPr/>
                <p14:nvPr/>
              </p14:nvContentPartPr>
              <p14:xfrm>
                <a:off x="4206744" y="1372176"/>
                <a:ext cx="252000" cy="276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37AC6B9-CD4E-1031-279F-7ABECF14AB2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98104" y="1363536"/>
                  <a:ext cx="2696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FBF2115-FB49-4815-B02C-2CA3A1719B77}"/>
                    </a:ext>
                  </a:extLst>
                </p14:cNvPr>
                <p14:cNvContentPartPr/>
                <p14:nvPr/>
              </p14:nvContentPartPr>
              <p14:xfrm>
                <a:off x="4669344" y="1409256"/>
                <a:ext cx="161280" cy="344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FBF2115-FB49-4815-B02C-2CA3A1719B7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60344" y="1400616"/>
                  <a:ext cx="17892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C378E4B-F2B8-C95B-D0C7-77140858DBED}"/>
                    </a:ext>
                  </a:extLst>
                </p14:cNvPr>
                <p14:cNvContentPartPr/>
                <p14:nvPr/>
              </p14:nvContentPartPr>
              <p14:xfrm>
                <a:off x="4591584" y="1398096"/>
                <a:ext cx="34200" cy="51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C378E4B-F2B8-C95B-D0C7-77140858DBE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82944" y="1389456"/>
                  <a:ext cx="518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0F589AB-4771-0805-5BB9-C867F266504C}"/>
                    </a:ext>
                  </a:extLst>
                </p14:cNvPr>
                <p14:cNvContentPartPr/>
                <p14:nvPr/>
              </p14:nvContentPartPr>
              <p14:xfrm>
                <a:off x="4969584" y="1637496"/>
                <a:ext cx="34200" cy="30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0F589AB-4771-0805-5BB9-C867F266504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60944" y="1628496"/>
                  <a:ext cx="5184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09F35E2-A60C-024E-4EC6-5637E1F971F0}"/>
              </a:ext>
            </a:extLst>
          </p:cNvPr>
          <p:cNvGrpSpPr/>
          <p:nvPr/>
        </p:nvGrpSpPr>
        <p:grpSpPr>
          <a:xfrm>
            <a:off x="4051944" y="2124216"/>
            <a:ext cx="806760" cy="314640"/>
            <a:chOff x="4051944" y="2124216"/>
            <a:chExt cx="80676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9C37C9F-2016-3C08-2069-ECFD70DB8DED}"/>
                    </a:ext>
                  </a:extLst>
                </p14:cNvPr>
                <p14:cNvContentPartPr/>
                <p14:nvPr/>
              </p14:nvContentPartPr>
              <p14:xfrm>
                <a:off x="4051944" y="2124216"/>
                <a:ext cx="249840" cy="286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9C37C9F-2016-3C08-2069-ECFD70DB8DE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43304" y="2115216"/>
                  <a:ext cx="267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BD6BAED-8396-D717-A58A-25AB58D3650D}"/>
                    </a:ext>
                  </a:extLst>
                </p14:cNvPr>
                <p14:cNvContentPartPr/>
                <p14:nvPr/>
              </p14:nvContentPartPr>
              <p14:xfrm>
                <a:off x="4436424" y="2128536"/>
                <a:ext cx="189360" cy="310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BD6BAED-8396-D717-A58A-25AB58D3650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27424" y="2119536"/>
                  <a:ext cx="2070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3878EE7-3B27-C436-FBD2-49BDD125A7A1}"/>
                    </a:ext>
                  </a:extLst>
                </p14:cNvPr>
                <p14:cNvContentPartPr/>
                <p14:nvPr/>
              </p14:nvContentPartPr>
              <p14:xfrm>
                <a:off x="4351824" y="2140416"/>
                <a:ext cx="44280" cy="57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3878EE7-3B27-C436-FBD2-49BDD125A7A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43184" y="2131416"/>
                  <a:ext cx="619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21B91A8-8DB5-3819-C12B-DC7193C8228E}"/>
                    </a:ext>
                  </a:extLst>
                </p14:cNvPr>
                <p14:cNvContentPartPr/>
                <p14:nvPr/>
              </p14:nvContentPartPr>
              <p14:xfrm>
                <a:off x="4824504" y="2360736"/>
                <a:ext cx="34200" cy="25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21B91A8-8DB5-3819-C12B-DC7193C8228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15504" y="2351736"/>
                  <a:ext cx="5184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AC91F52-E206-9663-9FD7-0905C11B51D0}"/>
              </a:ext>
            </a:extLst>
          </p:cNvPr>
          <p:cNvGrpSpPr/>
          <p:nvPr/>
        </p:nvGrpSpPr>
        <p:grpSpPr>
          <a:xfrm>
            <a:off x="3898944" y="2706696"/>
            <a:ext cx="831600" cy="402120"/>
            <a:chOff x="3898944" y="2706696"/>
            <a:chExt cx="831600" cy="40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00DDD73-47AC-C844-A69E-3862C150DDF4}"/>
                    </a:ext>
                  </a:extLst>
                </p14:cNvPr>
                <p14:cNvContentPartPr/>
                <p14:nvPr/>
              </p14:nvContentPartPr>
              <p14:xfrm>
                <a:off x="3898944" y="2762856"/>
                <a:ext cx="274680" cy="333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00DDD73-47AC-C844-A69E-3862C150DDF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89944" y="2753856"/>
                  <a:ext cx="29232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66F56E0-C256-3F6D-E01D-907E16053CAB}"/>
                    </a:ext>
                  </a:extLst>
                </p14:cNvPr>
                <p14:cNvContentPartPr/>
                <p14:nvPr/>
              </p14:nvContentPartPr>
              <p14:xfrm>
                <a:off x="3899664" y="2706696"/>
                <a:ext cx="307440" cy="117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66F56E0-C256-3F6D-E01D-907E16053CA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91024" y="2698056"/>
                  <a:ext cx="3250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6438C35-BC76-DBD4-2204-761BB1B12438}"/>
                    </a:ext>
                  </a:extLst>
                </p14:cNvPr>
                <p14:cNvContentPartPr/>
                <p14:nvPr/>
              </p14:nvContentPartPr>
              <p14:xfrm>
                <a:off x="4402584" y="2745936"/>
                <a:ext cx="138960" cy="362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6438C35-BC76-DBD4-2204-761BB1B1243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93944" y="2737296"/>
                  <a:ext cx="1566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DF7EBCF-6891-8607-B1A1-A3F004AEAE0D}"/>
                    </a:ext>
                  </a:extLst>
                </p14:cNvPr>
                <p14:cNvContentPartPr/>
                <p14:nvPr/>
              </p14:nvContentPartPr>
              <p14:xfrm>
                <a:off x="4378824" y="2808576"/>
                <a:ext cx="24120" cy="49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DF7EBCF-6891-8607-B1A1-A3F004AEAE0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70184" y="2799936"/>
                  <a:ext cx="417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D751504-A523-87F2-14C6-39EDB09867CB}"/>
                    </a:ext>
                  </a:extLst>
                </p14:cNvPr>
                <p14:cNvContentPartPr/>
                <p14:nvPr/>
              </p14:nvContentPartPr>
              <p14:xfrm>
                <a:off x="4686264" y="3027096"/>
                <a:ext cx="44280" cy="42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D751504-A523-87F2-14C6-39EDB09867C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677264" y="3018096"/>
                  <a:ext cx="6192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E9B9C88-100A-715B-EC10-A325D550E490}"/>
              </a:ext>
            </a:extLst>
          </p:cNvPr>
          <p:cNvGrpSpPr/>
          <p:nvPr/>
        </p:nvGrpSpPr>
        <p:grpSpPr>
          <a:xfrm>
            <a:off x="4044024" y="3489336"/>
            <a:ext cx="831600" cy="419040"/>
            <a:chOff x="4044024" y="3489336"/>
            <a:chExt cx="831600" cy="41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49277FF-098E-9B88-5AC4-50A27F9204F9}"/>
                    </a:ext>
                  </a:extLst>
                </p14:cNvPr>
                <p14:cNvContentPartPr/>
                <p14:nvPr/>
              </p14:nvContentPartPr>
              <p14:xfrm>
                <a:off x="4044024" y="3489336"/>
                <a:ext cx="446760" cy="356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49277FF-098E-9B88-5AC4-50A27F9204F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035024" y="3480336"/>
                  <a:ext cx="4644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91A3A6C-BAFA-D615-FF84-835ADB0AC7B2}"/>
                    </a:ext>
                  </a:extLst>
                </p14:cNvPr>
                <p14:cNvContentPartPr/>
                <p14:nvPr/>
              </p14:nvContentPartPr>
              <p14:xfrm>
                <a:off x="4652424" y="3522816"/>
                <a:ext cx="117360" cy="385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91A3A6C-BAFA-D615-FF84-835ADB0AC7B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43424" y="3513816"/>
                  <a:ext cx="1350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989819D-0509-41A5-1EB1-D0589B350467}"/>
                    </a:ext>
                  </a:extLst>
                </p14:cNvPr>
                <p14:cNvContentPartPr/>
                <p14:nvPr/>
              </p14:nvContentPartPr>
              <p14:xfrm>
                <a:off x="4601664" y="3528216"/>
                <a:ext cx="34200" cy="43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989819D-0509-41A5-1EB1-D0589B35046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593024" y="3519216"/>
                  <a:ext cx="518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A1CCE57-26C4-A91B-8FF4-494C60955FA2}"/>
                    </a:ext>
                  </a:extLst>
                </p14:cNvPr>
                <p14:cNvContentPartPr/>
                <p14:nvPr/>
              </p14:nvContentPartPr>
              <p14:xfrm>
                <a:off x="4814424" y="3769416"/>
                <a:ext cx="61200" cy="42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A1CCE57-26C4-A91B-8FF4-494C60955FA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805424" y="3760416"/>
                  <a:ext cx="7884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536E859-D46E-8F72-2DD0-4EF6D851AC9E}"/>
              </a:ext>
            </a:extLst>
          </p:cNvPr>
          <p:cNvGrpSpPr/>
          <p:nvPr/>
        </p:nvGrpSpPr>
        <p:grpSpPr>
          <a:xfrm>
            <a:off x="4197744" y="4408776"/>
            <a:ext cx="1106280" cy="410760"/>
            <a:chOff x="4197744" y="4408776"/>
            <a:chExt cx="1106280" cy="41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AC9E883-D399-5F5A-CFC2-516DE26BFACE}"/>
                    </a:ext>
                  </a:extLst>
                </p14:cNvPr>
                <p14:cNvContentPartPr/>
                <p14:nvPr/>
              </p14:nvContentPartPr>
              <p14:xfrm>
                <a:off x="4197744" y="4408776"/>
                <a:ext cx="282600" cy="410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AC9E883-D399-5F5A-CFC2-516DE26BFAC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88744" y="4400136"/>
                  <a:ext cx="30024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45C71B2-CDFE-2C2B-B161-B73E1673713A}"/>
                    </a:ext>
                  </a:extLst>
                </p14:cNvPr>
                <p14:cNvContentPartPr/>
                <p14:nvPr/>
              </p14:nvContentPartPr>
              <p14:xfrm>
                <a:off x="4582944" y="4456656"/>
                <a:ext cx="249120" cy="301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45C71B2-CDFE-2C2B-B161-B73E1673713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574304" y="4448016"/>
                  <a:ext cx="2667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92E138B-04C8-CC52-9D09-8F75A5ED47AC}"/>
                    </a:ext>
                  </a:extLst>
                </p14:cNvPr>
                <p14:cNvContentPartPr/>
                <p14:nvPr/>
              </p14:nvContentPartPr>
              <p14:xfrm>
                <a:off x="5013504" y="4436496"/>
                <a:ext cx="128520" cy="373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92E138B-04C8-CC52-9D09-8F75A5ED47A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004504" y="4427496"/>
                  <a:ext cx="14616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8498108-8672-8865-C0A6-E4F36F79656A}"/>
                    </a:ext>
                  </a:extLst>
                </p14:cNvPr>
                <p14:cNvContentPartPr/>
                <p14:nvPr/>
              </p14:nvContentPartPr>
              <p14:xfrm>
                <a:off x="4918824" y="4521096"/>
                <a:ext cx="17280" cy="53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8498108-8672-8865-C0A6-E4F36F79656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10184" y="4512096"/>
                  <a:ext cx="349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983DE6-B774-8994-8C3C-B6F86A6089A0}"/>
                    </a:ext>
                  </a:extLst>
                </p14:cNvPr>
                <p14:cNvContentPartPr/>
                <p14:nvPr/>
              </p14:nvContentPartPr>
              <p14:xfrm>
                <a:off x="5276664" y="4746816"/>
                <a:ext cx="27360" cy="19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983DE6-B774-8994-8C3C-B6F86A6089A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68024" y="4738176"/>
                  <a:ext cx="4500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CF619C0-CFCC-2EAC-6AA7-23671D23D93E}"/>
                  </a:ext>
                </a:extLst>
              </p14:cNvPr>
              <p14:cNvContentPartPr/>
              <p14:nvPr/>
            </p14:nvContentPartPr>
            <p14:xfrm>
              <a:off x="2145024" y="490536"/>
              <a:ext cx="1076760" cy="2415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CF619C0-CFCC-2EAC-6AA7-23671D23D93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136384" y="481536"/>
                <a:ext cx="1094400" cy="25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D8AAABC2-0C2F-FBB3-23A9-5AFC7C56DB18}"/>
              </a:ext>
            </a:extLst>
          </p:cNvPr>
          <p:cNvGrpSpPr/>
          <p:nvPr/>
        </p:nvGrpSpPr>
        <p:grpSpPr>
          <a:xfrm>
            <a:off x="3727944" y="268416"/>
            <a:ext cx="2456640" cy="710280"/>
            <a:chOff x="3727944" y="268416"/>
            <a:chExt cx="2456640" cy="71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388B4CA-DF1F-2945-AD98-CD50992B4744}"/>
                    </a:ext>
                  </a:extLst>
                </p14:cNvPr>
                <p14:cNvContentPartPr/>
                <p14:nvPr/>
              </p14:nvContentPartPr>
              <p14:xfrm>
                <a:off x="3727944" y="336816"/>
                <a:ext cx="264600" cy="375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388B4CA-DF1F-2945-AD98-CD50992B474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718944" y="328176"/>
                  <a:ext cx="28224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7160EB0-117A-95BB-0D39-373304312BB6}"/>
                    </a:ext>
                  </a:extLst>
                </p14:cNvPr>
                <p14:cNvContentPartPr/>
                <p14:nvPr/>
              </p14:nvContentPartPr>
              <p14:xfrm>
                <a:off x="4173264" y="452376"/>
                <a:ext cx="284400" cy="276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7160EB0-117A-95BB-0D39-373304312BB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64264" y="443376"/>
                  <a:ext cx="3020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D860BDC-6A3C-AB5C-DEA5-632CB32DC439}"/>
                    </a:ext>
                  </a:extLst>
                </p14:cNvPr>
                <p14:cNvContentPartPr/>
                <p14:nvPr/>
              </p14:nvContentPartPr>
              <p14:xfrm>
                <a:off x="4574664" y="436176"/>
                <a:ext cx="10440" cy="199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D860BDC-6A3C-AB5C-DEA5-632CB32DC43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566024" y="427176"/>
                  <a:ext cx="280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96EA796-94EE-BAE6-0A13-CFB83868DBEF}"/>
                    </a:ext>
                  </a:extLst>
                </p14:cNvPr>
                <p14:cNvContentPartPr/>
                <p14:nvPr/>
              </p14:nvContentPartPr>
              <p14:xfrm>
                <a:off x="4702824" y="407376"/>
                <a:ext cx="840960" cy="320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96EA796-94EE-BAE6-0A13-CFB83868DBE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693824" y="398736"/>
                  <a:ext cx="85860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B35D9F8-0B4B-FCC9-A609-F5C348A4C126}"/>
                    </a:ext>
                  </a:extLst>
                </p14:cNvPr>
                <p14:cNvContentPartPr/>
                <p14:nvPr/>
              </p14:nvContentPartPr>
              <p14:xfrm>
                <a:off x="5604264" y="443016"/>
                <a:ext cx="41040" cy="254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B35D9F8-0B4B-FCC9-A609-F5C348A4C12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595264" y="434376"/>
                  <a:ext cx="586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28EF0EF-0379-DDBC-3E15-D24420495FAC}"/>
                    </a:ext>
                  </a:extLst>
                </p14:cNvPr>
                <p14:cNvContentPartPr/>
                <p14:nvPr/>
              </p14:nvContentPartPr>
              <p14:xfrm>
                <a:off x="5715504" y="268416"/>
                <a:ext cx="67680" cy="435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28EF0EF-0379-DDBC-3E15-D24420495FA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706504" y="259776"/>
                  <a:ext cx="8532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008DDCF-7210-4265-7494-B2AA096398B7}"/>
                    </a:ext>
                  </a:extLst>
                </p14:cNvPr>
                <p14:cNvContentPartPr/>
                <p14:nvPr/>
              </p14:nvContentPartPr>
              <p14:xfrm>
                <a:off x="5782824" y="433656"/>
                <a:ext cx="401760" cy="545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008DDCF-7210-4265-7494-B2AA096398B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74184" y="424656"/>
                  <a:ext cx="41940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CF10F4A-8304-57E2-69F1-E9E95DD057CF}"/>
                    </a:ext>
                  </a:extLst>
                </p14:cNvPr>
                <p14:cNvContentPartPr/>
                <p14:nvPr/>
              </p14:nvContentPartPr>
              <p14:xfrm>
                <a:off x="5492664" y="293256"/>
                <a:ext cx="94680" cy="63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CF10F4A-8304-57E2-69F1-E9E95DD057C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484024" y="284256"/>
                  <a:ext cx="112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E3F6420-29A2-BA5A-FCA9-CA5E6CF85BFA}"/>
                    </a:ext>
                  </a:extLst>
                </p14:cNvPr>
                <p14:cNvContentPartPr/>
                <p14:nvPr/>
              </p14:nvContentPartPr>
              <p14:xfrm>
                <a:off x="4935744" y="268416"/>
                <a:ext cx="111600" cy="15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E3F6420-29A2-BA5A-FCA9-CA5E6CF85BF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927104" y="259776"/>
                  <a:ext cx="12924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1ED15A2A-B9B3-5678-87A1-AEA54F9EF6A0}"/>
                  </a:ext>
                </a:extLst>
              </p14:cNvPr>
              <p14:cNvContentPartPr/>
              <p14:nvPr/>
            </p14:nvContentPartPr>
            <p14:xfrm>
              <a:off x="6434424" y="424296"/>
              <a:ext cx="773280" cy="957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1ED15A2A-B9B3-5678-87A1-AEA54F9EF6A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425424" y="415296"/>
                <a:ext cx="790920" cy="11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E80240F4-6524-1C29-CB41-571A5C8053A0}"/>
              </a:ext>
            </a:extLst>
          </p:cNvPr>
          <p:cNvGrpSpPr/>
          <p:nvPr/>
        </p:nvGrpSpPr>
        <p:grpSpPr>
          <a:xfrm>
            <a:off x="7512984" y="148896"/>
            <a:ext cx="1794600" cy="767520"/>
            <a:chOff x="7512984" y="148896"/>
            <a:chExt cx="1794600" cy="76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065E5CF-3F6D-272F-49A5-674FF94269CF}"/>
                    </a:ext>
                  </a:extLst>
                </p14:cNvPr>
                <p14:cNvContentPartPr/>
                <p14:nvPr/>
              </p14:nvContentPartPr>
              <p14:xfrm>
                <a:off x="7512984" y="302616"/>
                <a:ext cx="52200" cy="347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065E5CF-3F6D-272F-49A5-674FF94269C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04344" y="293976"/>
                  <a:ext cx="6984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5069703-2527-E198-5A0F-5DACCD9C96EB}"/>
                    </a:ext>
                  </a:extLst>
                </p14:cNvPr>
                <p14:cNvContentPartPr/>
                <p14:nvPr/>
              </p14:nvContentPartPr>
              <p14:xfrm>
                <a:off x="7520904" y="290376"/>
                <a:ext cx="378360" cy="360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5069703-2527-E198-5A0F-5DACCD9C96E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12264" y="281736"/>
                  <a:ext cx="39600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0628121-EEBE-CA64-B9B5-37F80A81C1A3}"/>
                    </a:ext>
                  </a:extLst>
                </p14:cNvPr>
                <p14:cNvContentPartPr/>
                <p14:nvPr/>
              </p14:nvContentPartPr>
              <p14:xfrm>
                <a:off x="8045064" y="351936"/>
                <a:ext cx="428040" cy="564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0628121-EEBE-CA64-B9B5-37F80A81C1A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036424" y="343296"/>
                  <a:ext cx="445680" cy="5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07C090D-5D9E-2C0E-CB7B-C928A20A0421}"/>
                    </a:ext>
                  </a:extLst>
                </p14:cNvPr>
                <p14:cNvContentPartPr/>
                <p14:nvPr/>
              </p14:nvContentPartPr>
              <p14:xfrm>
                <a:off x="8293824" y="236376"/>
                <a:ext cx="44280" cy="32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07C090D-5D9E-2C0E-CB7B-C928A20A042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285184" y="227376"/>
                  <a:ext cx="619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B1D7604-756C-E154-EB73-F9A3F1D4BF64}"/>
                    </a:ext>
                  </a:extLst>
                </p14:cNvPr>
                <p14:cNvContentPartPr/>
                <p14:nvPr/>
              </p14:nvContentPartPr>
              <p14:xfrm>
                <a:off x="8594064" y="374976"/>
                <a:ext cx="352080" cy="271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B1D7604-756C-E154-EB73-F9A3F1D4BF6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585064" y="365976"/>
                  <a:ext cx="3697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C84C49E-12E8-FE36-EF15-F3F34CD0B05A}"/>
                    </a:ext>
                  </a:extLst>
                </p14:cNvPr>
                <p14:cNvContentPartPr/>
                <p14:nvPr/>
              </p14:nvContentPartPr>
              <p14:xfrm>
                <a:off x="8961984" y="216216"/>
                <a:ext cx="68400" cy="399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C84C49E-12E8-FE36-EF15-F3F34CD0B05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953344" y="207576"/>
                  <a:ext cx="860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4B272E1-C6BF-69FF-4FD4-1B332E8B7527}"/>
                    </a:ext>
                  </a:extLst>
                </p14:cNvPr>
                <p14:cNvContentPartPr/>
                <p14:nvPr/>
              </p14:nvContentPartPr>
              <p14:xfrm>
                <a:off x="9021744" y="349776"/>
                <a:ext cx="285840" cy="479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4B272E1-C6BF-69FF-4FD4-1B332E8B752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012744" y="341136"/>
                  <a:ext cx="30348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B2B56A4-A8EC-0A18-E354-2FB7FB7D36C3}"/>
                    </a:ext>
                  </a:extLst>
                </p14:cNvPr>
                <p14:cNvContentPartPr/>
                <p14:nvPr/>
              </p14:nvContentPartPr>
              <p14:xfrm>
                <a:off x="8800344" y="148896"/>
                <a:ext cx="41040" cy="53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B2B56A4-A8EC-0A18-E354-2FB7FB7D36C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791344" y="140256"/>
                  <a:ext cx="5868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900785D-2014-4A93-C589-4334E1BD5139}"/>
              </a:ext>
            </a:extLst>
          </p:cNvPr>
          <p:cNvGrpSpPr/>
          <p:nvPr/>
        </p:nvGrpSpPr>
        <p:grpSpPr>
          <a:xfrm>
            <a:off x="538344" y="1456056"/>
            <a:ext cx="9195120" cy="4529880"/>
            <a:chOff x="538344" y="1456056"/>
            <a:chExt cx="9195120" cy="452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B75E81C-3D41-2D78-C536-BC2AEF9FD419}"/>
                    </a:ext>
                  </a:extLst>
                </p14:cNvPr>
                <p14:cNvContentPartPr/>
                <p14:nvPr/>
              </p14:nvContentPartPr>
              <p14:xfrm>
                <a:off x="538344" y="4211496"/>
                <a:ext cx="5229000" cy="1520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B75E81C-3D41-2D78-C536-BC2AEF9FD41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29344" y="4202496"/>
                  <a:ext cx="5246640" cy="15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3DC7305-E8FE-D5C4-3817-B4A91EA0B79D}"/>
                    </a:ext>
                  </a:extLst>
                </p14:cNvPr>
                <p14:cNvContentPartPr/>
                <p14:nvPr/>
              </p14:nvContentPartPr>
              <p14:xfrm>
                <a:off x="5354424" y="4900536"/>
                <a:ext cx="1492560" cy="102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3DC7305-E8FE-D5C4-3817-B4A91EA0B79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45424" y="4891896"/>
                  <a:ext cx="15102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F28BC3F-5DB9-0F8E-E6F3-DD081FC4B547}"/>
                    </a:ext>
                  </a:extLst>
                </p14:cNvPr>
                <p14:cNvContentPartPr/>
                <p14:nvPr/>
              </p14:nvContentPartPr>
              <p14:xfrm>
                <a:off x="6751584" y="4795416"/>
                <a:ext cx="150480" cy="259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F28BC3F-5DB9-0F8E-E6F3-DD081FC4B54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742584" y="4786416"/>
                  <a:ext cx="1681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A8A9667-7802-F7DC-81E4-4012EA40DFD3}"/>
                    </a:ext>
                  </a:extLst>
                </p14:cNvPr>
                <p14:cNvContentPartPr/>
                <p14:nvPr/>
              </p14:nvContentPartPr>
              <p14:xfrm>
                <a:off x="6434064" y="1456056"/>
                <a:ext cx="1320840" cy="3513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A8A9667-7802-F7DC-81E4-4012EA40DFD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425064" y="1447416"/>
                  <a:ext cx="1338480" cy="353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B55DCC7-027F-A055-B422-C699A62DDAF2}"/>
                    </a:ext>
                  </a:extLst>
                </p14:cNvPr>
                <p14:cNvContentPartPr/>
                <p14:nvPr/>
              </p14:nvContentPartPr>
              <p14:xfrm>
                <a:off x="8026704" y="2083536"/>
                <a:ext cx="473760" cy="479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B55DCC7-027F-A055-B422-C699A62DDAF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018064" y="2074536"/>
                  <a:ext cx="49140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440BD71-D46C-359E-0E48-09D1FFC400E8}"/>
                    </a:ext>
                  </a:extLst>
                </p14:cNvPr>
                <p14:cNvContentPartPr/>
                <p14:nvPr/>
              </p14:nvContentPartPr>
              <p14:xfrm>
                <a:off x="8584344" y="2128896"/>
                <a:ext cx="182520" cy="333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440BD71-D46C-359E-0E48-09D1FFC400E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575344" y="2120256"/>
                  <a:ext cx="20016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175F6B4-7478-A585-9264-A04E22E2C9D3}"/>
                    </a:ext>
                  </a:extLst>
                </p14:cNvPr>
                <p14:cNvContentPartPr/>
                <p14:nvPr/>
              </p14:nvContentPartPr>
              <p14:xfrm>
                <a:off x="8816904" y="2244096"/>
                <a:ext cx="469440" cy="2527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175F6B4-7478-A585-9264-A04E22E2C9D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808264" y="2235096"/>
                  <a:ext cx="4870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40AA816-6546-2F27-FA03-9F9DF516E67E}"/>
                    </a:ext>
                  </a:extLst>
                </p14:cNvPr>
                <p14:cNvContentPartPr/>
                <p14:nvPr/>
              </p14:nvContentPartPr>
              <p14:xfrm>
                <a:off x="9569664" y="2115576"/>
                <a:ext cx="163800" cy="285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40AA816-6546-2F27-FA03-9F9DF516E67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560664" y="2106576"/>
                  <a:ext cx="1814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BC5CACA-1722-F4BD-4ACB-4D029E633091}"/>
                    </a:ext>
                  </a:extLst>
                </p14:cNvPr>
                <p14:cNvContentPartPr/>
                <p14:nvPr/>
              </p14:nvContentPartPr>
              <p14:xfrm>
                <a:off x="9640584" y="2535336"/>
                <a:ext cx="17280" cy="43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BC5CACA-1722-F4BD-4ACB-4D029E63309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631584" y="2526336"/>
                  <a:ext cx="349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8B2F30E-1E26-5D2C-8002-AF59E33845F3}"/>
                    </a:ext>
                  </a:extLst>
                </p14:cNvPr>
                <p14:cNvContentPartPr/>
                <p14:nvPr/>
              </p14:nvContentPartPr>
              <p14:xfrm>
                <a:off x="4162104" y="5056416"/>
                <a:ext cx="311760" cy="394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8B2F30E-1E26-5D2C-8002-AF59E33845F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153464" y="5047416"/>
                  <a:ext cx="32940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3881762-124E-363A-FA9A-9B2877BE97C6}"/>
                    </a:ext>
                  </a:extLst>
                </p14:cNvPr>
                <p14:cNvContentPartPr/>
                <p14:nvPr/>
              </p14:nvContentPartPr>
              <p14:xfrm>
                <a:off x="4557384" y="5066496"/>
                <a:ext cx="212760" cy="254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3881762-124E-363A-FA9A-9B2877BE97C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548744" y="5057856"/>
                  <a:ext cx="2304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E54A9E4-C8A0-2C0D-52BC-03E4FE89E78B}"/>
                    </a:ext>
                  </a:extLst>
                </p14:cNvPr>
                <p14:cNvContentPartPr/>
                <p14:nvPr/>
              </p14:nvContentPartPr>
              <p14:xfrm>
                <a:off x="4908744" y="5100336"/>
                <a:ext cx="46080" cy="279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E54A9E4-C8A0-2C0D-52BC-03E4FE89E78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00104" y="5091336"/>
                  <a:ext cx="637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A43ED45-9ADB-B38D-DF9F-A20126FB08AD}"/>
                    </a:ext>
                  </a:extLst>
                </p14:cNvPr>
                <p14:cNvContentPartPr/>
                <p14:nvPr/>
              </p14:nvContentPartPr>
              <p14:xfrm>
                <a:off x="4847904" y="5046336"/>
                <a:ext cx="173160" cy="182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A43ED45-9ADB-B38D-DF9F-A20126FB08A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838904" y="5037336"/>
                  <a:ext cx="1908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BB2A1C9-7E92-8C01-DAD3-16B31EEDE9EB}"/>
                    </a:ext>
                  </a:extLst>
                </p14:cNvPr>
                <p14:cNvContentPartPr/>
                <p14:nvPr/>
              </p14:nvContentPartPr>
              <p14:xfrm>
                <a:off x="4156344" y="5466456"/>
                <a:ext cx="290520" cy="4096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BB2A1C9-7E92-8C01-DAD3-16B31EEDE9E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147344" y="5457456"/>
                  <a:ext cx="30816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C8B8703-FE73-4D38-2C7B-26AB46E76089}"/>
                    </a:ext>
                  </a:extLst>
                </p14:cNvPr>
                <p14:cNvContentPartPr/>
                <p14:nvPr/>
              </p14:nvContentPartPr>
              <p14:xfrm>
                <a:off x="4530024" y="5433336"/>
                <a:ext cx="295920" cy="3409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C8B8703-FE73-4D38-2C7B-26AB46E7608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521384" y="5424696"/>
                  <a:ext cx="3135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269784B-1A7B-5600-92ED-2F3399E5E75C}"/>
                    </a:ext>
                  </a:extLst>
                </p14:cNvPr>
                <p14:cNvContentPartPr/>
                <p14:nvPr/>
              </p14:nvContentPartPr>
              <p14:xfrm>
                <a:off x="4797504" y="5545296"/>
                <a:ext cx="273960" cy="2098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269784B-1A7B-5600-92ED-2F3399E5E75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788504" y="5536656"/>
                  <a:ext cx="2916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0399900-ACE8-1EA4-3E87-A1E646629235}"/>
                    </a:ext>
                  </a:extLst>
                </p14:cNvPr>
                <p14:cNvContentPartPr/>
                <p14:nvPr/>
              </p14:nvContentPartPr>
              <p14:xfrm>
                <a:off x="5388984" y="5524056"/>
                <a:ext cx="573120" cy="2786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0399900-ACE8-1EA4-3E87-A1E64662923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379984" y="5515416"/>
                  <a:ext cx="5907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A1A5CDB-126C-C124-F1D9-90FD451263E2}"/>
                    </a:ext>
                  </a:extLst>
                </p14:cNvPr>
                <p14:cNvContentPartPr/>
                <p14:nvPr/>
              </p14:nvContentPartPr>
              <p14:xfrm>
                <a:off x="5998824" y="5395176"/>
                <a:ext cx="607680" cy="5907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A1A5CDB-126C-C124-F1D9-90FD451263E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990184" y="5386536"/>
                  <a:ext cx="62532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B7477C4-B904-84EC-98D4-A3292A7B02CB}"/>
                    </a:ext>
                  </a:extLst>
                </p14:cNvPr>
                <p14:cNvContentPartPr/>
                <p14:nvPr/>
              </p14:nvContentPartPr>
              <p14:xfrm>
                <a:off x="6656184" y="5463216"/>
                <a:ext cx="146160" cy="2048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B7477C4-B904-84EC-98D4-A3292A7B02C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647544" y="5454576"/>
                  <a:ext cx="1638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4EAE803-26A7-9474-31A9-6926F7E8E767}"/>
                    </a:ext>
                  </a:extLst>
                </p14:cNvPr>
                <p14:cNvContentPartPr/>
                <p14:nvPr/>
              </p14:nvContentPartPr>
              <p14:xfrm>
                <a:off x="6751584" y="5272776"/>
                <a:ext cx="219600" cy="3751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4EAE803-26A7-9474-31A9-6926F7E8E76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742584" y="5264136"/>
                  <a:ext cx="23724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C91DA0E-A387-269F-BF5E-903D4968EDE2}"/>
                    </a:ext>
                  </a:extLst>
                </p14:cNvPr>
                <p14:cNvContentPartPr/>
                <p14:nvPr/>
              </p14:nvContentPartPr>
              <p14:xfrm>
                <a:off x="6683904" y="5239296"/>
                <a:ext cx="74520" cy="81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C91DA0E-A387-269F-BF5E-903D4968EDE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675264" y="5230296"/>
                  <a:ext cx="9216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770DF4E-85C6-D340-C5F1-FE5849189B0E}"/>
              </a:ext>
            </a:extLst>
          </p:cNvPr>
          <p:cNvGrpSpPr/>
          <p:nvPr/>
        </p:nvGrpSpPr>
        <p:grpSpPr>
          <a:xfrm>
            <a:off x="1232064" y="5727096"/>
            <a:ext cx="1886760" cy="1062360"/>
            <a:chOff x="1232064" y="5727096"/>
            <a:chExt cx="1886760" cy="106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06BE9E6-A50E-DCE7-B4A0-DA1A0B80BD79}"/>
                    </a:ext>
                  </a:extLst>
                </p14:cNvPr>
                <p14:cNvContentPartPr/>
                <p14:nvPr/>
              </p14:nvContentPartPr>
              <p14:xfrm>
                <a:off x="1232064" y="6131016"/>
                <a:ext cx="123120" cy="442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06BE9E6-A50E-DCE7-B4A0-DA1A0B80BD7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223424" y="6122016"/>
                  <a:ext cx="14076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98C9368-0111-8147-163B-682B04731594}"/>
                    </a:ext>
                  </a:extLst>
                </p14:cNvPr>
                <p14:cNvContentPartPr/>
                <p14:nvPr/>
              </p14:nvContentPartPr>
              <p14:xfrm>
                <a:off x="1405584" y="6125976"/>
                <a:ext cx="786960" cy="550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98C9368-0111-8147-163B-682B0473159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396944" y="6117336"/>
                  <a:ext cx="80460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6845D42-A244-393F-5AE3-9436AC55FB86}"/>
                    </a:ext>
                  </a:extLst>
                </p14:cNvPr>
                <p14:cNvContentPartPr/>
                <p14:nvPr/>
              </p14:nvContentPartPr>
              <p14:xfrm>
                <a:off x="1985544" y="5918256"/>
                <a:ext cx="491040" cy="4449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6845D42-A244-393F-5AE3-9436AC55FB8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976904" y="5909616"/>
                  <a:ext cx="50868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51CC681-FF37-16CD-5C8A-893191DD80E9}"/>
                    </a:ext>
                  </a:extLst>
                </p14:cNvPr>
                <p14:cNvContentPartPr/>
                <p14:nvPr/>
              </p14:nvContentPartPr>
              <p14:xfrm>
                <a:off x="2348424" y="5727096"/>
                <a:ext cx="572760" cy="533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51CC681-FF37-16CD-5C8A-893191DD80E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339784" y="5718456"/>
                  <a:ext cx="59040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8D85DF9-3300-7855-84BA-9480FC17CAF1}"/>
                    </a:ext>
                  </a:extLst>
                </p14:cNvPr>
                <p14:cNvContentPartPr/>
                <p14:nvPr/>
              </p14:nvContentPartPr>
              <p14:xfrm>
                <a:off x="2826504" y="5734656"/>
                <a:ext cx="292320" cy="2844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8D85DF9-3300-7855-84BA-9480FC17CAF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817864" y="5726016"/>
                  <a:ext cx="3099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7E24838-4DD8-8653-98D3-69A5FE5C0790}"/>
                    </a:ext>
                  </a:extLst>
                </p14:cNvPr>
                <p14:cNvContentPartPr/>
                <p14:nvPr/>
              </p14:nvContentPartPr>
              <p14:xfrm>
                <a:off x="1819944" y="6227496"/>
                <a:ext cx="1000440" cy="561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7E24838-4DD8-8653-98D3-69A5FE5C079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811304" y="6218856"/>
                  <a:ext cx="101808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2FE73FC-2A92-236A-9D56-9B0C1510B6D3}"/>
                    </a:ext>
                  </a:extLst>
                </p14:cNvPr>
                <p14:cNvContentPartPr/>
                <p14:nvPr/>
              </p14:nvContentPartPr>
              <p14:xfrm>
                <a:off x="2073744" y="6394896"/>
                <a:ext cx="591120" cy="350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2FE73FC-2A92-236A-9D56-9B0C1510B6D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065104" y="6385896"/>
                  <a:ext cx="6087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C10E1DB-A259-A419-5D8F-CDB0324F05B7}"/>
                    </a:ext>
                  </a:extLst>
                </p14:cNvPr>
                <p14:cNvContentPartPr/>
                <p14:nvPr/>
              </p14:nvContentPartPr>
              <p14:xfrm>
                <a:off x="2954664" y="6116616"/>
                <a:ext cx="89280" cy="1152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C10E1DB-A259-A419-5D8F-CDB0324F05B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946024" y="6107616"/>
                  <a:ext cx="1069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77737CB-8A4B-6482-38F1-C6E9E418D715}"/>
                    </a:ext>
                  </a:extLst>
                </p14:cNvPr>
                <p14:cNvContentPartPr/>
                <p14:nvPr/>
              </p14:nvContentPartPr>
              <p14:xfrm>
                <a:off x="3042504" y="6332256"/>
                <a:ext cx="24120" cy="78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77737CB-8A4B-6482-38F1-C6E9E418D71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033864" y="6323256"/>
                  <a:ext cx="41760" cy="95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5822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E29105-5813-E90A-E3F6-4856FC199C9D}"/>
                  </a:ext>
                </a:extLst>
              </p14:cNvPr>
              <p14:cNvContentPartPr/>
              <p14:nvPr/>
            </p14:nvContentPartPr>
            <p14:xfrm>
              <a:off x="-728496" y="746856"/>
              <a:ext cx="248040" cy="140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E29105-5813-E90A-E3F6-4856FC199C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737496" y="738216"/>
                <a:ext cx="26568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C27BEF2-0B4D-8234-D59C-318D25530A57}"/>
                  </a:ext>
                </a:extLst>
              </p14:cNvPr>
              <p14:cNvContentPartPr/>
              <p14:nvPr/>
            </p14:nvContentPartPr>
            <p14:xfrm>
              <a:off x="37224" y="916056"/>
              <a:ext cx="2077920" cy="110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C27BEF2-0B4D-8234-D59C-318D25530A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224" y="907056"/>
                <a:ext cx="2095560" cy="12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98720F79-9AE4-2E34-47E4-1167F270AEBD}"/>
              </a:ext>
            </a:extLst>
          </p:cNvPr>
          <p:cNvGrpSpPr/>
          <p:nvPr/>
        </p:nvGrpSpPr>
        <p:grpSpPr>
          <a:xfrm>
            <a:off x="444384" y="94896"/>
            <a:ext cx="2099160" cy="580320"/>
            <a:chOff x="444384" y="94896"/>
            <a:chExt cx="2099160" cy="58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777FA8E-52A3-E6B1-1D23-AD1E798B4E3F}"/>
                    </a:ext>
                  </a:extLst>
                </p14:cNvPr>
                <p14:cNvContentPartPr/>
                <p14:nvPr/>
              </p14:nvContentPartPr>
              <p14:xfrm>
                <a:off x="444384" y="257976"/>
                <a:ext cx="361440" cy="417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777FA8E-52A3-E6B1-1D23-AD1E798B4E3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5744" y="249336"/>
                  <a:ext cx="37908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6FDD69C-FB9E-8521-FF2A-9F17A55F3C8D}"/>
                    </a:ext>
                  </a:extLst>
                </p14:cNvPr>
                <p14:cNvContentPartPr/>
                <p14:nvPr/>
              </p14:nvContentPartPr>
              <p14:xfrm>
                <a:off x="815544" y="283176"/>
                <a:ext cx="391680" cy="312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6FDD69C-FB9E-8521-FF2A-9F17A55F3C8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06544" y="274176"/>
                  <a:ext cx="4093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DA4BD06-0F85-5594-462F-248B58750D12}"/>
                    </a:ext>
                  </a:extLst>
                </p14:cNvPr>
                <p14:cNvContentPartPr/>
                <p14:nvPr/>
              </p14:nvContentPartPr>
              <p14:xfrm>
                <a:off x="1327104" y="165456"/>
                <a:ext cx="85320" cy="437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DA4BD06-0F85-5594-462F-248B58750D1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18464" y="156456"/>
                  <a:ext cx="10296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C303242-03AF-23B8-BFAE-987604E26B01}"/>
                    </a:ext>
                  </a:extLst>
                </p14:cNvPr>
                <p14:cNvContentPartPr/>
                <p14:nvPr/>
              </p14:nvContentPartPr>
              <p14:xfrm>
                <a:off x="1260144" y="94896"/>
                <a:ext cx="574560" cy="508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C303242-03AF-23B8-BFAE-987604E26B0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51144" y="85896"/>
                  <a:ext cx="59220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97554FA-48A7-EFFB-37CE-99A72B5F76A0}"/>
                    </a:ext>
                  </a:extLst>
                </p14:cNvPr>
                <p14:cNvContentPartPr/>
                <p14:nvPr/>
              </p14:nvContentPartPr>
              <p14:xfrm>
                <a:off x="1689264" y="167976"/>
                <a:ext cx="34200" cy="15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97554FA-48A7-EFFB-37CE-99A72B5F76A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80264" y="158976"/>
                  <a:ext cx="518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0152D19-3009-6ECA-DB9B-03AE41713571}"/>
                    </a:ext>
                  </a:extLst>
                </p14:cNvPr>
                <p14:cNvContentPartPr/>
                <p14:nvPr/>
              </p14:nvContentPartPr>
              <p14:xfrm>
                <a:off x="1884744" y="235296"/>
                <a:ext cx="489600" cy="317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0152D19-3009-6ECA-DB9B-03AE4171357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76104" y="226656"/>
                  <a:ext cx="5072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308A855-A468-224F-6DAC-311A6AA722B0}"/>
                    </a:ext>
                  </a:extLst>
                </p14:cNvPr>
                <p14:cNvContentPartPr/>
                <p14:nvPr/>
              </p14:nvContentPartPr>
              <p14:xfrm>
                <a:off x="2519424" y="390096"/>
                <a:ext cx="24120" cy="4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308A855-A468-224F-6DAC-311A6AA722B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510424" y="381096"/>
                  <a:ext cx="41760" cy="2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3F8F76C-566C-7847-BC94-B1FE4E948524}"/>
                  </a:ext>
                </a:extLst>
              </p14:cNvPr>
              <p14:cNvContentPartPr/>
              <p14:nvPr/>
            </p14:nvContentPartPr>
            <p14:xfrm>
              <a:off x="3143304" y="293616"/>
              <a:ext cx="507600" cy="5616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3F8F76C-566C-7847-BC94-B1FE4E94852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134304" y="284976"/>
                <a:ext cx="525240" cy="57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6D5A05F-988E-4698-5108-B6B7410B934E}"/>
                  </a:ext>
                </a:extLst>
              </p14:cNvPr>
              <p14:cNvContentPartPr/>
              <p14:nvPr/>
            </p14:nvContentPartPr>
            <p14:xfrm>
              <a:off x="3710664" y="415296"/>
              <a:ext cx="341280" cy="312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6D5A05F-988E-4698-5108-B6B7410B934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702024" y="406656"/>
                <a:ext cx="35892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94C7254-174D-C72B-B70F-56589AAE57DF}"/>
                  </a:ext>
                </a:extLst>
              </p14:cNvPr>
              <p14:cNvContentPartPr/>
              <p14:nvPr/>
            </p14:nvContentPartPr>
            <p14:xfrm>
              <a:off x="4101984" y="278496"/>
              <a:ext cx="78120" cy="531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94C7254-174D-C72B-B70F-56589AAE57D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093344" y="269856"/>
                <a:ext cx="95760" cy="54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F6ADED0-6606-E4A6-ACD8-9D8ECBBB7F42}"/>
                  </a:ext>
                </a:extLst>
              </p14:cNvPr>
              <p14:cNvContentPartPr/>
              <p14:nvPr/>
            </p14:nvContentPartPr>
            <p14:xfrm>
              <a:off x="4033944" y="414936"/>
              <a:ext cx="601920" cy="3675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F6ADED0-6606-E4A6-ACD8-9D8ECBBB7F4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024944" y="405936"/>
                <a:ext cx="61956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4E0CA40-8892-F01C-3A6E-2CEC913CB38F}"/>
                  </a:ext>
                </a:extLst>
              </p14:cNvPr>
              <p14:cNvContentPartPr/>
              <p14:nvPr/>
            </p14:nvContentPartPr>
            <p14:xfrm>
              <a:off x="4942224" y="491616"/>
              <a:ext cx="412560" cy="3135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4E0CA40-8892-F01C-3A6E-2CEC913CB38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933224" y="482616"/>
                <a:ext cx="43020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7F4B019-660D-0D0F-822A-2DD9503E1A36}"/>
                  </a:ext>
                </a:extLst>
              </p14:cNvPr>
              <p14:cNvContentPartPr/>
              <p14:nvPr/>
            </p14:nvContentPartPr>
            <p14:xfrm>
              <a:off x="5363784" y="453816"/>
              <a:ext cx="385920" cy="3340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7F4B019-660D-0D0F-822A-2DD9503E1A3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354784" y="445176"/>
                <a:ext cx="40356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09D304A-93FE-0D9E-D167-BA5EE724E31D}"/>
                  </a:ext>
                </a:extLst>
              </p14:cNvPr>
              <p14:cNvContentPartPr/>
              <p14:nvPr/>
            </p14:nvContentPartPr>
            <p14:xfrm>
              <a:off x="5809824" y="310536"/>
              <a:ext cx="736200" cy="6008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09D304A-93FE-0D9E-D167-BA5EE724E31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801184" y="301536"/>
                <a:ext cx="75384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541DB8D-4419-BC76-4CC2-D7B6CCD3605F}"/>
                  </a:ext>
                </a:extLst>
              </p14:cNvPr>
              <p14:cNvContentPartPr/>
              <p14:nvPr/>
            </p14:nvContentPartPr>
            <p14:xfrm>
              <a:off x="6596424" y="490176"/>
              <a:ext cx="138240" cy="2577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541DB8D-4419-BC76-4CC2-D7B6CCD3605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587424" y="481176"/>
                <a:ext cx="15588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30BEC34-C0B6-8A8E-5F9C-DB8CCD95938A}"/>
                  </a:ext>
                </a:extLst>
              </p14:cNvPr>
              <p14:cNvContentPartPr/>
              <p14:nvPr/>
            </p14:nvContentPartPr>
            <p14:xfrm>
              <a:off x="6778584" y="424296"/>
              <a:ext cx="51120" cy="1789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30BEC34-C0B6-8A8E-5F9C-DB8CCD95938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769584" y="415296"/>
                <a:ext cx="6876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25BF3A6-B027-B161-C780-CF642F58A27B}"/>
                  </a:ext>
                </a:extLst>
              </p14:cNvPr>
              <p14:cNvContentPartPr/>
              <p14:nvPr/>
            </p14:nvContentPartPr>
            <p14:xfrm>
              <a:off x="6778584" y="331056"/>
              <a:ext cx="67680" cy="1029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25BF3A6-B027-B161-C780-CF642F58A27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769584" y="322416"/>
                <a:ext cx="8532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99E6873-1981-70BE-19A3-FCC8FB7BD478}"/>
                  </a:ext>
                </a:extLst>
              </p14:cNvPr>
              <p14:cNvContentPartPr/>
              <p14:nvPr/>
            </p14:nvContentPartPr>
            <p14:xfrm>
              <a:off x="3305664" y="928656"/>
              <a:ext cx="3213360" cy="360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99E6873-1981-70BE-19A3-FCC8FB7BD47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97024" y="919656"/>
                <a:ext cx="323100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07518A0-59C9-586F-96C9-CFADC1F1AB24}"/>
                  </a:ext>
                </a:extLst>
              </p14:cNvPr>
              <p14:cNvContentPartPr/>
              <p14:nvPr/>
            </p14:nvContentPartPr>
            <p14:xfrm>
              <a:off x="2620224" y="1258056"/>
              <a:ext cx="739800" cy="4838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07518A0-59C9-586F-96C9-CFADC1F1AB2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611584" y="1249056"/>
                <a:ext cx="757440" cy="50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8063635-B824-565C-F106-768A267979A8}"/>
                  </a:ext>
                </a:extLst>
              </p14:cNvPr>
              <p14:cNvContentPartPr/>
              <p14:nvPr/>
            </p14:nvContentPartPr>
            <p14:xfrm>
              <a:off x="3393504" y="1358856"/>
              <a:ext cx="358200" cy="2908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8063635-B824-565C-F106-768A267979A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384504" y="1350216"/>
                <a:ext cx="37584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025BE66-9A79-DAEB-3F21-1FAF6EEC71C6}"/>
                  </a:ext>
                </a:extLst>
              </p14:cNvPr>
              <p14:cNvContentPartPr/>
              <p14:nvPr/>
            </p14:nvContentPartPr>
            <p14:xfrm>
              <a:off x="3838464" y="1411416"/>
              <a:ext cx="702720" cy="2905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025BE66-9A79-DAEB-3F21-1FAF6EEC71C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829824" y="1402776"/>
                <a:ext cx="72036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1F47FA6-C73B-C059-DBC9-6DDF84C0B3E0}"/>
                  </a:ext>
                </a:extLst>
              </p14:cNvPr>
              <p14:cNvContentPartPr/>
              <p14:nvPr/>
            </p14:nvContentPartPr>
            <p14:xfrm>
              <a:off x="4796424" y="1257696"/>
              <a:ext cx="679680" cy="4770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1F47FA6-C73B-C059-DBC9-6DDF84C0B3E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787424" y="1249056"/>
                <a:ext cx="69732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BA37C6A-D68A-5CB4-BC16-BDFA68D624A1}"/>
                  </a:ext>
                </a:extLst>
              </p14:cNvPr>
              <p14:cNvContentPartPr/>
              <p14:nvPr/>
            </p14:nvContentPartPr>
            <p14:xfrm>
              <a:off x="5509584" y="1344456"/>
              <a:ext cx="489600" cy="2923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BA37C6A-D68A-5CB4-BC16-BDFA68D624A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500944" y="1335816"/>
                <a:ext cx="507240" cy="30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D727972A-9A8D-7868-E76F-5FDA85B5C92C}"/>
              </a:ext>
            </a:extLst>
          </p:cNvPr>
          <p:cNvGrpSpPr/>
          <p:nvPr/>
        </p:nvGrpSpPr>
        <p:grpSpPr>
          <a:xfrm>
            <a:off x="6561144" y="1132056"/>
            <a:ext cx="1482840" cy="429480"/>
            <a:chOff x="6561144" y="1132056"/>
            <a:chExt cx="1482840" cy="42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3C681EB-4CE2-F4E2-FC77-5DFBE94C4106}"/>
                    </a:ext>
                  </a:extLst>
                </p14:cNvPr>
                <p14:cNvContentPartPr/>
                <p14:nvPr/>
              </p14:nvContentPartPr>
              <p14:xfrm>
                <a:off x="6606504" y="1132056"/>
                <a:ext cx="94680" cy="414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3C681EB-4CE2-F4E2-FC77-5DFBE94C410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597864" y="1123056"/>
                  <a:ext cx="11232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25B3725-627B-BB10-C112-31B53AADC131}"/>
                    </a:ext>
                  </a:extLst>
                </p14:cNvPr>
                <p14:cNvContentPartPr/>
                <p14:nvPr/>
              </p14:nvContentPartPr>
              <p14:xfrm>
                <a:off x="6561144" y="1163016"/>
                <a:ext cx="826200" cy="398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25B3725-627B-BB10-C112-31B53AADC13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552504" y="1154016"/>
                  <a:ext cx="8438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D7AEA12-553D-4B11-4CD6-A75EA47ED24A}"/>
                    </a:ext>
                  </a:extLst>
                </p14:cNvPr>
                <p14:cNvContentPartPr/>
                <p14:nvPr/>
              </p14:nvContentPartPr>
              <p14:xfrm>
                <a:off x="7335504" y="1291896"/>
                <a:ext cx="307440" cy="129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D7AEA12-553D-4B11-4CD6-A75EA47ED24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326504" y="1282896"/>
                  <a:ext cx="3250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6594083-489B-D627-89FF-F0D422517F08}"/>
                    </a:ext>
                  </a:extLst>
                </p14:cNvPr>
                <p14:cNvContentPartPr/>
                <p14:nvPr/>
              </p14:nvContentPartPr>
              <p14:xfrm>
                <a:off x="7709904" y="1286136"/>
                <a:ext cx="78480" cy="266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6594083-489B-D627-89FF-F0D422517F0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701264" y="1277136"/>
                  <a:ext cx="961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7A9DB4C-33FA-67F1-F941-BB49060B5E48}"/>
                    </a:ext>
                  </a:extLst>
                </p14:cNvPr>
                <p14:cNvContentPartPr/>
                <p14:nvPr/>
              </p14:nvContentPartPr>
              <p14:xfrm>
                <a:off x="7780824" y="1223136"/>
                <a:ext cx="263160" cy="313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7A9DB4C-33FA-67F1-F941-BB49060B5E4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772184" y="1214496"/>
                  <a:ext cx="28080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4AA102C-6684-A80D-3ABA-ED13ED55B1D7}"/>
              </a:ext>
            </a:extLst>
          </p:cNvPr>
          <p:cNvGrpSpPr/>
          <p:nvPr/>
        </p:nvGrpSpPr>
        <p:grpSpPr>
          <a:xfrm>
            <a:off x="8533584" y="1139976"/>
            <a:ext cx="1441440" cy="575280"/>
            <a:chOff x="8533584" y="1139976"/>
            <a:chExt cx="1441440" cy="57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C381878-BDA9-6CBD-94DF-D6B97E031250}"/>
                    </a:ext>
                  </a:extLst>
                </p14:cNvPr>
                <p14:cNvContentPartPr/>
                <p14:nvPr/>
              </p14:nvContentPartPr>
              <p14:xfrm>
                <a:off x="8533584" y="1139976"/>
                <a:ext cx="624600" cy="446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C381878-BDA9-6CBD-94DF-D6B97E03125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524584" y="1131336"/>
                  <a:ext cx="64224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9BFBE7A-F591-CECA-9C1E-6F82BFBE3DB5}"/>
                    </a:ext>
                  </a:extLst>
                </p14:cNvPr>
                <p14:cNvContentPartPr/>
                <p14:nvPr/>
              </p14:nvContentPartPr>
              <p14:xfrm>
                <a:off x="9117144" y="1304496"/>
                <a:ext cx="196200" cy="116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9BFBE7A-F591-CECA-9C1E-6F82BFBE3DB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108504" y="1295856"/>
                  <a:ext cx="2138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08AE9C5-8511-3F40-BD3E-E75644310D0B}"/>
                    </a:ext>
                  </a:extLst>
                </p14:cNvPr>
                <p14:cNvContentPartPr/>
                <p14:nvPr/>
              </p14:nvContentPartPr>
              <p14:xfrm>
                <a:off x="9400104" y="1272456"/>
                <a:ext cx="197280" cy="231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08AE9C5-8511-3F40-BD3E-E75644310D0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391104" y="1263816"/>
                  <a:ext cx="2149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6A32F0F-B6B2-B429-9CB9-51D2D3905BFD}"/>
                    </a:ext>
                  </a:extLst>
                </p14:cNvPr>
                <p14:cNvContentPartPr/>
                <p14:nvPr/>
              </p14:nvContentPartPr>
              <p14:xfrm>
                <a:off x="9647424" y="1166976"/>
                <a:ext cx="85680" cy="548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6A32F0F-B6B2-B429-9CB9-51D2D3905BF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638424" y="1158336"/>
                  <a:ext cx="10332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B227333-1ACD-2E58-4D3A-0EAF9A2F3639}"/>
                    </a:ext>
                  </a:extLst>
                </p14:cNvPr>
                <p14:cNvContentPartPr/>
                <p14:nvPr/>
              </p14:nvContentPartPr>
              <p14:xfrm>
                <a:off x="9612864" y="1489176"/>
                <a:ext cx="362160" cy="53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B227333-1ACD-2E58-4D3A-0EAF9A2F363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604224" y="1480536"/>
                  <a:ext cx="37980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F2A473D-7728-196A-7316-E338BBCBBB0A}"/>
                  </a:ext>
                </a:extLst>
              </p14:cNvPr>
              <p14:cNvContentPartPr/>
              <p14:nvPr/>
            </p14:nvContentPartPr>
            <p14:xfrm>
              <a:off x="4591584" y="2419416"/>
              <a:ext cx="27360" cy="345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F2A473D-7728-196A-7316-E338BBCBBB0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582944" y="2410776"/>
                <a:ext cx="45000" cy="52200"/>
              </a:xfrm>
              <a:prstGeom prst="rect">
                <a:avLst/>
              </a:prstGeom>
            </p:spPr>
          </p:pic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874D9FEC-AB8C-778D-F7BE-B5BCCD45C886}"/>
              </a:ext>
            </a:extLst>
          </p:cNvPr>
          <p:cNvSpPr txBox="1"/>
          <p:nvPr/>
        </p:nvSpPr>
        <p:spPr>
          <a:xfrm>
            <a:off x="3456432" y="223113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</a:t>
            </a:r>
            <a:endParaRPr lang="en-US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03F3594-508A-DBB4-DDE5-994E08AA3DCA}"/>
              </a:ext>
            </a:extLst>
          </p:cNvPr>
          <p:cNvGrpSpPr/>
          <p:nvPr/>
        </p:nvGrpSpPr>
        <p:grpSpPr>
          <a:xfrm>
            <a:off x="3692664" y="1943496"/>
            <a:ext cx="2613960" cy="741600"/>
            <a:chOff x="3692664" y="1943496"/>
            <a:chExt cx="2613960" cy="74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4C4356B-2366-1794-3A1B-A2B345BD7153}"/>
                    </a:ext>
                  </a:extLst>
                </p14:cNvPr>
                <p14:cNvContentPartPr/>
                <p14:nvPr/>
              </p14:nvContentPartPr>
              <p14:xfrm>
                <a:off x="3761424" y="2002176"/>
                <a:ext cx="62640" cy="408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4C4356B-2366-1794-3A1B-A2B345BD715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752424" y="1993536"/>
                  <a:ext cx="8028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1BF3FBD-A6A2-9946-EB2C-75FE75E001DC}"/>
                    </a:ext>
                  </a:extLst>
                </p14:cNvPr>
                <p14:cNvContentPartPr/>
                <p14:nvPr/>
              </p14:nvContentPartPr>
              <p14:xfrm>
                <a:off x="3692664" y="2057256"/>
                <a:ext cx="815040" cy="344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1BF3FBD-A6A2-9946-EB2C-75FE75E001D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683664" y="2048256"/>
                  <a:ext cx="8326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7B426BA-0308-FC5B-0590-3CDF66379478}"/>
                    </a:ext>
                  </a:extLst>
                </p14:cNvPr>
                <p14:cNvContentPartPr/>
                <p14:nvPr/>
              </p14:nvContentPartPr>
              <p14:xfrm>
                <a:off x="4780584" y="2049336"/>
                <a:ext cx="798120" cy="523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7B426BA-0308-FC5B-0590-3CDF6637947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771944" y="2040696"/>
                  <a:ext cx="81576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2551E86-3DDF-7CCA-FB4C-73131CAD1271}"/>
                    </a:ext>
                  </a:extLst>
                </p14:cNvPr>
                <p14:cNvContentPartPr/>
                <p14:nvPr/>
              </p14:nvContentPartPr>
              <p14:xfrm>
                <a:off x="5269824" y="1984896"/>
                <a:ext cx="61200" cy="63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2551E86-3DDF-7CCA-FB4C-73131CAD127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261184" y="1975896"/>
                  <a:ext cx="788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821F591-050F-97E7-CDE4-D9D8B08494A5}"/>
                    </a:ext>
                  </a:extLst>
                </p14:cNvPr>
                <p14:cNvContentPartPr/>
                <p14:nvPr/>
              </p14:nvContentPartPr>
              <p14:xfrm>
                <a:off x="5575824" y="1943496"/>
                <a:ext cx="481680" cy="422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821F591-050F-97E7-CDE4-D9D8B08494A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567184" y="1934496"/>
                  <a:ext cx="4993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932AF45-100D-8256-6D0A-7224CD213D7E}"/>
                    </a:ext>
                  </a:extLst>
                </p14:cNvPr>
                <p14:cNvContentPartPr/>
                <p14:nvPr/>
              </p14:nvContentPartPr>
              <p14:xfrm>
                <a:off x="5978664" y="2078856"/>
                <a:ext cx="327960" cy="606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932AF45-100D-8256-6D0A-7224CD213D7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970024" y="2070216"/>
                  <a:ext cx="345600" cy="62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B27627B-7736-6FC0-7227-DCA232C65169}"/>
              </a:ext>
            </a:extLst>
          </p:cNvPr>
          <p:cNvGrpSpPr/>
          <p:nvPr/>
        </p:nvGrpSpPr>
        <p:grpSpPr>
          <a:xfrm>
            <a:off x="6946344" y="1855296"/>
            <a:ext cx="1803600" cy="622440"/>
            <a:chOff x="6946344" y="1855296"/>
            <a:chExt cx="1803600" cy="62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21417E5-6C57-8DF9-768C-235A36D26761}"/>
                    </a:ext>
                  </a:extLst>
                </p14:cNvPr>
                <p14:cNvContentPartPr/>
                <p14:nvPr/>
              </p14:nvContentPartPr>
              <p14:xfrm>
                <a:off x="6946344" y="2075616"/>
                <a:ext cx="173520" cy="159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21417E5-6C57-8DF9-768C-235A36D2676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937344" y="2066616"/>
                  <a:ext cx="191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F5D889A-32D6-66B4-0760-819EC4FA9CB7}"/>
                    </a:ext>
                  </a:extLst>
                </p14:cNvPr>
                <p14:cNvContentPartPr/>
                <p14:nvPr/>
              </p14:nvContentPartPr>
              <p14:xfrm>
                <a:off x="7213824" y="1855296"/>
                <a:ext cx="78120" cy="598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F5D889A-32D6-66B4-0760-819EC4FA9CB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205184" y="1846656"/>
                  <a:ext cx="9576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9BCBC30-11DD-9E39-9337-9743C09DDBC4}"/>
                    </a:ext>
                  </a:extLst>
                </p14:cNvPr>
                <p14:cNvContentPartPr/>
                <p14:nvPr/>
              </p14:nvContentPartPr>
              <p14:xfrm>
                <a:off x="7187544" y="2191536"/>
                <a:ext cx="309960" cy="68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9BCBC30-11DD-9E39-9337-9743C09DDBC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178904" y="2182896"/>
                  <a:ext cx="3276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241B7F1-D2EB-2802-72B3-8BA5D8EB5859}"/>
                    </a:ext>
                  </a:extLst>
                </p14:cNvPr>
                <p14:cNvContentPartPr/>
                <p14:nvPr/>
              </p14:nvContentPartPr>
              <p14:xfrm>
                <a:off x="7898904" y="2025936"/>
                <a:ext cx="61920" cy="428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241B7F1-D2EB-2802-72B3-8BA5D8EB585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890264" y="2017296"/>
                  <a:ext cx="7956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92046F4-9653-15B9-FEC2-8E149F249DCD}"/>
                    </a:ext>
                  </a:extLst>
                </p14:cNvPr>
                <p14:cNvContentPartPr/>
                <p14:nvPr/>
              </p14:nvContentPartPr>
              <p14:xfrm>
                <a:off x="7686864" y="2028816"/>
                <a:ext cx="685080" cy="448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92046F4-9653-15B9-FEC2-8E149F249DC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677864" y="2019816"/>
                  <a:ext cx="70272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456CB93-EF44-482B-7506-5E14C10565F4}"/>
                    </a:ext>
                  </a:extLst>
                </p14:cNvPr>
                <p14:cNvContentPartPr/>
                <p14:nvPr/>
              </p14:nvContentPartPr>
              <p14:xfrm>
                <a:off x="8354664" y="2178216"/>
                <a:ext cx="395280" cy="241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456CB93-EF44-482B-7506-5E14C10565F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346024" y="2169576"/>
                  <a:ext cx="412920" cy="25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48FF618-0337-843D-DD17-5AFBD4E5499F}"/>
              </a:ext>
            </a:extLst>
          </p:cNvPr>
          <p:cNvGrpSpPr/>
          <p:nvPr/>
        </p:nvGrpSpPr>
        <p:grpSpPr>
          <a:xfrm>
            <a:off x="9083664" y="1853856"/>
            <a:ext cx="2929680" cy="657000"/>
            <a:chOff x="9083664" y="1853856"/>
            <a:chExt cx="2929680" cy="65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52F42E5-0136-9710-76A0-02331F8FC542}"/>
                    </a:ext>
                  </a:extLst>
                </p14:cNvPr>
                <p14:cNvContentPartPr/>
                <p14:nvPr/>
              </p14:nvContentPartPr>
              <p14:xfrm>
                <a:off x="9083664" y="1887696"/>
                <a:ext cx="1227240" cy="513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52F42E5-0136-9710-76A0-02331F8FC54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074664" y="1878696"/>
                  <a:ext cx="124488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599D4ED-8363-EFB1-1994-0B379CE33D0F}"/>
                    </a:ext>
                  </a:extLst>
                </p14:cNvPr>
                <p14:cNvContentPartPr/>
                <p14:nvPr/>
              </p14:nvContentPartPr>
              <p14:xfrm>
                <a:off x="10197864" y="2100456"/>
                <a:ext cx="212400" cy="87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599D4ED-8363-EFB1-1994-0B379CE33D0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189224" y="2091816"/>
                  <a:ext cx="2300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0B2C20D-80CE-4685-80DB-7EB206AB98A0}"/>
                    </a:ext>
                  </a:extLst>
                </p14:cNvPr>
                <p14:cNvContentPartPr/>
                <p14:nvPr/>
              </p14:nvContentPartPr>
              <p14:xfrm>
                <a:off x="9171144" y="1937016"/>
                <a:ext cx="1411560" cy="457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0B2C20D-80CE-4685-80DB-7EB206AB98A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162504" y="1928376"/>
                  <a:ext cx="142920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D661B69-03AA-A52B-214A-A05D009C3791}"/>
                    </a:ext>
                  </a:extLst>
                </p14:cNvPr>
                <p14:cNvContentPartPr/>
                <p14:nvPr/>
              </p14:nvContentPartPr>
              <p14:xfrm>
                <a:off x="10949544" y="1986696"/>
                <a:ext cx="68400" cy="524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D661B69-03AA-A52B-214A-A05D009C379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940544" y="1977696"/>
                  <a:ext cx="8604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9666EDD-7A18-7628-623D-8DE724D9F72D}"/>
                    </a:ext>
                  </a:extLst>
                </p14:cNvPr>
                <p14:cNvContentPartPr/>
                <p14:nvPr/>
              </p14:nvContentPartPr>
              <p14:xfrm>
                <a:off x="10905984" y="1954656"/>
                <a:ext cx="172080" cy="324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9666EDD-7A18-7628-623D-8DE724D9F72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897344" y="1945656"/>
                  <a:ext cx="1897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7F087E6-7EC1-B036-310F-5C173C877166}"/>
                    </a:ext>
                  </a:extLst>
                </p14:cNvPr>
                <p14:cNvContentPartPr/>
                <p14:nvPr/>
              </p14:nvContentPartPr>
              <p14:xfrm>
                <a:off x="11145024" y="2014416"/>
                <a:ext cx="196920" cy="282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7F087E6-7EC1-B036-310F-5C173C87716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136024" y="2005776"/>
                  <a:ext cx="2145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0FFED6D-C3CE-0DE0-B2C3-DA33E3D0CB1B}"/>
                    </a:ext>
                  </a:extLst>
                </p14:cNvPr>
                <p14:cNvContentPartPr/>
                <p14:nvPr/>
              </p14:nvContentPartPr>
              <p14:xfrm>
                <a:off x="11368584" y="2069136"/>
                <a:ext cx="78120" cy="229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0FFED6D-C3CE-0DE0-B2C3-DA33E3D0CB1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359584" y="2060136"/>
                  <a:ext cx="957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37FCBBA-BF7B-0F83-FA39-5CAC83108232}"/>
                    </a:ext>
                  </a:extLst>
                </p14:cNvPr>
                <p14:cNvContentPartPr/>
                <p14:nvPr/>
              </p14:nvContentPartPr>
              <p14:xfrm>
                <a:off x="11496024" y="1853856"/>
                <a:ext cx="301320" cy="444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37FCBBA-BF7B-0F83-FA39-5CAC8310823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487384" y="1845216"/>
                  <a:ext cx="31896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09A3A45-FA15-BB48-63FC-7FF37003935D}"/>
                    </a:ext>
                  </a:extLst>
                </p14:cNvPr>
                <p14:cNvContentPartPr/>
                <p14:nvPr/>
              </p14:nvContentPartPr>
              <p14:xfrm>
                <a:off x="11795544" y="2036376"/>
                <a:ext cx="217800" cy="92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09A3A45-FA15-BB48-63FC-7FF37003935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786904" y="2027376"/>
                  <a:ext cx="235440" cy="11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7D04B75-9575-1CFD-7446-D5E732E9C365}"/>
                  </a:ext>
                </a:extLst>
              </p14:cNvPr>
              <p14:cNvContentPartPr/>
              <p14:nvPr/>
            </p14:nvContentPartPr>
            <p14:xfrm>
              <a:off x="2225664" y="4057776"/>
              <a:ext cx="111600" cy="1548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7D04B75-9575-1CFD-7446-D5E732E9C365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2217024" y="4049136"/>
                <a:ext cx="129240" cy="3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82642F89-1A7D-9B49-91B5-2E9848B9ED81}"/>
              </a:ext>
            </a:extLst>
          </p:cNvPr>
          <p:cNvGrpSpPr/>
          <p:nvPr/>
        </p:nvGrpSpPr>
        <p:grpSpPr>
          <a:xfrm>
            <a:off x="2569824" y="2900736"/>
            <a:ext cx="3146040" cy="635760"/>
            <a:chOff x="2569824" y="2900736"/>
            <a:chExt cx="3146040" cy="63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C1BA6A1-2448-3C2C-DFBF-07387DD926A2}"/>
                    </a:ext>
                  </a:extLst>
                </p14:cNvPr>
                <p14:cNvContentPartPr/>
                <p14:nvPr/>
              </p14:nvContentPartPr>
              <p14:xfrm>
                <a:off x="2569824" y="2900736"/>
                <a:ext cx="27360" cy="444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C1BA6A1-2448-3C2C-DFBF-07387DD926A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561184" y="2891736"/>
                  <a:ext cx="4500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511E0E0-60A1-86C6-25F9-BB7A9A9B7D72}"/>
                    </a:ext>
                  </a:extLst>
                </p14:cNvPr>
                <p14:cNvContentPartPr/>
                <p14:nvPr/>
              </p14:nvContentPartPr>
              <p14:xfrm>
                <a:off x="2586744" y="3215016"/>
                <a:ext cx="378360" cy="66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511E0E0-60A1-86C6-25F9-BB7A9A9B7D7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578104" y="3206016"/>
                  <a:ext cx="396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74FEBFC-1AB3-01AF-76C0-F0A64F829892}"/>
                    </a:ext>
                  </a:extLst>
                </p14:cNvPr>
                <p14:cNvContentPartPr/>
                <p14:nvPr/>
              </p14:nvContentPartPr>
              <p14:xfrm>
                <a:off x="3287664" y="3001896"/>
                <a:ext cx="207000" cy="413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74FEBFC-1AB3-01AF-76C0-F0A64F82989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279024" y="2992896"/>
                  <a:ext cx="22464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2BD0719-13AF-AA6E-E83B-0F61CBF3E7B0}"/>
                    </a:ext>
                  </a:extLst>
                </p14:cNvPr>
                <p14:cNvContentPartPr/>
                <p14:nvPr/>
              </p14:nvContentPartPr>
              <p14:xfrm>
                <a:off x="3240144" y="3121776"/>
                <a:ext cx="427320" cy="290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2BD0719-13AF-AA6E-E83B-0F61CBF3E7B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231144" y="3113136"/>
                  <a:ext cx="4449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B0C84F8-D02A-A26A-F636-000FF07696D7}"/>
                    </a:ext>
                  </a:extLst>
                </p14:cNvPr>
                <p14:cNvContentPartPr/>
                <p14:nvPr/>
              </p14:nvContentPartPr>
              <p14:xfrm>
                <a:off x="3710664" y="3169656"/>
                <a:ext cx="206280" cy="271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B0C84F8-D02A-A26A-F636-000FF07696D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702024" y="3161016"/>
                  <a:ext cx="2239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0FFD144-DCA1-79EA-BCA8-510CBC551FBF}"/>
                    </a:ext>
                  </a:extLst>
                </p14:cNvPr>
                <p14:cNvContentPartPr/>
                <p14:nvPr/>
              </p14:nvContentPartPr>
              <p14:xfrm>
                <a:off x="4324464" y="2987136"/>
                <a:ext cx="149760" cy="549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0FFD144-DCA1-79EA-BCA8-510CBC551FB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315824" y="2978136"/>
                  <a:ext cx="16740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4423C3D-1D53-0C37-DAE6-84F28AE6ADB6}"/>
                    </a:ext>
                  </a:extLst>
                </p14:cNvPr>
                <p14:cNvContentPartPr/>
                <p14:nvPr/>
              </p14:nvContentPartPr>
              <p14:xfrm>
                <a:off x="4696344" y="2958696"/>
                <a:ext cx="598320" cy="488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4423C3D-1D53-0C37-DAE6-84F28AE6ADB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687344" y="2949696"/>
                  <a:ext cx="61596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EE48EE8-2881-B1E1-B716-89B4EFFD4B90}"/>
                    </a:ext>
                  </a:extLst>
                </p14:cNvPr>
                <p14:cNvContentPartPr/>
                <p14:nvPr/>
              </p14:nvContentPartPr>
              <p14:xfrm>
                <a:off x="5482224" y="3108456"/>
                <a:ext cx="233640" cy="2462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EE48EE8-2881-B1E1-B716-89B4EFFD4B9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473224" y="3099456"/>
                  <a:ext cx="251280" cy="26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1EA506F-EA86-60A6-42A3-63965B565916}"/>
              </a:ext>
            </a:extLst>
          </p:cNvPr>
          <p:cNvGrpSpPr/>
          <p:nvPr/>
        </p:nvGrpSpPr>
        <p:grpSpPr>
          <a:xfrm>
            <a:off x="1411704" y="4441896"/>
            <a:ext cx="396000" cy="383400"/>
            <a:chOff x="1411704" y="4441896"/>
            <a:chExt cx="396000" cy="3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F98FD9F-FBBF-35AB-EF17-0CDF370B7161}"/>
                    </a:ext>
                  </a:extLst>
                </p14:cNvPr>
                <p14:cNvContentPartPr/>
                <p14:nvPr/>
              </p14:nvContentPartPr>
              <p14:xfrm>
                <a:off x="1411704" y="4441896"/>
                <a:ext cx="61560" cy="3834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F98FD9F-FBBF-35AB-EF17-0CDF370B716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403064" y="4432896"/>
                  <a:ext cx="7920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D621373-98BA-BC72-CABE-4416E1183A7A}"/>
                    </a:ext>
                  </a:extLst>
                </p14:cNvPr>
                <p14:cNvContentPartPr/>
                <p14:nvPr/>
              </p14:nvContentPartPr>
              <p14:xfrm>
                <a:off x="1662264" y="4530456"/>
                <a:ext cx="360" cy="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D621373-98BA-BC72-CABE-4416E1183A7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653264" y="45218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602775A-32EF-1A23-E37B-10069C558D16}"/>
                    </a:ext>
                  </a:extLst>
                </p14:cNvPr>
                <p14:cNvContentPartPr/>
                <p14:nvPr/>
              </p14:nvContentPartPr>
              <p14:xfrm>
                <a:off x="1611504" y="4539816"/>
                <a:ext cx="51120" cy="439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602775A-32EF-1A23-E37B-10069C558D1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602864" y="4531176"/>
                  <a:ext cx="68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EF01AFF-C00C-9939-AF95-635E41B512A3}"/>
                    </a:ext>
                  </a:extLst>
                </p14:cNvPr>
                <p14:cNvContentPartPr/>
                <p14:nvPr/>
              </p14:nvContentPartPr>
              <p14:xfrm>
                <a:off x="1586304" y="4452336"/>
                <a:ext cx="221400" cy="352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EF01AFF-C00C-9939-AF95-635E41B512A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577304" y="4443696"/>
                  <a:ext cx="239040" cy="37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60C0FED-B484-CA36-1B97-690DEE467AD8}"/>
              </a:ext>
            </a:extLst>
          </p:cNvPr>
          <p:cNvGrpSpPr/>
          <p:nvPr/>
        </p:nvGrpSpPr>
        <p:grpSpPr>
          <a:xfrm>
            <a:off x="2542464" y="4385736"/>
            <a:ext cx="412560" cy="342360"/>
            <a:chOff x="2542464" y="4385736"/>
            <a:chExt cx="412560" cy="3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E28E1B0-307E-A643-C821-DA8961A11283}"/>
                    </a:ext>
                  </a:extLst>
                </p14:cNvPr>
                <p14:cNvContentPartPr/>
                <p14:nvPr/>
              </p14:nvContentPartPr>
              <p14:xfrm>
                <a:off x="2542464" y="4385736"/>
                <a:ext cx="328320" cy="324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E28E1B0-307E-A643-C821-DA8961A1128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533824" y="4377096"/>
                  <a:ext cx="3459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0D02696-529E-F2A2-C0D0-999A1DA780F6}"/>
                    </a:ext>
                  </a:extLst>
                </p14:cNvPr>
                <p14:cNvContentPartPr/>
                <p14:nvPr/>
              </p14:nvContentPartPr>
              <p14:xfrm>
                <a:off x="2897424" y="4389696"/>
                <a:ext cx="57600" cy="338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0D02696-529E-F2A2-C0D0-999A1DA780F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888424" y="4381056"/>
                  <a:ext cx="75240" cy="35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6E78542-1147-0D03-4444-45D691409DE7}"/>
              </a:ext>
            </a:extLst>
          </p:cNvPr>
          <p:cNvGrpSpPr/>
          <p:nvPr/>
        </p:nvGrpSpPr>
        <p:grpSpPr>
          <a:xfrm>
            <a:off x="3471264" y="4245696"/>
            <a:ext cx="1421280" cy="433080"/>
            <a:chOff x="3471264" y="4245696"/>
            <a:chExt cx="1421280" cy="43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50A96F3-EE9B-CACE-EEA7-3AF4C26309D5}"/>
                    </a:ext>
                  </a:extLst>
                </p14:cNvPr>
                <p14:cNvContentPartPr/>
                <p14:nvPr/>
              </p14:nvContentPartPr>
              <p14:xfrm>
                <a:off x="3471264" y="4365216"/>
                <a:ext cx="297360" cy="248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50A96F3-EE9B-CACE-EEA7-3AF4C26309D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462264" y="4356576"/>
                  <a:ext cx="3150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510BD0B-28BB-A778-F98A-09E06757B28A}"/>
                    </a:ext>
                  </a:extLst>
                </p14:cNvPr>
                <p14:cNvContentPartPr/>
                <p14:nvPr/>
              </p14:nvContentPartPr>
              <p14:xfrm>
                <a:off x="3768264" y="4344336"/>
                <a:ext cx="360" cy="83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510BD0B-28BB-A778-F98A-09E06757B28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759264" y="4335696"/>
                  <a:ext cx="180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2018A6F-C12F-96CE-D206-AFEFEB787CC7}"/>
                    </a:ext>
                  </a:extLst>
                </p14:cNvPr>
                <p14:cNvContentPartPr/>
                <p14:nvPr/>
              </p14:nvContentPartPr>
              <p14:xfrm>
                <a:off x="3777984" y="4376736"/>
                <a:ext cx="10800" cy="14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2018A6F-C12F-96CE-D206-AFEFEB787CC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769344" y="4367736"/>
                  <a:ext cx="284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76A8957-27FA-E563-FEBD-E38846B2CB1B}"/>
                    </a:ext>
                  </a:extLst>
                </p14:cNvPr>
                <p14:cNvContentPartPr/>
                <p14:nvPr/>
              </p14:nvContentPartPr>
              <p14:xfrm>
                <a:off x="3751344" y="4380696"/>
                <a:ext cx="233280" cy="2458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76A8957-27FA-E563-FEBD-E38846B2CB1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742344" y="4371696"/>
                  <a:ext cx="2509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FE544D8-2DE9-EC3B-779A-379FC3DE8586}"/>
                    </a:ext>
                  </a:extLst>
                </p14:cNvPr>
                <p14:cNvContentPartPr/>
                <p14:nvPr/>
              </p14:nvContentPartPr>
              <p14:xfrm>
                <a:off x="4351824" y="4263336"/>
                <a:ext cx="283680" cy="258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FE544D8-2DE9-EC3B-779A-379FC3DE858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343184" y="4254336"/>
                  <a:ext cx="3013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511B1B8-4167-C290-DE82-88F4BE5C6926}"/>
                    </a:ext>
                  </a:extLst>
                </p14:cNvPr>
                <p14:cNvContentPartPr/>
                <p14:nvPr/>
              </p14:nvContentPartPr>
              <p14:xfrm>
                <a:off x="4712544" y="4245696"/>
                <a:ext cx="180000" cy="433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511B1B8-4167-C290-DE82-88F4BE5C692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703544" y="4237056"/>
                  <a:ext cx="197640" cy="45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740642D8-B219-8978-25D9-0865E2DD4CD2}"/>
                  </a:ext>
                </a:extLst>
              </p14:cNvPr>
              <p14:cNvContentPartPr/>
              <p14:nvPr/>
            </p14:nvContentPartPr>
            <p14:xfrm>
              <a:off x="5620464" y="4167936"/>
              <a:ext cx="429120" cy="3675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740642D8-B219-8978-25D9-0865E2DD4CD2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5611464" y="4158936"/>
                <a:ext cx="446760" cy="38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C21E610-97A6-2D8C-C6A0-7B0D4849CF5B}"/>
              </a:ext>
            </a:extLst>
          </p:cNvPr>
          <p:cNvGrpSpPr/>
          <p:nvPr/>
        </p:nvGrpSpPr>
        <p:grpSpPr>
          <a:xfrm>
            <a:off x="6573744" y="4148856"/>
            <a:ext cx="401040" cy="328680"/>
            <a:chOff x="6573744" y="4148856"/>
            <a:chExt cx="401040" cy="3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007592F-3783-C264-CF83-DAD962C2D3AD}"/>
                    </a:ext>
                  </a:extLst>
                </p14:cNvPr>
                <p14:cNvContentPartPr/>
                <p14:nvPr/>
              </p14:nvContentPartPr>
              <p14:xfrm>
                <a:off x="6573744" y="4148856"/>
                <a:ext cx="168480" cy="328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007592F-3783-C264-CF83-DAD962C2D3A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565104" y="4140216"/>
                  <a:ext cx="1861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B06A70E-7CFD-1C09-BBE3-1204742AF243}"/>
                    </a:ext>
                  </a:extLst>
                </p14:cNvPr>
                <p14:cNvContentPartPr/>
                <p14:nvPr/>
              </p14:nvContentPartPr>
              <p14:xfrm>
                <a:off x="6733944" y="4212576"/>
                <a:ext cx="240840" cy="193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B06A70E-7CFD-1C09-BBE3-1204742AF24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724944" y="4203576"/>
                  <a:ext cx="258480" cy="2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11D254B-8BF5-3683-CD7E-93CBBDF29F68}"/>
              </a:ext>
            </a:extLst>
          </p:cNvPr>
          <p:cNvGrpSpPr/>
          <p:nvPr/>
        </p:nvGrpSpPr>
        <p:grpSpPr>
          <a:xfrm>
            <a:off x="7908624" y="3869856"/>
            <a:ext cx="709560" cy="463320"/>
            <a:chOff x="7908624" y="3869856"/>
            <a:chExt cx="709560" cy="46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0C2FEB2-2F4F-304F-6A7E-B2BA80CC2D56}"/>
                    </a:ext>
                  </a:extLst>
                </p14:cNvPr>
                <p14:cNvContentPartPr/>
                <p14:nvPr/>
              </p14:nvContentPartPr>
              <p14:xfrm>
                <a:off x="7908624" y="4001616"/>
                <a:ext cx="240840" cy="331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0C2FEB2-2F4F-304F-6A7E-B2BA80CC2D5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899624" y="3992976"/>
                  <a:ext cx="25848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17069A8-5CB2-F555-DFEC-EF08156DE023}"/>
                    </a:ext>
                  </a:extLst>
                </p14:cNvPr>
                <p14:cNvContentPartPr/>
                <p14:nvPr/>
              </p14:nvContentPartPr>
              <p14:xfrm>
                <a:off x="8411904" y="3917376"/>
                <a:ext cx="54360" cy="252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17069A8-5CB2-F555-DFEC-EF08156DE02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403264" y="3908376"/>
                  <a:ext cx="72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192F9AF-637D-47F1-CF1C-C00C44B887E4}"/>
                    </a:ext>
                  </a:extLst>
                </p14:cNvPr>
                <p14:cNvContentPartPr/>
                <p14:nvPr/>
              </p14:nvContentPartPr>
              <p14:xfrm>
                <a:off x="8293824" y="3970296"/>
                <a:ext cx="197280" cy="2851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192F9AF-637D-47F1-CF1C-C00C44B887E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285184" y="3961656"/>
                  <a:ext cx="2149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2313A94-6066-64E4-92D5-D08E1D1FBA8D}"/>
                    </a:ext>
                  </a:extLst>
                </p14:cNvPr>
                <p14:cNvContentPartPr/>
                <p14:nvPr/>
              </p14:nvContentPartPr>
              <p14:xfrm>
                <a:off x="8388504" y="3869856"/>
                <a:ext cx="229680" cy="72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2313A94-6066-64E4-92D5-D08E1D1FBA8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379504" y="3860856"/>
                  <a:ext cx="24732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6A089C3-C2BF-4EC3-548A-5AFAD36C7208}"/>
              </a:ext>
            </a:extLst>
          </p:cNvPr>
          <p:cNvGrpSpPr/>
          <p:nvPr/>
        </p:nvGrpSpPr>
        <p:grpSpPr>
          <a:xfrm>
            <a:off x="6305904" y="2835216"/>
            <a:ext cx="2846160" cy="523440"/>
            <a:chOff x="6305904" y="2835216"/>
            <a:chExt cx="2846160" cy="52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1912559-157A-A199-2F79-07E589C96F4B}"/>
                    </a:ext>
                  </a:extLst>
                </p14:cNvPr>
                <p14:cNvContentPartPr/>
                <p14:nvPr/>
              </p14:nvContentPartPr>
              <p14:xfrm>
                <a:off x="6305904" y="3152376"/>
                <a:ext cx="807120" cy="1198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1912559-157A-A199-2F79-07E589C96F4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297264" y="3143376"/>
                  <a:ext cx="8247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857C83F-C573-1429-7C49-C3BBA711C66D}"/>
                    </a:ext>
                  </a:extLst>
                </p14:cNvPr>
                <p14:cNvContentPartPr/>
                <p14:nvPr/>
              </p14:nvContentPartPr>
              <p14:xfrm>
                <a:off x="7462944" y="2835216"/>
                <a:ext cx="1276920" cy="5234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857C83F-C573-1429-7C49-C3BBA711C66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453944" y="2826576"/>
                  <a:ext cx="129456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43FDC78-FA41-749F-A412-3DEC504C0840}"/>
                    </a:ext>
                  </a:extLst>
                </p14:cNvPr>
                <p14:cNvContentPartPr/>
                <p14:nvPr/>
              </p14:nvContentPartPr>
              <p14:xfrm>
                <a:off x="8800344" y="2967696"/>
                <a:ext cx="179280" cy="260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43FDC78-FA41-749F-A412-3DEC504C084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791344" y="2959056"/>
                  <a:ext cx="1969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5CA15A3-183F-B8F9-F5D7-0F0AF8EA5E08}"/>
                    </a:ext>
                  </a:extLst>
                </p14:cNvPr>
                <p14:cNvContentPartPr/>
                <p14:nvPr/>
              </p14:nvContentPartPr>
              <p14:xfrm>
                <a:off x="8934984" y="2869416"/>
                <a:ext cx="217080" cy="363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5CA15A3-183F-B8F9-F5D7-0F0AF8EA5E0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926344" y="2860416"/>
                  <a:ext cx="234720" cy="38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1CCA9A34-DFEC-A24D-8827-FC7502BD4CE3}"/>
                  </a:ext>
                </a:extLst>
              </p14:cNvPr>
              <p14:cNvContentPartPr/>
              <p14:nvPr/>
            </p14:nvContentPartPr>
            <p14:xfrm>
              <a:off x="2517624" y="3957336"/>
              <a:ext cx="4612320" cy="88704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1CCA9A34-DFEC-A24D-8827-FC7502BD4CE3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2508984" y="3948336"/>
                <a:ext cx="4629960" cy="90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F37D9C67-5D70-335A-2370-521393432BF6}"/>
                  </a:ext>
                </a:extLst>
              </p14:cNvPr>
              <p14:cNvContentPartPr/>
              <p14:nvPr/>
            </p14:nvContentPartPr>
            <p14:xfrm>
              <a:off x="1216584" y="4236336"/>
              <a:ext cx="908280" cy="7916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F37D9C67-5D70-335A-2370-521393432BF6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1207944" y="4227336"/>
                <a:ext cx="925920" cy="80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D576265-7854-C522-C4B8-9FC0883DF8E0}"/>
                  </a:ext>
                </a:extLst>
              </p14:cNvPr>
              <p14:cNvContentPartPr/>
              <p14:nvPr/>
            </p14:nvContentPartPr>
            <p14:xfrm>
              <a:off x="7735464" y="3716136"/>
              <a:ext cx="1082160" cy="83772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D576265-7854-C522-C4B8-9FC0883DF8E0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7726464" y="3707136"/>
                <a:ext cx="1099800" cy="85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6AE1C2B-5455-C507-766D-A0BAE0DD12D2}"/>
              </a:ext>
            </a:extLst>
          </p:cNvPr>
          <p:cNvGrpSpPr/>
          <p:nvPr/>
        </p:nvGrpSpPr>
        <p:grpSpPr>
          <a:xfrm>
            <a:off x="9852624" y="3735576"/>
            <a:ext cx="1621080" cy="818280"/>
            <a:chOff x="9852624" y="3735576"/>
            <a:chExt cx="1621080" cy="81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D463B3E-E930-5FF3-09E3-0DA2B3F8A05B}"/>
                    </a:ext>
                  </a:extLst>
                </p14:cNvPr>
                <p14:cNvContentPartPr/>
                <p14:nvPr/>
              </p14:nvContentPartPr>
              <p14:xfrm>
                <a:off x="9852624" y="3735576"/>
                <a:ext cx="635400" cy="351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D463B3E-E930-5FF3-09E3-0DA2B3F8A05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843624" y="3726576"/>
                  <a:ext cx="6530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11E551C-85A3-2065-3061-B7442D4EF135}"/>
                    </a:ext>
                  </a:extLst>
                </p14:cNvPr>
                <p14:cNvContentPartPr/>
                <p14:nvPr/>
              </p14:nvContentPartPr>
              <p14:xfrm>
                <a:off x="10477584" y="3778056"/>
                <a:ext cx="996120" cy="265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11E551C-85A3-2065-3061-B7442D4EF13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468584" y="3769416"/>
                  <a:ext cx="10137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181886B-1767-65E6-6B37-8CE88C3454B6}"/>
                    </a:ext>
                  </a:extLst>
                </p14:cNvPr>
                <p14:cNvContentPartPr/>
                <p14:nvPr/>
              </p14:nvContentPartPr>
              <p14:xfrm>
                <a:off x="10264824" y="4184136"/>
                <a:ext cx="1053360" cy="369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181886B-1767-65E6-6B37-8CE88C3454B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256184" y="4175496"/>
                  <a:ext cx="1071000" cy="38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63B87AC-84DF-AC67-5CAB-B9A8B5E56974}"/>
              </a:ext>
            </a:extLst>
          </p:cNvPr>
          <p:cNvGrpSpPr/>
          <p:nvPr/>
        </p:nvGrpSpPr>
        <p:grpSpPr>
          <a:xfrm>
            <a:off x="10221264" y="4626576"/>
            <a:ext cx="1397160" cy="882000"/>
            <a:chOff x="10221264" y="4626576"/>
            <a:chExt cx="1397160" cy="88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2E47A3C-5CE7-9632-91DD-EB4538609F64}"/>
                    </a:ext>
                  </a:extLst>
                </p14:cNvPr>
                <p14:cNvContentPartPr/>
                <p14:nvPr/>
              </p14:nvContentPartPr>
              <p14:xfrm>
                <a:off x="10621584" y="4626576"/>
                <a:ext cx="207360" cy="434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2E47A3C-5CE7-9632-91DD-EB4538609F6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612584" y="4617576"/>
                  <a:ext cx="22500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E011BA6-98CD-B7B8-1A4F-5F2B1E3F8338}"/>
                    </a:ext>
                  </a:extLst>
                </p14:cNvPr>
                <p14:cNvContentPartPr/>
                <p14:nvPr/>
              </p14:nvContentPartPr>
              <p14:xfrm>
                <a:off x="10221264" y="5120136"/>
                <a:ext cx="668160" cy="388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E011BA6-98CD-B7B8-1A4F-5F2B1E3F833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212624" y="5111136"/>
                  <a:ext cx="6858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2EC3B3C-723A-A8A1-A498-65EC925DAB80}"/>
                    </a:ext>
                  </a:extLst>
                </p14:cNvPr>
                <p14:cNvContentPartPr/>
                <p14:nvPr/>
              </p14:nvContentPartPr>
              <p14:xfrm>
                <a:off x="10794744" y="5101776"/>
                <a:ext cx="439200" cy="3877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2EC3B3C-723A-A8A1-A498-65EC925DAB8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786104" y="5092776"/>
                  <a:ext cx="45684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C8B070E-48EB-9027-8E96-1770AB6CA22B}"/>
                    </a:ext>
                  </a:extLst>
                </p14:cNvPr>
                <p14:cNvContentPartPr/>
                <p14:nvPr/>
              </p14:nvContentPartPr>
              <p14:xfrm>
                <a:off x="11206584" y="5147136"/>
                <a:ext cx="368280" cy="3067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C8B070E-48EB-9027-8E96-1770AB6CA22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1197584" y="5138136"/>
                  <a:ext cx="3859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18527BA-40BB-1071-E158-F7AB2DF0C6B0}"/>
                    </a:ext>
                  </a:extLst>
                </p14:cNvPr>
                <p14:cNvContentPartPr/>
                <p14:nvPr/>
              </p14:nvContentPartPr>
              <p14:xfrm>
                <a:off x="11533824" y="5012856"/>
                <a:ext cx="84600" cy="76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18527BA-40BB-1071-E158-F7AB2DF0C6B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525184" y="5003856"/>
                  <a:ext cx="102240" cy="9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6A993034-A26E-AD4F-BF45-E82DCBC19086}"/>
                  </a:ext>
                </a:extLst>
              </p14:cNvPr>
              <p14:cNvContentPartPr/>
              <p14:nvPr/>
            </p14:nvContentPartPr>
            <p14:xfrm>
              <a:off x="8002944" y="4558896"/>
              <a:ext cx="438120" cy="89640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6A993034-A26E-AD4F-BF45-E82DCBC19086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7994304" y="4550256"/>
                <a:ext cx="455760" cy="91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D7B2987-A46C-C91B-606A-DB2BDC15096A}"/>
              </a:ext>
            </a:extLst>
          </p:cNvPr>
          <p:cNvGrpSpPr/>
          <p:nvPr/>
        </p:nvGrpSpPr>
        <p:grpSpPr>
          <a:xfrm>
            <a:off x="1772064" y="5072616"/>
            <a:ext cx="447840" cy="658440"/>
            <a:chOff x="1772064" y="5072616"/>
            <a:chExt cx="447840" cy="65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3662D37-9031-2B00-AF6D-6F54C6873C67}"/>
                    </a:ext>
                  </a:extLst>
                </p14:cNvPr>
                <p14:cNvContentPartPr/>
                <p14:nvPr/>
              </p14:nvContentPartPr>
              <p14:xfrm>
                <a:off x="1772064" y="5072616"/>
                <a:ext cx="386280" cy="4978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3662D37-9031-2B00-AF6D-6F54C6873C6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763424" y="5063616"/>
                  <a:ext cx="40392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62D1CA5-C799-B6A7-59F1-468FD5D19C0B}"/>
                    </a:ext>
                  </a:extLst>
                </p14:cNvPr>
                <p14:cNvContentPartPr/>
                <p14:nvPr/>
              </p14:nvContentPartPr>
              <p14:xfrm>
                <a:off x="2029464" y="5440896"/>
                <a:ext cx="190440" cy="2901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62D1CA5-C799-B6A7-59F1-468FD5D19C0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020824" y="5432256"/>
                  <a:ext cx="208080" cy="30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E00C3C28-B152-BCE7-E5A1-3906F2600DE4}"/>
              </a:ext>
            </a:extLst>
          </p:cNvPr>
          <p:cNvGrpSpPr/>
          <p:nvPr/>
        </p:nvGrpSpPr>
        <p:grpSpPr>
          <a:xfrm>
            <a:off x="2962944" y="5257656"/>
            <a:ext cx="1322640" cy="350280"/>
            <a:chOff x="2962944" y="5257656"/>
            <a:chExt cx="1322640" cy="35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A9D04AC-3C68-D441-7E7C-8B7355FC9806}"/>
                    </a:ext>
                  </a:extLst>
                </p14:cNvPr>
                <p14:cNvContentPartPr/>
                <p14:nvPr/>
              </p14:nvContentPartPr>
              <p14:xfrm>
                <a:off x="2962944" y="5369616"/>
                <a:ext cx="788760" cy="238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A9D04AC-3C68-D441-7E7C-8B7355FC980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953944" y="5360616"/>
                  <a:ext cx="8064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0DE53D2-1F83-FF1F-B7AA-1BBC42DD2E23}"/>
                    </a:ext>
                  </a:extLst>
                </p14:cNvPr>
                <p14:cNvContentPartPr/>
                <p14:nvPr/>
              </p14:nvContentPartPr>
              <p14:xfrm>
                <a:off x="3811464" y="5257656"/>
                <a:ext cx="474120" cy="2779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0DE53D2-1F83-FF1F-B7AA-1BBC42DD2E2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802824" y="5248656"/>
                  <a:ext cx="49176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AA5E2F8F-3DF7-340B-B5B7-D8AE4E4CD92B}"/>
              </a:ext>
            </a:extLst>
          </p:cNvPr>
          <p:cNvGrpSpPr/>
          <p:nvPr/>
        </p:nvGrpSpPr>
        <p:grpSpPr>
          <a:xfrm>
            <a:off x="5131584" y="5256576"/>
            <a:ext cx="216360" cy="404640"/>
            <a:chOff x="5131584" y="5256576"/>
            <a:chExt cx="216360" cy="40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4743432-8DCB-5241-4DA0-19A1B6974BB0}"/>
                    </a:ext>
                  </a:extLst>
                </p14:cNvPr>
                <p14:cNvContentPartPr/>
                <p14:nvPr/>
              </p14:nvContentPartPr>
              <p14:xfrm>
                <a:off x="5131584" y="5256576"/>
                <a:ext cx="128520" cy="3337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4743432-8DCB-5241-4DA0-19A1B6974BB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122944" y="5247576"/>
                  <a:ext cx="1461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4DAA378-F093-A0B2-81FE-04AD7B9BB0F6}"/>
                    </a:ext>
                  </a:extLst>
                </p14:cNvPr>
                <p14:cNvContentPartPr/>
                <p14:nvPr/>
              </p14:nvContentPartPr>
              <p14:xfrm>
                <a:off x="5320584" y="5551776"/>
                <a:ext cx="360" cy="3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4DAA378-F093-A0B2-81FE-04AD7B9BB0F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311944" y="55431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60FFA1B-2EF6-960D-8AFC-516337E12EF3}"/>
                    </a:ext>
                  </a:extLst>
                </p14:cNvPr>
                <p14:cNvContentPartPr/>
                <p14:nvPr/>
              </p14:nvContentPartPr>
              <p14:xfrm>
                <a:off x="5259744" y="5561136"/>
                <a:ext cx="88200" cy="1000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60FFA1B-2EF6-960D-8AFC-516337E12EF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250744" y="5552496"/>
                  <a:ext cx="105840" cy="11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DFF3E032-5D76-8BD0-6AE5-FCA777F627C8}"/>
                  </a:ext>
                </a:extLst>
              </p14:cNvPr>
              <p14:cNvContentPartPr/>
              <p14:nvPr/>
            </p14:nvContentPartPr>
            <p14:xfrm>
              <a:off x="1567584" y="4342536"/>
              <a:ext cx="15480" cy="3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DFF3E032-5D76-8BD0-6AE5-FCA777F627C8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1558944" y="4333896"/>
                <a:ext cx="331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7FD95B5-E924-5C29-47C3-401B6773A783}"/>
                  </a:ext>
                </a:extLst>
              </p14:cNvPr>
              <p14:cNvContentPartPr/>
              <p14:nvPr/>
            </p14:nvContentPartPr>
            <p14:xfrm>
              <a:off x="8226504" y="4260816"/>
              <a:ext cx="17280" cy="432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7FD95B5-E924-5C29-47C3-401B6773A783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8217504" y="4252176"/>
                <a:ext cx="3492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437DCEB8-4B13-F7B5-D573-193D0107B562}"/>
                  </a:ext>
                </a:extLst>
              </p14:cNvPr>
              <p14:cNvContentPartPr/>
              <p14:nvPr/>
            </p14:nvContentPartPr>
            <p14:xfrm>
              <a:off x="1233504" y="5022216"/>
              <a:ext cx="1019520" cy="14184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437DCEB8-4B13-F7B5-D573-193D0107B562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1224504" y="5013216"/>
                <a:ext cx="1037160" cy="15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E04A4CEF-77AE-81DD-6F5B-6594208B32CA}"/>
              </a:ext>
            </a:extLst>
          </p:cNvPr>
          <p:cNvGrpSpPr/>
          <p:nvPr/>
        </p:nvGrpSpPr>
        <p:grpSpPr>
          <a:xfrm>
            <a:off x="1328184" y="4944096"/>
            <a:ext cx="1019520" cy="100440"/>
            <a:chOff x="1328184" y="4944096"/>
            <a:chExt cx="1019520" cy="10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E7A89BF-DAD7-CFFC-9A4B-E3F175E6C792}"/>
                    </a:ext>
                  </a:extLst>
                </p14:cNvPr>
                <p14:cNvContentPartPr/>
                <p14:nvPr/>
              </p14:nvContentPartPr>
              <p14:xfrm>
                <a:off x="1328184" y="4944096"/>
                <a:ext cx="1019520" cy="1004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E7A89BF-DAD7-CFFC-9A4B-E3F175E6C79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319184" y="4935456"/>
                  <a:ext cx="10371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C19248D-D5D6-DE8D-EE67-4EB3AC4EF8E3}"/>
                    </a:ext>
                  </a:extLst>
                </p14:cNvPr>
                <p14:cNvContentPartPr/>
                <p14:nvPr/>
              </p14:nvContentPartPr>
              <p14:xfrm>
                <a:off x="2208744" y="5022216"/>
                <a:ext cx="37440" cy="136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C19248D-D5D6-DE8D-EE67-4EB3AC4EF8E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200104" y="5013216"/>
                  <a:ext cx="5508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C3473E3-17FC-9469-65D9-B636A9081F53}"/>
              </a:ext>
            </a:extLst>
          </p:cNvPr>
          <p:cNvGrpSpPr/>
          <p:nvPr/>
        </p:nvGrpSpPr>
        <p:grpSpPr>
          <a:xfrm>
            <a:off x="7652664" y="5823216"/>
            <a:ext cx="2440800" cy="461520"/>
            <a:chOff x="7652664" y="5823216"/>
            <a:chExt cx="2440800" cy="46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1FD1D75-6564-2BA0-2D53-B21BB4D4F588}"/>
                    </a:ext>
                  </a:extLst>
                </p14:cNvPr>
                <p14:cNvContentPartPr/>
                <p14:nvPr/>
              </p14:nvContentPartPr>
              <p14:xfrm>
                <a:off x="7652664" y="5927616"/>
                <a:ext cx="324360" cy="2890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1FD1D75-6564-2BA0-2D53-B21BB4D4F58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643664" y="5918976"/>
                  <a:ext cx="3420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88D1243-B40F-168E-5FB0-F73C26ED92A9}"/>
                    </a:ext>
                  </a:extLst>
                </p14:cNvPr>
                <p14:cNvContentPartPr/>
                <p14:nvPr/>
              </p14:nvContentPartPr>
              <p14:xfrm>
                <a:off x="7993584" y="5965776"/>
                <a:ext cx="173520" cy="2606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88D1243-B40F-168E-5FB0-F73C26ED92A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984584" y="5957136"/>
                  <a:ext cx="1911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0212E6C-E9B6-C83B-5A39-1D1AA263C9FD}"/>
                    </a:ext>
                  </a:extLst>
                </p14:cNvPr>
                <p14:cNvContentPartPr/>
                <p14:nvPr/>
              </p14:nvContentPartPr>
              <p14:xfrm>
                <a:off x="7959744" y="5889816"/>
                <a:ext cx="283680" cy="2016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0212E6C-E9B6-C83B-5A39-1D1AA263C9F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951104" y="5880816"/>
                  <a:ext cx="3013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8C47543-138A-4095-588F-08A08372093D}"/>
                    </a:ext>
                  </a:extLst>
                </p14:cNvPr>
                <p14:cNvContentPartPr/>
                <p14:nvPr/>
              </p14:nvContentPartPr>
              <p14:xfrm>
                <a:off x="8276904" y="6034176"/>
                <a:ext cx="127080" cy="536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8C47543-138A-4095-588F-08A08372093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268264" y="6025176"/>
                  <a:ext cx="1447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E95C641-317D-97D4-D694-9ABB9F0D1D19}"/>
                    </a:ext>
                  </a:extLst>
                </p14:cNvPr>
                <p14:cNvContentPartPr/>
                <p14:nvPr/>
              </p14:nvContentPartPr>
              <p14:xfrm>
                <a:off x="8800344" y="5921856"/>
                <a:ext cx="61200" cy="3535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E95C641-317D-97D4-D694-9ABB9F0D1D1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791344" y="5913216"/>
                  <a:ext cx="7884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D9E80FA-0324-BA2A-3FD0-CD49EF837E3F}"/>
                    </a:ext>
                  </a:extLst>
                </p14:cNvPr>
                <p14:cNvContentPartPr/>
                <p14:nvPr/>
              </p14:nvContentPartPr>
              <p14:xfrm>
                <a:off x="8800344" y="5823216"/>
                <a:ext cx="693000" cy="399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D9E80FA-0324-BA2A-3FD0-CD49EF837E3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791344" y="5814216"/>
                  <a:ext cx="71064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EE45B3F-AC39-4512-3003-508588DF73A0}"/>
                    </a:ext>
                  </a:extLst>
                </p14:cNvPr>
                <p14:cNvContentPartPr/>
                <p14:nvPr/>
              </p14:nvContentPartPr>
              <p14:xfrm>
                <a:off x="9390024" y="5961816"/>
                <a:ext cx="213480" cy="669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EE45B3F-AC39-4512-3003-508588DF73A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381384" y="5953176"/>
                  <a:ext cx="2311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ACACAEB-B48D-1548-2848-1EC8E56F70C9}"/>
                    </a:ext>
                  </a:extLst>
                </p14:cNvPr>
                <p14:cNvContentPartPr/>
                <p14:nvPr/>
              </p14:nvContentPartPr>
              <p14:xfrm>
                <a:off x="9689904" y="5831856"/>
                <a:ext cx="403560" cy="4528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ACACAEB-B48D-1548-2848-1EC8E56F70C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681264" y="5823216"/>
                  <a:ext cx="421200" cy="47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CCC10C5A-ECE4-B765-E89E-99BC225E7C0B}"/>
                  </a:ext>
                </a:extLst>
              </p14:cNvPr>
              <p14:cNvContentPartPr/>
              <p14:nvPr/>
            </p14:nvContentPartPr>
            <p14:xfrm>
              <a:off x="1780344" y="4988016"/>
              <a:ext cx="54360" cy="4824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CCC10C5A-ECE4-B765-E89E-99BC225E7C0B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1771344" y="4979016"/>
                <a:ext cx="72000" cy="6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9EC66A1-42B4-AEEF-976B-8A02BE6BB53D}"/>
              </a:ext>
            </a:extLst>
          </p:cNvPr>
          <p:cNvGrpSpPr/>
          <p:nvPr/>
        </p:nvGrpSpPr>
        <p:grpSpPr>
          <a:xfrm>
            <a:off x="6852744" y="3656376"/>
            <a:ext cx="2063520" cy="965880"/>
            <a:chOff x="6852744" y="3656376"/>
            <a:chExt cx="2063520" cy="96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EA6B612-D235-380B-EFEE-FB56EE4E44F0}"/>
                    </a:ext>
                  </a:extLst>
                </p14:cNvPr>
                <p14:cNvContentPartPr/>
                <p14:nvPr/>
              </p14:nvContentPartPr>
              <p14:xfrm>
                <a:off x="7787664" y="4471056"/>
                <a:ext cx="995400" cy="784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EA6B612-D235-380B-EFEE-FB56EE4E44F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779024" y="4462416"/>
                  <a:ext cx="1013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66BEDF6-6C13-55EF-B967-CA848C6FBF49}"/>
                    </a:ext>
                  </a:extLst>
                </p14:cNvPr>
                <p14:cNvContentPartPr/>
                <p14:nvPr/>
              </p14:nvContentPartPr>
              <p14:xfrm>
                <a:off x="7730424" y="4592736"/>
                <a:ext cx="964800" cy="295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66BEDF6-6C13-55EF-B967-CA848C6FBF4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721784" y="4584096"/>
                  <a:ext cx="982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26CEE8E-EF0A-0BBC-1D22-12972574580D}"/>
                    </a:ext>
                  </a:extLst>
                </p14:cNvPr>
                <p14:cNvContentPartPr/>
                <p14:nvPr/>
              </p14:nvContentPartPr>
              <p14:xfrm>
                <a:off x="7806384" y="4534416"/>
                <a:ext cx="626400" cy="781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26CEE8E-EF0A-0BBC-1D22-12972574580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797384" y="4525416"/>
                  <a:ext cx="6440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B560CA9-89FD-EE46-9A00-229E7FB5220F}"/>
                    </a:ext>
                  </a:extLst>
                </p14:cNvPr>
                <p14:cNvContentPartPr/>
                <p14:nvPr/>
              </p14:nvContentPartPr>
              <p14:xfrm>
                <a:off x="7770384" y="4486896"/>
                <a:ext cx="790560" cy="1162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B560CA9-89FD-EE46-9A00-229E7FB5220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761744" y="4477896"/>
                  <a:ext cx="808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FEDDD3E-78FD-EA0F-A4E8-52D0E707F5CD}"/>
                    </a:ext>
                  </a:extLst>
                </p14:cNvPr>
                <p14:cNvContentPartPr/>
                <p14:nvPr/>
              </p14:nvContentPartPr>
              <p14:xfrm>
                <a:off x="7925904" y="4515336"/>
                <a:ext cx="647280" cy="28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FEDDD3E-78FD-EA0F-A4E8-52D0E707F5C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917264" y="4506336"/>
                  <a:ext cx="6649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8E96C20-C63A-38D4-3687-43627C3880B6}"/>
                    </a:ext>
                  </a:extLst>
                </p14:cNvPr>
                <p14:cNvContentPartPr/>
                <p14:nvPr/>
              </p14:nvContentPartPr>
              <p14:xfrm>
                <a:off x="6852744" y="4477176"/>
                <a:ext cx="25920" cy="43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8E96C20-C63A-38D4-3687-43627C3880B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844104" y="4468536"/>
                  <a:ext cx="435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28BAFA4-08E0-6CAD-889D-67D3553A9C1D}"/>
                    </a:ext>
                  </a:extLst>
                </p14:cNvPr>
                <p14:cNvContentPartPr/>
                <p14:nvPr/>
              </p14:nvContentPartPr>
              <p14:xfrm>
                <a:off x="7164144" y="3656376"/>
                <a:ext cx="1730880" cy="8391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28BAFA4-08E0-6CAD-889D-67D3553A9C1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155504" y="3647736"/>
                  <a:ext cx="1748520" cy="8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7196252-B1D5-554D-1DBD-1ECCC71EFEA3}"/>
                    </a:ext>
                  </a:extLst>
                </p14:cNvPr>
                <p14:cNvContentPartPr/>
                <p14:nvPr/>
              </p14:nvContentPartPr>
              <p14:xfrm>
                <a:off x="7369344" y="3760416"/>
                <a:ext cx="1546920" cy="837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7196252-B1D5-554D-1DBD-1ECCC71EFEA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360344" y="3751416"/>
                  <a:ext cx="1564560" cy="854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26658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12F2682F-AED1-AD86-5AD9-1AA5B2660BF3}"/>
              </a:ext>
            </a:extLst>
          </p:cNvPr>
          <p:cNvGrpSpPr/>
          <p:nvPr/>
        </p:nvGrpSpPr>
        <p:grpSpPr>
          <a:xfrm>
            <a:off x="393264" y="427176"/>
            <a:ext cx="6503760" cy="1070280"/>
            <a:chOff x="393264" y="427176"/>
            <a:chExt cx="6503760" cy="107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2D5F92B-4E99-1E96-7446-AB353D955A00}"/>
                    </a:ext>
                  </a:extLst>
                </p14:cNvPr>
                <p14:cNvContentPartPr/>
                <p14:nvPr/>
              </p14:nvContentPartPr>
              <p14:xfrm>
                <a:off x="459504" y="632376"/>
                <a:ext cx="379440" cy="308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2D5F92B-4E99-1E96-7446-AB353D955A0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0864" y="623736"/>
                  <a:ext cx="3970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A8DC015-BBB5-87D4-8FB8-33CD0E515B61}"/>
                    </a:ext>
                  </a:extLst>
                </p14:cNvPr>
                <p14:cNvContentPartPr/>
                <p14:nvPr/>
              </p14:nvContentPartPr>
              <p14:xfrm>
                <a:off x="814464" y="510696"/>
                <a:ext cx="375840" cy="593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A8DC015-BBB5-87D4-8FB8-33CD0E515B6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05824" y="501696"/>
                  <a:ext cx="39348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6882D61-8B3B-EAE5-9453-07A289A043E2}"/>
                    </a:ext>
                  </a:extLst>
                </p14:cNvPr>
                <p14:cNvContentPartPr/>
                <p14:nvPr/>
              </p14:nvContentPartPr>
              <p14:xfrm>
                <a:off x="1110744" y="680616"/>
                <a:ext cx="423720" cy="317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6882D61-8B3B-EAE5-9453-07A289A043E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1744" y="671616"/>
                  <a:ext cx="44136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969DA54-A919-CF4B-C89A-E38F47514E21}"/>
                    </a:ext>
                  </a:extLst>
                </p14:cNvPr>
                <p14:cNvContentPartPr/>
                <p14:nvPr/>
              </p14:nvContentPartPr>
              <p14:xfrm>
                <a:off x="1774584" y="833256"/>
                <a:ext cx="394200" cy="33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969DA54-A919-CF4B-C89A-E38F47514E2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65944" y="824256"/>
                  <a:ext cx="4118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DA06953-F65F-47DB-01EC-806C41752404}"/>
                    </a:ext>
                  </a:extLst>
                </p14:cNvPr>
                <p14:cNvContentPartPr/>
                <p14:nvPr/>
              </p14:nvContentPartPr>
              <p14:xfrm>
                <a:off x="2570184" y="568656"/>
                <a:ext cx="51120" cy="82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DA06953-F65F-47DB-01EC-806C417524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61184" y="559656"/>
                  <a:ext cx="687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6D29180-FC15-45CA-1B0A-B7029214C997}"/>
                    </a:ext>
                  </a:extLst>
                </p14:cNvPr>
                <p14:cNvContentPartPr/>
                <p14:nvPr/>
              </p14:nvContentPartPr>
              <p14:xfrm>
                <a:off x="2507184" y="636696"/>
                <a:ext cx="569160" cy="300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6D29180-FC15-45CA-1B0A-B7029214C99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98544" y="628056"/>
                  <a:ext cx="5868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53627B4-42D0-8BD5-55D1-E90284F12FFA}"/>
                    </a:ext>
                  </a:extLst>
                </p14:cNvPr>
                <p14:cNvContentPartPr/>
                <p14:nvPr/>
              </p14:nvContentPartPr>
              <p14:xfrm>
                <a:off x="3117744" y="635616"/>
                <a:ext cx="154440" cy="250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53627B4-42D0-8BD5-55D1-E90284F12FF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09104" y="626616"/>
                  <a:ext cx="1720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79DEF3F-03ED-E678-8E90-70A667C4C3CA}"/>
                    </a:ext>
                  </a:extLst>
                </p14:cNvPr>
                <p14:cNvContentPartPr/>
                <p14:nvPr/>
              </p14:nvContentPartPr>
              <p14:xfrm>
                <a:off x="3265344" y="531216"/>
                <a:ext cx="111600" cy="438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79DEF3F-03ED-E678-8E90-70A667C4C3C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56344" y="522216"/>
                  <a:ext cx="12924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D09F856-66CD-2EAF-D43E-3A4FA46D35F4}"/>
                    </a:ext>
                  </a:extLst>
                </p14:cNvPr>
                <p14:cNvContentPartPr/>
                <p14:nvPr/>
              </p14:nvContentPartPr>
              <p14:xfrm>
                <a:off x="3322224" y="659016"/>
                <a:ext cx="1097640" cy="266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D09F856-66CD-2EAF-D43E-3A4FA46D35F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13224" y="650016"/>
                  <a:ext cx="111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1815D3B-2878-A95C-D222-A34631781AE3}"/>
                    </a:ext>
                  </a:extLst>
                </p14:cNvPr>
                <p14:cNvContentPartPr/>
                <p14:nvPr/>
              </p14:nvContentPartPr>
              <p14:xfrm>
                <a:off x="4767264" y="427176"/>
                <a:ext cx="321120" cy="714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1815D3B-2878-A95C-D222-A34631781AE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58264" y="418536"/>
                  <a:ext cx="338760" cy="73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D4BB7BE-59C3-1718-27A8-FB1961994ADE}"/>
                    </a:ext>
                  </a:extLst>
                </p14:cNvPr>
                <p14:cNvContentPartPr/>
                <p14:nvPr/>
              </p14:nvContentPartPr>
              <p14:xfrm>
                <a:off x="4952664" y="520416"/>
                <a:ext cx="840600" cy="490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D4BB7BE-59C3-1718-27A8-FB1961994AD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944024" y="511776"/>
                  <a:ext cx="85824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7954796-E18E-8368-C499-740C6DFF1274}"/>
                    </a:ext>
                  </a:extLst>
                </p14:cNvPr>
                <p14:cNvContentPartPr/>
                <p14:nvPr/>
              </p14:nvContentPartPr>
              <p14:xfrm>
                <a:off x="5860584" y="622296"/>
                <a:ext cx="207000" cy="323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7954796-E18E-8368-C499-740C6DFF127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51944" y="613656"/>
                  <a:ext cx="2246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5D016D0-B2A9-F36A-E06E-591177229868}"/>
                    </a:ext>
                  </a:extLst>
                </p14:cNvPr>
                <p14:cNvContentPartPr/>
                <p14:nvPr/>
              </p14:nvContentPartPr>
              <p14:xfrm>
                <a:off x="6072264" y="650016"/>
                <a:ext cx="585360" cy="351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5D016D0-B2A9-F36A-E06E-59117722986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63264" y="641376"/>
                  <a:ext cx="6030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7ADC03E-3CC8-152F-086E-406B0AD80952}"/>
                    </a:ext>
                  </a:extLst>
                </p14:cNvPr>
                <p14:cNvContentPartPr/>
                <p14:nvPr/>
              </p14:nvContentPartPr>
              <p14:xfrm>
                <a:off x="6682824" y="767016"/>
                <a:ext cx="214200" cy="202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7ADC03E-3CC8-152F-086E-406B0AD8095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73824" y="758376"/>
                  <a:ext cx="2318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524147D-710D-9245-3AC5-3B2062F09C98}"/>
                    </a:ext>
                  </a:extLst>
                </p14:cNvPr>
                <p14:cNvContentPartPr/>
                <p14:nvPr/>
              </p14:nvContentPartPr>
              <p14:xfrm>
                <a:off x="393264" y="1147176"/>
                <a:ext cx="1276200" cy="63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524147D-710D-9245-3AC5-3B2062F09C9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4264" y="1138536"/>
                  <a:ext cx="1293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F894A90-6C93-5DD9-5102-56A341BE8648}"/>
                    </a:ext>
                  </a:extLst>
                </p14:cNvPr>
                <p14:cNvContentPartPr/>
                <p14:nvPr/>
              </p14:nvContentPartPr>
              <p14:xfrm>
                <a:off x="1087344" y="1210176"/>
                <a:ext cx="207360" cy="287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F894A90-6C93-5DD9-5102-56A341BE864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78704" y="1201536"/>
                  <a:ext cx="22500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35897AE-4EC3-C35F-5B50-E9430FED6933}"/>
              </a:ext>
            </a:extLst>
          </p:cNvPr>
          <p:cNvGrpSpPr/>
          <p:nvPr/>
        </p:nvGrpSpPr>
        <p:grpSpPr>
          <a:xfrm>
            <a:off x="358704" y="1732176"/>
            <a:ext cx="2975040" cy="615600"/>
            <a:chOff x="358704" y="1732176"/>
            <a:chExt cx="2975040" cy="61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522E891-D795-1147-8E5C-B681B72F93AD}"/>
                    </a:ext>
                  </a:extLst>
                </p14:cNvPr>
                <p14:cNvContentPartPr/>
                <p14:nvPr/>
              </p14:nvContentPartPr>
              <p14:xfrm>
                <a:off x="358704" y="1841256"/>
                <a:ext cx="437400" cy="257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522E891-D795-1147-8E5C-B681B72F93A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0064" y="1832616"/>
                  <a:ext cx="4550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E4BC8B5-A9B6-2BC8-A88A-64571F6E72EF}"/>
                    </a:ext>
                  </a:extLst>
                </p14:cNvPr>
                <p14:cNvContentPartPr/>
                <p14:nvPr/>
              </p14:nvContentPartPr>
              <p14:xfrm>
                <a:off x="803664" y="1732536"/>
                <a:ext cx="102960" cy="547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E4BC8B5-A9B6-2BC8-A88A-64571F6E72E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5024" y="1723896"/>
                  <a:ext cx="12060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D600B2C-6525-7433-ADDB-9FC059DA353C}"/>
                    </a:ext>
                  </a:extLst>
                </p14:cNvPr>
                <p14:cNvContentPartPr/>
                <p14:nvPr/>
              </p14:nvContentPartPr>
              <p14:xfrm>
                <a:off x="848664" y="1764216"/>
                <a:ext cx="113040" cy="408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D600B2C-6525-7433-ADDB-9FC059DA353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40024" y="1755576"/>
                  <a:ext cx="13068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2FC53B9-C7A2-8827-618C-653926988A5B}"/>
                    </a:ext>
                  </a:extLst>
                </p14:cNvPr>
                <p14:cNvContentPartPr/>
                <p14:nvPr/>
              </p14:nvContentPartPr>
              <p14:xfrm>
                <a:off x="926064" y="1858896"/>
                <a:ext cx="290880" cy="175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2FC53B9-C7A2-8827-618C-653926988A5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17424" y="1849896"/>
                  <a:ext cx="3085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555B0EB-E112-4EE2-9286-EBCBF6EBD0EF}"/>
                    </a:ext>
                  </a:extLst>
                </p14:cNvPr>
                <p14:cNvContentPartPr/>
                <p14:nvPr/>
              </p14:nvContentPartPr>
              <p14:xfrm>
                <a:off x="1206504" y="1846296"/>
                <a:ext cx="189360" cy="220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555B0EB-E112-4EE2-9286-EBCBF6EBD0E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97864" y="1837656"/>
                  <a:ext cx="207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FD45371-EF0C-BB11-EBDA-8006D484C374}"/>
                    </a:ext>
                  </a:extLst>
                </p14:cNvPr>
                <p14:cNvContentPartPr/>
                <p14:nvPr/>
              </p14:nvContentPartPr>
              <p14:xfrm>
                <a:off x="1483344" y="1792656"/>
                <a:ext cx="179640" cy="245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FD45371-EF0C-BB11-EBDA-8006D484C37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474344" y="1784016"/>
                  <a:ext cx="1972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E960F14-6EA5-8B7E-C05E-0EC5A74F7EFA}"/>
                    </a:ext>
                  </a:extLst>
                </p14:cNvPr>
                <p14:cNvContentPartPr/>
                <p14:nvPr/>
              </p14:nvContentPartPr>
              <p14:xfrm>
                <a:off x="1628424" y="1732176"/>
                <a:ext cx="564120" cy="615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E960F14-6EA5-8B7E-C05E-0EC5A74F7EF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19424" y="1723536"/>
                  <a:ext cx="58176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918B382-AADD-AC11-F1AB-E1518D40FAEB}"/>
                    </a:ext>
                  </a:extLst>
                </p14:cNvPr>
                <p14:cNvContentPartPr/>
                <p14:nvPr/>
              </p14:nvContentPartPr>
              <p14:xfrm>
                <a:off x="2090664" y="1938456"/>
                <a:ext cx="195840" cy="274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918B382-AADD-AC11-F1AB-E1518D40FAE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82024" y="1929456"/>
                  <a:ext cx="2134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9713CCF-47B5-D12F-A3FB-161CB9401BB5}"/>
                    </a:ext>
                  </a:extLst>
                </p14:cNvPr>
                <p14:cNvContentPartPr/>
                <p14:nvPr/>
              </p14:nvContentPartPr>
              <p14:xfrm>
                <a:off x="2553264" y="1994256"/>
                <a:ext cx="733320" cy="64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9713CCF-47B5-D12F-A3FB-161CB9401BB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44264" y="1985256"/>
                  <a:ext cx="750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A0CA1C9-1F8F-B8DD-FECF-D6806EDCDF36}"/>
                    </a:ext>
                  </a:extLst>
                </p14:cNvPr>
                <p14:cNvContentPartPr/>
                <p14:nvPr/>
              </p14:nvContentPartPr>
              <p14:xfrm>
                <a:off x="3238344" y="1922256"/>
                <a:ext cx="95400" cy="213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A0CA1C9-1F8F-B8DD-FECF-D6806EDCDF3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29344" y="1913256"/>
                  <a:ext cx="11304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3AAB7DB-A2F5-873B-3BFB-D04D5B217AFF}"/>
              </a:ext>
            </a:extLst>
          </p:cNvPr>
          <p:cNvGrpSpPr/>
          <p:nvPr/>
        </p:nvGrpSpPr>
        <p:grpSpPr>
          <a:xfrm>
            <a:off x="4345344" y="1705536"/>
            <a:ext cx="3441600" cy="482400"/>
            <a:chOff x="4345344" y="1705536"/>
            <a:chExt cx="3441600" cy="48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7566204-5D32-C4AF-0EFF-8261E3CD0E5E}"/>
                    </a:ext>
                  </a:extLst>
                </p14:cNvPr>
                <p14:cNvContentPartPr/>
                <p14:nvPr/>
              </p14:nvContentPartPr>
              <p14:xfrm>
                <a:off x="4345344" y="1764576"/>
                <a:ext cx="84600" cy="423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7566204-5D32-C4AF-0EFF-8261E3CD0E5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36344" y="1755936"/>
                  <a:ext cx="10224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991721E-8496-FA7A-0924-88E05A4B7B0E}"/>
                    </a:ext>
                  </a:extLst>
                </p14:cNvPr>
                <p14:cNvContentPartPr/>
                <p14:nvPr/>
              </p14:nvContentPartPr>
              <p14:xfrm>
                <a:off x="4478904" y="1749096"/>
                <a:ext cx="201240" cy="395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991721E-8496-FA7A-0924-88E05A4B7B0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69904" y="1740456"/>
                  <a:ext cx="21888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AC32B95-51A7-FA54-C3F1-985F25F8B7CE}"/>
                    </a:ext>
                  </a:extLst>
                </p14:cNvPr>
                <p14:cNvContentPartPr/>
                <p14:nvPr/>
              </p14:nvContentPartPr>
              <p14:xfrm>
                <a:off x="4479264" y="1730376"/>
                <a:ext cx="163080" cy="82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AC32B95-51A7-FA54-C3F1-985F25F8B7C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70624" y="1721376"/>
                  <a:ext cx="1807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90D6EA2-F0BA-44B7-16F5-8A54960E7F9B}"/>
                    </a:ext>
                  </a:extLst>
                </p14:cNvPr>
                <p14:cNvContentPartPr/>
                <p14:nvPr/>
              </p14:nvContentPartPr>
              <p14:xfrm>
                <a:off x="4925664" y="1821456"/>
                <a:ext cx="2861280" cy="151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90D6EA2-F0BA-44B7-16F5-8A54960E7F9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17024" y="1812816"/>
                  <a:ext cx="28789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C2C8CEC-E804-1C83-C23A-97CFF86ECEB5}"/>
                    </a:ext>
                  </a:extLst>
                </p14:cNvPr>
                <p14:cNvContentPartPr/>
                <p14:nvPr/>
              </p14:nvContentPartPr>
              <p14:xfrm>
                <a:off x="7610544" y="1705536"/>
                <a:ext cx="160200" cy="313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C2C8CEC-E804-1C83-C23A-97CFF86ECEB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601544" y="1696536"/>
                  <a:ext cx="177840" cy="33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486F978-0D0B-2641-CBF2-FD24C75810C7}"/>
              </a:ext>
            </a:extLst>
          </p:cNvPr>
          <p:cNvGrpSpPr/>
          <p:nvPr/>
        </p:nvGrpSpPr>
        <p:grpSpPr>
          <a:xfrm>
            <a:off x="8655264" y="1595736"/>
            <a:ext cx="638640" cy="360720"/>
            <a:chOff x="8655264" y="1595736"/>
            <a:chExt cx="638640" cy="36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33BD08-C84A-94B0-280C-32AD166A54E3}"/>
                    </a:ext>
                  </a:extLst>
                </p14:cNvPr>
                <p14:cNvContentPartPr/>
                <p14:nvPr/>
              </p14:nvContentPartPr>
              <p14:xfrm>
                <a:off x="8655264" y="1610496"/>
                <a:ext cx="230040" cy="345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33BD08-C84A-94B0-280C-32AD166A54E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646624" y="1601856"/>
                  <a:ext cx="2476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1E1452B-6837-AD55-192D-ECAC6E1CC00B}"/>
                    </a:ext>
                  </a:extLst>
                </p14:cNvPr>
                <p14:cNvContentPartPr/>
                <p14:nvPr/>
              </p14:nvContentPartPr>
              <p14:xfrm>
                <a:off x="8688744" y="1595736"/>
                <a:ext cx="172440" cy="82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1E1452B-6837-AD55-192D-ECAC6E1CC00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80104" y="1586736"/>
                  <a:ext cx="1900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D0D87AC-F9E4-6DBC-BCDD-2219357EBEE6}"/>
                    </a:ext>
                  </a:extLst>
                </p14:cNvPr>
                <p14:cNvContentPartPr/>
                <p14:nvPr/>
              </p14:nvContentPartPr>
              <p14:xfrm>
                <a:off x="9022824" y="1614456"/>
                <a:ext cx="51120" cy="9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D0D87AC-F9E4-6DBC-BCDD-2219357EBEE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14184" y="1605816"/>
                  <a:ext cx="68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3299D03-877E-7BA2-9C38-71CF0751DC86}"/>
                    </a:ext>
                  </a:extLst>
                </p14:cNvPr>
                <p14:cNvContentPartPr/>
                <p14:nvPr/>
              </p14:nvContentPartPr>
              <p14:xfrm>
                <a:off x="9017424" y="1604736"/>
                <a:ext cx="276480" cy="294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3299D03-877E-7BA2-9C38-71CF0751DC8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008424" y="1596096"/>
                  <a:ext cx="294120" cy="31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C7473B0-4697-6F76-6262-49906BE4ABFB}"/>
              </a:ext>
            </a:extLst>
          </p:cNvPr>
          <p:cNvGrpSpPr/>
          <p:nvPr/>
        </p:nvGrpSpPr>
        <p:grpSpPr>
          <a:xfrm>
            <a:off x="4402584" y="2419416"/>
            <a:ext cx="3908520" cy="442080"/>
            <a:chOff x="4402584" y="2419416"/>
            <a:chExt cx="3908520" cy="44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AF0732B-0165-335E-307F-D7AEEADDF89D}"/>
                    </a:ext>
                  </a:extLst>
                </p14:cNvPr>
                <p14:cNvContentPartPr/>
                <p14:nvPr/>
              </p14:nvContentPartPr>
              <p14:xfrm>
                <a:off x="4402584" y="2563416"/>
                <a:ext cx="61200" cy="298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AF0732B-0165-335E-307F-D7AEEADDF89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93944" y="2554776"/>
                  <a:ext cx="788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235CEC2-9B09-5217-4B10-C6012BF6AB74}"/>
                    </a:ext>
                  </a:extLst>
                </p14:cNvPr>
                <p14:cNvContentPartPr/>
                <p14:nvPr/>
              </p14:nvContentPartPr>
              <p14:xfrm>
                <a:off x="4546584" y="2584296"/>
                <a:ext cx="156960" cy="255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235CEC2-9B09-5217-4B10-C6012BF6AB7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37584" y="2575656"/>
                  <a:ext cx="1746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165FD5F-9414-D167-1D75-03C950618DA5}"/>
                    </a:ext>
                  </a:extLst>
                </p14:cNvPr>
                <p14:cNvContentPartPr/>
                <p14:nvPr/>
              </p14:nvContentPartPr>
              <p14:xfrm>
                <a:off x="4480344" y="2578896"/>
                <a:ext cx="88200" cy="100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165FD5F-9414-D167-1D75-03C950618DA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71344" y="2570256"/>
                  <a:ext cx="1058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161F990-89F2-928F-195F-B9924176DDA9}"/>
                    </a:ext>
                  </a:extLst>
                </p14:cNvPr>
                <p14:cNvContentPartPr/>
                <p14:nvPr/>
              </p14:nvContentPartPr>
              <p14:xfrm>
                <a:off x="5082624" y="2429856"/>
                <a:ext cx="2824920" cy="234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161F990-89F2-928F-195F-B9924176DDA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073984" y="2421216"/>
                  <a:ext cx="28425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50FA6EB-4B3D-52AB-3248-8E39EC699A1A}"/>
                    </a:ext>
                  </a:extLst>
                </p14:cNvPr>
                <p14:cNvContentPartPr/>
                <p14:nvPr/>
              </p14:nvContentPartPr>
              <p14:xfrm>
                <a:off x="7959744" y="2423376"/>
                <a:ext cx="179280" cy="207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50FA6EB-4B3D-52AB-3248-8E39EC699A1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51104" y="2414376"/>
                  <a:ext cx="1969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3022597-62AF-7F3D-67C6-866ACA0E8588}"/>
                    </a:ext>
                  </a:extLst>
                </p14:cNvPr>
                <p14:cNvContentPartPr/>
                <p14:nvPr/>
              </p14:nvContentPartPr>
              <p14:xfrm>
                <a:off x="8138664" y="2442096"/>
                <a:ext cx="156240" cy="228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3022597-62AF-7F3D-67C6-866ACA0E858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130024" y="2433456"/>
                  <a:ext cx="1738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2070763-C7BA-2560-C6F4-4146277B4393}"/>
                    </a:ext>
                  </a:extLst>
                </p14:cNvPr>
                <p14:cNvContentPartPr/>
                <p14:nvPr/>
              </p14:nvContentPartPr>
              <p14:xfrm>
                <a:off x="8182584" y="2419416"/>
                <a:ext cx="128520" cy="66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2070763-C7BA-2560-C6F4-4146277B439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73584" y="2410776"/>
                  <a:ext cx="14616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D4A4B3F-6820-27CC-1461-F0F48BF2BB3D}"/>
              </a:ext>
            </a:extLst>
          </p:cNvPr>
          <p:cNvGrpSpPr/>
          <p:nvPr/>
        </p:nvGrpSpPr>
        <p:grpSpPr>
          <a:xfrm>
            <a:off x="8783424" y="2305656"/>
            <a:ext cx="613440" cy="562320"/>
            <a:chOff x="8783424" y="2305656"/>
            <a:chExt cx="613440" cy="56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A065209-A1CC-F105-9963-2E6338B85387}"/>
                    </a:ext>
                  </a:extLst>
                </p14:cNvPr>
                <p14:cNvContentPartPr/>
                <p14:nvPr/>
              </p14:nvContentPartPr>
              <p14:xfrm>
                <a:off x="8783424" y="2305656"/>
                <a:ext cx="152640" cy="562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A065209-A1CC-F105-9963-2E6338B8538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774424" y="2296656"/>
                  <a:ext cx="17028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0F9767C-A032-22A2-D8D8-05837D9065E5}"/>
                    </a:ext>
                  </a:extLst>
                </p14:cNvPr>
                <p14:cNvContentPartPr/>
                <p14:nvPr/>
              </p14:nvContentPartPr>
              <p14:xfrm>
                <a:off x="9056664" y="2412576"/>
                <a:ext cx="128880" cy="271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0F9767C-A032-22A2-D8D8-05837D9065E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047664" y="2403576"/>
                  <a:ext cx="1465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594C25C-66A4-3B7C-57FA-800C414A40B5}"/>
                    </a:ext>
                  </a:extLst>
                </p14:cNvPr>
                <p14:cNvContentPartPr/>
                <p14:nvPr/>
              </p14:nvContentPartPr>
              <p14:xfrm>
                <a:off x="9039744" y="2385216"/>
                <a:ext cx="179280" cy="87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594C25C-66A4-3B7C-57FA-800C414A40B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031104" y="2376576"/>
                  <a:ext cx="1969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8C03180-AAA2-6D82-BF5F-642F56F821AF}"/>
                    </a:ext>
                  </a:extLst>
                </p14:cNvPr>
                <p14:cNvContentPartPr/>
                <p14:nvPr/>
              </p14:nvContentPartPr>
              <p14:xfrm>
                <a:off x="9339984" y="2404296"/>
                <a:ext cx="360" cy="9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8C03180-AAA2-6D82-BF5F-642F56F821A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331344" y="2395296"/>
                  <a:ext cx="18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2B78380-CC7C-944C-6D4A-42F3914BECD9}"/>
                    </a:ext>
                  </a:extLst>
                </p14:cNvPr>
                <p14:cNvContentPartPr/>
                <p14:nvPr/>
              </p14:nvContentPartPr>
              <p14:xfrm>
                <a:off x="9339984" y="2404296"/>
                <a:ext cx="56880" cy="250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2B78380-CC7C-944C-6D4A-42F3914BECD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331344" y="2395296"/>
                  <a:ext cx="7452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8C79E37-7908-7FDB-CEE1-D13A2544F68D}"/>
              </a:ext>
            </a:extLst>
          </p:cNvPr>
          <p:cNvGrpSpPr/>
          <p:nvPr/>
        </p:nvGrpSpPr>
        <p:grpSpPr>
          <a:xfrm>
            <a:off x="9596664" y="2262096"/>
            <a:ext cx="590400" cy="455400"/>
            <a:chOff x="9596664" y="2262096"/>
            <a:chExt cx="590400" cy="45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C5BF207-447F-411B-E6D0-BA1577C841DB}"/>
                    </a:ext>
                  </a:extLst>
                </p14:cNvPr>
                <p14:cNvContentPartPr/>
                <p14:nvPr/>
              </p14:nvContentPartPr>
              <p14:xfrm>
                <a:off x="9596664" y="2366136"/>
                <a:ext cx="156240" cy="251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C5BF207-447F-411B-E6D0-BA1577C841D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587664" y="2357496"/>
                  <a:ext cx="1738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BE9376B-4394-9E70-9132-8DECF5B08097}"/>
                    </a:ext>
                  </a:extLst>
                </p14:cNvPr>
                <p14:cNvContentPartPr/>
                <p14:nvPr/>
              </p14:nvContentPartPr>
              <p14:xfrm>
                <a:off x="9596664" y="2284776"/>
                <a:ext cx="94680" cy="110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BE9376B-4394-9E70-9132-8DECF5B0809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587664" y="2275776"/>
                  <a:ext cx="1123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E2301D6-1430-D7BC-72A8-C8DEB83028A4}"/>
                    </a:ext>
                  </a:extLst>
                </p14:cNvPr>
                <p14:cNvContentPartPr/>
                <p14:nvPr/>
              </p14:nvContentPartPr>
              <p14:xfrm>
                <a:off x="9862344" y="2370096"/>
                <a:ext cx="180000" cy="232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E2301D6-1430-D7BC-72A8-C8DEB83028A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853704" y="2361456"/>
                  <a:ext cx="1976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43118BD-33BD-8838-F930-376EB6D639BF}"/>
                    </a:ext>
                  </a:extLst>
                </p14:cNvPr>
                <p14:cNvContentPartPr/>
                <p14:nvPr/>
              </p14:nvContentPartPr>
              <p14:xfrm>
                <a:off x="10103904" y="2262096"/>
                <a:ext cx="83160" cy="455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43118BD-33BD-8838-F930-376EB6D639B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095264" y="2253096"/>
                  <a:ext cx="100800" cy="47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13A8604-CD5C-D89B-9DAE-DD351580FC7A}"/>
              </a:ext>
            </a:extLst>
          </p:cNvPr>
          <p:cNvGrpSpPr/>
          <p:nvPr/>
        </p:nvGrpSpPr>
        <p:grpSpPr>
          <a:xfrm>
            <a:off x="480744" y="3205296"/>
            <a:ext cx="1661040" cy="624960"/>
            <a:chOff x="480744" y="3205296"/>
            <a:chExt cx="1661040" cy="62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85A99A8-2F8F-0602-C0D8-179E7FC3288E}"/>
                    </a:ext>
                  </a:extLst>
                </p14:cNvPr>
                <p14:cNvContentPartPr/>
                <p14:nvPr/>
              </p14:nvContentPartPr>
              <p14:xfrm>
                <a:off x="480744" y="3364056"/>
                <a:ext cx="297360" cy="264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85A99A8-2F8F-0602-C0D8-179E7FC3288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2104" y="3355056"/>
                  <a:ext cx="3150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CB16FAC-D4CC-0F92-789D-61F7FE11B3FE}"/>
                    </a:ext>
                  </a:extLst>
                </p14:cNvPr>
                <p14:cNvContentPartPr/>
                <p14:nvPr/>
              </p14:nvContentPartPr>
              <p14:xfrm>
                <a:off x="793944" y="3392856"/>
                <a:ext cx="261360" cy="172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CB16FAC-D4CC-0F92-789D-61F7FE11B3F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4944" y="3384216"/>
                  <a:ext cx="2790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6C153BF-088C-19B3-CE4D-B4DFCD67EA79}"/>
                    </a:ext>
                  </a:extLst>
                </p14:cNvPr>
                <p14:cNvContentPartPr/>
                <p14:nvPr/>
              </p14:nvContentPartPr>
              <p14:xfrm>
                <a:off x="1147464" y="3352176"/>
                <a:ext cx="208080" cy="208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6C153BF-088C-19B3-CE4D-B4DFCD67EA7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38464" y="3343176"/>
                  <a:ext cx="2257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2D9F858-FAD0-8164-BDBE-81A8C8E2B0E4}"/>
                    </a:ext>
                  </a:extLst>
                </p14:cNvPr>
                <p14:cNvContentPartPr/>
                <p14:nvPr/>
              </p14:nvContentPartPr>
              <p14:xfrm>
                <a:off x="1310904" y="3269376"/>
                <a:ext cx="618480" cy="560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2D9F858-FAD0-8164-BDBE-81A8C8E2B0E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301904" y="3260376"/>
                  <a:ext cx="63612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9B9AD0F-FCF7-CF7A-372D-46C0CF29F8AF}"/>
                    </a:ext>
                  </a:extLst>
                </p14:cNvPr>
                <p14:cNvContentPartPr/>
                <p14:nvPr/>
              </p14:nvContentPartPr>
              <p14:xfrm>
                <a:off x="2030184" y="3339936"/>
                <a:ext cx="111600" cy="221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9B9AD0F-FCF7-CF7A-372D-46C0CF29F8A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21184" y="3331296"/>
                  <a:ext cx="1292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419556A-AEAE-8D0C-FBC3-4BF3B0E08B6E}"/>
                    </a:ext>
                  </a:extLst>
                </p14:cNvPr>
                <p14:cNvContentPartPr/>
                <p14:nvPr/>
              </p14:nvContentPartPr>
              <p14:xfrm>
                <a:off x="1729584" y="3205296"/>
                <a:ext cx="88200" cy="32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419556A-AEAE-8D0C-FBC3-4BF3B0E08B6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720944" y="3196656"/>
                  <a:ext cx="10584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E466792-0CC6-69EA-E6AE-52870B9FD116}"/>
              </a:ext>
            </a:extLst>
          </p:cNvPr>
          <p:cNvGrpSpPr/>
          <p:nvPr/>
        </p:nvGrpSpPr>
        <p:grpSpPr>
          <a:xfrm>
            <a:off x="8749584" y="2119536"/>
            <a:ext cx="3409200" cy="1037520"/>
            <a:chOff x="8749584" y="2119536"/>
            <a:chExt cx="3409200" cy="103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C592265-1D31-9E24-4D9D-BF18D8A40CE0}"/>
                    </a:ext>
                  </a:extLst>
                </p14:cNvPr>
                <p14:cNvContentPartPr/>
                <p14:nvPr/>
              </p14:nvContentPartPr>
              <p14:xfrm>
                <a:off x="8749584" y="2119536"/>
                <a:ext cx="1583280" cy="887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C592265-1D31-9E24-4D9D-BF18D8A40CE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740584" y="2110536"/>
                  <a:ext cx="1600920" cy="90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B812E47-40CD-1B25-2CF8-C8D1C47F4A93}"/>
                    </a:ext>
                  </a:extLst>
                </p14:cNvPr>
                <p14:cNvContentPartPr/>
                <p14:nvPr/>
              </p14:nvContentPartPr>
              <p14:xfrm>
                <a:off x="10220904" y="2378736"/>
                <a:ext cx="327960" cy="185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B812E47-40CD-1B25-2CF8-C8D1C47F4A9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212264" y="2370096"/>
                  <a:ext cx="3456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E57F855-B56A-D0F9-B30C-F8DE1D614079}"/>
                    </a:ext>
                  </a:extLst>
                </p14:cNvPr>
                <p14:cNvContentPartPr/>
                <p14:nvPr/>
              </p14:nvContentPartPr>
              <p14:xfrm>
                <a:off x="10787904" y="2314296"/>
                <a:ext cx="61200" cy="283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E57F855-B56A-D0F9-B30C-F8DE1D61407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779264" y="2305656"/>
                  <a:ext cx="788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1E994BA-D838-67FE-0519-2070B4EBAC5E}"/>
                    </a:ext>
                  </a:extLst>
                </p14:cNvPr>
                <p14:cNvContentPartPr/>
                <p14:nvPr/>
              </p14:nvContentPartPr>
              <p14:xfrm>
                <a:off x="10916424" y="2375136"/>
                <a:ext cx="247680" cy="213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1E994BA-D838-67FE-0519-2070B4EBAC5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907424" y="2366136"/>
                  <a:ext cx="2653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9A1FFF5-5A00-BC0C-1AF4-BB6AF0A4EE0D}"/>
                    </a:ext>
                  </a:extLst>
                </p14:cNvPr>
                <p14:cNvContentPartPr/>
                <p14:nvPr/>
              </p14:nvContentPartPr>
              <p14:xfrm>
                <a:off x="11215944" y="2365776"/>
                <a:ext cx="169920" cy="213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9A1FFF5-5A00-BC0C-1AF4-BB6AF0A4EE0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206944" y="2357136"/>
                  <a:ext cx="1875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E8B0B53-0E67-2BC9-6EBD-E89D847ADD89}"/>
                    </a:ext>
                  </a:extLst>
                </p14:cNvPr>
                <p14:cNvContentPartPr/>
                <p14:nvPr/>
              </p14:nvContentPartPr>
              <p14:xfrm>
                <a:off x="11413224" y="2245176"/>
                <a:ext cx="50400" cy="309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E8B0B53-0E67-2BC9-6EBD-E89D847ADD8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404224" y="2236176"/>
                  <a:ext cx="680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183B599-2914-B098-D792-E0F275177621}"/>
                    </a:ext>
                  </a:extLst>
                </p14:cNvPr>
                <p14:cNvContentPartPr/>
                <p14:nvPr/>
              </p14:nvContentPartPr>
              <p14:xfrm>
                <a:off x="11496744" y="2375856"/>
                <a:ext cx="189360" cy="178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183B599-2914-B098-D792-E0F27517762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488104" y="2367216"/>
                  <a:ext cx="207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9ADDFC3-0D03-FB46-7D00-7917C3D235F4}"/>
                    </a:ext>
                  </a:extLst>
                </p14:cNvPr>
                <p14:cNvContentPartPr/>
                <p14:nvPr/>
              </p14:nvContentPartPr>
              <p14:xfrm>
                <a:off x="11746584" y="2226096"/>
                <a:ext cx="412200" cy="3283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9ADDFC3-0D03-FB46-7D00-7917C3D235F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737584" y="2217456"/>
                  <a:ext cx="4298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B99591E-0C8C-69D5-A8F0-38D3BBA4F12F}"/>
                    </a:ext>
                  </a:extLst>
                </p14:cNvPr>
                <p14:cNvContentPartPr/>
                <p14:nvPr/>
              </p14:nvContentPartPr>
              <p14:xfrm>
                <a:off x="11295864" y="2804976"/>
                <a:ext cx="117360" cy="207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B99591E-0C8C-69D5-A8F0-38D3BBA4F12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286864" y="2795976"/>
                  <a:ext cx="135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A8FF391-A265-1F06-DD60-332B7BB2DC11}"/>
                    </a:ext>
                  </a:extLst>
                </p14:cNvPr>
                <p14:cNvContentPartPr/>
                <p14:nvPr/>
              </p14:nvContentPartPr>
              <p14:xfrm>
                <a:off x="11368584" y="3112416"/>
                <a:ext cx="27720" cy="44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A8FF391-A265-1F06-DD60-332B7BB2DC1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359584" y="3103416"/>
                  <a:ext cx="4536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C0931E5-C417-7E3C-F895-EDF7B38F740A}"/>
              </a:ext>
            </a:extLst>
          </p:cNvPr>
          <p:cNvGrpSpPr/>
          <p:nvPr/>
        </p:nvGrpSpPr>
        <p:grpSpPr>
          <a:xfrm>
            <a:off x="744264" y="3797856"/>
            <a:ext cx="2092680" cy="501480"/>
            <a:chOff x="744264" y="3797856"/>
            <a:chExt cx="2092680" cy="50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098009C-F5FC-A3AB-553E-2DCAA6538B27}"/>
                    </a:ext>
                  </a:extLst>
                </p14:cNvPr>
                <p14:cNvContentPartPr/>
                <p14:nvPr/>
              </p14:nvContentPartPr>
              <p14:xfrm>
                <a:off x="744264" y="3817296"/>
                <a:ext cx="277200" cy="4820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098009C-F5FC-A3AB-553E-2DCAA6538B2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5264" y="3808656"/>
                  <a:ext cx="29484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94F84BA-212F-9FB8-8235-A93252EBCE03}"/>
                    </a:ext>
                  </a:extLst>
                </p14:cNvPr>
                <p14:cNvContentPartPr/>
                <p14:nvPr/>
              </p14:nvContentPartPr>
              <p14:xfrm>
                <a:off x="1027584" y="3819096"/>
                <a:ext cx="824040" cy="3492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94F84BA-212F-9FB8-8235-A93252EBCE0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18944" y="3810096"/>
                  <a:ext cx="8416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9CF913E-1BD0-1947-F7B2-C4B2D7CD69CB}"/>
                    </a:ext>
                  </a:extLst>
                </p14:cNvPr>
                <p14:cNvContentPartPr/>
                <p14:nvPr/>
              </p14:nvContentPartPr>
              <p14:xfrm>
                <a:off x="1851264" y="3797856"/>
                <a:ext cx="245880" cy="327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9CF913E-1BD0-1947-F7B2-C4B2D7CD69C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842264" y="3788856"/>
                  <a:ext cx="2635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5DAAB51-7C0A-717A-D2D6-90F636328370}"/>
                    </a:ext>
                  </a:extLst>
                </p14:cNvPr>
                <p14:cNvContentPartPr/>
                <p14:nvPr/>
              </p14:nvContentPartPr>
              <p14:xfrm>
                <a:off x="2080224" y="3841056"/>
                <a:ext cx="294480" cy="254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5DAAB51-7C0A-717A-D2D6-90F63632837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071584" y="3832416"/>
                  <a:ext cx="3121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7CEC721-DB54-1A1D-71E1-60D004D61132}"/>
                    </a:ext>
                  </a:extLst>
                </p14:cNvPr>
                <p14:cNvContentPartPr/>
                <p14:nvPr/>
              </p14:nvContentPartPr>
              <p14:xfrm>
                <a:off x="2397744" y="3811176"/>
                <a:ext cx="439200" cy="270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7CEC721-DB54-1A1D-71E1-60D004D6113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389104" y="3802536"/>
                  <a:ext cx="456840" cy="28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6337F2F-8798-AC5B-C2A3-2C5F54E996DE}"/>
                  </a:ext>
                </a:extLst>
              </p14:cNvPr>
              <p14:cNvContentPartPr/>
              <p14:nvPr/>
            </p14:nvContentPartPr>
            <p14:xfrm>
              <a:off x="4612824" y="2525616"/>
              <a:ext cx="157320" cy="4788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6337F2F-8798-AC5B-C2A3-2C5F54E996DE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603824" y="2516976"/>
                <a:ext cx="1749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70006A4-0E9D-169A-52A6-90AAFEC46DA9}"/>
                  </a:ext>
                </a:extLst>
              </p14:cNvPr>
              <p14:cNvContentPartPr/>
              <p14:nvPr/>
            </p14:nvContentPartPr>
            <p14:xfrm>
              <a:off x="4618584" y="2742336"/>
              <a:ext cx="7200" cy="972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70006A4-0E9D-169A-52A6-90AAFEC46DA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609944" y="2733336"/>
                <a:ext cx="2484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71FE36B7-033C-B04C-8EB7-A06070AC637C}"/>
              </a:ext>
            </a:extLst>
          </p:cNvPr>
          <p:cNvGrpSpPr/>
          <p:nvPr/>
        </p:nvGrpSpPr>
        <p:grpSpPr>
          <a:xfrm>
            <a:off x="8172504" y="2799216"/>
            <a:ext cx="37440" cy="360"/>
            <a:chOff x="8172504" y="2799216"/>
            <a:chExt cx="3744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40F9C9A-F16D-247D-7069-D96DCFCAA3D6}"/>
                    </a:ext>
                  </a:extLst>
                </p14:cNvPr>
                <p14:cNvContentPartPr/>
                <p14:nvPr/>
              </p14:nvContentPartPr>
              <p14:xfrm>
                <a:off x="8189424" y="2799216"/>
                <a:ext cx="20520" cy="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40F9C9A-F16D-247D-7069-D96DCFCAA3D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180424" y="2790216"/>
                  <a:ext cx="38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15BC17F-CD8C-4292-8ED2-F8DF499F99C5}"/>
                    </a:ext>
                  </a:extLst>
                </p14:cNvPr>
                <p14:cNvContentPartPr/>
                <p14:nvPr/>
              </p14:nvContentPartPr>
              <p14:xfrm>
                <a:off x="8182584" y="2799216"/>
                <a:ext cx="360" cy="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15BC17F-CD8C-4292-8ED2-F8DF499F99C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173584" y="2790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CC6C284-4FDB-F95F-C0CB-84B40894FCE6}"/>
                    </a:ext>
                  </a:extLst>
                </p14:cNvPr>
                <p14:cNvContentPartPr/>
                <p14:nvPr/>
              </p14:nvContentPartPr>
              <p14:xfrm>
                <a:off x="8172504" y="2799216"/>
                <a:ext cx="360" cy="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CC6C284-4FDB-F95F-C0CB-84B40894FCE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163504" y="2790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AC1D83A2-A15E-A072-0808-7220ABB9D775}"/>
                  </a:ext>
                </a:extLst>
              </p14:cNvPr>
              <p14:cNvContentPartPr/>
              <p14:nvPr/>
            </p14:nvContentPartPr>
            <p14:xfrm>
              <a:off x="9842904" y="2789496"/>
              <a:ext cx="360" cy="61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AC1D83A2-A15E-A072-0808-7220ABB9D775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9834264" y="2780856"/>
                <a:ext cx="180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E4B6533F-0E96-7A9E-7981-656BC3B83D04}"/>
                  </a:ext>
                </a:extLst>
              </p14:cNvPr>
              <p14:cNvContentPartPr/>
              <p14:nvPr/>
            </p14:nvContentPartPr>
            <p14:xfrm>
              <a:off x="3008304" y="972936"/>
              <a:ext cx="1866960" cy="2415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E4B6533F-0E96-7A9E-7981-656BC3B83D04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2999664" y="963936"/>
                <a:ext cx="1884600" cy="25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A3B4112-96DC-E728-E0B4-B40092C0732D}"/>
              </a:ext>
            </a:extLst>
          </p:cNvPr>
          <p:cNvGrpSpPr/>
          <p:nvPr/>
        </p:nvGrpSpPr>
        <p:grpSpPr>
          <a:xfrm>
            <a:off x="8767584" y="2943216"/>
            <a:ext cx="1277640" cy="199080"/>
            <a:chOff x="8767584" y="2943216"/>
            <a:chExt cx="127764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2A0813E-0564-DABC-F5FE-FDE96188AAE6}"/>
                    </a:ext>
                  </a:extLst>
                </p14:cNvPr>
                <p14:cNvContentPartPr/>
                <p14:nvPr/>
              </p14:nvContentPartPr>
              <p14:xfrm>
                <a:off x="8834904" y="2992896"/>
                <a:ext cx="1210320" cy="66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2A0813E-0564-DABC-F5FE-FDE96188AAE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826264" y="2983896"/>
                  <a:ext cx="12279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A27673D-6D79-7DB3-E570-5984814E80B9}"/>
                    </a:ext>
                  </a:extLst>
                </p14:cNvPr>
                <p14:cNvContentPartPr/>
                <p14:nvPr/>
              </p14:nvContentPartPr>
              <p14:xfrm>
                <a:off x="8767584" y="2996496"/>
                <a:ext cx="1133280" cy="78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A27673D-6D79-7DB3-E570-5984814E80B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758584" y="2987856"/>
                  <a:ext cx="11509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F5CA20C-7711-4F20-F805-5A23DFA997DB}"/>
                    </a:ext>
                  </a:extLst>
                </p14:cNvPr>
                <p14:cNvContentPartPr/>
                <p14:nvPr/>
              </p14:nvContentPartPr>
              <p14:xfrm>
                <a:off x="9390744" y="2943216"/>
                <a:ext cx="7200" cy="6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F5CA20C-7711-4F20-F805-5A23DFA997D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382104" y="2934216"/>
                  <a:ext cx="248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D0141DD-49A3-83EF-8324-77B1A416E5AA}"/>
                    </a:ext>
                  </a:extLst>
                </p14:cNvPr>
                <p14:cNvContentPartPr/>
                <p14:nvPr/>
              </p14:nvContentPartPr>
              <p14:xfrm>
                <a:off x="9346824" y="3131496"/>
                <a:ext cx="360" cy="10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D0141DD-49A3-83EF-8324-77B1A416E5A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338184" y="3122496"/>
                  <a:ext cx="1800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042A5ECF-EFEE-F9F6-4293-0B38BE54FA50}"/>
                  </a:ext>
                </a:extLst>
              </p14:cNvPr>
              <p14:cNvContentPartPr/>
              <p14:nvPr/>
            </p14:nvContentPartPr>
            <p14:xfrm>
              <a:off x="9802584" y="1739736"/>
              <a:ext cx="624960" cy="3855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042A5ECF-EFEE-F9F6-4293-0B38BE54FA50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9793584" y="1731096"/>
                <a:ext cx="642600" cy="40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D36C70FC-A89C-2C45-90EE-9224644EDBA2}"/>
              </a:ext>
            </a:extLst>
          </p:cNvPr>
          <p:cNvGrpSpPr/>
          <p:nvPr/>
        </p:nvGrpSpPr>
        <p:grpSpPr>
          <a:xfrm>
            <a:off x="1761624" y="4505976"/>
            <a:ext cx="2341080" cy="998640"/>
            <a:chOff x="1761624" y="4505976"/>
            <a:chExt cx="2341080" cy="99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720797E-5AE4-9113-3B40-CA387B1DD8F3}"/>
                    </a:ext>
                  </a:extLst>
                </p14:cNvPr>
                <p14:cNvContentPartPr/>
                <p14:nvPr/>
              </p14:nvContentPartPr>
              <p14:xfrm>
                <a:off x="1761624" y="4505976"/>
                <a:ext cx="252000" cy="369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720797E-5AE4-9113-3B40-CA387B1DD8F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752624" y="4496976"/>
                  <a:ext cx="26964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A1FA794-55D2-EB99-665A-BAB4D7E61DB4}"/>
                    </a:ext>
                  </a:extLst>
                </p14:cNvPr>
                <p14:cNvContentPartPr/>
                <p14:nvPr/>
              </p14:nvContentPartPr>
              <p14:xfrm>
                <a:off x="1891584" y="5220216"/>
                <a:ext cx="481320" cy="284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A1FA794-55D2-EB99-665A-BAB4D7E61DB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882584" y="5211216"/>
                  <a:ext cx="4989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14ACF9A-CEEE-D0F7-2413-8C8F89E39F23}"/>
                    </a:ext>
                  </a:extLst>
                </p14:cNvPr>
                <p14:cNvContentPartPr/>
                <p14:nvPr/>
              </p14:nvContentPartPr>
              <p14:xfrm>
                <a:off x="2408184" y="5144976"/>
                <a:ext cx="246600" cy="2678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14ACF9A-CEEE-D0F7-2413-8C8F89E39F2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399544" y="5135976"/>
                  <a:ext cx="2642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12182E9-3036-C707-A444-34C258F33CBB}"/>
                    </a:ext>
                  </a:extLst>
                </p14:cNvPr>
                <p14:cNvContentPartPr/>
                <p14:nvPr/>
              </p14:nvContentPartPr>
              <p14:xfrm>
                <a:off x="2698344" y="5151456"/>
                <a:ext cx="66960" cy="225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12182E9-3036-C707-A444-34C258F33CB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689344" y="5142456"/>
                  <a:ext cx="846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257132E-AF46-D901-7118-B86ACC994BBF}"/>
                    </a:ext>
                  </a:extLst>
                </p14:cNvPr>
                <p14:cNvContentPartPr/>
                <p14:nvPr/>
              </p14:nvContentPartPr>
              <p14:xfrm>
                <a:off x="2843424" y="5069736"/>
                <a:ext cx="69480" cy="2901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257132E-AF46-D901-7118-B86ACC994BB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834424" y="5060736"/>
                  <a:ext cx="871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60C9511-63C9-61C3-5340-08423DFBEF2C}"/>
                    </a:ext>
                  </a:extLst>
                </p14:cNvPr>
                <p14:cNvContentPartPr/>
                <p14:nvPr/>
              </p14:nvContentPartPr>
              <p14:xfrm>
                <a:off x="2988504" y="5123376"/>
                <a:ext cx="439200" cy="236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60C9511-63C9-61C3-5340-08423DFBEF2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979864" y="5114376"/>
                  <a:ext cx="4568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EAA07B6-7624-294C-A3F0-A0CB3B37322A}"/>
                    </a:ext>
                  </a:extLst>
                </p14:cNvPr>
                <p14:cNvContentPartPr/>
                <p14:nvPr/>
              </p14:nvContentPartPr>
              <p14:xfrm>
                <a:off x="3433104" y="4990896"/>
                <a:ext cx="95760" cy="314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EAA07B6-7624-294C-A3F0-A0CB3B37322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424464" y="4981896"/>
                  <a:ext cx="1134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32F61C1-924E-A4C0-C5B9-F5CB1D5DA79A}"/>
                    </a:ext>
                  </a:extLst>
                </p14:cNvPr>
                <p14:cNvContentPartPr/>
                <p14:nvPr/>
              </p14:nvContentPartPr>
              <p14:xfrm>
                <a:off x="3417264" y="5122656"/>
                <a:ext cx="216360" cy="68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32F61C1-924E-A4C0-C5B9-F5CB1D5DA79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408264" y="5114016"/>
                  <a:ext cx="234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8F94FF7-D39D-1E11-A246-4AF03C911F11}"/>
                    </a:ext>
                  </a:extLst>
                </p14:cNvPr>
                <p14:cNvContentPartPr/>
                <p14:nvPr/>
              </p14:nvContentPartPr>
              <p14:xfrm>
                <a:off x="3822264" y="5160816"/>
                <a:ext cx="280440" cy="34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8F94FF7-D39D-1E11-A246-4AF03C911F1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813264" y="5151816"/>
                  <a:ext cx="29808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FC030BF5-9C66-4399-C8C1-458B0BAA8BC9}"/>
              </a:ext>
            </a:extLst>
          </p:cNvPr>
          <p:cNvGrpSpPr/>
          <p:nvPr/>
        </p:nvGrpSpPr>
        <p:grpSpPr>
          <a:xfrm>
            <a:off x="4590864" y="4879656"/>
            <a:ext cx="574920" cy="384120"/>
            <a:chOff x="4590864" y="4879656"/>
            <a:chExt cx="574920" cy="38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022601E-4EC9-76F6-4AF1-CDE98CC041E3}"/>
                    </a:ext>
                  </a:extLst>
                </p14:cNvPr>
                <p14:cNvContentPartPr/>
                <p14:nvPr/>
              </p14:nvContentPartPr>
              <p14:xfrm>
                <a:off x="4590864" y="5036616"/>
                <a:ext cx="301320" cy="211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022601E-4EC9-76F6-4AF1-CDE98CC041E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582224" y="5027976"/>
                  <a:ext cx="3189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B37C853-E6C3-A82E-026C-C8880CEC1991}"/>
                    </a:ext>
                  </a:extLst>
                </p14:cNvPr>
                <p14:cNvContentPartPr/>
                <p14:nvPr/>
              </p14:nvContentPartPr>
              <p14:xfrm>
                <a:off x="4941504" y="4879656"/>
                <a:ext cx="224280" cy="3841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B37C853-E6C3-A82E-026C-C8880CEC199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932864" y="4870656"/>
                  <a:ext cx="241920" cy="40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ACD7DE9B-92FA-7BDC-06CD-3F3E5F723E74}"/>
              </a:ext>
            </a:extLst>
          </p:cNvPr>
          <p:cNvGrpSpPr/>
          <p:nvPr/>
        </p:nvGrpSpPr>
        <p:grpSpPr>
          <a:xfrm>
            <a:off x="6295104" y="3594456"/>
            <a:ext cx="5924160" cy="1557000"/>
            <a:chOff x="6295104" y="3594456"/>
            <a:chExt cx="5924160" cy="155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EEF2681-9148-1255-07A5-44B6FE9EB4B7}"/>
                    </a:ext>
                  </a:extLst>
                </p14:cNvPr>
                <p14:cNvContentPartPr/>
                <p14:nvPr/>
              </p14:nvContentPartPr>
              <p14:xfrm>
                <a:off x="6372504" y="4781016"/>
                <a:ext cx="45360" cy="3704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EEF2681-9148-1255-07A5-44B6FE9EB4B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363504" y="4772376"/>
                  <a:ext cx="630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04323F1-EF70-8661-5843-842028DAE7F9}"/>
                    </a:ext>
                  </a:extLst>
                </p14:cNvPr>
                <p14:cNvContentPartPr/>
                <p14:nvPr/>
              </p14:nvContentPartPr>
              <p14:xfrm>
                <a:off x="6511824" y="4824576"/>
                <a:ext cx="195840" cy="273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04323F1-EF70-8661-5843-842028DAE7F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503184" y="4815936"/>
                  <a:ext cx="2134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E4E9767-B19F-7AF6-2999-1A4084ACB91B}"/>
                    </a:ext>
                  </a:extLst>
                </p14:cNvPr>
                <p14:cNvContentPartPr/>
                <p14:nvPr/>
              </p14:nvContentPartPr>
              <p14:xfrm>
                <a:off x="6501744" y="4741056"/>
                <a:ext cx="233280" cy="116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E4E9767-B19F-7AF6-2999-1A4084ACB91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493104" y="4732416"/>
                  <a:ext cx="2509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F2AE6A4-842E-C593-607B-01C4E3A4AB67}"/>
                    </a:ext>
                  </a:extLst>
                </p14:cNvPr>
                <p14:cNvContentPartPr/>
                <p14:nvPr/>
              </p14:nvContentPartPr>
              <p14:xfrm>
                <a:off x="7029504" y="4847616"/>
                <a:ext cx="663840" cy="82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F2AE6A4-842E-C593-607B-01C4E3A4AB6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020864" y="4838616"/>
                  <a:ext cx="6814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BE46AF4-E96A-FFE9-1535-6F9B50034DEF}"/>
                    </a:ext>
                  </a:extLst>
                </p14:cNvPr>
                <p14:cNvContentPartPr/>
                <p14:nvPr/>
              </p14:nvContentPartPr>
              <p14:xfrm>
                <a:off x="7998624" y="4636296"/>
                <a:ext cx="168480" cy="264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BE46AF4-E96A-FFE9-1535-6F9B50034DE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989984" y="4627296"/>
                  <a:ext cx="1861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8B62C01-17B5-AA28-B7AF-E2654217C304}"/>
                    </a:ext>
                  </a:extLst>
                </p14:cNvPr>
                <p14:cNvContentPartPr/>
                <p14:nvPr/>
              </p14:nvContentPartPr>
              <p14:xfrm>
                <a:off x="8293824" y="4655736"/>
                <a:ext cx="154800" cy="250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8B62C01-17B5-AA28-B7AF-E2654217C30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285184" y="4647096"/>
                  <a:ext cx="1724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BEAA583-3DDC-8722-98A1-AEE135B9DECF}"/>
                    </a:ext>
                  </a:extLst>
                </p14:cNvPr>
                <p14:cNvContentPartPr/>
                <p14:nvPr/>
              </p14:nvContentPartPr>
              <p14:xfrm>
                <a:off x="8233344" y="4568616"/>
                <a:ext cx="317520" cy="1407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BEAA583-3DDC-8722-98A1-AEE135B9DEC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224344" y="4559616"/>
                  <a:ext cx="3351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4866391-B74B-C085-9B7A-DF4624188ECA}"/>
                    </a:ext>
                  </a:extLst>
                </p14:cNvPr>
                <p14:cNvContentPartPr/>
                <p14:nvPr/>
              </p14:nvContentPartPr>
              <p14:xfrm>
                <a:off x="8671824" y="4380696"/>
                <a:ext cx="206280" cy="5216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4866391-B74B-C085-9B7A-DF4624188EC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663184" y="4371696"/>
                  <a:ext cx="22392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B425F61-9F77-E9F4-F48A-5FB7BA45C344}"/>
                    </a:ext>
                  </a:extLst>
                </p14:cNvPr>
                <p14:cNvContentPartPr/>
                <p14:nvPr/>
              </p14:nvContentPartPr>
              <p14:xfrm>
                <a:off x="9056664" y="4490496"/>
                <a:ext cx="117720" cy="2941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B425F61-9F77-E9F4-F48A-5FB7BA45C34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047664" y="4481856"/>
                  <a:ext cx="1353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4DA34A6-C22B-FBC4-511A-D4097B9F2727}"/>
                    </a:ext>
                  </a:extLst>
                </p14:cNvPr>
                <p14:cNvContentPartPr/>
                <p14:nvPr/>
              </p14:nvContentPartPr>
              <p14:xfrm>
                <a:off x="8988984" y="4424256"/>
                <a:ext cx="256680" cy="1731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4DA34A6-C22B-FBC4-511A-D4097B9F272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980344" y="4415256"/>
                  <a:ext cx="2743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8EADBCA-606A-F4C5-2581-486F3D4DDD69}"/>
                    </a:ext>
                  </a:extLst>
                </p14:cNvPr>
                <p14:cNvContentPartPr/>
                <p14:nvPr/>
              </p14:nvContentPartPr>
              <p14:xfrm>
                <a:off x="9323424" y="4471776"/>
                <a:ext cx="17280" cy="3819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8EADBCA-606A-F4C5-2581-486F3D4DDD6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314424" y="4462776"/>
                  <a:ext cx="3492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918459F-C0FF-A7D3-FB90-66AF96FA3B87}"/>
                    </a:ext>
                  </a:extLst>
                </p14:cNvPr>
                <p14:cNvContentPartPr/>
                <p14:nvPr/>
              </p14:nvContentPartPr>
              <p14:xfrm>
                <a:off x="9501984" y="4665456"/>
                <a:ext cx="151560" cy="285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918459F-C0FF-A7D3-FB90-66AF96FA3B8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493344" y="4656456"/>
                  <a:ext cx="1692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FE30194-107D-B705-6AB6-360C4C62C3BD}"/>
                    </a:ext>
                  </a:extLst>
                </p14:cNvPr>
                <p14:cNvContentPartPr/>
                <p14:nvPr/>
              </p14:nvContentPartPr>
              <p14:xfrm>
                <a:off x="9792144" y="4500576"/>
                <a:ext cx="129960" cy="281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FE30194-107D-B705-6AB6-360C4C62C3B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783144" y="4491936"/>
                  <a:ext cx="1476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3200612-7C82-ABF7-42E3-F9EB7C5E08E6}"/>
                    </a:ext>
                  </a:extLst>
                </p14:cNvPr>
                <p14:cNvContentPartPr/>
                <p14:nvPr/>
              </p14:nvContentPartPr>
              <p14:xfrm>
                <a:off x="9768744" y="4376736"/>
                <a:ext cx="179280" cy="1638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3200612-7C82-ABF7-42E3-F9EB7C5E08E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760104" y="4367736"/>
                  <a:ext cx="1969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7F45058-A423-E05A-1A84-B1FAA23E404B}"/>
                    </a:ext>
                  </a:extLst>
                </p14:cNvPr>
                <p14:cNvContentPartPr/>
                <p14:nvPr/>
              </p14:nvContentPartPr>
              <p14:xfrm>
                <a:off x="10031904" y="4424256"/>
                <a:ext cx="277200" cy="3330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7F45058-A423-E05A-1A84-B1FAA23E404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022904" y="4415256"/>
                  <a:ext cx="29484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91B737E-321C-DF61-37B5-D4F4F74D1DE4}"/>
                    </a:ext>
                  </a:extLst>
                </p14:cNvPr>
                <p14:cNvContentPartPr/>
                <p14:nvPr/>
              </p14:nvContentPartPr>
              <p14:xfrm>
                <a:off x="10359504" y="4405176"/>
                <a:ext cx="128520" cy="452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91B737E-321C-DF61-37B5-D4F4F74D1DE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350504" y="4396536"/>
                  <a:ext cx="14616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68599A9-AF9E-5D1D-8738-907BD2CA79DF}"/>
                    </a:ext>
                  </a:extLst>
                </p14:cNvPr>
                <p14:cNvContentPartPr/>
                <p14:nvPr/>
              </p14:nvContentPartPr>
              <p14:xfrm>
                <a:off x="10716984" y="4373496"/>
                <a:ext cx="78120" cy="2772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68599A9-AF9E-5D1D-8738-907BD2CA79D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708344" y="4364496"/>
                  <a:ext cx="957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FA39D35-0C58-CD22-AD83-BE89D3193F37}"/>
                    </a:ext>
                  </a:extLst>
                </p14:cNvPr>
                <p14:cNvContentPartPr/>
                <p14:nvPr/>
              </p14:nvContentPartPr>
              <p14:xfrm>
                <a:off x="10888704" y="4448016"/>
                <a:ext cx="240480" cy="2217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FA39D35-0C58-CD22-AD83-BE89D3193F3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879704" y="4439376"/>
                  <a:ext cx="2581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A1C021B-EDC5-5CD3-7F09-C09CC50FD8DB}"/>
                    </a:ext>
                  </a:extLst>
                </p14:cNvPr>
                <p14:cNvContentPartPr/>
                <p14:nvPr/>
              </p14:nvContentPartPr>
              <p14:xfrm>
                <a:off x="11188224" y="4265136"/>
                <a:ext cx="251280" cy="4042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A1C021B-EDC5-5CD3-7F09-C09CC50FD8D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179584" y="4256136"/>
                  <a:ext cx="26892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D07F231-036A-30D6-7CBE-0686C21114F6}"/>
                    </a:ext>
                  </a:extLst>
                </p14:cNvPr>
                <p14:cNvContentPartPr/>
                <p14:nvPr/>
              </p14:nvContentPartPr>
              <p14:xfrm>
                <a:off x="11521944" y="4356216"/>
                <a:ext cx="191160" cy="2379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D07F231-036A-30D6-7CBE-0686C21114F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513304" y="4347216"/>
                  <a:ext cx="2088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09E47FC-C16E-FBDF-F96E-D084B5C972E0}"/>
                    </a:ext>
                  </a:extLst>
                </p14:cNvPr>
                <p14:cNvContentPartPr/>
                <p14:nvPr/>
              </p14:nvContentPartPr>
              <p14:xfrm>
                <a:off x="11779704" y="4178376"/>
                <a:ext cx="439560" cy="3866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09E47FC-C16E-FBDF-F96E-D084B5C972E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770704" y="4169376"/>
                  <a:ext cx="45720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A76E92A-69F6-6CB3-0D69-8B78683F463A}"/>
                    </a:ext>
                  </a:extLst>
                </p14:cNvPr>
                <p14:cNvContentPartPr/>
                <p14:nvPr/>
              </p14:nvContentPartPr>
              <p14:xfrm>
                <a:off x="6295104" y="4235976"/>
                <a:ext cx="55080" cy="2952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A76E92A-69F6-6CB3-0D69-8B78683F463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286464" y="4226976"/>
                  <a:ext cx="727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1B40210-64DB-2421-D7D5-8819F9364A47}"/>
                    </a:ext>
                  </a:extLst>
                </p14:cNvPr>
                <p14:cNvContentPartPr/>
                <p14:nvPr/>
              </p14:nvContentPartPr>
              <p14:xfrm>
                <a:off x="6434424" y="4286736"/>
                <a:ext cx="164160" cy="2383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1B40210-64DB-2421-D7D5-8819F9364A4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425424" y="4277736"/>
                  <a:ext cx="1818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CC293FC-9F63-A5C6-FCEE-9DFD788D9DED}"/>
                    </a:ext>
                  </a:extLst>
                </p14:cNvPr>
                <p14:cNvContentPartPr/>
                <p14:nvPr/>
              </p14:nvContentPartPr>
              <p14:xfrm>
                <a:off x="6389784" y="4226616"/>
                <a:ext cx="200160" cy="1256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CC293FC-9F63-A5C6-FCEE-9DFD788D9DED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381144" y="4217976"/>
                  <a:ext cx="2178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69589C4-ADC5-5A68-6E94-81F8E7B6D0DE}"/>
                    </a:ext>
                  </a:extLst>
                </p14:cNvPr>
                <p14:cNvContentPartPr/>
                <p14:nvPr/>
              </p14:nvContentPartPr>
              <p14:xfrm>
                <a:off x="6896664" y="4183056"/>
                <a:ext cx="1535760" cy="1825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69589C4-ADC5-5A68-6E94-81F8E7B6D0D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888024" y="4174416"/>
                  <a:ext cx="15534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066F3BB-CEE2-91B3-A2DE-553D784FA79B}"/>
                    </a:ext>
                  </a:extLst>
                </p14:cNvPr>
                <p14:cNvContentPartPr/>
                <p14:nvPr/>
              </p14:nvContentPartPr>
              <p14:xfrm>
                <a:off x="8729424" y="3965616"/>
                <a:ext cx="233640" cy="3096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066F3BB-CEE2-91B3-A2DE-553D784FA79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720424" y="3956976"/>
                  <a:ext cx="2512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9FB6732-D9DA-7769-BD9E-27432A5D0464}"/>
                    </a:ext>
                  </a:extLst>
                </p14:cNvPr>
                <p14:cNvContentPartPr/>
                <p14:nvPr/>
              </p14:nvContentPartPr>
              <p14:xfrm>
                <a:off x="8800344" y="3951576"/>
                <a:ext cx="145440" cy="87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9FB6732-D9DA-7769-BD9E-27432A5D0464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791344" y="3942576"/>
                  <a:ext cx="1630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ECF0825-4E38-A590-9494-F079A11F4F6A}"/>
                    </a:ext>
                  </a:extLst>
                </p14:cNvPr>
                <p14:cNvContentPartPr/>
                <p14:nvPr/>
              </p14:nvContentPartPr>
              <p14:xfrm>
                <a:off x="9090504" y="3972456"/>
                <a:ext cx="34560" cy="368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ECF0825-4E38-A590-9494-F079A11F4F6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081504" y="3963456"/>
                  <a:ext cx="52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23E7A02-729E-8C64-8E86-A446FBBC1E8D}"/>
                    </a:ext>
                  </a:extLst>
                </p14:cNvPr>
                <p14:cNvContentPartPr/>
                <p14:nvPr/>
              </p14:nvContentPartPr>
              <p14:xfrm>
                <a:off x="9055944" y="3971376"/>
                <a:ext cx="268200" cy="3470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23E7A02-729E-8C64-8E86-A446FBBC1E8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046944" y="3962736"/>
                  <a:ext cx="28584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5F09AB4-A558-D5EB-710B-6D02EE7194B1}"/>
                    </a:ext>
                  </a:extLst>
                </p14:cNvPr>
                <p14:cNvContentPartPr/>
                <p14:nvPr/>
              </p14:nvContentPartPr>
              <p14:xfrm>
                <a:off x="8666424" y="4010976"/>
                <a:ext cx="501840" cy="1774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5F09AB4-A558-D5EB-710B-6D02EE7194B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657784" y="4001976"/>
                  <a:ext cx="519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58D0A74-DB8D-7044-DAAF-87FA59A06DFF}"/>
                    </a:ext>
                  </a:extLst>
                </p14:cNvPr>
                <p14:cNvContentPartPr/>
                <p14:nvPr/>
              </p14:nvContentPartPr>
              <p14:xfrm>
                <a:off x="9630504" y="3744576"/>
                <a:ext cx="223200" cy="4579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58D0A74-DB8D-7044-DAAF-87FA59A06DFF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621504" y="3735576"/>
                  <a:ext cx="24084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46ABE97-9073-961A-F34A-11AD10364B58}"/>
                    </a:ext>
                  </a:extLst>
                </p14:cNvPr>
                <p14:cNvContentPartPr/>
                <p14:nvPr/>
              </p14:nvContentPartPr>
              <p14:xfrm>
                <a:off x="9937584" y="3895416"/>
                <a:ext cx="111600" cy="2646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46ABE97-9073-961A-F34A-11AD10364B5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928584" y="3886416"/>
                  <a:ext cx="1292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7B4C011-C19B-FDA5-F12E-A2E8203C2866}"/>
                    </a:ext>
                  </a:extLst>
                </p14:cNvPr>
                <p14:cNvContentPartPr/>
                <p14:nvPr/>
              </p14:nvContentPartPr>
              <p14:xfrm>
                <a:off x="9903744" y="3788496"/>
                <a:ext cx="283680" cy="1825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7B4C011-C19B-FDA5-F12E-A2E8203C286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895104" y="3779496"/>
                  <a:ext cx="3013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E1C9C57-BF57-1FEE-C8DB-468008379487}"/>
                    </a:ext>
                  </a:extLst>
                </p14:cNvPr>
                <p14:cNvContentPartPr/>
                <p14:nvPr/>
              </p14:nvContentPartPr>
              <p14:xfrm>
                <a:off x="10237824" y="3966696"/>
                <a:ext cx="521280" cy="302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E1C9C57-BF57-1FEE-C8DB-46800837948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228824" y="3957696"/>
                  <a:ext cx="5389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3156FB3-91B8-0EF3-6512-74A9CB0D1AB7}"/>
                    </a:ext>
                  </a:extLst>
                </p14:cNvPr>
                <p14:cNvContentPartPr/>
                <p14:nvPr/>
              </p14:nvContentPartPr>
              <p14:xfrm>
                <a:off x="10838664" y="3773016"/>
                <a:ext cx="267480" cy="2714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3156FB3-91B8-0EF3-6512-74A9CB0D1AB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829664" y="3764016"/>
                  <a:ext cx="2851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72EF06C-6D0C-85C3-9364-34BCE859BFC9}"/>
                    </a:ext>
                  </a:extLst>
                </p14:cNvPr>
                <p14:cNvContentPartPr/>
                <p14:nvPr/>
              </p14:nvContentPartPr>
              <p14:xfrm>
                <a:off x="10916424" y="3701016"/>
                <a:ext cx="179280" cy="914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72EF06C-6D0C-85C3-9364-34BCE859BFC9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907424" y="3692016"/>
                  <a:ext cx="196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59E2FD4-E5C1-AD18-9618-18A637AD05A3}"/>
                    </a:ext>
                  </a:extLst>
                </p14:cNvPr>
                <p14:cNvContentPartPr/>
                <p14:nvPr/>
              </p14:nvContentPartPr>
              <p14:xfrm>
                <a:off x="11182824" y="3782376"/>
                <a:ext cx="196200" cy="2480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59E2FD4-E5C1-AD18-9618-18A637AD05A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173824" y="3773736"/>
                  <a:ext cx="2138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8D60CF6-7360-96E0-5B1F-C6191CF41D51}"/>
                    </a:ext>
                  </a:extLst>
                </p14:cNvPr>
                <p14:cNvContentPartPr/>
                <p14:nvPr/>
              </p14:nvContentPartPr>
              <p14:xfrm>
                <a:off x="9339984" y="3594456"/>
                <a:ext cx="2390040" cy="6858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8D60CF6-7360-96E0-5B1F-C6191CF41D5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331344" y="3585816"/>
                  <a:ext cx="2407680" cy="70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529BE96D-442F-2F3C-A968-67E5B51C77F6}"/>
                  </a:ext>
                </a:extLst>
              </p14:cNvPr>
              <p14:cNvContentPartPr/>
              <p14:nvPr/>
            </p14:nvContentPartPr>
            <p14:xfrm>
              <a:off x="4060944" y="2423376"/>
              <a:ext cx="1010880" cy="70884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529BE96D-442F-2F3C-A968-67E5B51C77F6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4052304" y="2414376"/>
                <a:ext cx="1028520" cy="72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C053150C-F390-622B-6C0E-0C424EB2893A}"/>
              </a:ext>
            </a:extLst>
          </p:cNvPr>
          <p:cNvGrpSpPr/>
          <p:nvPr/>
        </p:nvGrpSpPr>
        <p:grpSpPr>
          <a:xfrm>
            <a:off x="6990624" y="142056"/>
            <a:ext cx="3804480" cy="880920"/>
            <a:chOff x="6990624" y="142056"/>
            <a:chExt cx="3804480" cy="88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EDB7941-ECE4-2D28-A475-1A913B9F72C0}"/>
                    </a:ext>
                  </a:extLst>
                </p14:cNvPr>
                <p14:cNvContentPartPr/>
                <p14:nvPr/>
              </p14:nvContentPartPr>
              <p14:xfrm>
                <a:off x="6990624" y="596736"/>
                <a:ext cx="1114920" cy="3290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EDB7941-ECE4-2D28-A475-1A913B9F72C0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981984" y="588096"/>
                  <a:ext cx="11325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127C12B-390A-E5E2-DBFC-3B6413436436}"/>
                    </a:ext>
                  </a:extLst>
                </p14:cNvPr>
                <p14:cNvContentPartPr/>
                <p14:nvPr/>
              </p14:nvContentPartPr>
              <p14:xfrm>
                <a:off x="8355384" y="423936"/>
                <a:ext cx="428400" cy="3970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127C12B-390A-E5E2-DBFC-3B641343643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346384" y="415296"/>
                  <a:ext cx="44604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B29EF85-ACE4-DD92-8537-D69CFC3BAAB8}"/>
                    </a:ext>
                  </a:extLst>
                </p14:cNvPr>
                <p14:cNvContentPartPr/>
                <p14:nvPr/>
              </p14:nvContentPartPr>
              <p14:xfrm>
                <a:off x="8850744" y="549936"/>
                <a:ext cx="462600" cy="2455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B29EF85-ACE4-DD92-8537-D69CFC3BAAB8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842104" y="541296"/>
                  <a:ext cx="4802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8A92499-979A-5F53-91F5-81A924BC6FC0}"/>
                    </a:ext>
                  </a:extLst>
                </p14:cNvPr>
                <p14:cNvContentPartPr/>
                <p14:nvPr/>
              </p14:nvContentPartPr>
              <p14:xfrm>
                <a:off x="9284904" y="383616"/>
                <a:ext cx="134280" cy="4168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8A92499-979A-5F53-91F5-81A924BC6FC0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276264" y="374616"/>
                  <a:ext cx="15192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F3ABF7E-BE62-6833-6436-4F76E93B39D2}"/>
                    </a:ext>
                  </a:extLst>
                </p14:cNvPr>
                <p14:cNvContentPartPr/>
                <p14:nvPr/>
              </p14:nvContentPartPr>
              <p14:xfrm>
                <a:off x="9324144" y="472536"/>
                <a:ext cx="539280" cy="2869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F3ABF7E-BE62-6833-6436-4F76E93B39D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315504" y="463896"/>
                  <a:ext cx="5569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896873E-3993-9989-D2C2-5373136D4D86}"/>
                    </a:ext>
                  </a:extLst>
                </p14:cNvPr>
                <p14:cNvContentPartPr/>
                <p14:nvPr/>
              </p14:nvContentPartPr>
              <p14:xfrm>
                <a:off x="9758664" y="535176"/>
                <a:ext cx="290520" cy="3312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896873E-3993-9989-D2C2-5373136D4D8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749664" y="526536"/>
                  <a:ext cx="3081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24888CE-B5DE-A49D-F7E2-436E9C250569}"/>
                    </a:ext>
                  </a:extLst>
                </p14:cNvPr>
                <p14:cNvContentPartPr/>
                <p14:nvPr/>
              </p14:nvContentPartPr>
              <p14:xfrm>
                <a:off x="10093104" y="265536"/>
                <a:ext cx="77760" cy="567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24888CE-B5DE-A49D-F7E2-436E9C25056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084104" y="256896"/>
                  <a:ext cx="954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C5EBEE2-FECE-CE22-C363-DD49DF01D3FF}"/>
                    </a:ext>
                  </a:extLst>
                </p14:cNvPr>
                <p14:cNvContentPartPr/>
                <p14:nvPr/>
              </p14:nvContentPartPr>
              <p14:xfrm>
                <a:off x="10030824" y="506016"/>
                <a:ext cx="423360" cy="72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C5EBEE2-FECE-CE22-C363-DD49DF01D3FF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021824" y="497016"/>
                  <a:ext cx="4410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8424B67-1DD0-6632-FD36-F8133C96B7AE}"/>
                    </a:ext>
                  </a:extLst>
                </p14:cNvPr>
                <p14:cNvContentPartPr/>
                <p14:nvPr/>
              </p14:nvContentPartPr>
              <p14:xfrm>
                <a:off x="8155584" y="142056"/>
                <a:ext cx="2639520" cy="8809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8424B67-1DD0-6632-FD36-F8133C96B7A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146944" y="133056"/>
                  <a:ext cx="2657160" cy="898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96267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80DD669-159B-5797-E4A3-BCB12B774073}"/>
              </a:ext>
            </a:extLst>
          </p:cNvPr>
          <p:cNvGrpSpPr/>
          <p:nvPr/>
        </p:nvGrpSpPr>
        <p:grpSpPr>
          <a:xfrm>
            <a:off x="497664" y="352296"/>
            <a:ext cx="1966680" cy="533520"/>
            <a:chOff x="497664" y="352296"/>
            <a:chExt cx="1966680" cy="53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63707F8-4DEE-8A62-D158-7E54E9607721}"/>
                    </a:ext>
                  </a:extLst>
                </p14:cNvPr>
                <p14:cNvContentPartPr/>
                <p14:nvPr/>
              </p14:nvContentPartPr>
              <p14:xfrm>
                <a:off x="503064" y="456336"/>
                <a:ext cx="52560" cy="429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63707F8-4DEE-8A62-D158-7E54E960772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4424" y="447696"/>
                  <a:ext cx="7020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BC9C352-DCE6-DF61-083A-CED507FF6523}"/>
                    </a:ext>
                  </a:extLst>
                </p14:cNvPr>
                <p14:cNvContentPartPr/>
                <p14:nvPr/>
              </p14:nvContentPartPr>
              <p14:xfrm>
                <a:off x="497664" y="456696"/>
                <a:ext cx="392400" cy="411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BC9C352-DCE6-DF61-083A-CED507FF652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9024" y="448056"/>
                  <a:ext cx="4100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26DF8F6-72E7-483C-4FA4-843EBBB60D8D}"/>
                    </a:ext>
                  </a:extLst>
                </p14:cNvPr>
                <p14:cNvContentPartPr/>
                <p14:nvPr/>
              </p14:nvContentPartPr>
              <p14:xfrm>
                <a:off x="710424" y="374976"/>
                <a:ext cx="703440" cy="482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26DF8F6-72E7-483C-4FA4-843EBBB60D8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1424" y="365976"/>
                  <a:ext cx="72108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E17FD98-9A26-916B-081D-29CB36A7E539}"/>
                    </a:ext>
                  </a:extLst>
                </p14:cNvPr>
                <p14:cNvContentPartPr/>
                <p14:nvPr/>
              </p14:nvContentPartPr>
              <p14:xfrm>
                <a:off x="1405584" y="352296"/>
                <a:ext cx="803880" cy="448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E17FD98-9A26-916B-081D-29CB36A7E53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96584" y="343296"/>
                  <a:ext cx="82152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B51D107-DAC3-F007-5EC3-34184C221BE4}"/>
                    </a:ext>
                  </a:extLst>
                </p14:cNvPr>
                <p14:cNvContentPartPr/>
                <p14:nvPr/>
              </p14:nvContentPartPr>
              <p14:xfrm>
                <a:off x="2150784" y="581976"/>
                <a:ext cx="313560" cy="83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B51D107-DAC3-F007-5EC3-34184C221BE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41784" y="572976"/>
                  <a:ext cx="33120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1399BDF-AC3B-3CDC-5787-1B9715B625C8}"/>
              </a:ext>
            </a:extLst>
          </p:cNvPr>
          <p:cNvGrpSpPr/>
          <p:nvPr/>
        </p:nvGrpSpPr>
        <p:grpSpPr>
          <a:xfrm>
            <a:off x="2801664" y="2037096"/>
            <a:ext cx="6540480" cy="1062720"/>
            <a:chOff x="2801664" y="2037096"/>
            <a:chExt cx="6540480" cy="106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368EAAA-34E5-873A-96ED-D8BF086C5248}"/>
                    </a:ext>
                  </a:extLst>
                </p14:cNvPr>
                <p14:cNvContentPartPr/>
                <p14:nvPr/>
              </p14:nvContentPartPr>
              <p14:xfrm>
                <a:off x="2853504" y="2297736"/>
                <a:ext cx="79920" cy="617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368EAAA-34E5-873A-96ED-D8BF086C524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44504" y="2289096"/>
                  <a:ext cx="9756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A871867-66BB-83CA-3DDF-E0C5715A60D9}"/>
                    </a:ext>
                  </a:extLst>
                </p14:cNvPr>
                <p14:cNvContentPartPr/>
                <p14:nvPr/>
              </p14:nvContentPartPr>
              <p14:xfrm>
                <a:off x="2801664" y="2366136"/>
                <a:ext cx="1911960" cy="347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A871867-66BB-83CA-3DDF-E0C5715A60D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3024" y="2357496"/>
                  <a:ext cx="19296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958E35F-2737-5C57-C272-E32502BD123A}"/>
                    </a:ext>
                  </a:extLst>
                </p14:cNvPr>
                <p14:cNvContentPartPr/>
                <p14:nvPr/>
              </p14:nvContentPartPr>
              <p14:xfrm>
                <a:off x="4574664" y="2134656"/>
                <a:ext cx="44280" cy="814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958E35F-2737-5C57-C272-E32502BD123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66024" y="2126016"/>
                  <a:ext cx="61920" cy="83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D446980-04E3-271F-1BD0-1831C5260080}"/>
                    </a:ext>
                  </a:extLst>
                </p14:cNvPr>
                <p14:cNvContentPartPr/>
                <p14:nvPr/>
              </p14:nvContentPartPr>
              <p14:xfrm>
                <a:off x="4492584" y="2037096"/>
                <a:ext cx="2064240" cy="1062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D446980-04E3-271F-1BD0-1831C526008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83944" y="2028096"/>
                  <a:ext cx="2081880" cy="10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2200DC0-E5F3-7361-EDFF-655E4D2C85E2}"/>
                    </a:ext>
                  </a:extLst>
                </p14:cNvPr>
                <p14:cNvContentPartPr/>
                <p14:nvPr/>
              </p14:nvContentPartPr>
              <p14:xfrm>
                <a:off x="7352424" y="2438496"/>
                <a:ext cx="7200" cy="4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2200DC0-E5F3-7361-EDFF-655E4D2C85E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43424" y="2429496"/>
                  <a:ext cx="248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B46B62E-4596-8748-0EC6-6B2834E33F69}"/>
                    </a:ext>
                  </a:extLst>
                </p14:cNvPr>
                <p14:cNvContentPartPr/>
                <p14:nvPr/>
              </p14:nvContentPartPr>
              <p14:xfrm>
                <a:off x="6494904" y="2083536"/>
                <a:ext cx="2847240" cy="465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B46B62E-4596-8748-0EC6-6B2834E33F6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86264" y="2074536"/>
                  <a:ext cx="286488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6596D41-9FAA-8290-8D25-098E6E8DEE43}"/>
                    </a:ext>
                  </a:extLst>
                </p14:cNvPr>
                <p14:cNvContentPartPr/>
                <p14:nvPr/>
              </p14:nvContentPartPr>
              <p14:xfrm>
                <a:off x="5473944" y="2067696"/>
                <a:ext cx="154080" cy="993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6596D41-9FAA-8290-8D25-098E6E8DEE4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64944" y="2059056"/>
                  <a:ext cx="171720" cy="101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ECB03B8-9FEB-8122-55F6-DC1D5F98D6E4}"/>
                  </a:ext>
                </a:extLst>
              </p14:cNvPr>
              <p14:cNvContentPartPr/>
              <p14:nvPr/>
            </p14:nvContentPartPr>
            <p14:xfrm>
              <a:off x="926424" y="4249296"/>
              <a:ext cx="57600" cy="5893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ECB03B8-9FEB-8122-55F6-DC1D5F98D6E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17424" y="4240296"/>
                <a:ext cx="75240" cy="60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5CF2087-1F55-8A5E-E68B-58373E453294}"/>
                  </a:ext>
                </a:extLst>
              </p14:cNvPr>
              <p14:cNvContentPartPr/>
              <p14:nvPr/>
            </p14:nvContentPartPr>
            <p14:xfrm>
              <a:off x="2296584" y="4239936"/>
              <a:ext cx="358200" cy="348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5CF2087-1F55-8A5E-E68B-58373E45329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87944" y="4231296"/>
                <a:ext cx="375840" cy="36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CFED3E89-9B09-25EE-6E30-7C39A56DBDB0}"/>
              </a:ext>
            </a:extLst>
          </p:cNvPr>
          <p:cNvGrpSpPr/>
          <p:nvPr/>
        </p:nvGrpSpPr>
        <p:grpSpPr>
          <a:xfrm>
            <a:off x="3528504" y="4086216"/>
            <a:ext cx="945360" cy="419760"/>
            <a:chOff x="3528504" y="4086216"/>
            <a:chExt cx="945360" cy="41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0ED9236-FF54-C4E9-79E5-C31D1AD7BA0C}"/>
                    </a:ext>
                  </a:extLst>
                </p14:cNvPr>
                <p14:cNvContentPartPr/>
                <p14:nvPr/>
              </p14:nvContentPartPr>
              <p14:xfrm>
                <a:off x="3528504" y="4163976"/>
                <a:ext cx="71280" cy="13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0ED9236-FF54-C4E9-79E5-C31D1AD7BA0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19504" y="4155336"/>
                  <a:ext cx="88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2CF6CFB-A20B-5D32-45C1-79919CC7FD99}"/>
                    </a:ext>
                  </a:extLst>
                </p14:cNvPr>
                <p14:cNvContentPartPr/>
                <p14:nvPr/>
              </p14:nvContentPartPr>
              <p14:xfrm>
                <a:off x="3989304" y="4086216"/>
                <a:ext cx="484560" cy="419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2CF6CFB-A20B-5D32-45C1-79919CC7FD9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80664" y="4077576"/>
                  <a:ext cx="502200" cy="43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9CA84EB-AA2B-3BDE-26E6-1481D16208F0}"/>
                  </a:ext>
                </a:extLst>
              </p14:cNvPr>
              <p14:cNvContentPartPr/>
              <p14:nvPr/>
            </p14:nvContentPartPr>
            <p14:xfrm>
              <a:off x="5558904" y="3835656"/>
              <a:ext cx="369720" cy="4672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9CA84EB-AA2B-3BDE-26E6-1481D16208F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549904" y="3827016"/>
                <a:ext cx="387360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381C1F9-862A-1AD7-012A-0C6B01675075}"/>
                  </a:ext>
                </a:extLst>
              </p14:cNvPr>
              <p14:cNvContentPartPr/>
              <p14:nvPr/>
            </p14:nvContentPartPr>
            <p14:xfrm>
              <a:off x="9030024" y="3509136"/>
              <a:ext cx="327240" cy="4618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381C1F9-862A-1AD7-012A-0C6B0167507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21384" y="3500136"/>
                <a:ext cx="344880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0170030-99B9-67B4-E151-8FB1E35E2096}"/>
                  </a:ext>
                </a:extLst>
              </p14:cNvPr>
              <p14:cNvContentPartPr/>
              <p14:nvPr/>
            </p14:nvContentPartPr>
            <p14:xfrm>
              <a:off x="10838664" y="3378096"/>
              <a:ext cx="284040" cy="5054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0170030-99B9-67B4-E151-8FB1E35E209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829664" y="3369096"/>
                <a:ext cx="301680" cy="52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FF8C49D0-9181-AB79-2386-B31A7D45E9E0}"/>
              </a:ext>
            </a:extLst>
          </p:cNvPr>
          <p:cNvGrpSpPr/>
          <p:nvPr/>
        </p:nvGrpSpPr>
        <p:grpSpPr>
          <a:xfrm>
            <a:off x="1952424" y="5308056"/>
            <a:ext cx="2589120" cy="485280"/>
            <a:chOff x="1952424" y="5308056"/>
            <a:chExt cx="2589120" cy="48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EDB088B-2243-BE7F-D9D8-FFED26D6600E}"/>
                    </a:ext>
                  </a:extLst>
                </p14:cNvPr>
                <p14:cNvContentPartPr/>
                <p14:nvPr/>
              </p14:nvContentPartPr>
              <p14:xfrm>
                <a:off x="1952424" y="5415696"/>
                <a:ext cx="479880" cy="377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EDB088B-2243-BE7F-D9D8-FFED26D6600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43424" y="5406696"/>
                  <a:ext cx="4975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7103743-CB15-E73B-2D2F-B0B1F65B6ED9}"/>
                    </a:ext>
                  </a:extLst>
                </p14:cNvPr>
                <p14:cNvContentPartPr/>
                <p14:nvPr/>
              </p14:nvContentPartPr>
              <p14:xfrm>
                <a:off x="2431584" y="5431896"/>
                <a:ext cx="234000" cy="271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7103743-CB15-E73B-2D2F-B0B1F65B6ED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22944" y="5422896"/>
                  <a:ext cx="2516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D587498-1AE4-6085-B1C2-CD187A6F17AB}"/>
                    </a:ext>
                  </a:extLst>
                </p14:cNvPr>
                <p14:cNvContentPartPr/>
                <p14:nvPr/>
              </p14:nvContentPartPr>
              <p14:xfrm>
                <a:off x="2441664" y="5316336"/>
                <a:ext cx="290520" cy="220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D587498-1AE4-6085-B1C2-CD187A6F17A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433024" y="5307696"/>
                  <a:ext cx="3081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7BF010F-41F3-8D77-FA52-F8855B4BD53D}"/>
                    </a:ext>
                  </a:extLst>
                </p14:cNvPr>
                <p14:cNvContentPartPr/>
                <p14:nvPr/>
              </p14:nvContentPartPr>
              <p14:xfrm>
                <a:off x="2937744" y="5348736"/>
                <a:ext cx="78120" cy="338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7BF010F-41F3-8D77-FA52-F8855B4BD53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929104" y="5339736"/>
                  <a:ext cx="9576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411F52D-0730-530D-BBAF-FBF821355761}"/>
                    </a:ext>
                  </a:extLst>
                </p14:cNvPr>
                <p14:cNvContentPartPr/>
                <p14:nvPr/>
              </p14:nvContentPartPr>
              <p14:xfrm>
                <a:off x="2792304" y="5460696"/>
                <a:ext cx="44640" cy="53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411F52D-0730-530D-BBAF-FBF82135576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83664" y="5452056"/>
                  <a:ext cx="622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DED6A45-1653-65E2-151B-F95ED0B43E0B}"/>
                    </a:ext>
                  </a:extLst>
                </p14:cNvPr>
                <p14:cNvContentPartPr/>
                <p14:nvPr/>
              </p14:nvContentPartPr>
              <p14:xfrm>
                <a:off x="3059424" y="5589936"/>
                <a:ext cx="67680" cy="19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DED6A45-1653-65E2-151B-F95ED0B43E0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050424" y="5580936"/>
                  <a:ext cx="85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E543112-58BB-B4FE-0A46-445D9C86A6AE}"/>
                    </a:ext>
                  </a:extLst>
                </p14:cNvPr>
                <p14:cNvContentPartPr/>
                <p14:nvPr/>
              </p14:nvContentPartPr>
              <p14:xfrm>
                <a:off x="3504384" y="5370336"/>
                <a:ext cx="540720" cy="269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E543112-58BB-B4FE-0A46-445D9C86A6A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95744" y="5361336"/>
                  <a:ext cx="5583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935E6CC-3125-CBA3-9061-C7845DE30794}"/>
                    </a:ext>
                  </a:extLst>
                </p14:cNvPr>
                <p14:cNvContentPartPr/>
                <p14:nvPr/>
              </p14:nvContentPartPr>
              <p14:xfrm>
                <a:off x="3990744" y="5308056"/>
                <a:ext cx="138600" cy="259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935E6CC-3125-CBA3-9061-C7845DE3079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82104" y="5299416"/>
                  <a:ext cx="1562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F739CA0-0CF7-7E9B-2468-16D57FEBA92A}"/>
                    </a:ext>
                  </a:extLst>
                </p14:cNvPr>
                <p14:cNvContentPartPr/>
                <p14:nvPr/>
              </p14:nvContentPartPr>
              <p14:xfrm>
                <a:off x="4179024" y="5342616"/>
                <a:ext cx="362520" cy="200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F739CA0-0CF7-7E9B-2468-16D57FEBA92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70024" y="5333616"/>
                  <a:ext cx="380160" cy="21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7C4B4C3-B123-48AB-E2D2-6C1B2F7844FF}"/>
                  </a:ext>
                </a:extLst>
              </p14:cNvPr>
              <p14:cNvContentPartPr/>
              <p14:nvPr/>
            </p14:nvContentPartPr>
            <p14:xfrm>
              <a:off x="10871784" y="2079216"/>
              <a:ext cx="345240" cy="11239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7C4B4C3-B123-48AB-E2D2-6C1B2F7844F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863144" y="2070576"/>
                <a:ext cx="362880" cy="114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5245B817-8362-A5C0-ABB9-7747F20E8569}"/>
              </a:ext>
            </a:extLst>
          </p:cNvPr>
          <p:cNvGrpSpPr/>
          <p:nvPr/>
        </p:nvGrpSpPr>
        <p:grpSpPr>
          <a:xfrm>
            <a:off x="9457344" y="374976"/>
            <a:ext cx="1560960" cy="469440"/>
            <a:chOff x="9457344" y="374976"/>
            <a:chExt cx="1560960" cy="46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72EA4F2-B3C6-87B9-8735-2F86C6A10D1B}"/>
                    </a:ext>
                  </a:extLst>
                </p14:cNvPr>
                <p14:cNvContentPartPr/>
                <p14:nvPr/>
              </p14:nvContentPartPr>
              <p14:xfrm>
                <a:off x="9484344" y="374976"/>
                <a:ext cx="35280" cy="463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72EA4F2-B3C6-87B9-8735-2F86C6A10D1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75344" y="365976"/>
                  <a:ext cx="5292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84CE730-D1D9-099B-9447-761301829112}"/>
                    </a:ext>
                  </a:extLst>
                </p14:cNvPr>
                <p14:cNvContentPartPr/>
                <p14:nvPr/>
              </p14:nvContentPartPr>
              <p14:xfrm>
                <a:off x="9457344" y="399096"/>
                <a:ext cx="284760" cy="445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84CE730-D1D9-099B-9447-76130182911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448704" y="390096"/>
                  <a:ext cx="30240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BB9D61E-34C9-F13A-426B-15838C1DA19B}"/>
                    </a:ext>
                  </a:extLst>
                </p14:cNvPr>
                <p14:cNvContentPartPr/>
                <p14:nvPr/>
              </p14:nvContentPartPr>
              <p14:xfrm>
                <a:off x="9768744" y="581256"/>
                <a:ext cx="297360" cy="219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BB9D61E-34C9-F13A-426B-15838C1DA19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759744" y="572616"/>
                  <a:ext cx="3150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6998BC2-192B-D5F9-4ADA-60CB4E5E7A6E}"/>
                    </a:ext>
                  </a:extLst>
                </p14:cNvPr>
                <p14:cNvContentPartPr/>
                <p14:nvPr/>
              </p14:nvContentPartPr>
              <p14:xfrm>
                <a:off x="10092744" y="423936"/>
                <a:ext cx="51120" cy="342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6998BC2-192B-D5F9-4ADA-60CB4E5E7A6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084104" y="414936"/>
                  <a:ext cx="687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006A703-3273-9987-BFA3-B6C4580537FD}"/>
                    </a:ext>
                  </a:extLst>
                </p14:cNvPr>
                <p14:cNvContentPartPr/>
                <p14:nvPr/>
              </p14:nvContentPartPr>
              <p14:xfrm>
                <a:off x="10058904" y="592776"/>
                <a:ext cx="378360" cy="217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006A703-3273-9987-BFA3-B6C4580537F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050264" y="583776"/>
                  <a:ext cx="3960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5976FF8-AB5D-7AC9-2A32-E088A3EE5B1F}"/>
                    </a:ext>
                  </a:extLst>
                </p14:cNvPr>
                <p14:cNvContentPartPr/>
                <p14:nvPr/>
              </p14:nvContentPartPr>
              <p14:xfrm>
                <a:off x="10598544" y="571896"/>
                <a:ext cx="111960" cy="6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5976FF8-AB5D-7AC9-2A32-E088A3EE5B1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589904" y="563256"/>
                  <a:ext cx="1296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B526B51-55A1-EB1F-A9D2-FFC036764842}"/>
                    </a:ext>
                  </a:extLst>
                </p14:cNvPr>
                <p14:cNvContentPartPr/>
                <p14:nvPr/>
              </p14:nvContentPartPr>
              <p14:xfrm>
                <a:off x="10581984" y="612216"/>
                <a:ext cx="111600" cy="63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B526B51-55A1-EB1F-A9D2-FFC03676484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573344" y="603216"/>
                  <a:ext cx="1292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30F70D1-908A-2739-1F57-DF014817622B}"/>
                    </a:ext>
                  </a:extLst>
                </p14:cNvPr>
                <p14:cNvContentPartPr/>
                <p14:nvPr/>
              </p14:nvContentPartPr>
              <p14:xfrm>
                <a:off x="10838664" y="392976"/>
                <a:ext cx="179640" cy="337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30F70D1-908A-2739-1F57-DF014817622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29664" y="384336"/>
                  <a:ext cx="197280" cy="35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6699686-9925-4FF4-1860-85A098D092DD}"/>
                  </a:ext>
                </a:extLst>
              </p14:cNvPr>
              <p14:cNvContentPartPr/>
              <p14:nvPr/>
            </p14:nvContentPartPr>
            <p14:xfrm>
              <a:off x="848664" y="4853376"/>
              <a:ext cx="34200" cy="43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6699686-9925-4FF4-1860-85A098D092D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40024" y="4844376"/>
                <a:ext cx="518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78AD47F-B12F-59C5-A37F-C6FF2FDB4BBA}"/>
                  </a:ext>
                </a:extLst>
              </p14:cNvPr>
              <p14:cNvContentPartPr/>
              <p14:nvPr/>
            </p14:nvContentPartPr>
            <p14:xfrm>
              <a:off x="2175264" y="4534416"/>
              <a:ext cx="10440" cy="97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78AD47F-B12F-59C5-A37F-C6FF2FDB4BB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166264" y="4525416"/>
                <a:ext cx="2808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7857000-B7C2-406A-52A7-992C88EAC61F}"/>
                  </a:ext>
                </a:extLst>
              </p14:cNvPr>
              <p14:cNvContentPartPr/>
              <p14:nvPr/>
            </p14:nvContentPartPr>
            <p14:xfrm>
              <a:off x="4250664" y="4187016"/>
              <a:ext cx="34200" cy="320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7857000-B7C2-406A-52A7-992C88EAC61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242024" y="4178016"/>
                <a:ext cx="518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51D67833-1988-EF84-3796-E3C56FBCAADC}"/>
                  </a:ext>
                </a:extLst>
              </p14:cNvPr>
              <p14:cNvContentPartPr/>
              <p14:nvPr/>
            </p14:nvContentPartPr>
            <p14:xfrm>
              <a:off x="5371344" y="4111056"/>
              <a:ext cx="10440" cy="277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51D67833-1988-EF84-3796-E3C56FBCAAD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362344" y="4102056"/>
                <a:ext cx="2808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1E9B5AE8-890B-F523-D135-48080183B929}"/>
              </a:ext>
            </a:extLst>
          </p:cNvPr>
          <p:cNvGrpSpPr/>
          <p:nvPr/>
        </p:nvGrpSpPr>
        <p:grpSpPr>
          <a:xfrm>
            <a:off x="6562224" y="3735216"/>
            <a:ext cx="271080" cy="419400"/>
            <a:chOff x="6562224" y="3735216"/>
            <a:chExt cx="271080" cy="41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AE5083E-42AC-455D-4481-B37A2EB9BFB1}"/>
                    </a:ext>
                  </a:extLst>
                </p14:cNvPr>
                <p14:cNvContentPartPr/>
                <p14:nvPr/>
              </p14:nvContentPartPr>
              <p14:xfrm>
                <a:off x="6579144" y="3777696"/>
                <a:ext cx="162720" cy="376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AE5083E-42AC-455D-4481-B37A2EB9BFB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570504" y="3769056"/>
                  <a:ext cx="18036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A8B8811-87EE-72A8-96A7-65B9E9B4455F}"/>
                    </a:ext>
                  </a:extLst>
                </p14:cNvPr>
                <p14:cNvContentPartPr/>
                <p14:nvPr/>
              </p14:nvContentPartPr>
              <p14:xfrm>
                <a:off x="6562224" y="3735216"/>
                <a:ext cx="271080" cy="106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A8B8811-87EE-72A8-96A7-65B9E9B4455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553584" y="3726216"/>
                  <a:ext cx="288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9010913-50DA-867F-DB1B-8BC39072A285}"/>
                    </a:ext>
                  </a:extLst>
                </p14:cNvPr>
                <p14:cNvContentPartPr/>
                <p14:nvPr/>
              </p14:nvContentPartPr>
              <p14:xfrm>
                <a:off x="6562584" y="3941856"/>
                <a:ext cx="17280" cy="15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9010913-50DA-867F-DB1B-8BC39072A28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553584" y="3933216"/>
                  <a:ext cx="3492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BBD285F-283D-0867-7B5B-55E1AB4872F4}"/>
                  </a:ext>
                </a:extLst>
              </p14:cNvPr>
              <p14:cNvContentPartPr/>
              <p14:nvPr/>
            </p14:nvContentPartPr>
            <p14:xfrm>
              <a:off x="9339984" y="3685536"/>
              <a:ext cx="145800" cy="540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BBD285F-283D-0867-7B5B-55E1AB4872F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330984" y="3676896"/>
                <a:ext cx="163440" cy="7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0089D75-688E-17AF-86C3-18A581198C85}"/>
              </a:ext>
            </a:extLst>
          </p:cNvPr>
          <p:cNvGrpSpPr/>
          <p:nvPr/>
        </p:nvGrpSpPr>
        <p:grpSpPr>
          <a:xfrm>
            <a:off x="10041984" y="3434616"/>
            <a:ext cx="462960" cy="526680"/>
            <a:chOff x="10041984" y="3434616"/>
            <a:chExt cx="462960" cy="52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98133DE-4B1E-B83D-A519-B7D06C73BF75}"/>
                    </a:ext>
                  </a:extLst>
                </p14:cNvPr>
                <p14:cNvContentPartPr/>
                <p14:nvPr/>
              </p14:nvContentPartPr>
              <p14:xfrm>
                <a:off x="10041984" y="3434616"/>
                <a:ext cx="196200" cy="526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98133DE-4B1E-B83D-A519-B7D06C73BF7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033344" y="3425976"/>
                  <a:ext cx="21384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4D70913-0C6A-3B8B-C1B3-853C25822C90}"/>
                    </a:ext>
                  </a:extLst>
                </p14:cNvPr>
                <p14:cNvContentPartPr/>
                <p14:nvPr/>
              </p14:nvContentPartPr>
              <p14:xfrm>
                <a:off x="10042704" y="3681936"/>
                <a:ext cx="462240" cy="100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4D70913-0C6A-3B8B-C1B3-853C25822C9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034064" y="3672936"/>
                  <a:ext cx="4798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24746FF-22A4-B7B6-E51C-2BF2D953ABA9}"/>
                    </a:ext>
                  </a:extLst>
                </p14:cNvPr>
                <p14:cNvContentPartPr/>
                <p14:nvPr/>
              </p14:nvContentPartPr>
              <p14:xfrm>
                <a:off x="10453824" y="3719736"/>
                <a:ext cx="7200" cy="14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24746FF-22A4-B7B6-E51C-2BF2D953ABA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445184" y="3711096"/>
                  <a:ext cx="2484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B35EF4F-4910-CE22-1A96-92C0D5ED46CE}"/>
              </a:ext>
            </a:extLst>
          </p:cNvPr>
          <p:cNvGrpSpPr/>
          <p:nvPr/>
        </p:nvGrpSpPr>
        <p:grpSpPr>
          <a:xfrm>
            <a:off x="11061504" y="3716136"/>
            <a:ext cx="27360" cy="19440"/>
            <a:chOff x="11061504" y="3716136"/>
            <a:chExt cx="27360" cy="1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DEE37B3-60F6-655C-D3DC-F008D6975C8D}"/>
                    </a:ext>
                  </a:extLst>
                </p14:cNvPr>
                <p14:cNvContentPartPr/>
                <p14:nvPr/>
              </p14:nvContentPartPr>
              <p14:xfrm>
                <a:off x="11071584" y="3716136"/>
                <a:ext cx="17280" cy="19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DEE37B3-60F6-655C-D3DC-F008D6975C8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062584" y="3707136"/>
                  <a:ext cx="349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9D5F9A0-6DA1-A1B7-ACF0-5B7099F035EA}"/>
                    </a:ext>
                  </a:extLst>
                </p14:cNvPr>
                <p14:cNvContentPartPr/>
                <p14:nvPr/>
              </p14:nvContentPartPr>
              <p14:xfrm>
                <a:off x="11061504" y="3725496"/>
                <a:ext cx="10440" cy="9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9D5F9A0-6DA1-A1B7-ACF0-5B7099F035E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052504" y="3716856"/>
                  <a:ext cx="2808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9179F1E-9CD2-DF84-6B08-4CB61A296DF3}"/>
              </a:ext>
            </a:extLst>
          </p:cNvPr>
          <p:cNvGrpSpPr/>
          <p:nvPr/>
        </p:nvGrpSpPr>
        <p:grpSpPr>
          <a:xfrm>
            <a:off x="4900824" y="5176296"/>
            <a:ext cx="1078560" cy="381600"/>
            <a:chOff x="4900824" y="5176296"/>
            <a:chExt cx="1078560" cy="38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C83373A-3550-E3D9-BB81-EE89850F3BC6}"/>
                    </a:ext>
                  </a:extLst>
                </p14:cNvPr>
                <p14:cNvContentPartPr/>
                <p14:nvPr/>
              </p14:nvContentPartPr>
              <p14:xfrm>
                <a:off x="4959504" y="5278896"/>
                <a:ext cx="165600" cy="279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C83373A-3550-E3D9-BB81-EE89850F3BC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50504" y="5270256"/>
                  <a:ext cx="1832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6B012A0-E1A5-EA13-1831-009287384D74}"/>
                    </a:ext>
                  </a:extLst>
                </p14:cNvPr>
                <p14:cNvContentPartPr/>
                <p14:nvPr/>
              </p14:nvContentPartPr>
              <p14:xfrm>
                <a:off x="4900824" y="5378976"/>
                <a:ext cx="369360" cy="116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6B012A0-E1A5-EA13-1831-009287384D7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892184" y="5370336"/>
                  <a:ext cx="3870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A298513-5F3D-EAFA-5FB4-BD3CE92A97F9}"/>
                    </a:ext>
                  </a:extLst>
                </p14:cNvPr>
                <p14:cNvContentPartPr/>
                <p14:nvPr/>
              </p14:nvContentPartPr>
              <p14:xfrm>
                <a:off x="5313384" y="5176296"/>
                <a:ext cx="169560" cy="299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A298513-5F3D-EAFA-5FB4-BD3CE92A97F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04744" y="5167656"/>
                  <a:ext cx="1872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3AEE7B9-6C02-32C6-31C7-79F021190DBF}"/>
                    </a:ext>
                  </a:extLst>
                </p14:cNvPr>
                <p14:cNvContentPartPr/>
                <p14:nvPr/>
              </p14:nvContentPartPr>
              <p14:xfrm>
                <a:off x="5776344" y="5282856"/>
                <a:ext cx="201600" cy="43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3AEE7B9-6C02-32C6-31C7-79F021190DB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767344" y="5274216"/>
                  <a:ext cx="2192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FB60306-B337-E6DA-1F00-42E2B47C310F}"/>
                    </a:ext>
                  </a:extLst>
                </p14:cNvPr>
                <p14:cNvContentPartPr/>
                <p14:nvPr/>
              </p14:nvContentPartPr>
              <p14:xfrm>
                <a:off x="5766264" y="5369616"/>
                <a:ext cx="213120" cy="20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FB60306-B337-E6DA-1F00-42E2B47C310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57264" y="5360616"/>
                  <a:ext cx="23076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11B48F8-A575-A2CD-4455-288C3A2E27B2}"/>
              </a:ext>
            </a:extLst>
          </p:cNvPr>
          <p:cNvGrpSpPr/>
          <p:nvPr/>
        </p:nvGrpSpPr>
        <p:grpSpPr>
          <a:xfrm>
            <a:off x="6451344" y="4862376"/>
            <a:ext cx="2126520" cy="666000"/>
            <a:chOff x="6451344" y="4862376"/>
            <a:chExt cx="2126520" cy="66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70DD87D-5420-CA12-72EA-B865918943E1}"/>
                    </a:ext>
                  </a:extLst>
                </p14:cNvPr>
                <p14:cNvContentPartPr/>
                <p14:nvPr/>
              </p14:nvContentPartPr>
              <p14:xfrm>
                <a:off x="6451344" y="5016456"/>
                <a:ext cx="216720" cy="185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70DD87D-5420-CA12-72EA-B865918943E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442344" y="5007816"/>
                  <a:ext cx="234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A08309C-1CB1-B6D6-B501-0B6252FFD7F8}"/>
                    </a:ext>
                  </a:extLst>
                </p14:cNvPr>
                <p14:cNvContentPartPr/>
                <p14:nvPr/>
              </p14:nvContentPartPr>
              <p14:xfrm>
                <a:off x="6656904" y="5016456"/>
                <a:ext cx="360" cy="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A08309C-1CB1-B6D6-B501-0B6252FFD7F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648264" y="50078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E6AF16F-844F-1786-D463-2C08E95DA804}"/>
                    </a:ext>
                  </a:extLst>
                </p14:cNvPr>
                <p14:cNvContentPartPr/>
                <p14:nvPr/>
              </p14:nvContentPartPr>
              <p14:xfrm>
                <a:off x="6517944" y="4959216"/>
                <a:ext cx="345600" cy="344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E6AF16F-844F-1786-D463-2C08E95DA80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08944" y="4950576"/>
                  <a:ext cx="3632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CB1A399-8448-95DC-9433-10B6FF990CAC}"/>
                    </a:ext>
                  </a:extLst>
                </p14:cNvPr>
                <p14:cNvContentPartPr/>
                <p14:nvPr/>
              </p14:nvContentPartPr>
              <p14:xfrm>
                <a:off x="6921504" y="5050656"/>
                <a:ext cx="208440" cy="222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CB1A399-8448-95DC-9433-10B6FF990CA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912864" y="5042016"/>
                  <a:ext cx="2260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8647F41-4CF2-405D-8930-C10179BB967F}"/>
                    </a:ext>
                  </a:extLst>
                </p14:cNvPr>
                <p14:cNvContentPartPr/>
                <p14:nvPr/>
              </p14:nvContentPartPr>
              <p14:xfrm>
                <a:off x="7186104" y="4862376"/>
                <a:ext cx="207000" cy="392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8647F41-4CF2-405D-8930-C10179BB967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177464" y="4853736"/>
                  <a:ext cx="22464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5998DAB-1941-8FD2-F752-C7628E0FB6C1}"/>
                    </a:ext>
                  </a:extLst>
                </p14:cNvPr>
                <p14:cNvContentPartPr/>
                <p14:nvPr/>
              </p14:nvContentPartPr>
              <p14:xfrm>
                <a:off x="7726824" y="5098176"/>
                <a:ext cx="37440" cy="430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5998DAB-1941-8FD2-F752-C7628E0FB6C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718184" y="5089176"/>
                  <a:ext cx="5508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37C5A9B-C9DD-F40D-E38B-C8A40A967734}"/>
                    </a:ext>
                  </a:extLst>
                </p14:cNvPr>
                <p14:cNvContentPartPr/>
                <p14:nvPr/>
              </p14:nvContentPartPr>
              <p14:xfrm>
                <a:off x="7686504" y="5054256"/>
                <a:ext cx="128880" cy="275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37C5A9B-C9DD-F40D-E38B-C8A40A96773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677504" y="5045256"/>
                  <a:ext cx="1465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A6E196E-7323-73FE-CEA5-2469BF3EC7BB}"/>
                    </a:ext>
                  </a:extLst>
                </p14:cNvPr>
                <p14:cNvContentPartPr/>
                <p14:nvPr/>
              </p14:nvContentPartPr>
              <p14:xfrm>
                <a:off x="7880904" y="5083056"/>
                <a:ext cx="190800" cy="233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A6E196E-7323-73FE-CEA5-2469BF3EC7B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871904" y="5074416"/>
                  <a:ext cx="2084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828AB02-1303-9F4D-7A6C-455F21414568}"/>
                    </a:ext>
                  </a:extLst>
                </p14:cNvPr>
                <p14:cNvContentPartPr/>
                <p14:nvPr/>
              </p14:nvContentPartPr>
              <p14:xfrm>
                <a:off x="8103384" y="5065416"/>
                <a:ext cx="225000" cy="2743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828AB02-1303-9F4D-7A6C-455F2141456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094384" y="5056416"/>
                  <a:ext cx="2426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5182104-517A-3020-6644-CE0073134AD8}"/>
                    </a:ext>
                  </a:extLst>
                </p14:cNvPr>
                <p14:cNvContentPartPr/>
                <p14:nvPr/>
              </p14:nvContentPartPr>
              <p14:xfrm>
                <a:off x="8361504" y="5007096"/>
                <a:ext cx="63000" cy="351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5182104-517A-3020-6644-CE0073134AD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352504" y="4998096"/>
                  <a:ext cx="806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FC66AE7-1BCD-3F98-A3AA-D26EE81AC514}"/>
                    </a:ext>
                  </a:extLst>
                </p14:cNvPr>
                <p14:cNvContentPartPr/>
                <p14:nvPr/>
              </p14:nvContentPartPr>
              <p14:xfrm>
                <a:off x="8371584" y="5122656"/>
                <a:ext cx="206280" cy="110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FC66AE7-1BCD-3F98-A3AA-D26EE81AC51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362584" y="5114016"/>
                  <a:ext cx="223920" cy="12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0BF7C559-EA08-6256-B5DA-14E1F0C729CC}"/>
                  </a:ext>
                </a:extLst>
              </p14:cNvPr>
              <p14:cNvContentPartPr/>
              <p14:nvPr/>
            </p14:nvContentPartPr>
            <p14:xfrm>
              <a:off x="3417264" y="3778416"/>
              <a:ext cx="17280" cy="504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0BF7C559-EA08-6256-B5DA-14E1F0C729C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408264" y="3769416"/>
                <a:ext cx="3492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807F3CB-4F18-B5FA-915B-15A5F037A908}"/>
                  </a:ext>
                </a:extLst>
              </p14:cNvPr>
              <p14:cNvContentPartPr/>
              <p14:nvPr/>
            </p14:nvContentPartPr>
            <p14:xfrm>
              <a:off x="3555504" y="3091896"/>
              <a:ext cx="977040" cy="3927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807F3CB-4F18-B5FA-915B-15A5F037A908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546504" y="3083256"/>
                <a:ext cx="99468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0B97D5CB-957B-923A-8267-DEEFD560DB34}"/>
                  </a:ext>
                </a:extLst>
              </p14:cNvPr>
              <p14:cNvContentPartPr/>
              <p14:nvPr/>
            </p14:nvContentPartPr>
            <p14:xfrm>
              <a:off x="4361544" y="1811376"/>
              <a:ext cx="213840" cy="2044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0B97D5CB-957B-923A-8267-DEEFD560DB34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352904" y="1802736"/>
                <a:ext cx="231480" cy="22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731EDCF-1A65-D4BE-3FE7-729819F4733D}"/>
              </a:ext>
            </a:extLst>
          </p:cNvPr>
          <p:cNvGrpSpPr/>
          <p:nvPr/>
        </p:nvGrpSpPr>
        <p:grpSpPr>
          <a:xfrm>
            <a:off x="1952424" y="5946696"/>
            <a:ext cx="884520" cy="367200"/>
            <a:chOff x="1952424" y="5946696"/>
            <a:chExt cx="884520" cy="3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68FCF58-410C-823B-E03A-DB1538959257}"/>
                    </a:ext>
                  </a:extLst>
                </p14:cNvPr>
                <p14:cNvContentPartPr/>
                <p14:nvPr/>
              </p14:nvContentPartPr>
              <p14:xfrm>
                <a:off x="1979424" y="6052896"/>
                <a:ext cx="136440" cy="2610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68FCF58-410C-823B-E03A-DB153895925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970424" y="6044256"/>
                  <a:ext cx="1540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705B891-53E4-5EC2-41CE-A4DA008BF6BB}"/>
                    </a:ext>
                  </a:extLst>
                </p14:cNvPr>
                <p14:cNvContentPartPr/>
                <p14:nvPr/>
              </p14:nvContentPartPr>
              <p14:xfrm>
                <a:off x="1952424" y="5946696"/>
                <a:ext cx="490680" cy="247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705B891-53E4-5EC2-41CE-A4DA008BF6B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943424" y="5937696"/>
                  <a:ext cx="5083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6E4B937-609F-7DDC-EB33-C9DF03DDC021}"/>
                    </a:ext>
                  </a:extLst>
                </p14:cNvPr>
                <p14:cNvContentPartPr/>
                <p14:nvPr/>
              </p14:nvContentPartPr>
              <p14:xfrm>
                <a:off x="2603664" y="5971176"/>
                <a:ext cx="25560" cy="198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6E4B937-609F-7DDC-EB33-C9DF03DDC02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95024" y="5962536"/>
                  <a:ext cx="43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38817C8-5BBF-53AF-ECE7-155D6C3AD04F}"/>
                    </a:ext>
                  </a:extLst>
                </p14:cNvPr>
                <p14:cNvContentPartPr/>
                <p14:nvPr/>
              </p14:nvContentPartPr>
              <p14:xfrm>
                <a:off x="2559744" y="6009336"/>
                <a:ext cx="44280" cy="68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38817C8-5BBF-53AF-ECE7-155D6C3AD04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551104" y="6000696"/>
                  <a:ext cx="619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D22BD7C-819B-CD48-0705-D882E7DB0AD9}"/>
                    </a:ext>
                  </a:extLst>
                </p14:cNvPr>
                <p14:cNvContentPartPr/>
                <p14:nvPr/>
              </p14:nvContentPartPr>
              <p14:xfrm>
                <a:off x="2802744" y="6037776"/>
                <a:ext cx="34200" cy="154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D22BD7C-819B-CD48-0705-D882E7DB0AD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794104" y="6029136"/>
                  <a:ext cx="5184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DF7B4AF-64FE-19DD-8E6D-CBE902540037}"/>
              </a:ext>
            </a:extLst>
          </p:cNvPr>
          <p:cNvGrpSpPr/>
          <p:nvPr/>
        </p:nvGrpSpPr>
        <p:grpSpPr>
          <a:xfrm>
            <a:off x="3255264" y="5772816"/>
            <a:ext cx="1108440" cy="411480"/>
            <a:chOff x="3255264" y="5772816"/>
            <a:chExt cx="1108440" cy="4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9A8DA2D-1335-D1C1-C643-63BF51B23297}"/>
                    </a:ext>
                  </a:extLst>
                </p14:cNvPr>
                <p14:cNvContentPartPr/>
                <p14:nvPr/>
              </p14:nvContentPartPr>
              <p14:xfrm>
                <a:off x="3255264" y="5859216"/>
                <a:ext cx="256680" cy="1800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9A8DA2D-1335-D1C1-C643-63BF51B2329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246264" y="5850576"/>
                  <a:ext cx="2743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C85A9BA-2A55-B6D0-B7E3-841AC6209BCC}"/>
                    </a:ext>
                  </a:extLst>
                </p14:cNvPr>
                <p14:cNvContentPartPr/>
                <p14:nvPr/>
              </p14:nvContentPartPr>
              <p14:xfrm>
                <a:off x="3694464" y="5796576"/>
                <a:ext cx="69120" cy="387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C85A9BA-2A55-B6D0-B7E3-841AC6209BC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685464" y="5787936"/>
                  <a:ext cx="8676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7213FD2-FCBE-6B80-EF71-A985254C6D52}"/>
                    </a:ext>
                  </a:extLst>
                </p14:cNvPr>
                <p14:cNvContentPartPr/>
                <p14:nvPr/>
              </p14:nvContentPartPr>
              <p14:xfrm>
                <a:off x="3685464" y="5961816"/>
                <a:ext cx="255240" cy="169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7213FD2-FCBE-6B80-EF71-A985254C6D5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676464" y="5953176"/>
                  <a:ext cx="2728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37EB35D-ACFF-E452-D731-A6B38FF12160}"/>
                    </a:ext>
                  </a:extLst>
                </p14:cNvPr>
                <p14:cNvContentPartPr/>
                <p14:nvPr/>
              </p14:nvContentPartPr>
              <p14:xfrm>
                <a:off x="4162104" y="5772816"/>
                <a:ext cx="201600" cy="232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37EB35D-ACFF-E452-D731-A6B38FF1216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153104" y="5763816"/>
                  <a:ext cx="219240" cy="25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05031D1F-9BEC-F2DC-0450-4426568BF2CF}"/>
                  </a:ext>
                </a:extLst>
              </p14:cNvPr>
              <p14:cNvContentPartPr/>
              <p14:nvPr/>
            </p14:nvContentPartPr>
            <p14:xfrm>
              <a:off x="4841424" y="5790096"/>
              <a:ext cx="128520" cy="1324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05031D1F-9BEC-F2DC-0450-4426568BF2CF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832424" y="5781096"/>
                <a:ext cx="1461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E5028D67-6832-881D-57BD-5EC89FE58F0C}"/>
                  </a:ext>
                </a:extLst>
              </p14:cNvPr>
              <p14:cNvContentPartPr/>
              <p14:nvPr/>
            </p14:nvContentPartPr>
            <p14:xfrm>
              <a:off x="5593464" y="5685336"/>
              <a:ext cx="311760" cy="3700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E5028D67-6832-881D-57BD-5EC89FE58F0C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584464" y="5676696"/>
                <a:ext cx="32940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FE118DC-D395-E7F2-46B1-7E25D2301426}"/>
                  </a:ext>
                </a:extLst>
              </p14:cNvPr>
              <p14:cNvContentPartPr/>
              <p14:nvPr/>
            </p14:nvContentPartPr>
            <p14:xfrm>
              <a:off x="5253264" y="1628136"/>
              <a:ext cx="179280" cy="2278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FE118DC-D395-E7F2-46B1-7E25D2301426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244264" y="1619496"/>
                <a:ext cx="196920" cy="24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3E1D4283-F49F-39C5-3C98-BDDF32D521F7}"/>
              </a:ext>
            </a:extLst>
          </p:cNvPr>
          <p:cNvGrpSpPr/>
          <p:nvPr/>
        </p:nvGrpSpPr>
        <p:grpSpPr>
          <a:xfrm>
            <a:off x="3321864" y="6298056"/>
            <a:ext cx="952560" cy="434880"/>
            <a:chOff x="3321864" y="6298056"/>
            <a:chExt cx="952560" cy="43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F70F97B-134B-F7F9-82B1-0B4475744DAE}"/>
                    </a:ext>
                  </a:extLst>
                </p14:cNvPr>
                <p14:cNvContentPartPr/>
                <p14:nvPr/>
              </p14:nvContentPartPr>
              <p14:xfrm>
                <a:off x="3321864" y="6385176"/>
                <a:ext cx="234000" cy="3477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F70F97B-134B-F7F9-82B1-0B4475744DA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313224" y="6376536"/>
                  <a:ext cx="25164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558FDBD-3CAA-F92D-A957-0439E7B65B0A}"/>
                    </a:ext>
                  </a:extLst>
                </p14:cNvPr>
                <p14:cNvContentPartPr/>
                <p14:nvPr/>
              </p14:nvContentPartPr>
              <p14:xfrm>
                <a:off x="3649824" y="6444216"/>
                <a:ext cx="118800" cy="192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558FDBD-3CAA-F92D-A957-0439E7B65B0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640824" y="6435216"/>
                  <a:ext cx="1364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D64171D-EB95-8D97-A78C-B73203B1B118}"/>
                    </a:ext>
                  </a:extLst>
                </p14:cNvPr>
                <p14:cNvContentPartPr/>
                <p14:nvPr/>
              </p14:nvContentPartPr>
              <p14:xfrm>
                <a:off x="3605544" y="6298056"/>
                <a:ext cx="173160" cy="2318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D64171D-EB95-8D97-A78C-B73203B1B11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596544" y="6289056"/>
                  <a:ext cx="1908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7460412-4BF9-8201-E024-126D5CFB571F}"/>
                    </a:ext>
                  </a:extLst>
                </p14:cNvPr>
                <p14:cNvContentPartPr/>
                <p14:nvPr/>
              </p14:nvContentPartPr>
              <p14:xfrm>
                <a:off x="3950424" y="6322536"/>
                <a:ext cx="69120" cy="3193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7460412-4BF9-8201-E024-126D5CFB571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941424" y="6313896"/>
                  <a:ext cx="867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D8E997E-19DB-F740-E02A-36A40A61A6AB}"/>
                    </a:ext>
                  </a:extLst>
                </p14:cNvPr>
                <p14:cNvContentPartPr/>
                <p14:nvPr/>
              </p14:nvContentPartPr>
              <p14:xfrm>
                <a:off x="3862584" y="6457536"/>
                <a:ext cx="360" cy="687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D8E997E-19DB-F740-E02A-36A40A61A6A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853944" y="6448536"/>
                  <a:ext cx="18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F2D0FEE-3CA5-CCFE-16F0-1A22277A389D}"/>
                    </a:ext>
                  </a:extLst>
                </p14:cNvPr>
                <p14:cNvContentPartPr/>
                <p14:nvPr/>
              </p14:nvContentPartPr>
              <p14:xfrm>
                <a:off x="4162824" y="6535296"/>
                <a:ext cx="111600" cy="345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F2D0FEE-3CA5-CCFE-16F0-1A22277A389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154184" y="6526296"/>
                  <a:ext cx="12924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B9F7B391-7FB6-23D4-FE78-D306D5CEEE43}"/>
              </a:ext>
            </a:extLst>
          </p:cNvPr>
          <p:cNvGrpSpPr/>
          <p:nvPr/>
        </p:nvGrpSpPr>
        <p:grpSpPr>
          <a:xfrm>
            <a:off x="4643064" y="6259896"/>
            <a:ext cx="711720" cy="468360"/>
            <a:chOff x="4643064" y="6259896"/>
            <a:chExt cx="711720" cy="46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3AD729C-B611-FD70-1F1B-3070315647A4}"/>
                    </a:ext>
                  </a:extLst>
                </p14:cNvPr>
                <p14:cNvContentPartPr/>
                <p14:nvPr/>
              </p14:nvContentPartPr>
              <p14:xfrm>
                <a:off x="4643064" y="6259896"/>
                <a:ext cx="293400" cy="468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3AD729C-B611-FD70-1F1B-3070315647A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634064" y="6251256"/>
                  <a:ext cx="31104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791F972-954B-A0EF-A1F9-05E28792F02C}"/>
                    </a:ext>
                  </a:extLst>
                </p14:cNvPr>
                <p14:cNvContentPartPr/>
                <p14:nvPr/>
              </p14:nvContentPartPr>
              <p14:xfrm>
                <a:off x="4813344" y="6350976"/>
                <a:ext cx="35280" cy="2131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791F972-954B-A0EF-A1F9-05E28792F02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804344" y="6342336"/>
                  <a:ext cx="529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2827650-8D73-8E58-5DD3-2DBAC1DBA606}"/>
                    </a:ext>
                  </a:extLst>
                </p14:cNvPr>
                <p14:cNvContentPartPr/>
                <p14:nvPr/>
              </p14:nvContentPartPr>
              <p14:xfrm>
                <a:off x="4986504" y="6277536"/>
                <a:ext cx="222840" cy="248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2827650-8D73-8E58-5DD3-2DBAC1DBA60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977504" y="6268536"/>
                  <a:ext cx="2404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BC9FC23-CCF8-1CE4-DBF7-7E583B2E637B}"/>
                    </a:ext>
                  </a:extLst>
                </p14:cNvPr>
                <p14:cNvContentPartPr/>
                <p14:nvPr/>
              </p14:nvContentPartPr>
              <p14:xfrm>
                <a:off x="5253264" y="6337656"/>
                <a:ext cx="101520" cy="381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BC9FC23-CCF8-1CE4-DBF7-7E583B2E637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244264" y="6329016"/>
                  <a:ext cx="11916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1C5256D-6F82-7C44-1144-B813BDE8051B}"/>
              </a:ext>
            </a:extLst>
          </p:cNvPr>
          <p:cNvGrpSpPr/>
          <p:nvPr/>
        </p:nvGrpSpPr>
        <p:grpSpPr>
          <a:xfrm>
            <a:off x="6349824" y="6030936"/>
            <a:ext cx="726120" cy="370080"/>
            <a:chOff x="6349824" y="6030936"/>
            <a:chExt cx="726120" cy="3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E67D3E4-E218-5F85-0C76-D49CCE1F49D5}"/>
                    </a:ext>
                  </a:extLst>
                </p14:cNvPr>
                <p14:cNvContentPartPr/>
                <p14:nvPr/>
              </p14:nvContentPartPr>
              <p14:xfrm>
                <a:off x="6373584" y="6061896"/>
                <a:ext cx="199440" cy="2869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E67D3E4-E218-5F85-0C76-D49CCE1F49D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364584" y="6052896"/>
                  <a:ext cx="2170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B76705C-8F2E-1E4D-A23A-B63B950F38D1}"/>
                    </a:ext>
                  </a:extLst>
                </p14:cNvPr>
                <p14:cNvContentPartPr/>
                <p14:nvPr/>
              </p14:nvContentPartPr>
              <p14:xfrm>
                <a:off x="6349824" y="6110136"/>
                <a:ext cx="186120" cy="290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B76705C-8F2E-1E4D-A23A-B63B950F38D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341184" y="6101136"/>
                  <a:ext cx="2037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24BE6BB-8CC8-9A8E-6022-B055CE4643CB}"/>
                    </a:ext>
                  </a:extLst>
                </p14:cNvPr>
                <p14:cNvContentPartPr/>
                <p14:nvPr/>
              </p14:nvContentPartPr>
              <p14:xfrm>
                <a:off x="6683904" y="6030936"/>
                <a:ext cx="67680" cy="1954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24BE6BB-8CC8-9A8E-6022-B055CE4643C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675264" y="6021936"/>
                  <a:ext cx="853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E1260C2-D4BD-448E-0D24-8CD21864A1C7}"/>
                    </a:ext>
                  </a:extLst>
                </p14:cNvPr>
                <p14:cNvContentPartPr/>
                <p14:nvPr/>
              </p14:nvContentPartPr>
              <p14:xfrm>
                <a:off x="6690384" y="6090696"/>
                <a:ext cx="385560" cy="1411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E1260C2-D4BD-448E-0D24-8CD21864A1C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681384" y="6082056"/>
                  <a:ext cx="403200" cy="15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6F7B7624-3160-6C11-AF77-09F0F351EC7C}"/>
                  </a:ext>
                </a:extLst>
              </p14:cNvPr>
              <p14:cNvContentPartPr/>
              <p14:nvPr/>
            </p14:nvContentPartPr>
            <p14:xfrm>
              <a:off x="6373584" y="1585656"/>
              <a:ext cx="189360" cy="2548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6F7B7624-3160-6C11-AF77-09F0F351EC7C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364584" y="1577016"/>
                <a:ext cx="207000" cy="27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A5E59337-ABCE-1850-32AB-EC384C29F65F}"/>
              </a:ext>
            </a:extLst>
          </p:cNvPr>
          <p:cNvGrpSpPr/>
          <p:nvPr/>
        </p:nvGrpSpPr>
        <p:grpSpPr>
          <a:xfrm>
            <a:off x="6638904" y="2683296"/>
            <a:ext cx="2864160" cy="1563120"/>
            <a:chOff x="6638904" y="2683296"/>
            <a:chExt cx="2864160" cy="156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6592BBD-9F4A-CFA3-4FBE-D7239F036263}"/>
                    </a:ext>
                  </a:extLst>
                </p14:cNvPr>
                <p14:cNvContentPartPr/>
                <p14:nvPr/>
              </p14:nvContentPartPr>
              <p14:xfrm>
                <a:off x="8728344" y="3369096"/>
                <a:ext cx="774720" cy="8773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6592BBD-9F4A-CFA3-4FBE-D7239F03626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719344" y="3360096"/>
                  <a:ext cx="792360" cy="89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7CDE8F4-874E-9186-8619-697ADF60D4FE}"/>
                    </a:ext>
                  </a:extLst>
                </p14:cNvPr>
                <p14:cNvContentPartPr/>
                <p14:nvPr/>
              </p14:nvContentPartPr>
              <p14:xfrm>
                <a:off x="6683904" y="2948976"/>
                <a:ext cx="2123280" cy="5605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7CDE8F4-874E-9186-8619-697ADF60D4F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675264" y="2939976"/>
                  <a:ext cx="214092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9194309-C72F-EE0B-C882-157177F87554}"/>
                    </a:ext>
                  </a:extLst>
                </p14:cNvPr>
                <p14:cNvContentPartPr/>
                <p14:nvPr/>
              </p14:nvContentPartPr>
              <p14:xfrm>
                <a:off x="6638904" y="2770416"/>
                <a:ext cx="140040" cy="184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9194309-C72F-EE0B-C882-157177F8755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630264" y="2761416"/>
                  <a:ext cx="1576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636598F-BD40-DCF4-D4A2-4B0F02A1E254}"/>
                    </a:ext>
                  </a:extLst>
                </p14:cNvPr>
                <p14:cNvContentPartPr/>
                <p14:nvPr/>
              </p14:nvContentPartPr>
              <p14:xfrm>
                <a:off x="6795504" y="2761056"/>
                <a:ext cx="111960" cy="2134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636598F-BD40-DCF4-D4A2-4B0F02A1E25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786504" y="2752056"/>
                  <a:ext cx="1296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DA0D876-60DD-7F85-6772-FA7692026B72}"/>
                    </a:ext>
                  </a:extLst>
                </p14:cNvPr>
                <p14:cNvContentPartPr/>
                <p14:nvPr/>
              </p14:nvContentPartPr>
              <p14:xfrm>
                <a:off x="6923664" y="2743776"/>
                <a:ext cx="95760" cy="2520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DA0D876-60DD-7F85-6772-FA7692026B7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915024" y="2735136"/>
                  <a:ext cx="1134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8C395D9-A673-94BE-3DCF-046B5A6343B3}"/>
                    </a:ext>
                  </a:extLst>
                </p14:cNvPr>
                <p14:cNvContentPartPr/>
                <p14:nvPr/>
              </p14:nvContentPartPr>
              <p14:xfrm>
                <a:off x="7034904" y="2775096"/>
                <a:ext cx="246600" cy="1306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8C395D9-A673-94BE-3DCF-046B5A6343B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026264" y="2766456"/>
                  <a:ext cx="2642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66DB89F-D2C1-B74E-C571-04943B496BAC}"/>
                    </a:ext>
                  </a:extLst>
                </p14:cNvPr>
                <p14:cNvContentPartPr/>
                <p14:nvPr/>
              </p14:nvContentPartPr>
              <p14:xfrm>
                <a:off x="7375104" y="2684736"/>
                <a:ext cx="217440" cy="2638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66DB89F-D2C1-B74E-C571-04943B496BA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366104" y="2675736"/>
                  <a:ext cx="2350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54BC87D-09DF-F329-01B3-9B08CBDBE9F5}"/>
                    </a:ext>
                  </a:extLst>
                </p14:cNvPr>
                <p14:cNvContentPartPr/>
                <p14:nvPr/>
              </p14:nvContentPartPr>
              <p14:xfrm>
                <a:off x="7676424" y="2848536"/>
                <a:ext cx="33120" cy="97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54BC87D-09DF-F329-01B3-9B08CBDBE9F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667424" y="2839536"/>
                  <a:ext cx="50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D28A060-F043-E0ED-18E8-68FDA958DB14}"/>
                    </a:ext>
                  </a:extLst>
                </p14:cNvPr>
                <p14:cNvContentPartPr/>
                <p14:nvPr/>
              </p14:nvContentPartPr>
              <p14:xfrm>
                <a:off x="7669584" y="2861856"/>
                <a:ext cx="57600" cy="30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D28A060-F043-E0ED-18E8-68FDA958DB1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660584" y="2852856"/>
                  <a:ext cx="752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D80C43E-F571-0B3E-38FC-749CEFFD783C}"/>
                    </a:ext>
                  </a:extLst>
                </p14:cNvPr>
                <p14:cNvContentPartPr/>
                <p14:nvPr/>
              </p14:nvContentPartPr>
              <p14:xfrm>
                <a:off x="7838424" y="2683296"/>
                <a:ext cx="216360" cy="2808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D80C43E-F571-0B3E-38FC-749CEFFD783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829424" y="2674656"/>
                  <a:ext cx="2340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95BB077-A356-7605-CBEB-45FDEA7A6BEB}"/>
                    </a:ext>
                  </a:extLst>
                </p14:cNvPr>
                <p14:cNvContentPartPr/>
                <p14:nvPr/>
              </p14:nvContentPartPr>
              <p14:xfrm>
                <a:off x="8132904" y="2790576"/>
                <a:ext cx="91080" cy="1522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95BB077-A356-7605-CBEB-45FDEA7A6BE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124264" y="2781936"/>
                  <a:ext cx="10872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55213407-2D72-641E-28C3-F2C5C2382D4E}"/>
              </a:ext>
            </a:extLst>
          </p:cNvPr>
          <p:cNvGrpSpPr/>
          <p:nvPr/>
        </p:nvGrpSpPr>
        <p:grpSpPr>
          <a:xfrm>
            <a:off x="1918584" y="3279816"/>
            <a:ext cx="1536120" cy="1496160"/>
            <a:chOff x="1918584" y="3279816"/>
            <a:chExt cx="1536120" cy="14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9EBD158-90F9-6EC0-7EEC-43F0920391DD}"/>
                    </a:ext>
                  </a:extLst>
                </p14:cNvPr>
                <p14:cNvContentPartPr/>
                <p14:nvPr/>
              </p14:nvContentPartPr>
              <p14:xfrm>
                <a:off x="2124504" y="3951936"/>
                <a:ext cx="685440" cy="8240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9EBD158-90F9-6EC0-7EEC-43F0920391D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115864" y="3942936"/>
                  <a:ext cx="703080" cy="84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FAB9E41-7597-96A2-3A5B-2CEAE37950E4}"/>
                    </a:ext>
                  </a:extLst>
                </p14:cNvPr>
                <p14:cNvContentPartPr/>
                <p14:nvPr/>
              </p14:nvContentPartPr>
              <p14:xfrm>
                <a:off x="1918584" y="3619296"/>
                <a:ext cx="179280" cy="343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FAB9E41-7597-96A2-3A5B-2CEAE37950E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909584" y="3610296"/>
                  <a:ext cx="19692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DC86502-D7E0-8E70-4C80-4CFA0096E13A}"/>
                    </a:ext>
                  </a:extLst>
                </p14:cNvPr>
                <p14:cNvContentPartPr/>
                <p14:nvPr/>
              </p14:nvContentPartPr>
              <p14:xfrm>
                <a:off x="2097504" y="3736296"/>
                <a:ext cx="149040" cy="171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DC86502-D7E0-8E70-4C80-4CFA0096E13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088864" y="3727656"/>
                  <a:ext cx="166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E62A5C7-BFDF-E17C-DDAC-7D7FF2898D0A}"/>
                    </a:ext>
                  </a:extLst>
                </p14:cNvPr>
                <p14:cNvContentPartPr/>
                <p14:nvPr/>
              </p14:nvContentPartPr>
              <p14:xfrm>
                <a:off x="2262744" y="3664296"/>
                <a:ext cx="496440" cy="237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E62A5C7-BFDF-E17C-DDAC-7D7FF2898D0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254104" y="3655656"/>
                  <a:ext cx="5140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50A5CEB-F153-9032-FAAB-FD26C84A1047}"/>
                    </a:ext>
                  </a:extLst>
                </p14:cNvPr>
                <p14:cNvContentPartPr/>
                <p14:nvPr/>
              </p14:nvContentPartPr>
              <p14:xfrm>
                <a:off x="2808504" y="3493656"/>
                <a:ext cx="457200" cy="3610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50A5CEB-F153-9032-FAAB-FD26C84A104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799504" y="3485016"/>
                  <a:ext cx="47484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741A1DF-80B1-B385-37B6-377F80BA41F7}"/>
                    </a:ext>
                  </a:extLst>
                </p14:cNvPr>
                <p14:cNvContentPartPr/>
                <p14:nvPr/>
              </p14:nvContentPartPr>
              <p14:xfrm>
                <a:off x="3270024" y="3542256"/>
                <a:ext cx="184680" cy="210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741A1DF-80B1-B385-37B6-377F80BA41F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261024" y="3533616"/>
                  <a:ext cx="2023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71F9867-2BCF-EC65-5216-787C85646F56}"/>
                    </a:ext>
                  </a:extLst>
                </p14:cNvPr>
                <p14:cNvContentPartPr/>
                <p14:nvPr/>
              </p14:nvContentPartPr>
              <p14:xfrm>
                <a:off x="2374344" y="3279816"/>
                <a:ext cx="196200" cy="2962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71F9867-2BCF-EC65-5216-787C85646F5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365344" y="3270816"/>
                  <a:ext cx="2138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169246C-B723-C156-953F-0BF55A7B4FB9}"/>
                    </a:ext>
                  </a:extLst>
                </p14:cNvPr>
                <p14:cNvContentPartPr/>
                <p14:nvPr/>
              </p14:nvContentPartPr>
              <p14:xfrm>
                <a:off x="2653704" y="3324816"/>
                <a:ext cx="28080" cy="2358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169246C-B723-C156-953F-0BF55A7B4FB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644704" y="3316176"/>
                  <a:ext cx="4572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2FF36608-F191-E312-BCEF-2471D9D6CCB7}"/>
              </a:ext>
            </a:extLst>
          </p:cNvPr>
          <p:cNvGrpSpPr/>
          <p:nvPr/>
        </p:nvGrpSpPr>
        <p:grpSpPr>
          <a:xfrm>
            <a:off x="5106744" y="2816856"/>
            <a:ext cx="1080000" cy="1752120"/>
            <a:chOff x="5106744" y="2816856"/>
            <a:chExt cx="1080000" cy="175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39D7F85-FD1E-6EFF-9F6B-9E533E9240A3}"/>
                    </a:ext>
                  </a:extLst>
                </p14:cNvPr>
                <p14:cNvContentPartPr/>
                <p14:nvPr/>
              </p14:nvContentPartPr>
              <p14:xfrm>
                <a:off x="5516424" y="3665736"/>
                <a:ext cx="670320" cy="903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39D7F85-FD1E-6EFF-9F6B-9E533E9240A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507424" y="3656736"/>
                  <a:ext cx="687960" cy="9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3AD3F25-5269-A5B7-5BE6-DFC84F678315}"/>
                    </a:ext>
                  </a:extLst>
                </p14:cNvPr>
                <p14:cNvContentPartPr/>
                <p14:nvPr/>
              </p14:nvContentPartPr>
              <p14:xfrm>
                <a:off x="5516424" y="3293496"/>
                <a:ext cx="172440" cy="379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3AD3F25-5269-A5B7-5BE6-DFC84F67831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507424" y="3284856"/>
                  <a:ext cx="19008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1DE593A-602B-3362-11B7-C518B5BC0BDE}"/>
                    </a:ext>
                  </a:extLst>
                </p14:cNvPr>
                <p14:cNvContentPartPr/>
                <p14:nvPr/>
              </p14:nvContentPartPr>
              <p14:xfrm>
                <a:off x="5106744" y="3259656"/>
                <a:ext cx="258120" cy="171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1DE593A-602B-3362-11B7-C518B5BC0BD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097744" y="3250656"/>
                  <a:ext cx="2757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0B448A6-E739-FF56-CA31-4F7E8E75BBF3}"/>
                    </a:ext>
                  </a:extLst>
                </p14:cNvPr>
                <p14:cNvContentPartPr/>
                <p14:nvPr/>
              </p14:nvContentPartPr>
              <p14:xfrm>
                <a:off x="5414184" y="3214296"/>
                <a:ext cx="139680" cy="1641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0B448A6-E739-FF56-CA31-4F7E8E75BBF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405184" y="3205656"/>
                  <a:ext cx="1573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4289CC9-E679-2D33-59E2-101E69A464F6}"/>
                    </a:ext>
                  </a:extLst>
                </p14:cNvPr>
                <p14:cNvContentPartPr/>
                <p14:nvPr/>
              </p14:nvContentPartPr>
              <p14:xfrm>
                <a:off x="5593464" y="3101976"/>
                <a:ext cx="234000" cy="2232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4289CC9-E679-2D33-59E2-101E69A464F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584464" y="3093336"/>
                  <a:ext cx="2516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AE51AE0-B038-8B67-5CB6-916F32ABCF1C}"/>
                    </a:ext>
                  </a:extLst>
                </p14:cNvPr>
                <p14:cNvContentPartPr/>
                <p14:nvPr/>
              </p14:nvContentPartPr>
              <p14:xfrm>
                <a:off x="5766264" y="3093336"/>
                <a:ext cx="51120" cy="345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AE51AE0-B038-8B67-5CB6-916F32ABCF1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757264" y="3084696"/>
                  <a:ext cx="687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E1FD924-B335-2156-0617-FD83434DD279}"/>
                    </a:ext>
                  </a:extLst>
                </p14:cNvPr>
                <p14:cNvContentPartPr/>
                <p14:nvPr/>
              </p14:nvContentPartPr>
              <p14:xfrm>
                <a:off x="5849064" y="3145896"/>
                <a:ext cx="150120" cy="150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E1FD924-B335-2156-0617-FD83434DD27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840424" y="3137256"/>
                  <a:ext cx="1677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02B7D51-8126-D2B1-2E96-70B4A2646724}"/>
                    </a:ext>
                  </a:extLst>
                </p14:cNvPr>
                <p14:cNvContentPartPr/>
                <p14:nvPr/>
              </p14:nvContentPartPr>
              <p14:xfrm>
                <a:off x="6032664" y="3164256"/>
                <a:ext cx="128520" cy="1857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02B7D51-8126-D2B1-2E96-70B4A264672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024024" y="3155256"/>
                  <a:ext cx="146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77CF130-2429-0628-D28E-64BB243E421B}"/>
                    </a:ext>
                  </a:extLst>
                </p14:cNvPr>
                <p14:cNvContentPartPr/>
                <p14:nvPr/>
              </p14:nvContentPartPr>
              <p14:xfrm>
                <a:off x="5310144" y="2816856"/>
                <a:ext cx="250920" cy="2584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77CF130-2429-0628-D28E-64BB243E421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01144" y="2808216"/>
                  <a:ext cx="2685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42D1592-A941-36BF-3CD2-46C051442A7B}"/>
                    </a:ext>
                  </a:extLst>
                </p14:cNvPr>
                <p14:cNvContentPartPr/>
                <p14:nvPr/>
              </p14:nvContentPartPr>
              <p14:xfrm>
                <a:off x="5670144" y="2833416"/>
                <a:ext cx="180720" cy="1695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42D1592-A941-36BF-3CD2-46C051442A7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661504" y="2824416"/>
                  <a:ext cx="19836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A2EC5B90-027A-F468-4C56-9C63C7C49C8D}"/>
              </a:ext>
            </a:extLst>
          </p:cNvPr>
          <p:cNvGrpSpPr/>
          <p:nvPr/>
        </p:nvGrpSpPr>
        <p:grpSpPr>
          <a:xfrm>
            <a:off x="4139424" y="866376"/>
            <a:ext cx="2878200" cy="873720"/>
            <a:chOff x="4139424" y="866376"/>
            <a:chExt cx="2878200" cy="87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9CE2EDE-1B3E-18FD-CDB4-65FCC1AAD594}"/>
                    </a:ext>
                  </a:extLst>
                </p14:cNvPr>
                <p14:cNvContentPartPr/>
                <p14:nvPr/>
              </p14:nvContentPartPr>
              <p14:xfrm>
                <a:off x="4306824" y="1496016"/>
                <a:ext cx="11520" cy="2440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9CE2EDE-1B3E-18FD-CDB4-65FCC1AAD59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298184" y="1487016"/>
                  <a:ext cx="291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1031A20-E28D-4C83-A384-79CB971833DA}"/>
                    </a:ext>
                  </a:extLst>
                </p14:cNvPr>
                <p14:cNvContentPartPr/>
                <p14:nvPr/>
              </p14:nvContentPartPr>
              <p14:xfrm>
                <a:off x="4318344" y="1362816"/>
                <a:ext cx="2262240" cy="189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1031A20-E28D-4C83-A384-79CB971833D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309344" y="1354176"/>
                  <a:ext cx="22798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AFBAD85-31D5-C10F-5D70-D144FFC46C7B}"/>
                    </a:ext>
                  </a:extLst>
                </p14:cNvPr>
                <p14:cNvContentPartPr/>
                <p14:nvPr/>
              </p14:nvContentPartPr>
              <p14:xfrm>
                <a:off x="6544584" y="866376"/>
                <a:ext cx="291600" cy="3193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AFBAD85-31D5-C10F-5D70-D144FFC46C7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535944" y="857736"/>
                  <a:ext cx="30924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C0A79B4-F6E0-240E-B9B0-939D4862D255}"/>
                    </a:ext>
                  </a:extLst>
                </p14:cNvPr>
                <p14:cNvContentPartPr/>
                <p14:nvPr/>
              </p14:nvContentPartPr>
              <p14:xfrm>
                <a:off x="6829344" y="991656"/>
                <a:ext cx="188280" cy="1944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C0A79B4-F6E0-240E-B9B0-939D4862D25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820344" y="982656"/>
                  <a:ext cx="2059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20999DA-EB79-6B09-FBC3-19A0FAA7A782}"/>
                    </a:ext>
                  </a:extLst>
                </p14:cNvPr>
                <p14:cNvContentPartPr/>
                <p14:nvPr/>
              </p14:nvContentPartPr>
              <p14:xfrm>
                <a:off x="4139424" y="968256"/>
                <a:ext cx="263520" cy="3240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20999DA-EB79-6B09-FBC3-19A0FAA7A78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130784" y="959256"/>
                  <a:ext cx="2811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C121113-0E61-D03C-BCF7-643F6681B752}"/>
                    </a:ext>
                  </a:extLst>
                </p14:cNvPr>
                <p14:cNvContentPartPr/>
                <p14:nvPr/>
              </p14:nvContentPartPr>
              <p14:xfrm>
                <a:off x="4496544" y="1098216"/>
                <a:ext cx="11520" cy="2073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C121113-0E61-D03C-BCF7-643F6681B75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487904" y="1089216"/>
                  <a:ext cx="2916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D597A55B-D600-F961-5635-CB280F2B11FD}"/>
              </a:ext>
            </a:extLst>
          </p:cNvPr>
          <p:cNvGrpSpPr/>
          <p:nvPr/>
        </p:nvGrpSpPr>
        <p:grpSpPr>
          <a:xfrm>
            <a:off x="4095504" y="94536"/>
            <a:ext cx="2757600" cy="382320"/>
            <a:chOff x="4095504" y="94536"/>
            <a:chExt cx="275760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91F06E2-5E41-6A50-E03A-3D79DE502CFB}"/>
                    </a:ext>
                  </a:extLst>
                </p14:cNvPr>
                <p14:cNvContentPartPr/>
                <p14:nvPr/>
              </p14:nvContentPartPr>
              <p14:xfrm>
                <a:off x="4095504" y="94536"/>
                <a:ext cx="341280" cy="3733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91F06E2-5E41-6A50-E03A-3D79DE502CF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086864" y="85896"/>
                  <a:ext cx="3589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5F9EFD8-8B42-C92C-53A1-FA68ED241DC2}"/>
                    </a:ext>
                  </a:extLst>
                </p14:cNvPr>
                <p14:cNvContentPartPr/>
                <p14:nvPr/>
              </p14:nvContentPartPr>
              <p14:xfrm>
                <a:off x="4574664" y="264816"/>
                <a:ext cx="27360" cy="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5F9EFD8-8B42-C92C-53A1-FA68ED241DC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566024" y="255816"/>
                  <a:ext cx="45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59244CE-AA46-EB9A-2F8D-92D33325C3FA}"/>
                    </a:ext>
                  </a:extLst>
                </p14:cNvPr>
                <p14:cNvContentPartPr/>
                <p14:nvPr/>
              </p14:nvContentPartPr>
              <p14:xfrm>
                <a:off x="4464864" y="264096"/>
                <a:ext cx="138240" cy="1929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59244CE-AA46-EB9A-2F8D-92D33325C3F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456224" y="255096"/>
                  <a:ext cx="155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DC90FC5-4927-EA47-524A-33C595160D7B}"/>
                    </a:ext>
                  </a:extLst>
                </p14:cNvPr>
                <p14:cNvContentPartPr/>
                <p14:nvPr/>
              </p14:nvContentPartPr>
              <p14:xfrm>
                <a:off x="4702824" y="331056"/>
                <a:ext cx="155520" cy="252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DC90FC5-4927-EA47-524A-33C595160D7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694184" y="322416"/>
                  <a:ext cx="173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CB9F809-266D-4020-D4AC-00A630CC1756}"/>
                    </a:ext>
                  </a:extLst>
                </p14:cNvPr>
                <p14:cNvContentPartPr/>
                <p14:nvPr/>
              </p14:nvContentPartPr>
              <p14:xfrm>
                <a:off x="4935384" y="94896"/>
                <a:ext cx="263880" cy="3139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CB9F809-266D-4020-D4AC-00A630CC175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926744" y="86256"/>
                  <a:ext cx="2815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5DFBD27-B4EF-7D96-965B-4E6ADAD13B72}"/>
                    </a:ext>
                  </a:extLst>
                </p14:cNvPr>
                <p14:cNvContentPartPr/>
                <p14:nvPr/>
              </p14:nvContentPartPr>
              <p14:xfrm>
                <a:off x="5293224" y="226656"/>
                <a:ext cx="27720" cy="1666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5DFBD27-B4EF-7D96-965B-4E6ADAD13B7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284224" y="218016"/>
                  <a:ext cx="453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FD973C6-C264-3D72-072D-FD47ECA13335}"/>
                    </a:ext>
                  </a:extLst>
                </p14:cNvPr>
                <p14:cNvContentPartPr/>
                <p14:nvPr/>
              </p14:nvContentPartPr>
              <p14:xfrm>
                <a:off x="5559984" y="279936"/>
                <a:ext cx="95040" cy="43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FD973C6-C264-3D72-072D-FD47ECA1333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550984" y="271296"/>
                  <a:ext cx="112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761EC9A-DDC5-1FE5-F5DE-89CEF782FB49}"/>
                    </a:ext>
                  </a:extLst>
                </p14:cNvPr>
                <p14:cNvContentPartPr/>
                <p14:nvPr/>
              </p14:nvContentPartPr>
              <p14:xfrm>
                <a:off x="5610744" y="327456"/>
                <a:ext cx="78120" cy="381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761EC9A-DDC5-1FE5-F5DE-89CEF782FB4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602104" y="318456"/>
                  <a:ext cx="957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D0980CD-CEDA-9BCD-A462-B2EA2B7AEEE8}"/>
                    </a:ext>
                  </a:extLst>
                </p14:cNvPr>
                <p14:cNvContentPartPr/>
                <p14:nvPr/>
              </p14:nvContentPartPr>
              <p14:xfrm>
                <a:off x="6022584" y="202176"/>
                <a:ext cx="61200" cy="2746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D0980CD-CEDA-9BCD-A462-B2EA2B7AEEE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013584" y="193176"/>
                  <a:ext cx="788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CA325AD-EBE1-FB4D-E804-9B085D8C3984}"/>
                    </a:ext>
                  </a:extLst>
                </p14:cNvPr>
                <p14:cNvContentPartPr/>
                <p14:nvPr/>
              </p14:nvContentPartPr>
              <p14:xfrm>
                <a:off x="6177744" y="154296"/>
                <a:ext cx="490680" cy="2743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CA325AD-EBE1-FB4D-E804-9B085D8C398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169104" y="145656"/>
                  <a:ext cx="5083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D2D439D-6827-D99D-D81C-1F0B1E4ADD4F}"/>
                    </a:ext>
                  </a:extLst>
                </p14:cNvPr>
                <p14:cNvContentPartPr/>
                <p14:nvPr/>
              </p14:nvContentPartPr>
              <p14:xfrm>
                <a:off x="6672384" y="96696"/>
                <a:ext cx="180720" cy="2937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D2D439D-6827-D99D-D81C-1F0B1E4ADD4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663384" y="88056"/>
                  <a:ext cx="198360" cy="31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839C106A-A7DC-80F4-395E-D5A1B353CAEA}"/>
                  </a:ext>
                </a:extLst>
              </p14:cNvPr>
              <p14:cNvContentPartPr/>
              <p14:nvPr/>
            </p14:nvContentPartPr>
            <p14:xfrm>
              <a:off x="2819664" y="2338056"/>
              <a:ext cx="96840" cy="52776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839C106A-A7DC-80F4-395E-D5A1B353CAEA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2811024" y="2329416"/>
                <a:ext cx="114480" cy="54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5" name="Group 184">
            <a:extLst>
              <a:ext uri="{FF2B5EF4-FFF2-40B4-BE49-F238E27FC236}">
                <a16:creationId xmlns:a16="http://schemas.microsoft.com/office/drawing/2014/main" id="{A7C214E2-B3F9-FE02-E5A7-6C433AE6D74D}"/>
              </a:ext>
            </a:extLst>
          </p:cNvPr>
          <p:cNvGrpSpPr/>
          <p:nvPr/>
        </p:nvGrpSpPr>
        <p:grpSpPr>
          <a:xfrm>
            <a:off x="2023344" y="1658376"/>
            <a:ext cx="692280" cy="311040"/>
            <a:chOff x="2023344" y="1658376"/>
            <a:chExt cx="69228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1DCF222-9A2B-D1EE-09F0-F54F5D51E6F0}"/>
                    </a:ext>
                  </a:extLst>
                </p14:cNvPr>
                <p14:cNvContentPartPr/>
                <p14:nvPr/>
              </p14:nvContentPartPr>
              <p14:xfrm>
                <a:off x="2023344" y="1673496"/>
                <a:ext cx="496440" cy="2833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1DCF222-9A2B-D1EE-09F0-F54F5D51E6F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014344" y="1664496"/>
                  <a:ext cx="5140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C23C331-095B-9EFF-3556-EDD97F20EBA6}"/>
                    </a:ext>
                  </a:extLst>
                </p14:cNvPr>
                <p14:cNvContentPartPr/>
                <p14:nvPr/>
              </p14:nvContentPartPr>
              <p14:xfrm>
                <a:off x="2559024" y="1784016"/>
                <a:ext cx="156600" cy="1854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C23C331-095B-9EFF-3556-EDD97F20EBA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550384" y="1775376"/>
                  <a:ext cx="1742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E10F838-05C7-3877-4E31-4E88EBBFE110}"/>
                    </a:ext>
                  </a:extLst>
                </p14:cNvPr>
                <p14:cNvContentPartPr/>
                <p14:nvPr/>
              </p14:nvContentPartPr>
              <p14:xfrm>
                <a:off x="2586744" y="1658376"/>
                <a:ext cx="34200" cy="230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E10F838-05C7-3877-4E31-4E88EBBFE11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578104" y="1649376"/>
                  <a:ext cx="5184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BF7893BA-2EEA-715C-50B3-1DBC16454A3A}"/>
              </a:ext>
            </a:extLst>
          </p:cNvPr>
          <p:cNvGrpSpPr/>
          <p:nvPr/>
        </p:nvGrpSpPr>
        <p:grpSpPr>
          <a:xfrm>
            <a:off x="8783064" y="1344456"/>
            <a:ext cx="692640" cy="312120"/>
            <a:chOff x="8783064" y="1344456"/>
            <a:chExt cx="69264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6074E42-0EED-F8A4-E7E2-CBCE9328DE5B}"/>
                    </a:ext>
                  </a:extLst>
                </p14:cNvPr>
                <p14:cNvContentPartPr/>
                <p14:nvPr/>
              </p14:nvContentPartPr>
              <p14:xfrm>
                <a:off x="8783064" y="1367496"/>
                <a:ext cx="357120" cy="2890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6074E42-0EED-F8A4-E7E2-CBCE9328DE5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774424" y="1358496"/>
                  <a:ext cx="3747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166E48D-FD1C-EE85-C41B-5A1044206917}"/>
                    </a:ext>
                  </a:extLst>
                </p14:cNvPr>
                <p14:cNvContentPartPr/>
                <p14:nvPr/>
              </p14:nvContentPartPr>
              <p14:xfrm>
                <a:off x="9183744" y="1344456"/>
                <a:ext cx="190440" cy="2181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166E48D-FD1C-EE85-C41B-5A104420691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175104" y="1335456"/>
                  <a:ext cx="2080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5E65769-3B83-6A1F-DD94-6A8E0A58F7DB}"/>
                    </a:ext>
                  </a:extLst>
                </p14:cNvPr>
                <p14:cNvContentPartPr/>
                <p14:nvPr/>
              </p14:nvContentPartPr>
              <p14:xfrm>
                <a:off x="9269424" y="1345536"/>
                <a:ext cx="198720" cy="2404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5E65769-3B83-6A1F-DD94-6A8E0A58F7D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260424" y="1336896"/>
                  <a:ext cx="216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A7FEB0E-B5A9-7FE8-9021-E8A25C98413C}"/>
                    </a:ext>
                  </a:extLst>
                </p14:cNvPr>
                <p14:cNvContentPartPr/>
                <p14:nvPr/>
              </p14:nvContentPartPr>
              <p14:xfrm>
                <a:off x="9306504" y="1459656"/>
                <a:ext cx="169200" cy="1742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A7FEB0E-B5A9-7FE8-9021-E8A25C98413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297504" y="1451016"/>
                  <a:ext cx="186840" cy="19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BEDB38DC-3E34-0E71-49B9-CDBE8FCE7D9B}"/>
                  </a:ext>
                </a:extLst>
              </p14:cNvPr>
              <p14:cNvContentPartPr/>
              <p14:nvPr/>
            </p14:nvContentPartPr>
            <p14:xfrm>
              <a:off x="480744" y="4049496"/>
              <a:ext cx="878040" cy="97776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BEDB38DC-3E34-0E71-49B9-CDBE8FCE7D9B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472104" y="4040496"/>
                <a:ext cx="895680" cy="9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AA5EE4A7-DBA3-F77F-2D53-4DBD8A232D6A}"/>
                  </a:ext>
                </a:extLst>
              </p14:cNvPr>
              <p14:cNvContentPartPr/>
              <p14:nvPr/>
            </p14:nvContentPartPr>
            <p14:xfrm>
              <a:off x="10615824" y="3108456"/>
              <a:ext cx="969120" cy="91368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AA5EE4A7-DBA3-F77F-2D53-4DBD8A232D6A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0607184" y="3099816"/>
                <a:ext cx="986760" cy="9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BA4B81B-D315-2FED-3355-1AC87D2B53FC}"/>
              </a:ext>
            </a:extLst>
          </p:cNvPr>
          <p:cNvGrpSpPr/>
          <p:nvPr/>
        </p:nvGrpSpPr>
        <p:grpSpPr>
          <a:xfrm>
            <a:off x="275184" y="3526776"/>
            <a:ext cx="930960" cy="651240"/>
            <a:chOff x="275184" y="3526776"/>
            <a:chExt cx="930960" cy="65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CFB2D86-2749-3CBD-5D09-33F5B5B4A0A2}"/>
                    </a:ext>
                  </a:extLst>
                </p14:cNvPr>
                <p14:cNvContentPartPr/>
                <p14:nvPr/>
              </p14:nvContentPartPr>
              <p14:xfrm>
                <a:off x="275184" y="3764016"/>
                <a:ext cx="358200" cy="2275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CFB2D86-2749-3CBD-5D09-33F5B5B4A0A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66184" y="3755016"/>
                  <a:ext cx="3758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57D5BF5-F2B3-C045-FA00-E3F96C51DBE1}"/>
                    </a:ext>
                  </a:extLst>
                </p14:cNvPr>
                <p14:cNvContentPartPr/>
                <p14:nvPr/>
              </p14:nvContentPartPr>
              <p14:xfrm>
                <a:off x="625824" y="3728736"/>
                <a:ext cx="263520" cy="1663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57D5BF5-F2B3-C045-FA00-E3F96C51DBE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17184" y="3719736"/>
                  <a:ext cx="2811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6349C3F-0C87-8261-9E46-FB383716972B}"/>
                    </a:ext>
                  </a:extLst>
                </p14:cNvPr>
                <p14:cNvContentPartPr/>
                <p14:nvPr/>
              </p14:nvContentPartPr>
              <p14:xfrm>
                <a:off x="777744" y="3590856"/>
                <a:ext cx="44280" cy="288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6349C3F-0C87-8261-9E46-FB383716972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69104" y="3581856"/>
                  <a:ext cx="619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FC7F2FD-6C20-BE9D-38E2-3A8B838C56F5}"/>
                    </a:ext>
                  </a:extLst>
                </p14:cNvPr>
                <p14:cNvContentPartPr/>
                <p14:nvPr/>
              </p14:nvContentPartPr>
              <p14:xfrm>
                <a:off x="960264" y="3581496"/>
                <a:ext cx="119520" cy="1846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FC7F2FD-6C20-BE9D-38E2-3A8B838C56F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51264" y="3572856"/>
                  <a:ext cx="1371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CE1CB24-3FA0-AB6E-15ED-875AE5674643}"/>
                    </a:ext>
                  </a:extLst>
                </p14:cNvPr>
                <p14:cNvContentPartPr/>
                <p14:nvPr/>
              </p14:nvContentPartPr>
              <p14:xfrm>
                <a:off x="1078344" y="3526776"/>
                <a:ext cx="55800" cy="3056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CE1CB24-3FA0-AB6E-15ED-875AE567464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69344" y="3517776"/>
                  <a:ext cx="734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E13A2A1-0712-E414-2494-BFBD210C1139}"/>
                    </a:ext>
                  </a:extLst>
                </p14:cNvPr>
                <p14:cNvContentPartPr/>
                <p14:nvPr/>
              </p14:nvContentPartPr>
              <p14:xfrm>
                <a:off x="1027584" y="3710376"/>
                <a:ext cx="178560" cy="687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E13A2A1-0712-E414-2494-BFBD210C113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18584" y="3701736"/>
                  <a:ext cx="1962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4D78651-7416-9648-CD81-8384EA340562}"/>
                    </a:ext>
                  </a:extLst>
                </p14:cNvPr>
                <p14:cNvContentPartPr/>
                <p14:nvPr/>
              </p14:nvContentPartPr>
              <p14:xfrm>
                <a:off x="437184" y="3932496"/>
                <a:ext cx="368280" cy="2242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4D78651-7416-9648-CD81-8384EA34056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28184" y="3923856"/>
                  <a:ext cx="3859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94F9D96-EE0C-FF04-F7CC-E47D0D94FF46}"/>
                    </a:ext>
                  </a:extLst>
                </p14:cNvPr>
                <p14:cNvContentPartPr/>
                <p14:nvPr/>
              </p14:nvContentPartPr>
              <p14:xfrm>
                <a:off x="821664" y="3899376"/>
                <a:ext cx="155520" cy="1742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94F9D96-EE0C-FF04-F7CC-E47D0D94FF4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13024" y="3890376"/>
                  <a:ext cx="1731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979148B-54FA-F356-A41C-C0FF308873D5}"/>
                    </a:ext>
                  </a:extLst>
                </p14:cNvPr>
                <p14:cNvContentPartPr/>
                <p14:nvPr/>
              </p14:nvContentPartPr>
              <p14:xfrm>
                <a:off x="916344" y="3854016"/>
                <a:ext cx="251640" cy="3240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979148B-54FA-F356-A41C-C0FF308873D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07344" y="3845016"/>
                  <a:ext cx="269280" cy="34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D9D36189-6F04-34EF-0C3F-30214A9ED9F4}"/>
              </a:ext>
            </a:extLst>
          </p:cNvPr>
          <p:cNvGrpSpPr/>
          <p:nvPr/>
        </p:nvGrpSpPr>
        <p:grpSpPr>
          <a:xfrm>
            <a:off x="11162664" y="2817576"/>
            <a:ext cx="628200" cy="265680"/>
            <a:chOff x="11162664" y="2817576"/>
            <a:chExt cx="628200" cy="2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8DF98F6-412D-9E94-C4BB-AC84131C4753}"/>
                    </a:ext>
                  </a:extLst>
                </p14:cNvPr>
                <p14:cNvContentPartPr/>
                <p14:nvPr/>
              </p14:nvContentPartPr>
              <p14:xfrm>
                <a:off x="11162664" y="2861856"/>
                <a:ext cx="294120" cy="1987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8DF98F6-412D-9E94-C4BB-AC84131C475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153664" y="2852856"/>
                  <a:ext cx="3117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C8CAA6E-A5F4-6992-1E04-36B48390E290}"/>
                    </a:ext>
                  </a:extLst>
                </p14:cNvPr>
                <p14:cNvContentPartPr/>
                <p14:nvPr/>
              </p14:nvContentPartPr>
              <p14:xfrm>
                <a:off x="11462904" y="2817576"/>
                <a:ext cx="182880" cy="1947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C8CAA6E-A5F4-6992-1E04-36B48390E29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453904" y="2808576"/>
                  <a:ext cx="2005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D094A99-E336-C7EC-F50E-7F7C2954B081}"/>
                    </a:ext>
                  </a:extLst>
                </p14:cNvPr>
                <p14:cNvContentPartPr/>
                <p14:nvPr/>
              </p14:nvContentPartPr>
              <p14:xfrm>
                <a:off x="11661984" y="2853216"/>
                <a:ext cx="112320" cy="1245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D094A99-E336-C7EC-F50E-7F7C2954B08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653344" y="2844576"/>
                  <a:ext cx="1299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CF1AD1F-47D7-1815-B614-ADF9D6BA5049}"/>
                    </a:ext>
                  </a:extLst>
                </p14:cNvPr>
                <p14:cNvContentPartPr/>
                <p14:nvPr/>
              </p14:nvContentPartPr>
              <p14:xfrm>
                <a:off x="11627784" y="2905416"/>
                <a:ext cx="163080" cy="1778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CF1AD1F-47D7-1815-B614-ADF9D6BA504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618784" y="2896416"/>
                  <a:ext cx="18072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5FE44E57-6856-7477-8611-09CA0E9313EB}"/>
              </a:ext>
            </a:extLst>
          </p:cNvPr>
          <p:cNvGrpSpPr/>
          <p:nvPr/>
        </p:nvGrpSpPr>
        <p:grpSpPr>
          <a:xfrm>
            <a:off x="582264" y="2428416"/>
            <a:ext cx="1627560" cy="370440"/>
            <a:chOff x="582264" y="2428416"/>
            <a:chExt cx="1627560" cy="37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FA43482-B63A-13A8-9960-290240087F0B}"/>
                    </a:ext>
                  </a:extLst>
                </p14:cNvPr>
                <p14:cNvContentPartPr/>
                <p14:nvPr/>
              </p14:nvContentPartPr>
              <p14:xfrm>
                <a:off x="614664" y="2485656"/>
                <a:ext cx="11880" cy="2678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FA43482-B63A-13A8-9960-290240087F0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05664" y="2477016"/>
                  <a:ext cx="295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ACC4D68-43B7-FED8-02DB-34062122277C}"/>
                    </a:ext>
                  </a:extLst>
                </p14:cNvPr>
                <p14:cNvContentPartPr/>
                <p14:nvPr/>
              </p14:nvContentPartPr>
              <p14:xfrm>
                <a:off x="615384" y="2689056"/>
                <a:ext cx="129240" cy="291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ACC4D68-43B7-FED8-02DB-34062122277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06744" y="2680056"/>
                  <a:ext cx="1468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EA3C8AA0-CE22-21D4-57C2-FF480F0FEDB1}"/>
                    </a:ext>
                  </a:extLst>
                </p14:cNvPr>
                <p14:cNvContentPartPr/>
                <p14:nvPr/>
              </p14:nvContentPartPr>
              <p14:xfrm>
                <a:off x="582264" y="2452896"/>
                <a:ext cx="206280" cy="3085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EA3C8AA0-CE22-21D4-57C2-FF480F0FEDB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73264" y="2444256"/>
                  <a:ext cx="2239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C022D6A-849F-828E-3D70-F7104D8ECAC7}"/>
                    </a:ext>
                  </a:extLst>
                </p14:cNvPr>
                <p14:cNvContentPartPr/>
                <p14:nvPr/>
              </p14:nvContentPartPr>
              <p14:xfrm>
                <a:off x="887904" y="2582856"/>
                <a:ext cx="20160" cy="2160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C022D6A-849F-828E-3D70-F7104D8ECAC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78904" y="2573856"/>
                  <a:ext cx="37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77D1D04-284F-BEA1-7385-9893C59DC55E}"/>
                    </a:ext>
                  </a:extLst>
                </p14:cNvPr>
                <p14:cNvContentPartPr/>
                <p14:nvPr/>
              </p14:nvContentPartPr>
              <p14:xfrm>
                <a:off x="1054584" y="2645496"/>
                <a:ext cx="162360" cy="259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77D1D04-284F-BEA1-7385-9893C59DC55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45944" y="2636496"/>
                  <a:ext cx="180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DEA076D-096F-F1F8-11C6-B660F30604B5}"/>
                    </a:ext>
                  </a:extLst>
                </p14:cNvPr>
                <p14:cNvContentPartPr/>
                <p14:nvPr/>
              </p14:nvContentPartPr>
              <p14:xfrm>
                <a:off x="1355184" y="2478096"/>
                <a:ext cx="51120" cy="2444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DEA076D-096F-F1F8-11C6-B660F30604B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346184" y="2469096"/>
                  <a:ext cx="687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7F47275-10E7-7E82-84ED-748CBA4F33F7}"/>
                    </a:ext>
                  </a:extLst>
                </p14:cNvPr>
                <p14:cNvContentPartPr/>
                <p14:nvPr/>
              </p14:nvContentPartPr>
              <p14:xfrm>
                <a:off x="1464624" y="2428416"/>
                <a:ext cx="231840" cy="2718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7F47275-10E7-7E82-84ED-748CBA4F33F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455624" y="2419776"/>
                  <a:ext cx="2494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5536DBC-7C1B-7514-3037-F1E200BE47E2}"/>
                    </a:ext>
                  </a:extLst>
                </p14:cNvPr>
                <p14:cNvContentPartPr/>
                <p14:nvPr/>
              </p14:nvContentPartPr>
              <p14:xfrm>
                <a:off x="1773144" y="2454696"/>
                <a:ext cx="155880" cy="2851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5536DBC-7C1B-7514-3037-F1E200BE47E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764504" y="2446056"/>
                  <a:ext cx="1735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A878836-0DF0-6877-BB3F-9E6487563B9C}"/>
                    </a:ext>
                  </a:extLst>
                </p14:cNvPr>
                <p14:cNvContentPartPr/>
                <p14:nvPr/>
              </p14:nvContentPartPr>
              <p14:xfrm>
                <a:off x="1928664" y="2438496"/>
                <a:ext cx="40680" cy="2890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A878836-0DF0-6877-BB3F-9E6487563B9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920024" y="2429496"/>
                  <a:ext cx="583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234C5B7-9648-1172-58EF-15B047D7C84C}"/>
                    </a:ext>
                  </a:extLst>
                </p14:cNvPr>
                <p14:cNvContentPartPr/>
                <p14:nvPr/>
              </p14:nvContentPartPr>
              <p14:xfrm>
                <a:off x="2023344" y="2501136"/>
                <a:ext cx="17280" cy="630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234C5B7-9648-1172-58EF-15B047D7C84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014344" y="2492136"/>
                  <a:ext cx="349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CE1BA90-AF33-D2EF-87AC-A9A533E60726}"/>
                    </a:ext>
                  </a:extLst>
                </p14:cNvPr>
                <p14:cNvContentPartPr/>
                <p14:nvPr/>
              </p14:nvContentPartPr>
              <p14:xfrm>
                <a:off x="2030184" y="2495376"/>
                <a:ext cx="179640" cy="1897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CE1BA90-AF33-D2EF-87AC-A9A533E6072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021184" y="2486376"/>
                  <a:ext cx="197280" cy="20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43942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E542C7-C490-0D76-8594-1C627941F8A1}"/>
              </a:ext>
            </a:extLst>
          </p:cNvPr>
          <p:cNvGrpSpPr/>
          <p:nvPr/>
        </p:nvGrpSpPr>
        <p:grpSpPr>
          <a:xfrm>
            <a:off x="3398544" y="1908216"/>
            <a:ext cx="3910320" cy="954360"/>
            <a:chOff x="3398544" y="1908216"/>
            <a:chExt cx="3910320" cy="95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798F025-62A3-5F83-F33C-F6B25CA0C074}"/>
                    </a:ext>
                  </a:extLst>
                </p14:cNvPr>
                <p14:cNvContentPartPr/>
                <p14:nvPr/>
              </p14:nvContentPartPr>
              <p14:xfrm>
                <a:off x="3845664" y="2111976"/>
                <a:ext cx="71280" cy="6876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798F025-62A3-5F83-F33C-F6B25CA0C07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37024" y="2103336"/>
                  <a:ext cx="88920" cy="70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7317EF8-2FBB-A0D0-FD5D-A9B3436996EE}"/>
                    </a:ext>
                  </a:extLst>
                </p14:cNvPr>
                <p14:cNvContentPartPr/>
                <p14:nvPr/>
              </p14:nvContentPartPr>
              <p14:xfrm>
                <a:off x="3862584" y="1908216"/>
                <a:ext cx="2794680" cy="954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7317EF8-2FBB-A0D0-FD5D-A9B3436996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53944" y="1899216"/>
                  <a:ext cx="2812320" cy="9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8E83E6E-C9A4-9F9F-3AF4-C85BF27DB6EB}"/>
                    </a:ext>
                  </a:extLst>
                </p14:cNvPr>
                <p14:cNvContentPartPr/>
                <p14:nvPr/>
              </p14:nvContentPartPr>
              <p14:xfrm>
                <a:off x="3398544" y="2504736"/>
                <a:ext cx="508320" cy="84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8E83E6E-C9A4-9F9F-3AF4-C85BF27DB6E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89904" y="2495736"/>
                  <a:ext cx="5259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FC33A88-1B5A-EB13-EA56-747B176FA18A}"/>
                    </a:ext>
                  </a:extLst>
                </p14:cNvPr>
                <p14:cNvContentPartPr/>
                <p14:nvPr/>
              </p14:nvContentPartPr>
              <p14:xfrm>
                <a:off x="3460104" y="2225376"/>
                <a:ext cx="85680" cy="608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FC33A88-1B5A-EB13-EA56-747B176FA1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51464" y="2216736"/>
                  <a:ext cx="10332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C2DA6BE-51E6-B9EF-3BA6-1E5C61A28992}"/>
                    </a:ext>
                  </a:extLst>
                </p14:cNvPr>
                <p14:cNvContentPartPr/>
                <p14:nvPr/>
              </p14:nvContentPartPr>
              <p14:xfrm>
                <a:off x="6519384" y="2259936"/>
                <a:ext cx="789480" cy="72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C2DA6BE-51E6-B9EF-3BA6-1E5C61A2899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10384" y="2251296"/>
                  <a:ext cx="807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C298E82-A957-EF86-894C-FB662165BE77}"/>
                    </a:ext>
                  </a:extLst>
                </p14:cNvPr>
                <p14:cNvContentPartPr/>
                <p14:nvPr/>
              </p14:nvContentPartPr>
              <p14:xfrm>
                <a:off x="7223904" y="2128896"/>
                <a:ext cx="34200" cy="439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C298E82-A957-EF86-894C-FB662165BE7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15264" y="2119896"/>
                  <a:ext cx="51840" cy="45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F12FFF5-2B90-4F14-9BD5-59B014D8B312}"/>
                  </a:ext>
                </a:extLst>
              </p14:cNvPr>
              <p14:cNvContentPartPr/>
              <p14:nvPr/>
            </p14:nvContentPartPr>
            <p14:xfrm>
              <a:off x="8840304" y="1493136"/>
              <a:ext cx="394200" cy="403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F12FFF5-2B90-4F14-9BD5-59B014D8B31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31664" y="1484136"/>
                <a:ext cx="41184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0C01D2E-94BB-EE9D-854F-79A438A9392B}"/>
                  </a:ext>
                </a:extLst>
              </p14:cNvPr>
              <p14:cNvContentPartPr/>
              <p14:nvPr/>
            </p14:nvContentPartPr>
            <p14:xfrm>
              <a:off x="9397584" y="1152936"/>
              <a:ext cx="651600" cy="3895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0C01D2E-94BB-EE9D-854F-79A438A9392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88584" y="1144296"/>
                <a:ext cx="66924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03E8F67-F169-3B1F-B753-193FB40BE595}"/>
                  </a:ext>
                </a:extLst>
              </p14:cNvPr>
              <p14:cNvContentPartPr/>
              <p14:nvPr/>
            </p14:nvContentPartPr>
            <p14:xfrm>
              <a:off x="10031904" y="1247976"/>
              <a:ext cx="277200" cy="2358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03E8F67-F169-3B1F-B753-193FB40BE59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023264" y="1239336"/>
                <a:ext cx="2948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11EF9BA-08F1-8E00-A81D-25CB623A0029}"/>
                  </a:ext>
                </a:extLst>
              </p14:cNvPr>
              <p14:cNvContentPartPr/>
              <p14:nvPr/>
            </p14:nvContentPartPr>
            <p14:xfrm>
              <a:off x="10374624" y="1100376"/>
              <a:ext cx="214560" cy="4028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11EF9BA-08F1-8E00-A81D-25CB623A002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365984" y="1091376"/>
                <a:ext cx="23220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BB587F3-7A49-53E6-B80E-DB165A6310C1}"/>
                  </a:ext>
                </a:extLst>
              </p14:cNvPr>
              <p14:cNvContentPartPr/>
              <p14:nvPr/>
            </p14:nvContentPartPr>
            <p14:xfrm>
              <a:off x="10488744" y="1074816"/>
              <a:ext cx="612000" cy="4143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BB587F3-7A49-53E6-B80E-DB165A6310C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479744" y="1065816"/>
                <a:ext cx="6296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F952365-AECC-2D82-192C-A2F736FEAEAB}"/>
                  </a:ext>
                </a:extLst>
              </p14:cNvPr>
              <p14:cNvContentPartPr/>
              <p14:nvPr/>
            </p14:nvContentPartPr>
            <p14:xfrm>
              <a:off x="9689544" y="1711296"/>
              <a:ext cx="285480" cy="3459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F952365-AECC-2D82-192C-A2F736FEAEA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680904" y="1702656"/>
                <a:ext cx="30312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0A7EFF8-4075-F5F4-83B1-0D6549B0DAE1}"/>
                  </a:ext>
                </a:extLst>
              </p14:cNvPr>
              <p14:cNvContentPartPr/>
              <p14:nvPr/>
            </p14:nvContentPartPr>
            <p14:xfrm>
              <a:off x="9886824" y="1864656"/>
              <a:ext cx="351360" cy="5493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0A7EFF8-4075-F5F4-83B1-0D6549B0DAE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878184" y="1856016"/>
                <a:ext cx="369000" cy="56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472EC5D-0A6A-2515-953E-70827CE98EAA}"/>
                  </a:ext>
                </a:extLst>
              </p14:cNvPr>
              <p14:cNvContentPartPr/>
              <p14:nvPr/>
            </p14:nvContentPartPr>
            <p14:xfrm>
              <a:off x="10588824" y="1773936"/>
              <a:ext cx="44280" cy="3250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472EC5D-0A6A-2515-953E-70827CE98EA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580184" y="1765296"/>
                <a:ext cx="6192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4143B36-3795-C79B-19FD-1C5C6660AD2E}"/>
                  </a:ext>
                </a:extLst>
              </p14:cNvPr>
              <p14:cNvContentPartPr/>
              <p14:nvPr/>
            </p14:nvContentPartPr>
            <p14:xfrm>
              <a:off x="10759464" y="1712736"/>
              <a:ext cx="703800" cy="4608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4143B36-3795-C79B-19FD-1C5C6660AD2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750824" y="1703736"/>
                <a:ext cx="72144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9653769-5802-6534-81CA-6F202185A80B}"/>
                  </a:ext>
                </a:extLst>
              </p14:cNvPr>
              <p14:cNvContentPartPr/>
              <p14:nvPr/>
            </p14:nvContentPartPr>
            <p14:xfrm>
              <a:off x="9920664" y="2529576"/>
              <a:ext cx="165600" cy="2736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9653769-5802-6534-81CA-6F202185A80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911664" y="2520576"/>
                <a:ext cx="18324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65CD475-C250-F5BB-800C-36C116D964A4}"/>
                  </a:ext>
                </a:extLst>
              </p14:cNvPr>
              <p14:cNvContentPartPr/>
              <p14:nvPr/>
            </p14:nvContentPartPr>
            <p14:xfrm>
              <a:off x="10119384" y="2557296"/>
              <a:ext cx="598320" cy="2422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65CD475-C250-F5BB-800C-36C116D964A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110384" y="2548296"/>
                <a:ext cx="6159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6DC7929-545A-217C-A6D4-E82729A7253B}"/>
                  </a:ext>
                </a:extLst>
              </p14:cNvPr>
              <p14:cNvContentPartPr/>
              <p14:nvPr/>
            </p14:nvContentPartPr>
            <p14:xfrm>
              <a:off x="10743624" y="2482056"/>
              <a:ext cx="197280" cy="4086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6DC7929-545A-217C-A6D4-E82729A7253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734984" y="2473416"/>
                <a:ext cx="21492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D0961A3-CA7C-C647-C30B-96E853318C91}"/>
                  </a:ext>
                </a:extLst>
              </p14:cNvPr>
              <p14:cNvContentPartPr/>
              <p14:nvPr/>
            </p14:nvContentPartPr>
            <p14:xfrm>
              <a:off x="10905984" y="2563776"/>
              <a:ext cx="361440" cy="2034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D0961A3-CA7C-C647-C30B-96E853318C9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897344" y="2554776"/>
                <a:ext cx="379080" cy="22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AAA64032-7707-8E9E-12BA-C70BB88AE597}"/>
              </a:ext>
            </a:extLst>
          </p:cNvPr>
          <p:cNvGrpSpPr/>
          <p:nvPr/>
        </p:nvGrpSpPr>
        <p:grpSpPr>
          <a:xfrm>
            <a:off x="2134584" y="393336"/>
            <a:ext cx="6578280" cy="2638080"/>
            <a:chOff x="2134584" y="393336"/>
            <a:chExt cx="6578280" cy="263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4F53B45-23ED-2207-1720-A41ECB7761A2}"/>
                    </a:ext>
                  </a:extLst>
                </p14:cNvPr>
                <p14:cNvContentPartPr/>
                <p14:nvPr/>
              </p14:nvContentPartPr>
              <p14:xfrm>
                <a:off x="3093264" y="2611296"/>
                <a:ext cx="145440" cy="97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4F53B45-23ED-2207-1720-A41ECB7761A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84264" y="2602296"/>
                  <a:ext cx="163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CAA6BAD-6B1E-21B4-0EC4-F7ECEEE1C61E}"/>
                    </a:ext>
                  </a:extLst>
                </p14:cNvPr>
                <p14:cNvContentPartPr/>
                <p14:nvPr/>
              </p14:nvContentPartPr>
              <p14:xfrm>
                <a:off x="2748744" y="2669256"/>
                <a:ext cx="111240" cy="87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CAA6BAD-6B1E-21B4-0EC4-F7ECEEE1C61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40104" y="2660256"/>
                  <a:ext cx="1288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97AE4F5-3FAD-3926-02FA-D1EF5905B632}"/>
                    </a:ext>
                  </a:extLst>
                </p14:cNvPr>
                <p14:cNvContentPartPr/>
                <p14:nvPr/>
              </p14:nvContentPartPr>
              <p14:xfrm>
                <a:off x="2235744" y="2750256"/>
                <a:ext cx="156600" cy="80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97AE4F5-3FAD-3926-02FA-D1EF5905B63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26744" y="2741256"/>
                  <a:ext cx="1742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F682F93-0175-48C2-D970-CD365E4501F4}"/>
                    </a:ext>
                  </a:extLst>
                </p14:cNvPr>
                <p14:cNvContentPartPr/>
                <p14:nvPr/>
              </p14:nvContentPartPr>
              <p14:xfrm>
                <a:off x="2134584" y="2462616"/>
                <a:ext cx="1215360" cy="568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F682F93-0175-48C2-D970-CD365E4501F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125944" y="2453616"/>
                  <a:ext cx="123300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0665E57-90BB-6671-F7FF-FB72011EC421}"/>
                    </a:ext>
                  </a:extLst>
                </p14:cNvPr>
                <p14:cNvContentPartPr/>
                <p14:nvPr/>
              </p14:nvContentPartPr>
              <p14:xfrm>
                <a:off x="7600464" y="2216376"/>
                <a:ext cx="86760" cy="99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0665E57-90BB-6671-F7FF-FB72011EC42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91464" y="2207376"/>
                  <a:ext cx="104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707A332-A2C1-E231-B647-D1379412140B}"/>
                    </a:ext>
                  </a:extLst>
                </p14:cNvPr>
                <p14:cNvContentPartPr/>
                <p14:nvPr/>
              </p14:nvContentPartPr>
              <p14:xfrm>
                <a:off x="7641864" y="2395656"/>
                <a:ext cx="86040" cy="106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707A332-A2C1-E231-B647-D1379412140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32864" y="2387016"/>
                  <a:ext cx="103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7E1CD84-5076-36FD-6474-3BEFC3818306}"/>
                    </a:ext>
                  </a:extLst>
                </p14:cNvPr>
                <p14:cNvContentPartPr/>
                <p14:nvPr/>
              </p14:nvContentPartPr>
              <p14:xfrm>
                <a:off x="7855344" y="2207736"/>
                <a:ext cx="78120" cy="68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7E1CD84-5076-36FD-6474-3BEFC38183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846344" y="2199096"/>
                  <a:ext cx="957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C706CB2-7A3F-E8A8-991E-84BD8992DC25}"/>
                    </a:ext>
                  </a:extLst>
                </p14:cNvPr>
                <p14:cNvContentPartPr/>
                <p14:nvPr/>
              </p14:nvContentPartPr>
              <p14:xfrm>
                <a:off x="7942464" y="2432736"/>
                <a:ext cx="34560" cy="34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C706CB2-7A3F-E8A8-991E-84BD8992DC2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33824" y="2424096"/>
                  <a:ext cx="522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A1947E4-EEA9-2EF8-3302-CDC5F41204C0}"/>
                    </a:ext>
                  </a:extLst>
                </p14:cNvPr>
                <p14:cNvContentPartPr/>
                <p14:nvPr/>
              </p14:nvContentPartPr>
              <p14:xfrm>
                <a:off x="7298424" y="2018736"/>
                <a:ext cx="1013040" cy="612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A1947E4-EEA9-2EF8-3302-CDC5F41204C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89424" y="2009736"/>
                  <a:ext cx="103068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88702D1-0A6C-E1ED-387B-53D3933EB7E0}"/>
                    </a:ext>
                  </a:extLst>
                </p14:cNvPr>
                <p14:cNvContentPartPr/>
                <p14:nvPr/>
              </p14:nvContentPartPr>
              <p14:xfrm>
                <a:off x="7325064" y="1438776"/>
                <a:ext cx="268560" cy="252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88702D1-0A6C-E1ED-387B-53D3933EB7E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16424" y="1430136"/>
                  <a:ext cx="2862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9B3C5B0-B154-80B3-EC17-19946B682FE3}"/>
                    </a:ext>
                  </a:extLst>
                </p14:cNvPr>
                <p14:cNvContentPartPr/>
                <p14:nvPr/>
              </p14:nvContentPartPr>
              <p14:xfrm>
                <a:off x="7632504" y="1278576"/>
                <a:ext cx="388440" cy="349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9B3C5B0-B154-80B3-EC17-19946B682FE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623504" y="1269576"/>
                  <a:ext cx="4060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EC9EC8F-8646-22F3-3023-7C863A32EC85}"/>
                    </a:ext>
                  </a:extLst>
                </p14:cNvPr>
                <p14:cNvContentPartPr/>
                <p14:nvPr/>
              </p14:nvContentPartPr>
              <p14:xfrm>
                <a:off x="7993584" y="1278216"/>
                <a:ext cx="368280" cy="345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EC9EC8F-8646-22F3-3023-7C863A32EC8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984584" y="1269576"/>
                  <a:ext cx="3859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D2009C6-D81B-AAD7-9F87-0D5BAF49B75C}"/>
                    </a:ext>
                  </a:extLst>
                </p14:cNvPr>
                <p14:cNvContentPartPr/>
                <p14:nvPr/>
              </p14:nvContentPartPr>
              <p14:xfrm>
                <a:off x="8449344" y="1398456"/>
                <a:ext cx="263520" cy="210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D2009C6-D81B-AAD7-9F87-0D5BAF49B75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440344" y="1389456"/>
                  <a:ext cx="2811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9CE4016-8564-51BE-B31F-36639500464C}"/>
                    </a:ext>
                  </a:extLst>
                </p14:cNvPr>
                <p14:cNvContentPartPr/>
                <p14:nvPr/>
              </p14:nvContentPartPr>
              <p14:xfrm>
                <a:off x="8644824" y="1238616"/>
                <a:ext cx="34200" cy="125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9CE4016-8564-51BE-B31F-36639500464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36184" y="1229976"/>
                  <a:ext cx="51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91914C1-138E-E358-CF93-E7AB9759DF0F}"/>
                    </a:ext>
                  </a:extLst>
                </p14:cNvPr>
                <p14:cNvContentPartPr/>
                <p14:nvPr/>
              </p14:nvContentPartPr>
              <p14:xfrm>
                <a:off x="2826504" y="393336"/>
                <a:ext cx="5211360" cy="2026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91914C1-138E-E358-CF93-E7AB9759DF0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817864" y="384336"/>
                  <a:ext cx="5229000" cy="20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97C113-C4CD-E8FA-14EE-F369C3FEBDDB}"/>
                    </a:ext>
                  </a:extLst>
                </p14:cNvPr>
                <p14:cNvContentPartPr/>
                <p14:nvPr/>
              </p14:nvContentPartPr>
              <p14:xfrm>
                <a:off x="7898904" y="1823616"/>
                <a:ext cx="223560" cy="301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97C113-C4CD-E8FA-14EE-F369C3FEBDD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89904" y="1814976"/>
                  <a:ext cx="2412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B185F63-947A-81DB-D57E-7C8255C02204}"/>
                    </a:ext>
                  </a:extLst>
                </p14:cNvPr>
                <p14:cNvContentPartPr/>
                <p14:nvPr/>
              </p14:nvContentPartPr>
              <p14:xfrm>
                <a:off x="3433104" y="2247336"/>
                <a:ext cx="140400" cy="537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B185F63-947A-81DB-D57E-7C8255C0220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24464" y="2238696"/>
                  <a:ext cx="15804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DEA74FE-58D7-36AF-76D1-0AB53808DF79}"/>
                    </a:ext>
                  </a:extLst>
                </p14:cNvPr>
                <p14:cNvContentPartPr/>
                <p14:nvPr/>
              </p14:nvContentPartPr>
              <p14:xfrm>
                <a:off x="7185384" y="2144376"/>
                <a:ext cx="62640" cy="501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DEA74FE-58D7-36AF-76D1-0AB53808DF7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76384" y="2135736"/>
                  <a:ext cx="80280" cy="51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B907D59-63EA-7122-4E59-331B0ADB8E9D}"/>
              </a:ext>
            </a:extLst>
          </p:cNvPr>
          <p:cNvGrpSpPr/>
          <p:nvPr/>
        </p:nvGrpSpPr>
        <p:grpSpPr>
          <a:xfrm>
            <a:off x="1138464" y="3967776"/>
            <a:ext cx="2555640" cy="708120"/>
            <a:chOff x="1138464" y="3967776"/>
            <a:chExt cx="2555640" cy="70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AA9F926-09CA-C764-F43C-BD54F76FF19B}"/>
                    </a:ext>
                  </a:extLst>
                </p14:cNvPr>
                <p14:cNvContentPartPr/>
                <p14:nvPr/>
              </p14:nvContentPartPr>
              <p14:xfrm>
                <a:off x="1138464" y="4174416"/>
                <a:ext cx="1063800" cy="501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AA9F926-09CA-C764-F43C-BD54F76FF19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29824" y="4165776"/>
                  <a:ext cx="108144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51034E2-FFF6-8A84-8CAD-867AFD939914}"/>
                    </a:ext>
                  </a:extLst>
                </p14:cNvPr>
                <p14:cNvContentPartPr/>
                <p14:nvPr/>
              </p14:nvContentPartPr>
              <p14:xfrm>
                <a:off x="2023344" y="4198176"/>
                <a:ext cx="40680" cy="23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51034E2-FFF6-8A84-8CAD-867AFD93991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14344" y="4189536"/>
                  <a:ext cx="58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E86E2AA-E870-F5FD-9B2E-7415CC3ADF7C}"/>
                    </a:ext>
                  </a:extLst>
                </p14:cNvPr>
                <p14:cNvContentPartPr/>
                <p14:nvPr/>
              </p14:nvContentPartPr>
              <p14:xfrm>
                <a:off x="2319984" y="3967776"/>
                <a:ext cx="267120" cy="553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E86E2AA-E870-F5FD-9B2E-7415CC3ADF7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11344" y="3959136"/>
                  <a:ext cx="28476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598A67B-F3AA-0EF0-3B4A-9EC859795FCA}"/>
                    </a:ext>
                  </a:extLst>
                </p14:cNvPr>
                <p14:cNvContentPartPr/>
                <p14:nvPr/>
              </p14:nvContentPartPr>
              <p14:xfrm>
                <a:off x="2748384" y="4289256"/>
                <a:ext cx="260640" cy="76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598A67B-F3AA-0EF0-3B4A-9EC859795FC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739744" y="4280616"/>
                  <a:ext cx="2782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25671DD-8C31-BEF5-FC36-C59D42CB70EF}"/>
                    </a:ext>
                  </a:extLst>
                </p14:cNvPr>
                <p14:cNvContentPartPr/>
                <p14:nvPr/>
              </p14:nvContentPartPr>
              <p14:xfrm>
                <a:off x="3494664" y="4039056"/>
                <a:ext cx="172440" cy="235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25671DD-8C31-BEF5-FC36-C59D42CB70E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86024" y="4030056"/>
                  <a:ext cx="1900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97CBAE5-32B7-FF0B-B67A-989EE254D30E}"/>
                    </a:ext>
                  </a:extLst>
                </p14:cNvPr>
                <p14:cNvContentPartPr/>
                <p14:nvPr/>
              </p14:nvContentPartPr>
              <p14:xfrm>
                <a:off x="3666744" y="4405176"/>
                <a:ext cx="27360" cy="97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97CBAE5-32B7-FF0B-B67A-989EE254D30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58104" y="4396536"/>
                  <a:ext cx="4500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CC035B6-0954-65CB-EE8F-05715247422B}"/>
              </a:ext>
            </a:extLst>
          </p:cNvPr>
          <p:cNvGrpSpPr/>
          <p:nvPr/>
        </p:nvGrpSpPr>
        <p:grpSpPr>
          <a:xfrm>
            <a:off x="1707264" y="5253696"/>
            <a:ext cx="2946240" cy="1035000"/>
            <a:chOff x="1707264" y="5253696"/>
            <a:chExt cx="2946240" cy="103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60F734C-D31B-507B-F1DC-0F28E2900843}"/>
                    </a:ext>
                  </a:extLst>
                </p14:cNvPr>
                <p14:cNvContentPartPr/>
                <p14:nvPr/>
              </p14:nvContentPartPr>
              <p14:xfrm>
                <a:off x="2654424" y="5412096"/>
                <a:ext cx="54360" cy="478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60F734C-D31B-507B-F1DC-0F28E290084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45424" y="5403456"/>
                  <a:ext cx="7200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D7424FF-B04B-908D-CD10-D63B0EC36294}"/>
                    </a:ext>
                  </a:extLst>
                </p14:cNvPr>
                <p14:cNvContentPartPr/>
                <p14:nvPr/>
              </p14:nvContentPartPr>
              <p14:xfrm>
                <a:off x="2691144" y="5466096"/>
                <a:ext cx="226800" cy="433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D7424FF-B04B-908D-CD10-D63B0EC3629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682144" y="5457456"/>
                  <a:ext cx="24444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91614F1-1EF2-74DF-7999-CEC4FB182B6B}"/>
                    </a:ext>
                  </a:extLst>
                </p14:cNvPr>
                <p14:cNvContentPartPr/>
                <p14:nvPr/>
              </p14:nvContentPartPr>
              <p14:xfrm>
                <a:off x="2887344" y="5528016"/>
                <a:ext cx="567360" cy="265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91614F1-1EF2-74DF-7999-CEC4FB182B6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78344" y="5519016"/>
                  <a:ext cx="5850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9D58E34-46D7-F469-2EFD-CCF920C4AC26}"/>
                    </a:ext>
                  </a:extLst>
                </p14:cNvPr>
                <p14:cNvContentPartPr/>
                <p14:nvPr/>
              </p14:nvContentPartPr>
              <p14:xfrm>
                <a:off x="3460464" y="5317776"/>
                <a:ext cx="1193040" cy="605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9D58E34-46D7-F469-2EFD-CCF920C4AC2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51464" y="5309136"/>
                  <a:ext cx="121068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067BE2C-02CC-FBE0-D15E-0844F6BA0E09}"/>
                    </a:ext>
                  </a:extLst>
                </p14:cNvPr>
                <p14:cNvContentPartPr/>
                <p14:nvPr/>
              </p14:nvContentPartPr>
              <p14:xfrm>
                <a:off x="4044744" y="5253696"/>
                <a:ext cx="78120" cy="100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067BE2C-02CC-FBE0-D15E-0844F6BA0E0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036104" y="5245056"/>
                  <a:ext cx="957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9AE4C14-CA03-1B6F-D32F-CE25D918897A}"/>
                    </a:ext>
                  </a:extLst>
                </p14:cNvPr>
                <p14:cNvContentPartPr/>
                <p14:nvPr/>
              </p14:nvContentPartPr>
              <p14:xfrm>
                <a:off x="1707264" y="5911776"/>
                <a:ext cx="612360" cy="141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9AE4C14-CA03-1B6F-D32F-CE25D91889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698264" y="5903136"/>
                  <a:ext cx="630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E11832C-402F-DFD8-D89E-46AA4CD488C1}"/>
                    </a:ext>
                  </a:extLst>
                </p14:cNvPr>
                <p14:cNvContentPartPr/>
                <p14:nvPr/>
              </p14:nvContentPartPr>
              <p14:xfrm>
                <a:off x="1834344" y="6005736"/>
                <a:ext cx="429120" cy="178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E11832C-402F-DFD8-D89E-46AA4CD488C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825344" y="5996736"/>
                  <a:ext cx="4467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51FA2B2-8118-E987-5E37-D77E15FB11C4}"/>
                    </a:ext>
                  </a:extLst>
                </p14:cNvPr>
                <p14:cNvContentPartPr/>
                <p14:nvPr/>
              </p14:nvContentPartPr>
              <p14:xfrm>
                <a:off x="2114424" y="5864976"/>
                <a:ext cx="242640" cy="423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51FA2B2-8118-E987-5E37-D77E15FB11C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105424" y="5856336"/>
                  <a:ext cx="260280" cy="44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56E8064-B02C-19C1-0926-38B6EB07FB90}"/>
              </a:ext>
            </a:extLst>
          </p:cNvPr>
          <p:cNvGrpSpPr/>
          <p:nvPr/>
        </p:nvGrpSpPr>
        <p:grpSpPr>
          <a:xfrm>
            <a:off x="4874544" y="4306536"/>
            <a:ext cx="5742000" cy="2276280"/>
            <a:chOff x="4874544" y="4306536"/>
            <a:chExt cx="5742000" cy="227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F8B2504-3409-2AA3-0C59-C5EAC69732C0}"/>
                    </a:ext>
                  </a:extLst>
                </p14:cNvPr>
                <p14:cNvContentPartPr/>
                <p14:nvPr/>
              </p14:nvContentPartPr>
              <p14:xfrm>
                <a:off x="4874544" y="4808016"/>
                <a:ext cx="859320" cy="809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F8B2504-3409-2AA3-0C59-C5EAC69732C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865904" y="4799376"/>
                  <a:ext cx="876960" cy="82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0C3186B-41BF-B7D0-EA33-996792C192C8}"/>
                    </a:ext>
                  </a:extLst>
                </p14:cNvPr>
                <p14:cNvContentPartPr/>
                <p14:nvPr/>
              </p14:nvContentPartPr>
              <p14:xfrm>
                <a:off x="6065784" y="4558896"/>
                <a:ext cx="189720" cy="415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0C3186B-41BF-B7D0-EA33-996792C192C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57144" y="4550256"/>
                  <a:ext cx="20736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01CD9DF-12CD-3D03-AE2B-4A4B8BB9A2E4}"/>
                    </a:ext>
                  </a:extLst>
                </p14:cNvPr>
                <p14:cNvContentPartPr/>
                <p14:nvPr/>
              </p14:nvContentPartPr>
              <p14:xfrm>
                <a:off x="6295824" y="4568256"/>
                <a:ext cx="800280" cy="310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01CD9DF-12CD-3D03-AE2B-4A4B8BB9A2E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287184" y="4559616"/>
                  <a:ext cx="8179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B5C0493-A1D6-D19C-F55D-11D65F23C2A1}"/>
                    </a:ext>
                  </a:extLst>
                </p14:cNvPr>
                <p14:cNvContentPartPr/>
                <p14:nvPr/>
              </p14:nvContentPartPr>
              <p14:xfrm>
                <a:off x="7132104" y="4400496"/>
                <a:ext cx="834840" cy="390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B5C0493-A1D6-D19C-F55D-11D65F23C2A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123104" y="4391496"/>
                  <a:ext cx="85248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DB994EC-DF69-E674-D7B0-9F840EDD21E9}"/>
                    </a:ext>
                  </a:extLst>
                </p14:cNvPr>
                <p14:cNvContentPartPr/>
                <p14:nvPr/>
              </p14:nvContentPartPr>
              <p14:xfrm>
                <a:off x="8283384" y="4306536"/>
                <a:ext cx="37080" cy="416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DB994EC-DF69-E674-D7B0-9F840EDD21E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274384" y="4297536"/>
                  <a:ext cx="5472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5A9FF2D-5E8E-9241-E3E8-640174AEEE4F}"/>
                    </a:ext>
                  </a:extLst>
                </p14:cNvPr>
                <p14:cNvContentPartPr/>
                <p14:nvPr/>
              </p14:nvContentPartPr>
              <p14:xfrm>
                <a:off x="8226504" y="4392216"/>
                <a:ext cx="1163160" cy="330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5A9FF2D-5E8E-9241-E3E8-640174AEEE4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17504" y="4383216"/>
                  <a:ext cx="11808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7C4167B-ABC1-B0D5-C037-3516E535EF34}"/>
                    </a:ext>
                  </a:extLst>
                </p14:cNvPr>
                <p14:cNvContentPartPr/>
                <p14:nvPr/>
              </p14:nvContentPartPr>
              <p14:xfrm>
                <a:off x="9698184" y="4470696"/>
                <a:ext cx="275400" cy="26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7C4167B-ABC1-B0D5-C037-3516E535EF3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689184" y="4462056"/>
                  <a:ext cx="293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149BEFE-7747-2242-8059-8B8FA28E3F47}"/>
                    </a:ext>
                  </a:extLst>
                </p14:cNvPr>
                <p14:cNvContentPartPr/>
                <p14:nvPr/>
              </p14:nvContentPartPr>
              <p14:xfrm>
                <a:off x="9751104" y="4553136"/>
                <a:ext cx="264240" cy="68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149BEFE-7747-2242-8059-8B8FA28E3F4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742464" y="4544496"/>
                  <a:ext cx="2818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A78DCC9-4E72-6B3A-E9E5-F1A71F096D05}"/>
                    </a:ext>
                  </a:extLst>
                </p14:cNvPr>
                <p14:cNvContentPartPr/>
                <p14:nvPr/>
              </p14:nvContentPartPr>
              <p14:xfrm>
                <a:off x="9903744" y="4346496"/>
                <a:ext cx="183240" cy="373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A78DCC9-4E72-6B3A-E9E5-F1A71F096D0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895104" y="4337496"/>
                  <a:ext cx="20088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543EB4F-6535-67CB-F823-0D5C1E201C64}"/>
                    </a:ext>
                  </a:extLst>
                </p14:cNvPr>
                <p14:cNvContentPartPr/>
                <p14:nvPr/>
              </p14:nvContentPartPr>
              <p14:xfrm>
                <a:off x="4942584" y="5580216"/>
                <a:ext cx="344520" cy="178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543EB4F-6535-67CB-F823-0D5C1E201C6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933584" y="5571216"/>
                  <a:ext cx="3621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E2C69FF-D179-43A3-26AB-956764E24BDE}"/>
                    </a:ext>
                  </a:extLst>
                </p14:cNvPr>
                <p14:cNvContentPartPr/>
                <p14:nvPr/>
              </p14:nvContentPartPr>
              <p14:xfrm>
                <a:off x="5364504" y="5301936"/>
                <a:ext cx="246600" cy="288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E2C69FF-D179-43A3-26AB-956764E24BD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55504" y="5292936"/>
                  <a:ext cx="2642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D8FF652-A992-313B-C607-C5E6C11E3744}"/>
                    </a:ext>
                  </a:extLst>
                </p14:cNvPr>
                <p14:cNvContentPartPr/>
                <p14:nvPr/>
              </p14:nvContentPartPr>
              <p14:xfrm>
                <a:off x="5810544" y="5107896"/>
                <a:ext cx="718920" cy="366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D8FF652-A992-313B-C607-C5E6C11E374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01544" y="5099256"/>
                  <a:ext cx="7365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B2B4BF3-C99F-7BBE-5830-6C62AE597352}"/>
                    </a:ext>
                  </a:extLst>
                </p14:cNvPr>
                <p14:cNvContentPartPr/>
                <p14:nvPr/>
              </p14:nvContentPartPr>
              <p14:xfrm>
                <a:off x="6356664" y="5113296"/>
                <a:ext cx="78120" cy="288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B2B4BF3-C99F-7BBE-5830-6C62AE59735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48024" y="5104656"/>
                  <a:ext cx="957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3445833-93E6-4201-BA0B-0EF8183E2335}"/>
                    </a:ext>
                  </a:extLst>
                </p14:cNvPr>
                <p14:cNvContentPartPr/>
                <p14:nvPr/>
              </p14:nvContentPartPr>
              <p14:xfrm>
                <a:off x="6571944" y="4946976"/>
                <a:ext cx="274320" cy="542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3445833-93E6-4201-BA0B-0EF8183E233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563304" y="4937976"/>
                  <a:ext cx="29196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1AFE4FA-6768-C591-3464-260AEB20C3D6}"/>
                    </a:ext>
                  </a:extLst>
                </p14:cNvPr>
                <p14:cNvContentPartPr/>
                <p14:nvPr/>
              </p14:nvContentPartPr>
              <p14:xfrm>
                <a:off x="7017624" y="5286096"/>
                <a:ext cx="397800" cy="25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1AFE4FA-6768-C591-3464-260AEB20C3D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08984" y="5277096"/>
                  <a:ext cx="415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E01AFAD-5C64-113B-0371-BBFAC6C7BB6B}"/>
                    </a:ext>
                  </a:extLst>
                </p14:cNvPr>
                <p14:cNvContentPartPr/>
                <p14:nvPr/>
              </p14:nvContentPartPr>
              <p14:xfrm>
                <a:off x="8003664" y="5107536"/>
                <a:ext cx="95040" cy="313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E01AFAD-5C64-113B-0371-BBFAC6C7BB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994664" y="5098896"/>
                  <a:ext cx="1126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42ECCF0-65BB-2012-46A7-A23A2CE32E8D}"/>
                    </a:ext>
                  </a:extLst>
                </p14:cNvPr>
                <p14:cNvContentPartPr/>
                <p14:nvPr/>
              </p14:nvContentPartPr>
              <p14:xfrm>
                <a:off x="8198784" y="5084496"/>
                <a:ext cx="925920" cy="398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42ECCF0-65BB-2012-46A7-A23A2CE32E8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89784" y="5075856"/>
                  <a:ext cx="94356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83FE33D-B0F1-A50F-75CB-8B51A45595D2}"/>
                    </a:ext>
                  </a:extLst>
                </p14:cNvPr>
                <p14:cNvContentPartPr/>
                <p14:nvPr/>
              </p14:nvContentPartPr>
              <p14:xfrm>
                <a:off x="9134424" y="5107176"/>
                <a:ext cx="172800" cy="198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83FE33D-B0F1-A50F-75CB-8B51A45595D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125424" y="5098176"/>
                  <a:ext cx="1904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9121531-DDD7-886D-705D-A1D94FF09E5E}"/>
                    </a:ext>
                  </a:extLst>
                </p14:cNvPr>
                <p14:cNvContentPartPr/>
                <p14:nvPr/>
              </p14:nvContentPartPr>
              <p14:xfrm>
                <a:off x="9664344" y="5022216"/>
                <a:ext cx="33840" cy="361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9121531-DDD7-886D-705D-A1D94FF09E5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655704" y="5013216"/>
                  <a:ext cx="5148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4738B87-D9B4-5B5D-6718-0E8A5F9C2A97}"/>
                    </a:ext>
                  </a:extLst>
                </p14:cNvPr>
                <p14:cNvContentPartPr/>
                <p14:nvPr/>
              </p14:nvContentPartPr>
              <p14:xfrm>
                <a:off x="9630504" y="5019336"/>
                <a:ext cx="986040" cy="335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4738B87-D9B4-5B5D-6718-0E8A5F9C2A9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621504" y="5010696"/>
                  <a:ext cx="100368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1746475-10A9-87A7-ECD2-8FCDF05448F3}"/>
                    </a:ext>
                  </a:extLst>
                </p14:cNvPr>
                <p14:cNvContentPartPr/>
                <p14:nvPr/>
              </p14:nvContentPartPr>
              <p14:xfrm>
                <a:off x="4918464" y="5589216"/>
                <a:ext cx="464040" cy="7520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1746475-10A9-87A7-ECD2-8FCDF05448F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909824" y="5580216"/>
                  <a:ext cx="481680" cy="7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BF74E9D-5E1F-59CF-EA2F-24631CA4BA19}"/>
                    </a:ext>
                  </a:extLst>
                </p14:cNvPr>
                <p14:cNvContentPartPr/>
                <p14:nvPr/>
              </p14:nvContentPartPr>
              <p14:xfrm>
                <a:off x="5945184" y="5849856"/>
                <a:ext cx="813600" cy="7200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BF74E9D-5E1F-59CF-EA2F-24631CA4BA1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936544" y="5841216"/>
                  <a:ext cx="831240" cy="7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BD4D6B3-D79D-14D6-27B5-ED6B93095500}"/>
                    </a:ext>
                  </a:extLst>
                </p14:cNvPr>
                <p14:cNvContentPartPr/>
                <p14:nvPr/>
              </p14:nvContentPartPr>
              <p14:xfrm>
                <a:off x="6606504" y="5951736"/>
                <a:ext cx="190440" cy="299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BD4D6B3-D79D-14D6-27B5-ED6B9309550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597504" y="5942736"/>
                  <a:ext cx="2080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E29975E-F819-2541-1661-6F66B007CDF6}"/>
                    </a:ext>
                  </a:extLst>
                </p14:cNvPr>
                <p14:cNvContentPartPr/>
                <p14:nvPr/>
              </p14:nvContentPartPr>
              <p14:xfrm>
                <a:off x="6879744" y="5984856"/>
                <a:ext cx="128520" cy="597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E29975E-F819-2541-1661-6F66B007CDF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871104" y="5976216"/>
                  <a:ext cx="14616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ECAB167-5E3D-7557-FA6A-0D0FAA226C30}"/>
                    </a:ext>
                  </a:extLst>
                </p14:cNvPr>
                <p14:cNvContentPartPr/>
                <p14:nvPr/>
              </p14:nvContentPartPr>
              <p14:xfrm>
                <a:off x="6895944" y="5927976"/>
                <a:ext cx="130680" cy="328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ECAB167-5E3D-7557-FA6A-0D0FAA226C3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886944" y="5918976"/>
                  <a:ext cx="1483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F157F58-B23D-8176-982E-7EF99A6C46D3}"/>
                    </a:ext>
                  </a:extLst>
                </p14:cNvPr>
                <p14:cNvContentPartPr/>
                <p14:nvPr/>
              </p14:nvContentPartPr>
              <p14:xfrm>
                <a:off x="7084944" y="5950656"/>
                <a:ext cx="129600" cy="234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F157F58-B23D-8176-982E-7EF99A6C46D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075944" y="5941656"/>
                  <a:ext cx="1472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B8A7A76-7B99-2F44-40E9-0B2B0266736F}"/>
                    </a:ext>
                  </a:extLst>
                </p14:cNvPr>
                <p14:cNvContentPartPr/>
                <p14:nvPr/>
              </p14:nvContentPartPr>
              <p14:xfrm>
                <a:off x="7257744" y="5966136"/>
                <a:ext cx="368280" cy="1850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B8A7A76-7B99-2F44-40E9-0B2B0266736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249104" y="5957136"/>
                  <a:ext cx="385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483D196-7588-B8FD-A12E-B2277C580565}"/>
                    </a:ext>
                  </a:extLst>
                </p14:cNvPr>
                <p14:cNvContentPartPr/>
                <p14:nvPr/>
              </p14:nvContentPartPr>
              <p14:xfrm>
                <a:off x="7402824" y="5797656"/>
                <a:ext cx="362160" cy="4500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483D196-7588-B8FD-A12E-B2277C58056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394184" y="5789016"/>
                  <a:ext cx="37980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DC0F48B-357B-EFA4-51DC-34718BAEDD55}"/>
                    </a:ext>
                  </a:extLst>
                </p14:cNvPr>
                <p14:cNvContentPartPr/>
                <p14:nvPr/>
              </p14:nvContentPartPr>
              <p14:xfrm>
                <a:off x="7085664" y="5840496"/>
                <a:ext cx="84600" cy="121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DC0F48B-357B-EFA4-51DC-34718BAEDD5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077024" y="5831496"/>
                  <a:ext cx="102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0AF6D8B-8E7E-6C93-87C2-BECEA2B2FB45}"/>
                    </a:ext>
                  </a:extLst>
                </p14:cNvPr>
                <p14:cNvContentPartPr/>
                <p14:nvPr/>
              </p14:nvContentPartPr>
              <p14:xfrm>
                <a:off x="8054424" y="5921856"/>
                <a:ext cx="240120" cy="30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0AF6D8B-8E7E-6C93-87C2-BECEA2B2FB4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45424" y="5913216"/>
                  <a:ext cx="257760" cy="48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42451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ABC5F2B5-A6F9-E80B-A572-13175A2FA748}"/>
              </a:ext>
            </a:extLst>
          </p:cNvPr>
          <p:cNvGrpSpPr/>
          <p:nvPr/>
        </p:nvGrpSpPr>
        <p:grpSpPr>
          <a:xfrm>
            <a:off x="859464" y="509616"/>
            <a:ext cx="8687880" cy="1283760"/>
            <a:chOff x="859464" y="509616"/>
            <a:chExt cx="8687880" cy="128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A15E707-20E9-C549-CD98-AC48CF49C700}"/>
                    </a:ext>
                  </a:extLst>
                </p14:cNvPr>
                <p14:cNvContentPartPr/>
                <p14:nvPr/>
              </p14:nvContentPartPr>
              <p14:xfrm>
                <a:off x="1550664" y="741456"/>
                <a:ext cx="250200" cy="3639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A15E707-20E9-C549-CD98-AC48CF49C70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42024" y="732816"/>
                  <a:ext cx="2678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B18CB7E-3204-886C-FD0B-75DD4E6C6D16}"/>
                    </a:ext>
                  </a:extLst>
                </p14:cNvPr>
                <p14:cNvContentPartPr/>
                <p14:nvPr/>
              </p14:nvContentPartPr>
              <p14:xfrm>
                <a:off x="1951704" y="823536"/>
                <a:ext cx="235440" cy="285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B18CB7E-3204-886C-FD0B-75DD4E6C6D1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43064" y="814536"/>
                  <a:ext cx="2530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9218245-E5B7-0381-1121-FBE051AEC114}"/>
                    </a:ext>
                  </a:extLst>
                </p14:cNvPr>
                <p14:cNvContentPartPr/>
                <p14:nvPr/>
              </p14:nvContentPartPr>
              <p14:xfrm>
                <a:off x="2225664" y="670896"/>
                <a:ext cx="111600" cy="477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9218245-E5B7-0381-1121-FBE051AEC11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17024" y="662256"/>
                  <a:ext cx="12924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A45DEB7-DD7F-5EC1-D46A-77E409E0CAC1}"/>
                    </a:ext>
                  </a:extLst>
                </p14:cNvPr>
                <p14:cNvContentPartPr/>
                <p14:nvPr/>
              </p14:nvContentPartPr>
              <p14:xfrm>
                <a:off x="2210184" y="880776"/>
                <a:ext cx="350280" cy="236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A45DEB7-DD7F-5EC1-D46A-77E409E0CAC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01184" y="872136"/>
                  <a:ext cx="3679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ADB319C-32C0-C1CA-34D0-36731034DDF9}"/>
                    </a:ext>
                  </a:extLst>
                </p14:cNvPr>
                <p14:cNvContentPartPr/>
                <p14:nvPr/>
              </p14:nvContentPartPr>
              <p14:xfrm>
                <a:off x="2603304" y="822816"/>
                <a:ext cx="575280" cy="439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ADB319C-32C0-C1CA-34D0-36731034DDF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94664" y="814176"/>
                  <a:ext cx="59292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B1BAF38-491C-2888-1916-925A192267AA}"/>
                    </a:ext>
                  </a:extLst>
                </p14:cNvPr>
                <p14:cNvContentPartPr/>
                <p14:nvPr/>
              </p14:nvContentPartPr>
              <p14:xfrm>
                <a:off x="2559744" y="722376"/>
                <a:ext cx="111600" cy="63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B1BAF38-491C-2888-1916-925A192267A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51104" y="713376"/>
                  <a:ext cx="1292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94B90C5-68B8-34DA-A8DA-67FB91F732C4}"/>
                    </a:ext>
                  </a:extLst>
                </p14:cNvPr>
                <p14:cNvContentPartPr/>
                <p14:nvPr/>
              </p14:nvContentPartPr>
              <p14:xfrm>
                <a:off x="3838104" y="916056"/>
                <a:ext cx="78840" cy="245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94B90C5-68B8-34DA-A8DA-67FB91F732C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29104" y="907056"/>
                  <a:ext cx="964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2C2C3FB-6CC1-62D9-2E3A-CFE3F256147A}"/>
                    </a:ext>
                  </a:extLst>
                </p14:cNvPr>
                <p14:cNvContentPartPr/>
                <p14:nvPr/>
              </p14:nvContentPartPr>
              <p14:xfrm>
                <a:off x="3967344" y="894096"/>
                <a:ext cx="229680" cy="214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2C2C3FB-6CC1-62D9-2E3A-CFE3F256147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58344" y="885096"/>
                  <a:ext cx="2473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094E1C8-F080-1014-F4BA-986FA2D1E60B}"/>
                    </a:ext>
                  </a:extLst>
                </p14:cNvPr>
                <p14:cNvContentPartPr/>
                <p14:nvPr/>
              </p14:nvContentPartPr>
              <p14:xfrm>
                <a:off x="4139424" y="760176"/>
                <a:ext cx="17280" cy="43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094E1C8-F080-1014-F4BA-986FA2D1E60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30424" y="751536"/>
                  <a:ext cx="349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03A41F1-F222-C4FD-7DE1-7B5DEA9C9DE6}"/>
                    </a:ext>
                  </a:extLst>
                </p14:cNvPr>
                <p14:cNvContentPartPr/>
                <p14:nvPr/>
              </p14:nvContentPartPr>
              <p14:xfrm>
                <a:off x="5018904" y="650736"/>
                <a:ext cx="737280" cy="417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03A41F1-F222-C4FD-7DE1-7B5DEA9C9DE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10264" y="641736"/>
                  <a:ext cx="75492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5237091-2412-DB37-6936-5E177C712B84}"/>
                    </a:ext>
                  </a:extLst>
                </p14:cNvPr>
                <p14:cNvContentPartPr/>
                <p14:nvPr/>
              </p14:nvContentPartPr>
              <p14:xfrm>
                <a:off x="5810544" y="545976"/>
                <a:ext cx="279720" cy="476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5237091-2412-DB37-6936-5E177C712B8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01904" y="537336"/>
                  <a:ext cx="29736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2A08DAC-1AF7-D507-CDF1-43E1FE63DB2C}"/>
                    </a:ext>
                  </a:extLst>
                </p14:cNvPr>
                <p14:cNvContentPartPr/>
                <p14:nvPr/>
              </p14:nvContentPartPr>
              <p14:xfrm>
                <a:off x="5988744" y="752976"/>
                <a:ext cx="233280" cy="292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2A08DAC-1AF7-D507-CDF1-43E1FE63DB2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79744" y="743976"/>
                  <a:ext cx="2509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6BF104F-A280-72B2-4DEC-151B9D39766B}"/>
                    </a:ext>
                  </a:extLst>
                </p14:cNvPr>
                <p14:cNvContentPartPr/>
                <p14:nvPr/>
              </p14:nvContentPartPr>
              <p14:xfrm>
                <a:off x="6160824" y="665496"/>
                <a:ext cx="40680" cy="85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6BF104F-A280-72B2-4DEC-151B9D39766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52184" y="656496"/>
                  <a:ext cx="583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D0AB62C-3097-F2F9-6EA0-F003B459323F}"/>
                    </a:ext>
                  </a:extLst>
                </p14:cNvPr>
                <p14:cNvContentPartPr/>
                <p14:nvPr/>
              </p14:nvContentPartPr>
              <p14:xfrm>
                <a:off x="6366744" y="769896"/>
                <a:ext cx="412200" cy="282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D0AB62C-3097-F2F9-6EA0-F003B459323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57744" y="760896"/>
                  <a:ext cx="4298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0771C10-BF1E-C6C2-E106-51F6480D5747}"/>
                    </a:ext>
                  </a:extLst>
                </p14:cNvPr>
                <p14:cNvContentPartPr/>
                <p14:nvPr/>
              </p14:nvContentPartPr>
              <p14:xfrm>
                <a:off x="7074864" y="642816"/>
                <a:ext cx="328320" cy="571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0771C10-BF1E-C6C2-E106-51F6480D574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66224" y="634176"/>
                  <a:ext cx="34596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7406A92-F6F4-5136-07E5-353E28B327BF}"/>
                    </a:ext>
                  </a:extLst>
                </p14:cNvPr>
                <p14:cNvContentPartPr/>
                <p14:nvPr/>
              </p14:nvContentPartPr>
              <p14:xfrm>
                <a:off x="7375824" y="1010736"/>
                <a:ext cx="128520" cy="102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7406A92-F6F4-5136-07E5-353E28B327B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67184" y="1002096"/>
                  <a:ext cx="1461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0152506-1058-A22A-D11C-FD1C30447CFD}"/>
                    </a:ext>
                  </a:extLst>
                </p14:cNvPr>
                <p14:cNvContentPartPr/>
                <p14:nvPr/>
              </p14:nvContentPartPr>
              <p14:xfrm>
                <a:off x="7908264" y="634896"/>
                <a:ext cx="41760" cy="469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0152506-1058-A22A-D11C-FD1C30447CF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99264" y="626256"/>
                  <a:ext cx="5940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BC85301-C9C3-2F0F-7E75-8C6A982B7CF6}"/>
                    </a:ext>
                  </a:extLst>
                </p14:cNvPr>
                <p14:cNvContentPartPr/>
                <p14:nvPr/>
              </p14:nvContentPartPr>
              <p14:xfrm>
                <a:off x="7966584" y="509616"/>
                <a:ext cx="169200" cy="372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BC85301-C9C3-2F0F-7E75-8C6A982B7CF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57584" y="500616"/>
                  <a:ext cx="18684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13C6D1F-3390-0B43-8204-29A21C7B3A52}"/>
                    </a:ext>
                  </a:extLst>
                </p14:cNvPr>
                <p14:cNvContentPartPr/>
                <p14:nvPr/>
              </p14:nvContentPartPr>
              <p14:xfrm>
                <a:off x="8155584" y="555336"/>
                <a:ext cx="300240" cy="432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13C6D1F-3390-0B43-8204-29A21C7B3A5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46584" y="546336"/>
                  <a:ext cx="31788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39320A1-C778-AEEE-45FB-06DD39C200AC}"/>
                    </a:ext>
                  </a:extLst>
                </p14:cNvPr>
                <p14:cNvContentPartPr/>
                <p14:nvPr/>
              </p14:nvContentPartPr>
              <p14:xfrm>
                <a:off x="8516664" y="697176"/>
                <a:ext cx="273600" cy="281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39320A1-C778-AEEE-45FB-06DD39C200A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08024" y="688536"/>
                  <a:ext cx="2912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0920E41-C731-921F-92C2-90BD2B8EB9BD}"/>
                    </a:ext>
                  </a:extLst>
                </p14:cNvPr>
                <p14:cNvContentPartPr/>
                <p14:nvPr/>
              </p14:nvContentPartPr>
              <p14:xfrm>
                <a:off x="8840664" y="603216"/>
                <a:ext cx="147600" cy="289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0920E41-C731-921F-92C2-90BD2B8EB9B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832024" y="594576"/>
                  <a:ext cx="1652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EF4B22D-AFAD-F475-79C2-048A8A4376C6}"/>
                    </a:ext>
                  </a:extLst>
                </p14:cNvPr>
                <p14:cNvContentPartPr/>
                <p14:nvPr/>
              </p14:nvContentPartPr>
              <p14:xfrm>
                <a:off x="8972424" y="509616"/>
                <a:ext cx="34200" cy="366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EF4B22D-AFAD-F475-79C2-048A8A4376C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63424" y="500976"/>
                  <a:ext cx="518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4896081-A63C-C3E6-7155-511CC798027C}"/>
                    </a:ext>
                  </a:extLst>
                </p14:cNvPr>
                <p14:cNvContentPartPr/>
                <p14:nvPr/>
              </p14:nvContentPartPr>
              <p14:xfrm>
                <a:off x="8951904" y="740376"/>
                <a:ext cx="300600" cy="202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4896081-A63C-C3E6-7155-511CC798027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943264" y="731736"/>
                  <a:ext cx="3182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6507E1C-3C54-75FE-B7D6-8EDBCA559C15}"/>
                    </a:ext>
                  </a:extLst>
                </p14:cNvPr>
                <p14:cNvContentPartPr/>
                <p14:nvPr/>
              </p14:nvContentPartPr>
              <p14:xfrm>
                <a:off x="9356904" y="796176"/>
                <a:ext cx="190440" cy="174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6507E1C-3C54-75FE-B7D6-8EDBCA559C1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348264" y="787536"/>
                  <a:ext cx="2080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DB9C0D7-AC7F-8E4F-BA5A-6892723C147F}"/>
                    </a:ext>
                  </a:extLst>
                </p14:cNvPr>
                <p14:cNvContentPartPr/>
                <p14:nvPr/>
              </p14:nvContentPartPr>
              <p14:xfrm>
                <a:off x="859464" y="1147536"/>
                <a:ext cx="6996240" cy="645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DB9C0D7-AC7F-8E4F-BA5A-6892723C147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0464" y="1138536"/>
                  <a:ext cx="7013880" cy="6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DEF73E5-17AA-8C08-1BDB-522A78680513}"/>
                    </a:ext>
                  </a:extLst>
                </p14:cNvPr>
                <p14:cNvContentPartPr/>
                <p14:nvPr/>
              </p14:nvContentPartPr>
              <p14:xfrm>
                <a:off x="7703424" y="1054656"/>
                <a:ext cx="51120" cy="25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DEF73E5-17AA-8C08-1BDB-522A7868051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694424" y="1045656"/>
                  <a:ext cx="6876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ED47F86-12C7-205D-33CD-53AE90479208}"/>
              </a:ext>
            </a:extLst>
          </p:cNvPr>
          <p:cNvGrpSpPr/>
          <p:nvPr/>
        </p:nvGrpSpPr>
        <p:grpSpPr>
          <a:xfrm>
            <a:off x="3283344" y="2910456"/>
            <a:ext cx="390600" cy="468000"/>
            <a:chOff x="3283344" y="2910456"/>
            <a:chExt cx="390600" cy="46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591DC74-B0A3-2E78-4979-BDA1950FB7FD}"/>
                    </a:ext>
                  </a:extLst>
                </p14:cNvPr>
                <p14:cNvContentPartPr/>
                <p14:nvPr/>
              </p14:nvContentPartPr>
              <p14:xfrm>
                <a:off x="3283344" y="2910456"/>
                <a:ext cx="61560" cy="468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591DC74-B0A3-2E78-4979-BDA1950FB7F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74344" y="2901456"/>
                  <a:ext cx="7920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EFBE62D-145C-3ABE-A3C3-2B09E6043A4D}"/>
                    </a:ext>
                  </a:extLst>
                </p14:cNvPr>
                <p14:cNvContentPartPr/>
                <p14:nvPr/>
              </p14:nvContentPartPr>
              <p14:xfrm>
                <a:off x="3393504" y="2945736"/>
                <a:ext cx="280440" cy="323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EFBE62D-145C-3ABE-A3C3-2B09E6043A4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84504" y="2936736"/>
                  <a:ext cx="298080" cy="34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3A14023-28B5-FC95-F7F5-D6AAD86A96C1}"/>
              </a:ext>
            </a:extLst>
          </p:cNvPr>
          <p:cNvGrpSpPr/>
          <p:nvPr/>
        </p:nvGrpSpPr>
        <p:grpSpPr>
          <a:xfrm>
            <a:off x="4155624" y="2860776"/>
            <a:ext cx="2117160" cy="527040"/>
            <a:chOff x="4155624" y="2860776"/>
            <a:chExt cx="2117160" cy="52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9301165-62EB-36B4-496E-7F0DD5329E77}"/>
                    </a:ext>
                  </a:extLst>
                </p14:cNvPr>
                <p14:cNvContentPartPr/>
                <p14:nvPr/>
              </p14:nvContentPartPr>
              <p14:xfrm>
                <a:off x="4155624" y="2860776"/>
                <a:ext cx="34560" cy="527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9301165-62EB-36B4-496E-7F0DD5329E7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146624" y="2852136"/>
                  <a:ext cx="5220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5904823-5AA2-C486-7B62-906C07AACDFC}"/>
                    </a:ext>
                  </a:extLst>
                </p14:cNvPr>
                <p14:cNvContentPartPr/>
                <p14:nvPr/>
              </p14:nvContentPartPr>
              <p14:xfrm>
                <a:off x="4351464" y="2905056"/>
                <a:ext cx="207720" cy="439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5904823-5AA2-C486-7B62-906C07AACDF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42824" y="2896056"/>
                  <a:ext cx="22536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F501716-BD18-7935-63F1-3F585B38DCE1}"/>
                    </a:ext>
                  </a:extLst>
                </p14:cNvPr>
                <p14:cNvContentPartPr/>
                <p14:nvPr/>
              </p14:nvContentPartPr>
              <p14:xfrm>
                <a:off x="4908744" y="2880216"/>
                <a:ext cx="446040" cy="357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F501716-BD18-7935-63F1-3F585B38DCE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00104" y="2871576"/>
                  <a:ext cx="4636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DDEBB52-8976-FFBC-AB43-D8AC9E60614C}"/>
                    </a:ext>
                  </a:extLst>
                </p14:cNvPr>
                <p14:cNvContentPartPr/>
                <p14:nvPr/>
              </p14:nvContentPartPr>
              <p14:xfrm>
                <a:off x="5664744" y="3099096"/>
                <a:ext cx="24120" cy="9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DDEBB52-8976-FFBC-AB43-D8AC9E60614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656104" y="3090456"/>
                  <a:ext cx="41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6E7DA07-82E5-41AE-1714-C1F600D4CC2F}"/>
                    </a:ext>
                  </a:extLst>
                </p14:cNvPr>
                <p14:cNvContentPartPr/>
                <p14:nvPr/>
              </p14:nvContentPartPr>
              <p14:xfrm>
                <a:off x="5921424" y="3112416"/>
                <a:ext cx="34200" cy="6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6E7DA07-82E5-41AE-1714-C1F600D4CC2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12424" y="3103416"/>
                  <a:ext cx="518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F96BECA-083A-B698-51CF-FEF444B10932}"/>
                    </a:ext>
                  </a:extLst>
                </p14:cNvPr>
                <p14:cNvContentPartPr/>
                <p14:nvPr/>
              </p14:nvContentPartPr>
              <p14:xfrm>
                <a:off x="6221664" y="3083976"/>
                <a:ext cx="51120" cy="9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F96BECA-083A-B698-51CF-FEF444B1093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13024" y="3074976"/>
                  <a:ext cx="6876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80BAD07-AD16-ABC8-BDC8-8DFE61A99D56}"/>
                  </a:ext>
                </a:extLst>
              </p14:cNvPr>
              <p14:cNvContentPartPr/>
              <p14:nvPr/>
            </p14:nvContentPartPr>
            <p14:xfrm>
              <a:off x="6930504" y="3064896"/>
              <a:ext cx="27360" cy="43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80BAD07-AD16-ABC8-BDC8-8DFE61A99D5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921504" y="3056256"/>
                <a:ext cx="4500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E3BFBF7B-1C28-6B33-1E29-FF82B0DC75C3}"/>
              </a:ext>
            </a:extLst>
          </p:cNvPr>
          <p:cNvGrpSpPr/>
          <p:nvPr/>
        </p:nvGrpSpPr>
        <p:grpSpPr>
          <a:xfrm>
            <a:off x="7481304" y="2679696"/>
            <a:ext cx="1842120" cy="414000"/>
            <a:chOff x="7481304" y="2679696"/>
            <a:chExt cx="1842120" cy="41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2D7AFA2-BDE6-1C39-BA2F-E23A9F1B571B}"/>
                    </a:ext>
                  </a:extLst>
                </p14:cNvPr>
                <p14:cNvContentPartPr/>
                <p14:nvPr/>
              </p14:nvContentPartPr>
              <p14:xfrm>
                <a:off x="7481304" y="2785176"/>
                <a:ext cx="196200" cy="289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2D7AFA2-BDE6-1C39-BA2F-E23A9F1B571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472664" y="2776176"/>
                  <a:ext cx="2138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22B3BB9-4813-8626-1846-CE045393D42D}"/>
                    </a:ext>
                  </a:extLst>
                </p14:cNvPr>
                <p14:cNvContentPartPr/>
                <p14:nvPr/>
              </p14:nvContentPartPr>
              <p14:xfrm>
                <a:off x="7693344" y="2770416"/>
                <a:ext cx="105120" cy="323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22B3BB9-4813-8626-1846-CE045393D42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84344" y="2761776"/>
                  <a:ext cx="1227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CB80BEC-5812-04A2-55FF-3EA3A70C08D3}"/>
                    </a:ext>
                  </a:extLst>
                </p14:cNvPr>
                <p14:cNvContentPartPr/>
                <p14:nvPr/>
              </p14:nvContentPartPr>
              <p14:xfrm>
                <a:off x="7986744" y="3006216"/>
                <a:ext cx="51120" cy="49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CB80BEC-5812-04A2-55FF-3EA3A70C08D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78104" y="2997216"/>
                  <a:ext cx="687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DCCEDF7-F464-41CD-CCBE-4B5B55B4298F}"/>
                    </a:ext>
                  </a:extLst>
                </p14:cNvPr>
                <p14:cNvContentPartPr/>
                <p14:nvPr/>
              </p14:nvContentPartPr>
              <p14:xfrm>
                <a:off x="8098344" y="2987136"/>
                <a:ext cx="111600" cy="15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DCCEDF7-F464-41CD-CCBE-4B5B55B4298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089344" y="2978136"/>
                  <a:ext cx="129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A2076C0-07F2-4ACA-86C9-953D86AA3711}"/>
                    </a:ext>
                  </a:extLst>
                </p14:cNvPr>
                <p14:cNvContentPartPr/>
                <p14:nvPr/>
              </p14:nvContentPartPr>
              <p14:xfrm>
                <a:off x="8371584" y="2987136"/>
                <a:ext cx="111600" cy="15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A2076C0-07F2-4ACA-86C9-953D86AA371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362584" y="2978136"/>
                  <a:ext cx="129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783C736-A134-A5EE-EAF5-E890D01C0520}"/>
                    </a:ext>
                  </a:extLst>
                </p14:cNvPr>
                <p14:cNvContentPartPr/>
                <p14:nvPr/>
              </p14:nvContentPartPr>
              <p14:xfrm>
                <a:off x="8577504" y="2992896"/>
                <a:ext cx="78120" cy="13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783C736-A134-A5EE-EAF5-E890D01C052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568504" y="2983896"/>
                  <a:ext cx="957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874AC26-1CA5-0055-14B8-9535D25DD102}"/>
                    </a:ext>
                  </a:extLst>
                </p14:cNvPr>
                <p14:cNvContentPartPr/>
                <p14:nvPr/>
              </p14:nvContentPartPr>
              <p14:xfrm>
                <a:off x="9005904" y="2679696"/>
                <a:ext cx="17280" cy="13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874AC26-1CA5-0055-14B8-9535D25DD10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997264" y="2670696"/>
                  <a:ext cx="34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041D231-C1C0-92C5-CA62-80DCB4A4F557}"/>
                    </a:ext>
                  </a:extLst>
                </p14:cNvPr>
                <p14:cNvContentPartPr/>
                <p14:nvPr/>
              </p14:nvContentPartPr>
              <p14:xfrm>
                <a:off x="8850744" y="2692296"/>
                <a:ext cx="240120" cy="326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041D231-C1C0-92C5-CA62-80DCB4A4F55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42104" y="2683296"/>
                  <a:ext cx="2577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01D0500-C5EA-CB37-9788-C089DB7D7155}"/>
                    </a:ext>
                  </a:extLst>
                </p14:cNvPr>
                <p14:cNvContentPartPr/>
                <p14:nvPr/>
              </p14:nvContentPartPr>
              <p14:xfrm>
                <a:off x="9090504" y="2687976"/>
                <a:ext cx="196200" cy="320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01D0500-C5EA-CB37-9788-C089DB7D715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081504" y="2679336"/>
                  <a:ext cx="2138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0992A42-064B-B427-9976-6857C88ECCD2}"/>
                    </a:ext>
                  </a:extLst>
                </p14:cNvPr>
                <p14:cNvContentPartPr/>
                <p14:nvPr/>
              </p14:nvContentPartPr>
              <p14:xfrm>
                <a:off x="9157824" y="2683296"/>
                <a:ext cx="165600" cy="97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0992A42-064B-B427-9976-6857C88ECCD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149184" y="2674656"/>
                  <a:ext cx="18324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FD5C3F4-8AEE-C9DB-AE15-A5B16D23C2BF}"/>
              </a:ext>
            </a:extLst>
          </p:cNvPr>
          <p:cNvGrpSpPr/>
          <p:nvPr/>
        </p:nvGrpSpPr>
        <p:grpSpPr>
          <a:xfrm>
            <a:off x="10737504" y="2588976"/>
            <a:ext cx="368280" cy="388800"/>
            <a:chOff x="10737504" y="2588976"/>
            <a:chExt cx="368280" cy="38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EE11110-5478-58BC-0C52-85670B50304F}"/>
                    </a:ext>
                  </a:extLst>
                </p14:cNvPr>
                <p14:cNvContentPartPr/>
                <p14:nvPr/>
              </p14:nvContentPartPr>
              <p14:xfrm>
                <a:off x="10737504" y="2588976"/>
                <a:ext cx="229680" cy="376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EE11110-5478-58BC-0C52-85670B50304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728504" y="2579976"/>
                  <a:ext cx="24732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1E46F95-59B1-3A7D-8370-7074FC0F53F7}"/>
                    </a:ext>
                  </a:extLst>
                </p14:cNvPr>
                <p14:cNvContentPartPr/>
                <p14:nvPr/>
              </p14:nvContentPartPr>
              <p14:xfrm>
                <a:off x="11044584" y="2622816"/>
                <a:ext cx="61200" cy="354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1E46F95-59B1-3A7D-8370-7074FC0F53F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035584" y="2614176"/>
                  <a:ext cx="78840" cy="37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054E1F6-EF95-F07A-D951-2F5642801D6C}"/>
              </a:ext>
            </a:extLst>
          </p:cNvPr>
          <p:cNvGrpSpPr/>
          <p:nvPr/>
        </p:nvGrpSpPr>
        <p:grpSpPr>
          <a:xfrm>
            <a:off x="1969344" y="3080016"/>
            <a:ext cx="367200" cy="351360"/>
            <a:chOff x="1969344" y="3080016"/>
            <a:chExt cx="36720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3C1DF19-C50D-3E7E-BC66-91219D4A27C6}"/>
                    </a:ext>
                  </a:extLst>
                </p14:cNvPr>
                <p14:cNvContentPartPr/>
                <p14:nvPr/>
              </p14:nvContentPartPr>
              <p14:xfrm>
                <a:off x="1969344" y="3094416"/>
                <a:ext cx="54360" cy="336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3C1DF19-C50D-3E7E-BC66-91219D4A27C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60344" y="3085416"/>
                  <a:ext cx="720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B40FD08-A4E2-919B-62DB-DE92CCEE10A5}"/>
                    </a:ext>
                  </a:extLst>
                </p14:cNvPr>
                <p14:cNvContentPartPr/>
                <p14:nvPr/>
              </p14:nvContentPartPr>
              <p14:xfrm>
                <a:off x="2134584" y="3152736"/>
                <a:ext cx="186120" cy="269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B40FD08-A4E2-919B-62DB-DE92CCEE10A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25944" y="3144096"/>
                  <a:ext cx="2037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C0DCC60-BAF9-1090-354A-92C3A251E933}"/>
                    </a:ext>
                  </a:extLst>
                </p14:cNvPr>
                <p14:cNvContentPartPr/>
                <p14:nvPr/>
              </p14:nvContentPartPr>
              <p14:xfrm>
                <a:off x="2151504" y="3080016"/>
                <a:ext cx="185040" cy="82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C0DCC60-BAF9-1090-354A-92C3A251E93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42504" y="3071376"/>
                  <a:ext cx="202680" cy="9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0A4B5E2-CFCE-9D6F-F567-1AD6389BA157}"/>
                  </a:ext>
                </a:extLst>
              </p14:cNvPr>
              <p14:cNvContentPartPr/>
              <p14:nvPr/>
            </p14:nvContentPartPr>
            <p14:xfrm>
              <a:off x="1708704" y="3113496"/>
              <a:ext cx="923760" cy="1306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0A4B5E2-CFCE-9D6F-F567-1AD6389BA15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654704" y="3005496"/>
                <a:ext cx="103140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AAAD73D1-6C85-0A09-22D6-755ADDB27053}"/>
                  </a:ext>
                </a:extLst>
              </p14:cNvPr>
              <p14:cNvContentPartPr/>
              <p14:nvPr/>
            </p14:nvContentPartPr>
            <p14:xfrm>
              <a:off x="1720944" y="3340296"/>
              <a:ext cx="810360" cy="925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AAAD73D1-6C85-0A09-22D6-755ADDB2705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667304" y="3232296"/>
                <a:ext cx="91800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50FF7E9-05B8-E55B-C071-ED7C01DC1A1C}"/>
                  </a:ext>
                </a:extLst>
              </p14:cNvPr>
              <p14:cNvContentPartPr/>
              <p14:nvPr/>
            </p14:nvContentPartPr>
            <p14:xfrm>
              <a:off x="10576584" y="2682576"/>
              <a:ext cx="808200" cy="115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50FF7E9-05B8-E55B-C071-ED7C01DC1A1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522584" y="2574576"/>
                <a:ext cx="9158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544F19F-7DC5-F34E-B6DC-379A3F2D2E55}"/>
                  </a:ext>
                </a:extLst>
              </p14:cNvPr>
              <p14:cNvContentPartPr/>
              <p14:nvPr/>
            </p14:nvContentPartPr>
            <p14:xfrm>
              <a:off x="10718424" y="2924496"/>
              <a:ext cx="545400" cy="194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544F19F-7DC5-F34E-B6DC-379A3F2D2E5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664784" y="2816496"/>
                <a:ext cx="653040" cy="23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63944406-C729-5113-AE1A-75A60DF5BE20}"/>
              </a:ext>
            </a:extLst>
          </p:cNvPr>
          <p:cNvGrpSpPr/>
          <p:nvPr/>
        </p:nvGrpSpPr>
        <p:grpSpPr>
          <a:xfrm>
            <a:off x="1550304" y="4780296"/>
            <a:ext cx="1438560" cy="376920"/>
            <a:chOff x="1550304" y="4780296"/>
            <a:chExt cx="1438560" cy="37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BA3B143-CEAA-D9A7-9BA4-EBDCF84E5011}"/>
                    </a:ext>
                  </a:extLst>
                </p14:cNvPr>
                <p14:cNvContentPartPr/>
                <p14:nvPr/>
              </p14:nvContentPartPr>
              <p14:xfrm>
                <a:off x="1550304" y="4800096"/>
                <a:ext cx="959400" cy="357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BA3B143-CEAA-D9A7-9BA4-EBDCF84E501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541664" y="4791456"/>
                  <a:ext cx="9770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F81E840-19D1-81E1-9F9B-B39F4E498C48}"/>
                    </a:ext>
                  </a:extLst>
                </p14:cNvPr>
                <p14:cNvContentPartPr/>
                <p14:nvPr/>
              </p14:nvContentPartPr>
              <p14:xfrm>
                <a:off x="2458584" y="4780296"/>
                <a:ext cx="257040" cy="309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F81E840-19D1-81E1-9F9B-B39F4E498C4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449584" y="4771656"/>
                  <a:ext cx="2746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23AD2CF-F7DC-70F4-110D-E5401575D21C}"/>
                    </a:ext>
                  </a:extLst>
                </p14:cNvPr>
                <p14:cNvContentPartPr/>
                <p14:nvPr/>
              </p14:nvContentPartPr>
              <p14:xfrm>
                <a:off x="2732184" y="4829256"/>
                <a:ext cx="256680" cy="257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23AD2CF-F7DC-70F4-110D-E5401575D21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723184" y="4820256"/>
                  <a:ext cx="274320" cy="27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12B2650-C105-A158-5AAB-D8CB740D4673}"/>
              </a:ext>
            </a:extLst>
          </p:cNvPr>
          <p:cNvGrpSpPr/>
          <p:nvPr/>
        </p:nvGrpSpPr>
        <p:grpSpPr>
          <a:xfrm>
            <a:off x="3203064" y="2069496"/>
            <a:ext cx="6216840" cy="1553760"/>
            <a:chOff x="3203064" y="2069496"/>
            <a:chExt cx="6216840" cy="155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9CE567F-9D74-AA18-A7DF-6B5FF76A7BF9}"/>
                    </a:ext>
                  </a:extLst>
                </p14:cNvPr>
                <p14:cNvContentPartPr/>
                <p14:nvPr/>
              </p14:nvContentPartPr>
              <p14:xfrm>
                <a:off x="3203064" y="2476296"/>
                <a:ext cx="6216840" cy="1146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9CE567F-9D74-AA18-A7DF-6B5FF76A7BF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194424" y="2467656"/>
                  <a:ext cx="6234480" cy="11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EFEC41D-801D-98AE-E261-B2109F115456}"/>
                    </a:ext>
                  </a:extLst>
                </p14:cNvPr>
                <p14:cNvContentPartPr/>
                <p14:nvPr/>
              </p14:nvContentPartPr>
              <p14:xfrm>
                <a:off x="4841784" y="2129256"/>
                <a:ext cx="256680" cy="366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EFEC41D-801D-98AE-E261-B2109F11545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832784" y="2120616"/>
                  <a:ext cx="2743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E5D1D8D-0201-C3FD-2071-216D01BD6A6C}"/>
                    </a:ext>
                  </a:extLst>
                </p14:cNvPr>
                <p14:cNvContentPartPr/>
                <p14:nvPr/>
              </p14:nvContentPartPr>
              <p14:xfrm>
                <a:off x="5259744" y="2196936"/>
                <a:ext cx="199440" cy="290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E5D1D8D-0201-C3FD-2071-216D01BD6A6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51104" y="2187936"/>
                  <a:ext cx="2170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5E7CC2D-F33B-2F47-70BB-B9C3BB730229}"/>
                    </a:ext>
                  </a:extLst>
                </p14:cNvPr>
                <p14:cNvContentPartPr/>
                <p14:nvPr/>
              </p14:nvContentPartPr>
              <p14:xfrm>
                <a:off x="5236344" y="2115576"/>
                <a:ext cx="334440" cy="150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5E7CC2D-F33B-2F47-70BB-B9C3BB73022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227344" y="2106576"/>
                  <a:ext cx="3520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2FA2DC9-80D9-6B83-2B6A-D55F8BD04A2A}"/>
                    </a:ext>
                  </a:extLst>
                </p14:cNvPr>
                <p14:cNvContentPartPr/>
                <p14:nvPr/>
              </p14:nvContentPartPr>
              <p14:xfrm>
                <a:off x="5733504" y="2159496"/>
                <a:ext cx="92160" cy="293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2FA2DC9-80D9-6B83-2B6A-D55F8BD04A2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724504" y="2150496"/>
                  <a:ext cx="1098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351207B-2037-8368-AC20-93915265619A}"/>
                    </a:ext>
                  </a:extLst>
                </p14:cNvPr>
                <p14:cNvContentPartPr/>
                <p14:nvPr/>
              </p14:nvContentPartPr>
              <p14:xfrm>
                <a:off x="5627664" y="2187936"/>
                <a:ext cx="27360" cy="28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351207B-2037-8368-AC20-93915265619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619024" y="2178936"/>
                  <a:ext cx="45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2600BEE-B25B-CF4C-03F4-ADCBD11CE6EF}"/>
                    </a:ext>
                  </a:extLst>
                </p14:cNvPr>
                <p14:cNvContentPartPr/>
                <p14:nvPr/>
              </p14:nvContentPartPr>
              <p14:xfrm>
                <a:off x="6032664" y="2400336"/>
                <a:ext cx="51120" cy="23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2600BEE-B25B-CF4C-03F4-ADCBD11CE6E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024024" y="2391696"/>
                  <a:ext cx="687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F48025B-EA71-E6A2-EC3D-B18CA16C0C74}"/>
                    </a:ext>
                  </a:extLst>
                </p14:cNvPr>
                <p14:cNvContentPartPr/>
                <p14:nvPr/>
              </p14:nvContentPartPr>
              <p14:xfrm>
                <a:off x="6538824" y="2102256"/>
                <a:ext cx="240480" cy="437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F48025B-EA71-E6A2-EC3D-B18CA16C0C7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530184" y="2093616"/>
                  <a:ext cx="25812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F2409BE-180A-B0A3-1F28-3FC2512D4CED}"/>
                    </a:ext>
                  </a:extLst>
                </p14:cNvPr>
                <p14:cNvContentPartPr/>
                <p14:nvPr/>
              </p14:nvContentPartPr>
              <p14:xfrm>
                <a:off x="6724584" y="2322576"/>
                <a:ext cx="71280" cy="572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F2409BE-180A-B0A3-1F28-3FC2512D4CE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15584" y="2313936"/>
                  <a:ext cx="889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5CAC4C2-3913-4B87-4F7C-7F36D9DA9037}"/>
                    </a:ext>
                  </a:extLst>
                </p14:cNvPr>
                <p14:cNvContentPartPr/>
                <p14:nvPr/>
              </p14:nvContentPartPr>
              <p14:xfrm>
                <a:off x="6940584" y="2172816"/>
                <a:ext cx="162360" cy="266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5CAC4C2-3913-4B87-4F7C-7F36D9DA903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31584" y="2163816"/>
                  <a:ext cx="1800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C0C2B8F-BC4B-D9AA-ED8D-C49F890A348B}"/>
                    </a:ext>
                  </a:extLst>
                </p14:cNvPr>
                <p14:cNvContentPartPr/>
                <p14:nvPr/>
              </p14:nvContentPartPr>
              <p14:xfrm>
                <a:off x="6973704" y="2069496"/>
                <a:ext cx="291240" cy="393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C0C2B8F-BC4B-D9AA-ED8D-C49F890A348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965064" y="2060856"/>
                  <a:ext cx="30888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C65F410-7C31-034A-D8CF-499BF5932526}"/>
                    </a:ext>
                  </a:extLst>
                </p14:cNvPr>
                <p14:cNvContentPartPr/>
                <p14:nvPr/>
              </p14:nvContentPartPr>
              <p14:xfrm>
                <a:off x="7298424" y="2069856"/>
                <a:ext cx="250200" cy="484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C65F410-7C31-034A-D8CF-499BF593252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289424" y="2061216"/>
                  <a:ext cx="26784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50D2781-9140-4D79-8DFA-397A25A827F5}"/>
                    </a:ext>
                  </a:extLst>
                </p14:cNvPr>
                <p14:cNvContentPartPr/>
                <p14:nvPr/>
              </p14:nvContentPartPr>
              <p14:xfrm>
                <a:off x="7565544" y="2225376"/>
                <a:ext cx="361080" cy="217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50D2781-9140-4D79-8DFA-397A25A827F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556544" y="2216736"/>
                  <a:ext cx="378720" cy="23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6D74A7C2-BAD7-D082-5B31-FB0F7D615CC5}"/>
                  </a:ext>
                </a:extLst>
              </p14:cNvPr>
              <p14:cNvContentPartPr/>
              <p14:nvPr/>
            </p14:nvContentPartPr>
            <p14:xfrm>
              <a:off x="2414664" y="4239936"/>
              <a:ext cx="78120" cy="97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6D74A7C2-BAD7-D082-5B31-FB0F7D615CC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406024" y="4231296"/>
                <a:ext cx="957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413A3125-4C66-B77A-D0B7-9FB2F326029E}"/>
                  </a:ext>
                </a:extLst>
              </p14:cNvPr>
              <p14:cNvContentPartPr/>
              <p14:nvPr/>
            </p14:nvContentPartPr>
            <p14:xfrm>
              <a:off x="1739664" y="3577176"/>
              <a:ext cx="803880" cy="1425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413A3125-4C66-B77A-D0B7-9FB2F326029E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730664" y="3568536"/>
                <a:ext cx="821520" cy="16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3DAB4701-7DF9-1CA5-2332-DB03749B3859}"/>
              </a:ext>
            </a:extLst>
          </p:cNvPr>
          <p:cNvGrpSpPr/>
          <p:nvPr/>
        </p:nvGrpSpPr>
        <p:grpSpPr>
          <a:xfrm>
            <a:off x="2174904" y="2336976"/>
            <a:ext cx="792000" cy="618480"/>
            <a:chOff x="2174904" y="2336976"/>
            <a:chExt cx="792000" cy="61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87F09CE-FE00-616B-0E7D-C62ED0461D47}"/>
                    </a:ext>
                  </a:extLst>
                </p14:cNvPr>
                <p14:cNvContentPartPr/>
                <p14:nvPr/>
              </p14:nvContentPartPr>
              <p14:xfrm>
                <a:off x="2174904" y="2403576"/>
                <a:ext cx="395640" cy="551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87F09CE-FE00-616B-0E7D-C62ED0461D4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165904" y="2394576"/>
                  <a:ext cx="41328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84F5C72-0AC0-1213-3EA4-FA444330914C}"/>
                    </a:ext>
                  </a:extLst>
                </p14:cNvPr>
                <p14:cNvContentPartPr/>
                <p14:nvPr/>
              </p14:nvContentPartPr>
              <p14:xfrm>
                <a:off x="2713464" y="2400336"/>
                <a:ext cx="35640" cy="2930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84F5C72-0AC0-1213-3EA4-FA444330914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704824" y="2391336"/>
                  <a:ext cx="532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FB341BA-584B-2EF3-668F-C9DDC2B5B99F}"/>
                    </a:ext>
                  </a:extLst>
                </p14:cNvPr>
                <p14:cNvContentPartPr/>
                <p14:nvPr/>
              </p14:nvContentPartPr>
              <p14:xfrm>
                <a:off x="2792664" y="2336976"/>
                <a:ext cx="174240" cy="305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FB341BA-584B-2EF3-668F-C9DDC2B5B99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783664" y="2327976"/>
                  <a:ext cx="191880" cy="32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22563918-9654-98AF-09A5-51680E461A68}"/>
                  </a:ext>
                </a:extLst>
              </p14:cNvPr>
              <p14:cNvContentPartPr/>
              <p14:nvPr/>
            </p14:nvContentPartPr>
            <p14:xfrm>
              <a:off x="3283704" y="4809456"/>
              <a:ext cx="1136160" cy="1548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22563918-9654-98AF-09A5-51680E461A68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274704" y="4800816"/>
                <a:ext cx="1153800" cy="17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4F2F305-2EE1-FD43-9380-D4E75C210257}"/>
              </a:ext>
            </a:extLst>
          </p:cNvPr>
          <p:cNvGrpSpPr/>
          <p:nvPr/>
        </p:nvGrpSpPr>
        <p:grpSpPr>
          <a:xfrm>
            <a:off x="4746384" y="4474296"/>
            <a:ext cx="1104480" cy="687600"/>
            <a:chOff x="4746384" y="4474296"/>
            <a:chExt cx="1104480" cy="68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5D40CEA-9655-FFAF-FBD8-819F8938BF0A}"/>
                    </a:ext>
                  </a:extLst>
                </p14:cNvPr>
                <p14:cNvContentPartPr/>
                <p14:nvPr/>
              </p14:nvContentPartPr>
              <p14:xfrm>
                <a:off x="4746384" y="4474296"/>
                <a:ext cx="976320" cy="687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5D40CEA-9655-FFAF-FBD8-819F8938BF0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737384" y="4465656"/>
                  <a:ext cx="993960" cy="70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B6E669E-E0F9-929F-6F91-065CBBB4F383}"/>
                    </a:ext>
                  </a:extLst>
                </p14:cNvPr>
                <p14:cNvContentPartPr/>
                <p14:nvPr/>
              </p14:nvContentPartPr>
              <p14:xfrm>
                <a:off x="5671584" y="4534416"/>
                <a:ext cx="179280" cy="222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B6E669E-E0F9-929F-6F91-065CBBB4F38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662944" y="4525416"/>
                  <a:ext cx="1969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BD894DD-23FD-E3D2-CFBD-84C99F9744F5}"/>
                    </a:ext>
                  </a:extLst>
                </p14:cNvPr>
                <p14:cNvContentPartPr/>
                <p14:nvPr/>
              </p14:nvContentPartPr>
              <p14:xfrm>
                <a:off x="5253264" y="4490496"/>
                <a:ext cx="57600" cy="34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BD894DD-23FD-E3D2-CFBD-84C99F9744F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244264" y="4481856"/>
                  <a:ext cx="7524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C5E5C46-A9B3-42BE-72B0-BCAC5D1B3624}"/>
              </a:ext>
            </a:extLst>
          </p:cNvPr>
          <p:cNvGrpSpPr/>
          <p:nvPr/>
        </p:nvGrpSpPr>
        <p:grpSpPr>
          <a:xfrm>
            <a:off x="6228504" y="4389336"/>
            <a:ext cx="1158480" cy="790200"/>
            <a:chOff x="6228504" y="4389336"/>
            <a:chExt cx="1158480" cy="79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2326724-0447-20AD-370A-DD6FB6F10176}"/>
                    </a:ext>
                  </a:extLst>
                </p14:cNvPr>
                <p14:cNvContentPartPr/>
                <p14:nvPr/>
              </p14:nvContentPartPr>
              <p14:xfrm>
                <a:off x="6228504" y="4389336"/>
                <a:ext cx="196200" cy="676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2326724-0447-20AD-370A-DD6FB6F1017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219504" y="4380336"/>
                  <a:ext cx="21384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F5C7833-D7AA-2C91-197B-B5826BF64DE9}"/>
                    </a:ext>
                  </a:extLst>
                </p14:cNvPr>
                <p14:cNvContentPartPr/>
                <p14:nvPr/>
              </p14:nvContentPartPr>
              <p14:xfrm>
                <a:off x="6443424" y="4576536"/>
                <a:ext cx="325440" cy="339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F5C7833-D7AA-2C91-197B-B5826BF64DE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434424" y="4567896"/>
                  <a:ext cx="3430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E660D1B-6153-9C55-6387-A086E8F81AD4}"/>
                    </a:ext>
                  </a:extLst>
                </p14:cNvPr>
                <p14:cNvContentPartPr/>
                <p14:nvPr/>
              </p14:nvContentPartPr>
              <p14:xfrm>
                <a:off x="6896664" y="4549176"/>
                <a:ext cx="395280" cy="630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E660D1B-6153-9C55-6387-A086E8F81AD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87664" y="4540176"/>
                  <a:ext cx="412920" cy="64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69FC32B-79FE-3DA0-6F6F-B4A3B781768D}"/>
                    </a:ext>
                  </a:extLst>
                </p14:cNvPr>
                <p14:cNvContentPartPr/>
                <p14:nvPr/>
              </p14:nvContentPartPr>
              <p14:xfrm>
                <a:off x="7207344" y="4549176"/>
                <a:ext cx="179640" cy="251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69FC32B-79FE-3DA0-6F6F-B4A3B781768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198344" y="4540176"/>
                  <a:ext cx="197280" cy="26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C5138F55-3A5E-7AE0-5D0F-7728089FE1D5}"/>
                  </a:ext>
                </a:extLst>
              </p14:cNvPr>
              <p14:cNvContentPartPr/>
              <p14:nvPr/>
            </p14:nvContentPartPr>
            <p14:xfrm>
              <a:off x="7714584" y="4674816"/>
              <a:ext cx="552960" cy="5364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C5138F55-3A5E-7AE0-5D0F-7728089FE1D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705584" y="4665816"/>
                <a:ext cx="570600" cy="7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D33A8C7-178E-E06F-4220-91EF63281348}"/>
              </a:ext>
            </a:extLst>
          </p:cNvPr>
          <p:cNvGrpSpPr/>
          <p:nvPr/>
        </p:nvGrpSpPr>
        <p:grpSpPr>
          <a:xfrm>
            <a:off x="8627904" y="4372056"/>
            <a:ext cx="274320" cy="442440"/>
            <a:chOff x="8627904" y="4372056"/>
            <a:chExt cx="274320" cy="44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F01D510-873F-B193-C5BC-45E3B9FA4D88}"/>
                    </a:ext>
                  </a:extLst>
                </p14:cNvPr>
                <p14:cNvContentPartPr/>
                <p14:nvPr/>
              </p14:nvContentPartPr>
              <p14:xfrm>
                <a:off x="8627904" y="4427496"/>
                <a:ext cx="44280" cy="3870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F01D510-873F-B193-C5BC-45E3B9FA4D8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619264" y="4418856"/>
                  <a:ext cx="619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478BCC7-58F3-4EA5-53D8-A7AF47EE3826}"/>
                    </a:ext>
                  </a:extLst>
                </p14:cNvPr>
                <p14:cNvContentPartPr/>
                <p14:nvPr/>
              </p14:nvContentPartPr>
              <p14:xfrm>
                <a:off x="8695584" y="4372056"/>
                <a:ext cx="206640" cy="331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478BCC7-58F3-4EA5-53D8-A7AF47EE382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686584" y="4363056"/>
                  <a:ext cx="224280" cy="34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A3ECAC74-ADE3-FCC6-3F12-F2C7245B689A}"/>
                  </a:ext>
                </a:extLst>
              </p14:cNvPr>
              <p14:cNvContentPartPr/>
              <p14:nvPr/>
            </p14:nvContentPartPr>
            <p14:xfrm>
              <a:off x="1533024" y="2903976"/>
              <a:ext cx="1148400" cy="7156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A3ECAC74-ADE3-FCC6-3F12-F2C7245B689A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524024" y="2895336"/>
                <a:ext cx="1166040" cy="73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9F10177-AC06-6F83-C0F4-D745DCC19293}"/>
              </a:ext>
            </a:extLst>
          </p:cNvPr>
          <p:cNvGrpSpPr/>
          <p:nvPr/>
        </p:nvGrpSpPr>
        <p:grpSpPr>
          <a:xfrm>
            <a:off x="1729584" y="3677616"/>
            <a:ext cx="1999440" cy="665280"/>
            <a:chOff x="1729584" y="3677616"/>
            <a:chExt cx="1999440" cy="66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C9ADD91-6A24-9626-1AF9-E7B404F3BFE1}"/>
                    </a:ext>
                  </a:extLst>
                </p14:cNvPr>
                <p14:cNvContentPartPr/>
                <p14:nvPr/>
              </p14:nvContentPartPr>
              <p14:xfrm>
                <a:off x="1729584" y="3916296"/>
                <a:ext cx="327960" cy="261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C9ADD91-6A24-9626-1AF9-E7B404F3BFE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720584" y="3907656"/>
                  <a:ext cx="3456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73B6EF1-BF42-5365-8DFF-AB11CCFED9C9}"/>
                    </a:ext>
                  </a:extLst>
                </p14:cNvPr>
                <p14:cNvContentPartPr/>
                <p14:nvPr/>
              </p14:nvContentPartPr>
              <p14:xfrm>
                <a:off x="2062584" y="3843936"/>
                <a:ext cx="398160" cy="4989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73B6EF1-BF42-5365-8DFF-AB11CCFED9C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053944" y="3834936"/>
                  <a:ext cx="41580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6D3033D-EF0D-91B9-616B-89CD6BCDBE5B}"/>
                    </a:ext>
                  </a:extLst>
                </p14:cNvPr>
                <p14:cNvContentPartPr/>
                <p14:nvPr/>
              </p14:nvContentPartPr>
              <p14:xfrm>
                <a:off x="2381184" y="3840696"/>
                <a:ext cx="156240" cy="2325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6D3033D-EF0D-91B9-616B-89CD6BCDBE5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372184" y="3831696"/>
                  <a:ext cx="1738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32B1823-1B7A-FCA1-044A-0E7AC7C8015E}"/>
                    </a:ext>
                  </a:extLst>
                </p14:cNvPr>
                <p14:cNvContentPartPr/>
                <p14:nvPr/>
              </p14:nvContentPartPr>
              <p14:xfrm>
                <a:off x="2724984" y="3719736"/>
                <a:ext cx="351720" cy="429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32B1823-1B7A-FCA1-044A-0E7AC7C8015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715984" y="3711096"/>
                  <a:ext cx="36936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1C9D69E-33D8-124A-E2BB-62EFDE776FDF}"/>
                    </a:ext>
                  </a:extLst>
                </p14:cNvPr>
                <p14:cNvContentPartPr/>
                <p14:nvPr/>
              </p14:nvContentPartPr>
              <p14:xfrm>
                <a:off x="3025584" y="3884976"/>
                <a:ext cx="213120" cy="72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1C9D69E-33D8-124A-E2BB-62EFDE776FD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16944" y="3876336"/>
                  <a:ext cx="230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0287393-15A3-BBB6-2788-91D559FD2FE5}"/>
                    </a:ext>
                  </a:extLst>
                </p14:cNvPr>
                <p14:cNvContentPartPr/>
                <p14:nvPr/>
              </p14:nvContentPartPr>
              <p14:xfrm>
                <a:off x="3471264" y="3732336"/>
                <a:ext cx="59760" cy="339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0287393-15A3-BBB6-2788-91D559FD2FE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462264" y="3723696"/>
                  <a:ext cx="774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7BA9CEA-4809-4A3D-B3C1-C17BA78A6735}"/>
                    </a:ext>
                  </a:extLst>
                </p14:cNvPr>
                <p14:cNvContentPartPr/>
                <p14:nvPr/>
              </p14:nvContentPartPr>
              <p14:xfrm>
                <a:off x="3565584" y="3677616"/>
                <a:ext cx="163440" cy="284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7BA9CEA-4809-4A3D-B3C1-C17BA78A673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556944" y="3668976"/>
                  <a:ext cx="181080" cy="30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93A3DC93-1C51-363C-715B-FBC45D777FA8}"/>
                  </a:ext>
                </a:extLst>
              </p14:cNvPr>
              <p14:cNvContentPartPr/>
              <p14:nvPr/>
            </p14:nvContentPartPr>
            <p14:xfrm>
              <a:off x="10939824" y="3224016"/>
              <a:ext cx="10440" cy="46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93A3DC93-1C51-363C-715B-FBC45D777FA8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0931184" y="3215016"/>
                <a:ext cx="2808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DDE96449-93D8-76AB-9A98-A05DEF2F38B7}"/>
                  </a:ext>
                </a:extLst>
              </p14:cNvPr>
              <p14:cNvContentPartPr/>
              <p14:nvPr/>
            </p14:nvContentPartPr>
            <p14:xfrm>
              <a:off x="10349424" y="2328336"/>
              <a:ext cx="1365480" cy="111168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DDE96449-93D8-76AB-9A98-A05DEF2F38B7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0340424" y="2319696"/>
                <a:ext cx="1383120" cy="112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35A41DFC-A822-7C61-472F-117AF72DFE3D}"/>
              </a:ext>
            </a:extLst>
          </p:cNvPr>
          <p:cNvGrpSpPr/>
          <p:nvPr/>
        </p:nvGrpSpPr>
        <p:grpSpPr>
          <a:xfrm>
            <a:off x="10865664" y="3258576"/>
            <a:ext cx="118440" cy="51480"/>
            <a:chOff x="10865664" y="3258576"/>
            <a:chExt cx="118440" cy="5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C62C7A6-65D7-AADD-7FC2-A46AE5FE2263}"/>
                    </a:ext>
                  </a:extLst>
                </p14:cNvPr>
                <p14:cNvContentPartPr/>
                <p14:nvPr/>
              </p14:nvContentPartPr>
              <p14:xfrm>
                <a:off x="10865664" y="3296376"/>
                <a:ext cx="17280" cy="136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C62C7A6-65D7-AADD-7FC2-A46AE5FE226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856664" y="3287736"/>
                  <a:ext cx="34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C82676E-09EE-DA83-9A04-F0D260F7C688}"/>
                    </a:ext>
                  </a:extLst>
                </p14:cNvPr>
                <p14:cNvContentPartPr/>
                <p14:nvPr/>
              </p14:nvContentPartPr>
              <p14:xfrm>
                <a:off x="10922904" y="3296376"/>
                <a:ext cx="360" cy="4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C82676E-09EE-DA83-9A04-F0D260F7C68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914264" y="3287736"/>
                  <a:ext cx="180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BAE58FA-BCB3-7C59-A866-C493C8E9FCF5}"/>
                    </a:ext>
                  </a:extLst>
                </p14:cNvPr>
                <p14:cNvContentPartPr/>
                <p14:nvPr/>
              </p14:nvContentPartPr>
              <p14:xfrm>
                <a:off x="10959984" y="3271896"/>
                <a:ext cx="7200" cy="61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BAE58FA-BCB3-7C59-A866-C493C8E9FCF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951344" y="3262896"/>
                  <a:ext cx="248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896A096-8FA3-C267-7884-A5DDA2C4C8D4}"/>
                    </a:ext>
                  </a:extLst>
                </p14:cNvPr>
                <p14:cNvContentPartPr/>
                <p14:nvPr/>
              </p14:nvContentPartPr>
              <p14:xfrm>
                <a:off x="10966824" y="3267936"/>
                <a:ext cx="360" cy="43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896A096-8FA3-C267-7884-A5DDA2C4C8D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958184" y="3259296"/>
                  <a:ext cx="180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6DC91D3-78F0-C7C4-49D1-28C7C4156991}"/>
                    </a:ext>
                  </a:extLst>
                </p14:cNvPr>
                <p14:cNvContentPartPr/>
                <p14:nvPr/>
              </p14:nvContentPartPr>
              <p14:xfrm>
                <a:off x="10976904" y="3258576"/>
                <a:ext cx="7200" cy="97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6DC91D3-78F0-C7C4-49D1-28C7C415699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968264" y="3249576"/>
                  <a:ext cx="2484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B4E4B90A-F46C-C59C-E8D1-69A457DE52CB}"/>
                  </a:ext>
                </a:extLst>
              </p14:cNvPr>
              <p14:cNvContentPartPr/>
              <p14:nvPr/>
            </p14:nvContentPartPr>
            <p14:xfrm>
              <a:off x="9346104" y="1912536"/>
              <a:ext cx="1442520" cy="44172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B4E4B90A-F46C-C59C-E8D1-69A457DE52CB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9337104" y="1903896"/>
                <a:ext cx="1460160" cy="45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C4E859E-757B-EDE2-5060-DE17909F302E}"/>
              </a:ext>
            </a:extLst>
          </p:cNvPr>
          <p:cNvGrpSpPr/>
          <p:nvPr/>
        </p:nvGrpSpPr>
        <p:grpSpPr>
          <a:xfrm>
            <a:off x="9306504" y="3233376"/>
            <a:ext cx="528480" cy="333720"/>
            <a:chOff x="9306504" y="3233376"/>
            <a:chExt cx="528480" cy="33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2E50EFC-A98E-6B54-8D04-983E3733A5EF}"/>
                    </a:ext>
                  </a:extLst>
                </p14:cNvPr>
                <p14:cNvContentPartPr/>
                <p14:nvPr/>
              </p14:nvContentPartPr>
              <p14:xfrm>
                <a:off x="9306504" y="3233376"/>
                <a:ext cx="162360" cy="314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2E50EFC-A98E-6B54-8D04-983E3733A5E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297504" y="3224376"/>
                  <a:ext cx="1800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DFA9481-B57D-1FD6-D110-3CBE1D1726FD}"/>
                    </a:ext>
                  </a:extLst>
                </p14:cNvPr>
                <p14:cNvContentPartPr/>
                <p14:nvPr/>
              </p14:nvContentPartPr>
              <p14:xfrm>
                <a:off x="9528984" y="3330576"/>
                <a:ext cx="185760" cy="2365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DFA9481-B57D-1FD6-D110-3CBE1D1726F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520344" y="3321936"/>
                  <a:ext cx="2034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0CEC6FB-C4D4-7485-7218-A964EE57AB0A}"/>
                    </a:ext>
                  </a:extLst>
                </p14:cNvPr>
                <p14:cNvContentPartPr/>
                <p14:nvPr/>
              </p14:nvContentPartPr>
              <p14:xfrm>
                <a:off x="9613584" y="3258576"/>
                <a:ext cx="221400" cy="421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0CEC6FB-C4D4-7485-7218-A964EE57AB0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604584" y="3249576"/>
                  <a:ext cx="239040" cy="59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65035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9932CF1-244A-EC47-B42E-DC1974B59979}"/>
              </a:ext>
            </a:extLst>
          </p:cNvPr>
          <p:cNvGrpSpPr/>
          <p:nvPr/>
        </p:nvGrpSpPr>
        <p:grpSpPr>
          <a:xfrm>
            <a:off x="1483344" y="2129616"/>
            <a:ext cx="375120" cy="337680"/>
            <a:chOff x="1483344" y="2129616"/>
            <a:chExt cx="375120" cy="3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A8109CC-25AC-9B7A-33F9-61B72DD7DFDF}"/>
                    </a:ext>
                  </a:extLst>
                </p14:cNvPr>
                <p14:cNvContentPartPr/>
                <p14:nvPr/>
              </p14:nvContentPartPr>
              <p14:xfrm>
                <a:off x="1483344" y="2129616"/>
                <a:ext cx="135720" cy="111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A8109CC-25AC-9B7A-33F9-61B72DD7DFD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74344" y="2120976"/>
                  <a:ext cx="1533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319E691-3D57-6F52-8FB8-CD1839C8C71A}"/>
                    </a:ext>
                  </a:extLst>
                </p14:cNvPr>
                <p14:cNvContentPartPr/>
                <p14:nvPr/>
              </p14:nvContentPartPr>
              <p14:xfrm>
                <a:off x="1601424" y="2366136"/>
                <a:ext cx="88560" cy="101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319E691-3D57-6F52-8FB8-CD1839C8C71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92424" y="2357496"/>
                  <a:ext cx="1062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4868C1A-217E-57C1-0CEB-CFCC443D10DC}"/>
                    </a:ext>
                  </a:extLst>
                </p14:cNvPr>
                <p14:cNvContentPartPr/>
                <p14:nvPr/>
              </p14:nvContentPartPr>
              <p14:xfrm>
                <a:off x="1780344" y="2313216"/>
                <a:ext cx="78120" cy="100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4868C1A-217E-57C1-0CEB-CFCC443D10D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71344" y="2304216"/>
                  <a:ext cx="9576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D48508F-EDEB-CDE8-DFCF-D8E7A3C05E43}"/>
              </a:ext>
            </a:extLst>
          </p:cNvPr>
          <p:cNvGrpSpPr/>
          <p:nvPr/>
        </p:nvGrpSpPr>
        <p:grpSpPr>
          <a:xfrm>
            <a:off x="2448504" y="1573776"/>
            <a:ext cx="5272200" cy="1024560"/>
            <a:chOff x="2448504" y="1573776"/>
            <a:chExt cx="5272200" cy="102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0C5DFBE-DF5F-7EF0-5C91-EC7451FD940C}"/>
                    </a:ext>
                  </a:extLst>
                </p14:cNvPr>
                <p14:cNvContentPartPr/>
                <p14:nvPr/>
              </p14:nvContentPartPr>
              <p14:xfrm>
                <a:off x="3538224" y="1573776"/>
                <a:ext cx="52560" cy="918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0C5DFBE-DF5F-7EF0-5C91-EC7451FD940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29224" y="1564776"/>
                  <a:ext cx="70200" cy="9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72F1989-DC65-D44A-F824-6B679A9DA072}"/>
                    </a:ext>
                  </a:extLst>
                </p14:cNvPr>
                <p14:cNvContentPartPr/>
                <p14:nvPr/>
              </p14:nvContentPartPr>
              <p14:xfrm>
                <a:off x="3511224" y="1608336"/>
                <a:ext cx="1527120" cy="859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72F1989-DC65-D44A-F824-6B679A9DA07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02224" y="1599336"/>
                  <a:ext cx="1544760" cy="87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A0D18B8-7D4B-8940-C827-0694E4A82B40}"/>
                    </a:ext>
                  </a:extLst>
                </p14:cNvPr>
                <p14:cNvContentPartPr/>
                <p14:nvPr/>
              </p14:nvContentPartPr>
              <p14:xfrm>
                <a:off x="5276664" y="1990296"/>
                <a:ext cx="1747440" cy="66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A0D18B8-7D4B-8940-C827-0694E4A82B4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68024" y="1981656"/>
                  <a:ext cx="1765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3F068CB-CF1D-9688-C75B-AA965A95C382}"/>
                    </a:ext>
                  </a:extLst>
                </p14:cNvPr>
                <p14:cNvContentPartPr/>
                <p14:nvPr/>
              </p14:nvContentPartPr>
              <p14:xfrm>
                <a:off x="2448504" y="2066256"/>
                <a:ext cx="1201680" cy="59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3F068CB-CF1D-9688-C75B-AA965A95C38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39864" y="2057616"/>
                  <a:ext cx="12193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21C711D-A3FB-242A-D4E9-EE6D688B8F28}"/>
                    </a:ext>
                  </a:extLst>
                </p14:cNvPr>
                <p14:cNvContentPartPr/>
                <p14:nvPr/>
              </p14:nvContentPartPr>
              <p14:xfrm>
                <a:off x="2715264" y="1850616"/>
                <a:ext cx="67680" cy="747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21C711D-A3FB-242A-D4E9-EE6D688B8F2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06264" y="1841616"/>
                  <a:ext cx="85320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B979E87-EC34-D0C4-8675-A88F0E05EF9C}"/>
                    </a:ext>
                  </a:extLst>
                </p14:cNvPr>
                <p14:cNvContentPartPr/>
                <p14:nvPr/>
              </p14:nvContentPartPr>
              <p14:xfrm>
                <a:off x="6923664" y="1627776"/>
                <a:ext cx="61200" cy="792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B979E87-EC34-D0C4-8675-A88F0E05EF9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915024" y="1619136"/>
                  <a:ext cx="78840" cy="80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D902FCE-2015-FC3A-E80A-613010B3D4CB}"/>
                    </a:ext>
                  </a:extLst>
                </p14:cNvPr>
                <p14:cNvContentPartPr/>
                <p14:nvPr/>
              </p14:nvContentPartPr>
              <p14:xfrm>
                <a:off x="7376544" y="1822536"/>
                <a:ext cx="78480" cy="105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D902FCE-2015-FC3A-E80A-613010B3D4C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67544" y="1813536"/>
                  <a:ext cx="961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A598EC8-7DD2-22D1-22DE-F92FE7CD15AC}"/>
                    </a:ext>
                  </a:extLst>
                </p14:cNvPr>
                <p14:cNvContentPartPr/>
                <p14:nvPr/>
              </p14:nvContentPartPr>
              <p14:xfrm>
                <a:off x="7446744" y="2057976"/>
                <a:ext cx="52200" cy="111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A598EC8-7DD2-22D1-22DE-F92FE7CD15A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38104" y="2048976"/>
                  <a:ext cx="698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9D5575-0BB5-82DF-FFB0-7806D3915FE1}"/>
                    </a:ext>
                  </a:extLst>
                </p14:cNvPr>
                <p14:cNvContentPartPr/>
                <p14:nvPr/>
              </p14:nvContentPartPr>
              <p14:xfrm>
                <a:off x="7652304" y="1965816"/>
                <a:ext cx="68400" cy="91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9D5575-0BB5-82DF-FFB0-7806D3915FE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43304" y="1956816"/>
                  <a:ext cx="86040" cy="10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4D2B5A5-DEC9-6FDE-D261-398C4F723029}"/>
                  </a:ext>
                </a:extLst>
              </p14:cNvPr>
              <p14:cNvContentPartPr/>
              <p14:nvPr/>
            </p14:nvContentPartPr>
            <p14:xfrm>
              <a:off x="1763424" y="1912536"/>
              <a:ext cx="10440" cy="61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4D2B5A5-DEC9-6FDE-D261-398C4F72302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754424" y="1903896"/>
                <a:ext cx="280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88C87B0-FA86-06B0-4966-BB1868757A98}"/>
                  </a:ext>
                </a:extLst>
              </p14:cNvPr>
              <p14:cNvContentPartPr/>
              <p14:nvPr/>
            </p14:nvContentPartPr>
            <p14:xfrm>
              <a:off x="7207344" y="1618056"/>
              <a:ext cx="736200" cy="7059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88C87B0-FA86-06B0-4966-BB1868757A9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198704" y="1609056"/>
                <a:ext cx="753840" cy="72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267849B7-82B1-B7D4-D9B8-5305F40F1C18}"/>
              </a:ext>
            </a:extLst>
          </p:cNvPr>
          <p:cNvGrpSpPr/>
          <p:nvPr/>
        </p:nvGrpSpPr>
        <p:grpSpPr>
          <a:xfrm>
            <a:off x="1334664" y="1147536"/>
            <a:ext cx="1569960" cy="1461600"/>
            <a:chOff x="1334664" y="1147536"/>
            <a:chExt cx="1569960" cy="146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3729899-B51A-4AA7-59FE-3A7478CE415F}"/>
                    </a:ext>
                  </a:extLst>
                </p14:cNvPr>
                <p14:cNvContentPartPr/>
                <p14:nvPr/>
              </p14:nvContentPartPr>
              <p14:xfrm>
                <a:off x="1334664" y="1875456"/>
                <a:ext cx="763200" cy="733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3729899-B51A-4AA7-59FE-3A7478CE415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26024" y="1866456"/>
                  <a:ext cx="78084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E0DBD3D-6852-ED3D-D19C-DC7FFCCA8024}"/>
                    </a:ext>
                  </a:extLst>
                </p14:cNvPr>
                <p14:cNvContentPartPr/>
                <p14:nvPr/>
              </p14:nvContentPartPr>
              <p14:xfrm>
                <a:off x="1790424" y="1147536"/>
                <a:ext cx="1114200" cy="809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E0DBD3D-6852-ED3D-D19C-DC7FFCCA802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81424" y="1138536"/>
                  <a:ext cx="1131840" cy="82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2FE3350-AF88-6932-4A60-F5B86A68C0A7}"/>
              </a:ext>
            </a:extLst>
          </p:cNvPr>
          <p:cNvGrpSpPr/>
          <p:nvPr/>
        </p:nvGrpSpPr>
        <p:grpSpPr>
          <a:xfrm>
            <a:off x="6682824" y="906336"/>
            <a:ext cx="814680" cy="808920"/>
            <a:chOff x="6682824" y="906336"/>
            <a:chExt cx="814680" cy="80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AE8D796-A9A1-83DD-8658-3B04662935ED}"/>
                    </a:ext>
                  </a:extLst>
                </p14:cNvPr>
                <p14:cNvContentPartPr/>
                <p14:nvPr/>
              </p14:nvContentPartPr>
              <p14:xfrm>
                <a:off x="6699384" y="906336"/>
                <a:ext cx="798120" cy="808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AE8D796-A9A1-83DD-8658-3B04662935E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90744" y="897696"/>
                  <a:ext cx="815760" cy="82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A761CBC-192A-02E2-9437-A8F86AD62657}"/>
                    </a:ext>
                  </a:extLst>
                </p14:cNvPr>
                <p14:cNvContentPartPr/>
                <p14:nvPr/>
              </p14:nvContentPartPr>
              <p14:xfrm>
                <a:off x="6682824" y="1449216"/>
                <a:ext cx="163440" cy="140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A761CBC-192A-02E2-9437-A8F86AD6265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74184" y="1440576"/>
                  <a:ext cx="18108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2A97EA9-865D-A9EC-28F6-C0711D4C42FB}"/>
              </a:ext>
            </a:extLst>
          </p:cNvPr>
          <p:cNvGrpSpPr/>
          <p:nvPr/>
        </p:nvGrpSpPr>
        <p:grpSpPr>
          <a:xfrm>
            <a:off x="2630664" y="2664216"/>
            <a:ext cx="719280" cy="453960"/>
            <a:chOff x="2630664" y="2664216"/>
            <a:chExt cx="719280" cy="45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87AEB19-8CA5-A282-023A-1C4B1ECB0082}"/>
                    </a:ext>
                  </a:extLst>
                </p14:cNvPr>
                <p14:cNvContentPartPr/>
                <p14:nvPr/>
              </p14:nvContentPartPr>
              <p14:xfrm>
                <a:off x="2630664" y="2839176"/>
                <a:ext cx="469440" cy="279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87AEB19-8CA5-A282-023A-1C4B1ECB008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22024" y="2830176"/>
                  <a:ext cx="48708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D570D43-F3DE-EA32-81C7-B773BC8EFE93}"/>
                    </a:ext>
                  </a:extLst>
                </p14:cNvPr>
                <p14:cNvContentPartPr/>
                <p14:nvPr/>
              </p14:nvContentPartPr>
              <p14:xfrm>
                <a:off x="3170304" y="2861856"/>
                <a:ext cx="179640" cy="186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D570D43-F3DE-EA32-81C7-B773BC8EFE9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61304" y="2853216"/>
                  <a:ext cx="1972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762E763-E1AD-ACB1-5EC8-025E4E902D57}"/>
                    </a:ext>
                  </a:extLst>
                </p14:cNvPr>
                <p14:cNvContentPartPr/>
                <p14:nvPr/>
              </p14:nvContentPartPr>
              <p14:xfrm>
                <a:off x="3093264" y="2664216"/>
                <a:ext cx="84600" cy="34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762E763-E1AD-ACB1-5EC8-025E4E902D5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84264" y="2655576"/>
                  <a:ext cx="10224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4292795-A5C2-245F-13E4-0A42C81BF990}"/>
              </a:ext>
            </a:extLst>
          </p:cNvPr>
          <p:cNvGrpSpPr/>
          <p:nvPr/>
        </p:nvGrpSpPr>
        <p:grpSpPr>
          <a:xfrm>
            <a:off x="6417504" y="2742696"/>
            <a:ext cx="796680" cy="294120"/>
            <a:chOff x="6417504" y="2742696"/>
            <a:chExt cx="79668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85D3C42-17CB-5CA5-7710-487EE8AD2FBA}"/>
                    </a:ext>
                  </a:extLst>
                </p14:cNvPr>
                <p14:cNvContentPartPr/>
                <p14:nvPr/>
              </p14:nvContentPartPr>
              <p14:xfrm>
                <a:off x="6417504" y="2780496"/>
                <a:ext cx="351360" cy="219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85D3C42-17CB-5CA5-7710-487EE8AD2FB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08504" y="2771496"/>
                  <a:ext cx="3690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BD5398A-E5FB-6764-EBF3-02C4D54B5109}"/>
                    </a:ext>
                  </a:extLst>
                </p14:cNvPr>
                <p14:cNvContentPartPr/>
                <p14:nvPr/>
              </p14:nvContentPartPr>
              <p14:xfrm>
                <a:off x="6811704" y="2742696"/>
                <a:ext cx="195480" cy="225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BD5398A-E5FB-6764-EBF3-02C4D54B510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03064" y="2733696"/>
                  <a:ext cx="213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4D72C8D-4975-1DBD-0930-1EF2DC05E611}"/>
                    </a:ext>
                  </a:extLst>
                </p14:cNvPr>
                <p14:cNvContentPartPr/>
                <p14:nvPr/>
              </p14:nvContentPartPr>
              <p14:xfrm>
                <a:off x="7068744" y="2744856"/>
                <a:ext cx="145440" cy="276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4D72C8D-4975-1DBD-0930-1EF2DC05E61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60104" y="2735856"/>
                  <a:ext cx="1630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FCF5302-FE70-DCA2-63BC-2C4A3BCC6752}"/>
                    </a:ext>
                  </a:extLst>
                </p14:cNvPr>
                <p14:cNvContentPartPr/>
                <p14:nvPr/>
              </p14:nvContentPartPr>
              <p14:xfrm>
                <a:off x="7041744" y="2842776"/>
                <a:ext cx="155520" cy="194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FCF5302-FE70-DCA2-63BC-2C4A3BCC675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33104" y="2834136"/>
                  <a:ext cx="173160" cy="21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E35E6FF-46F3-F9CA-BBB3-CADB1F5A94FD}"/>
                  </a:ext>
                </a:extLst>
              </p14:cNvPr>
              <p14:cNvContentPartPr/>
              <p14:nvPr/>
            </p14:nvContentPartPr>
            <p14:xfrm>
              <a:off x="4189824" y="1617696"/>
              <a:ext cx="130680" cy="8053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E35E6FF-46F3-F9CA-BBB3-CADB1F5A94F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180824" y="1609056"/>
                <a:ext cx="148320" cy="82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4746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A9110F3-0456-4BA2-B4E9-2EB0A3F80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1190625"/>
            <a:ext cx="9086850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E3E0881-46C7-1727-F10A-2CADD19AD1E3}"/>
                  </a:ext>
                </a:extLst>
              </p14:cNvPr>
              <p14:cNvContentPartPr/>
              <p14:nvPr/>
            </p14:nvContentPartPr>
            <p14:xfrm>
              <a:off x="1773504" y="509616"/>
              <a:ext cx="17640" cy="59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E3E0881-46C7-1727-F10A-2CADD19AD1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64864" y="500976"/>
                <a:ext cx="35280" cy="7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01EFD49E-BBED-B22F-255B-84BAA50E4D15}"/>
              </a:ext>
            </a:extLst>
          </p:cNvPr>
          <p:cNvGrpSpPr/>
          <p:nvPr/>
        </p:nvGrpSpPr>
        <p:grpSpPr>
          <a:xfrm>
            <a:off x="8481384" y="1204416"/>
            <a:ext cx="3147480" cy="3032280"/>
            <a:chOff x="8481384" y="1204416"/>
            <a:chExt cx="3147480" cy="30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22FB858-2BC0-D27B-D57A-35FD36142EF1}"/>
                    </a:ext>
                  </a:extLst>
                </p14:cNvPr>
                <p14:cNvContentPartPr/>
                <p14:nvPr/>
              </p14:nvContentPartPr>
              <p14:xfrm>
                <a:off x="9022824" y="3110256"/>
                <a:ext cx="1488960" cy="441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22FB858-2BC0-D27B-D57A-35FD36142EF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014184" y="3101256"/>
                  <a:ext cx="150660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F401A46-EB80-C18F-B9D1-0496FB9DA015}"/>
                    </a:ext>
                  </a:extLst>
                </p14:cNvPr>
                <p14:cNvContentPartPr/>
                <p14:nvPr/>
              </p14:nvContentPartPr>
              <p14:xfrm>
                <a:off x="10649664" y="3223296"/>
                <a:ext cx="351360" cy="347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F401A46-EB80-C18F-B9D1-0496FB9DA01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640664" y="3214296"/>
                  <a:ext cx="3690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BABE0CF-2E04-28E0-F48A-79537A7D31D4}"/>
                    </a:ext>
                  </a:extLst>
                </p14:cNvPr>
                <p14:cNvContentPartPr/>
                <p14:nvPr/>
              </p14:nvContentPartPr>
              <p14:xfrm>
                <a:off x="10993824" y="3170736"/>
                <a:ext cx="84960" cy="160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BABE0CF-2E04-28E0-F48A-79537A7D31D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85184" y="3161736"/>
                  <a:ext cx="102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E862782-8227-C2AB-40D1-AD79FD1EFDAE}"/>
                    </a:ext>
                  </a:extLst>
                </p14:cNvPr>
                <p14:cNvContentPartPr/>
                <p14:nvPr/>
              </p14:nvContentPartPr>
              <p14:xfrm>
                <a:off x="11093904" y="3140496"/>
                <a:ext cx="18720" cy="266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E862782-8227-C2AB-40D1-AD79FD1EFDA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084904" y="3131856"/>
                  <a:ext cx="363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ADFB92C-19B0-A6DD-9018-2A50907698AC}"/>
                    </a:ext>
                  </a:extLst>
                </p14:cNvPr>
                <p14:cNvContentPartPr/>
                <p14:nvPr/>
              </p14:nvContentPartPr>
              <p14:xfrm>
                <a:off x="11188584" y="3199536"/>
                <a:ext cx="173520" cy="163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ADFB92C-19B0-A6DD-9018-2A50907698A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179944" y="3190896"/>
                  <a:ext cx="1911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9B370E9-6F55-B59A-F3F5-BF49273DF241}"/>
                    </a:ext>
                  </a:extLst>
                </p14:cNvPr>
                <p14:cNvContentPartPr/>
                <p14:nvPr/>
              </p14:nvContentPartPr>
              <p14:xfrm>
                <a:off x="11405664" y="3195576"/>
                <a:ext cx="223200" cy="202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9B370E9-6F55-B59A-F3F5-BF49273DF24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396664" y="3186576"/>
                  <a:ext cx="2408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F4E191E-AA76-7D3A-BAF6-E159BEDCFD82}"/>
                    </a:ext>
                  </a:extLst>
                </p14:cNvPr>
                <p14:cNvContentPartPr/>
                <p14:nvPr/>
              </p14:nvContentPartPr>
              <p14:xfrm>
                <a:off x="8481384" y="2432016"/>
                <a:ext cx="926640" cy="1804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F4E191E-AA76-7D3A-BAF6-E159BEDCFD8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472744" y="2423016"/>
                  <a:ext cx="944280" cy="18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40416A0-C3EF-318D-3A7C-64627AF04E44}"/>
                    </a:ext>
                  </a:extLst>
                </p14:cNvPr>
                <p14:cNvContentPartPr/>
                <p14:nvPr/>
              </p14:nvContentPartPr>
              <p14:xfrm>
                <a:off x="8833824" y="2181816"/>
                <a:ext cx="162360" cy="179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40416A0-C3EF-318D-3A7C-64627AF04E4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825184" y="2172816"/>
                  <a:ext cx="1800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0649701-8851-D8FA-ED3B-E9860F57AAFA}"/>
                    </a:ext>
                  </a:extLst>
                </p14:cNvPr>
                <p14:cNvContentPartPr/>
                <p14:nvPr/>
              </p14:nvContentPartPr>
              <p14:xfrm>
                <a:off x="9012744" y="2159136"/>
                <a:ext cx="88920" cy="216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0649701-8851-D8FA-ED3B-E9860F57AAF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004104" y="2150496"/>
                  <a:ext cx="1065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BB73E8C-4B17-9129-5936-F544FCA40660}"/>
                    </a:ext>
                  </a:extLst>
                </p14:cNvPr>
                <p14:cNvContentPartPr/>
                <p14:nvPr/>
              </p14:nvContentPartPr>
              <p14:xfrm>
                <a:off x="8852544" y="2259936"/>
                <a:ext cx="110880" cy="78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BB73E8C-4B17-9129-5936-F544FCA4066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843544" y="2250936"/>
                  <a:ext cx="1285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E8E5B79-38CD-4224-1B18-FB0C240BB576}"/>
                    </a:ext>
                  </a:extLst>
                </p14:cNvPr>
                <p14:cNvContentPartPr/>
                <p14:nvPr/>
              </p14:nvContentPartPr>
              <p14:xfrm>
                <a:off x="9341424" y="2207016"/>
                <a:ext cx="306360" cy="862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E8E5B79-38CD-4224-1B18-FB0C240BB57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332424" y="2198016"/>
                  <a:ext cx="324000" cy="87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A01E7DF-008A-EDF6-977F-D1077EA0973E}"/>
                    </a:ext>
                  </a:extLst>
                </p14:cNvPr>
                <p14:cNvContentPartPr/>
                <p14:nvPr/>
              </p14:nvContentPartPr>
              <p14:xfrm>
                <a:off x="9846504" y="2100456"/>
                <a:ext cx="452520" cy="1137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A01E7DF-008A-EDF6-977F-D1077EA0973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837504" y="2091816"/>
                  <a:ext cx="470160" cy="11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21BDC62-3D03-37ED-406E-E659D2CCC579}"/>
                    </a:ext>
                  </a:extLst>
                </p14:cNvPr>
                <p14:cNvContentPartPr/>
                <p14:nvPr/>
              </p14:nvContentPartPr>
              <p14:xfrm>
                <a:off x="8961264" y="1382976"/>
                <a:ext cx="576000" cy="529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21BDC62-3D03-37ED-406E-E659D2CCC57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952624" y="1373976"/>
                  <a:ext cx="59364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5EBA36B-C35E-E18A-4B80-F80FB9B2200C}"/>
                    </a:ext>
                  </a:extLst>
                </p14:cNvPr>
                <p14:cNvContentPartPr/>
                <p14:nvPr/>
              </p14:nvContentPartPr>
              <p14:xfrm>
                <a:off x="9562824" y="1466856"/>
                <a:ext cx="84960" cy="195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5EBA36B-C35E-E18A-4B80-F80FB9B2200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553824" y="1457856"/>
                  <a:ext cx="1026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E4BBCF3-E406-ECA6-806C-824C06D6FE7B}"/>
                    </a:ext>
                  </a:extLst>
                </p14:cNvPr>
                <p14:cNvContentPartPr/>
                <p14:nvPr/>
              </p14:nvContentPartPr>
              <p14:xfrm>
                <a:off x="9680904" y="1534176"/>
                <a:ext cx="10800" cy="312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E4BBCF3-E406-ECA6-806C-824C06D6FE7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672264" y="1525176"/>
                  <a:ext cx="284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61FB964-D904-336A-B9F7-F31EA0E25A92}"/>
                    </a:ext>
                  </a:extLst>
                </p14:cNvPr>
                <p14:cNvContentPartPr/>
                <p14:nvPr/>
              </p14:nvContentPartPr>
              <p14:xfrm>
                <a:off x="9680184" y="1445616"/>
                <a:ext cx="113400" cy="192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61FB964-D904-336A-B9F7-F31EA0E25A9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71184" y="1436976"/>
                  <a:ext cx="1310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4A7A956-2A84-5DCC-EF22-8DFA8B62B849}"/>
                    </a:ext>
                  </a:extLst>
                </p14:cNvPr>
                <p14:cNvContentPartPr/>
                <p14:nvPr/>
              </p14:nvContentPartPr>
              <p14:xfrm>
                <a:off x="9768744" y="1519056"/>
                <a:ext cx="118440" cy="152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4A7A956-2A84-5DCC-EF22-8DFA8B62B84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760104" y="1510416"/>
                  <a:ext cx="1360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F4BD07E-18F0-D845-5DDE-4F8C56422DF4}"/>
                    </a:ext>
                  </a:extLst>
                </p14:cNvPr>
                <p14:cNvContentPartPr/>
                <p14:nvPr/>
              </p14:nvContentPartPr>
              <p14:xfrm>
                <a:off x="9952704" y="1426536"/>
                <a:ext cx="380520" cy="394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F4BD07E-18F0-D845-5DDE-4F8C56422DF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944064" y="1417896"/>
                  <a:ext cx="39816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4F40390-FFEC-56EB-0C6C-A454770DEEE0}"/>
                    </a:ext>
                  </a:extLst>
                </p14:cNvPr>
                <p14:cNvContentPartPr/>
                <p14:nvPr/>
              </p14:nvContentPartPr>
              <p14:xfrm>
                <a:off x="9775584" y="1204416"/>
                <a:ext cx="51120" cy="63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4F40390-FFEC-56EB-0C6C-A454770DEEE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66584" y="1195776"/>
                  <a:ext cx="68760" cy="80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81645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6576270-5CD9-168E-B135-961C11C227BB}"/>
              </a:ext>
            </a:extLst>
          </p:cNvPr>
          <p:cNvGrpSpPr/>
          <p:nvPr/>
        </p:nvGrpSpPr>
        <p:grpSpPr>
          <a:xfrm>
            <a:off x="771264" y="562896"/>
            <a:ext cx="2449080" cy="866880"/>
            <a:chOff x="771264" y="562896"/>
            <a:chExt cx="2449080" cy="86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CCCE6F6-92C1-6A03-9AE8-E5F3FC25FD6E}"/>
                    </a:ext>
                  </a:extLst>
                </p14:cNvPr>
                <p14:cNvContentPartPr/>
                <p14:nvPr/>
              </p14:nvContentPartPr>
              <p14:xfrm>
                <a:off x="771264" y="665496"/>
                <a:ext cx="318240" cy="3459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CCCE6F6-92C1-6A03-9AE8-E5F3FC25FD6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62624" y="656496"/>
                  <a:ext cx="3358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546CD7E-C542-531A-899E-53233CB9CF2A}"/>
                    </a:ext>
                  </a:extLst>
                </p14:cNvPr>
                <p14:cNvContentPartPr/>
                <p14:nvPr/>
              </p14:nvContentPartPr>
              <p14:xfrm>
                <a:off x="1182744" y="696456"/>
                <a:ext cx="223200" cy="248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546CD7E-C542-531A-899E-53233CB9CF2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74104" y="687816"/>
                  <a:ext cx="2408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5A8706F-C027-40A8-6296-1DD5223DCECC}"/>
                    </a:ext>
                  </a:extLst>
                </p14:cNvPr>
                <p14:cNvContentPartPr/>
                <p14:nvPr/>
              </p14:nvContentPartPr>
              <p14:xfrm>
                <a:off x="1540584" y="699336"/>
                <a:ext cx="71280" cy="258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5A8706F-C027-40A8-6296-1DD5223DCEC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31944" y="690696"/>
                  <a:ext cx="889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A65108B-AA4D-6664-6D61-92899EEEFB98}"/>
                    </a:ext>
                  </a:extLst>
                </p14:cNvPr>
                <p14:cNvContentPartPr/>
                <p14:nvPr/>
              </p14:nvContentPartPr>
              <p14:xfrm>
                <a:off x="1712664" y="606816"/>
                <a:ext cx="736200" cy="372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A65108B-AA4D-6664-6D61-92899EEEFB9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704024" y="597816"/>
                  <a:ext cx="75384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303105A-FCA4-BACA-3254-F791CB2E5F00}"/>
                    </a:ext>
                  </a:extLst>
                </p14:cNvPr>
                <p14:cNvContentPartPr/>
                <p14:nvPr/>
              </p14:nvContentPartPr>
              <p14:xfrm>
                <a:off x="2457864" y="650016"/>
                <a:ext cx="86040" cy="308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303105A-FCA4-BACA-3254-F791CB2E5F0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49224" y="641376"/>
                  <a:ext cx="1036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F516022-B5E5-E8F4-6764-936876D79805}"/>
                    </a:ext>
                  </a:extLst>
                </p14:cNvPr>
                <p14:cNvContentPartPr/>
                <p14:nvPr/>
              </p14:nvContentPartPr>
              <p14:xfrm>
                <a:off x="2630664" y="688176"/>
                <a:ext cx="61200" cy="285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F516022-B5E5-E8F4-6764-936876D7980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622024" y="679176"/>
                  <a:ext cx="788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811661E-3E86-A30E-E18A-338618A24F7A}"/>
                    </a:ext>
                  </a:extLst>
                </p14:cNvPr>
                <p14:cNvContentPartPr/>
                <p14:nvPr/>
              </p14:nvContentPartPr>
              <p14:xfrm>
                <a:off x="2765664" y="565416"/>
                <a:ext cx="79200" cy="423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811661E-3E86-A30E-E18A-338618A24F7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57024" y="556416"/>
                  <a:ext cx="9684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2D79467-EBE7-6A3F-5299-3226C922432A}"/>
                    </a:ext>
                  </a:extLst>
                </p14:cNvPr>
                <p14:cNvContentPartPr/>
                <p14:nvPr/>
              </p14:nvContentPartPr>
              <p14:xfrm>
                <a:off x="2792664" y="750816"/>
                <a:ext cx="427680" cy="678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2D79467-EBE7-6A3F-5299-3226C922432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784024" y="742176"/>
                  <a:ext cx="445320" cy="69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E282207-FD5B-4A1C-7105-B3D2ECA75EED}"/>
                    </a:ext>
                  </a:extLst>
                </p14:cNvPr>
                <p14:cNvContentPartPr/>
                <p14:nvPr/>
              </p14:nvContentPartPr>
              <p14:xfrm>
                <a:off x="3008664" y="562896"/>
                <a:ext cx="17280" cy="49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E282207-FD5B-4A1C-7105-B3D2ECA75EE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000024" y="553896"/>
                  <a:ext cx="3492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B646406-3CE7-5506-5CD3-B665BF0A0EF4}"/>
              </a:ext>
            </a:extLst>
          </p:cNvPr>
          <p:cNvGrpSpPr/>
          <p:nvPr/>
        </p:nvGrpSpPr>
        <p:grpSpPr>
          <a:xfrm>
            <a:off x="4027824" y="8496"/>
            <a:ext cx="7368120" cy="3271536"/>
            <a:chOff x="4027824" y="8496"/>
            <a:chExt cx="7368120" cy="327153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8C8EC45-B22C-23CE-FE18-19A174583247}"/>
                    </a:ext>
                  </a:extLst>
                </p14:cNvPr>
                <p14:cNvContentPartPr/>
                <p14:nvPr/>
              </p14:nvContentPartPr>
              <p14:xfrm>
                <a:off x="4095144" y="625536"/>
                <a:ext cx="713880" cy="300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8C8EC45-B22C-23CE-FE18-19A17458324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086504" y="616536"/>
                  <a:ext cx="7315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A837763-B443-A775-B3F5-F9AB2A073D99}"/>
                    </a:ext>
                  </a:extLst>
                </p14:cNvPr>
                <p14:cNvContentPartPr/>
                <p14:nvPr/>
              </p14:nvContentPartPr>
              <p14:xfrm>
                <a:off x="5329944" y="466416"/>
                <a:ext cx="203400" cy="356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A837763-B443-A775-B3F5-F9AB2A073D9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320944" y="457776"/>
                  <a:ext cx="22104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C54D617-94AB-7D61-90EA-446E6649E72D}"/>
                    </a:ext>
                  </a:extLst>
                </p14:cNvPr>
                <p14:cNvContentPartPr/>
                <p14:nvPr/>
              </p14:nvContentPartPr>
              <p14:xfrm>
                <a:off x="5282064" y="549576"/>
                <a:ext cx="433800" cy="279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C54D617-94AB-7D61-90EA-446E6649E72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73064" y="540576"/>
                  <a:ext cx="4514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897F19A-FDE3-F772-2D29-0FA8BAD71B04}"/>
                    </a:ext>
                  </a:extLst>
                </p14:cNvPr>
                <p14:cNvContentPartPr/>
                <p14:nvPr/>
              </p14:nvContentPartPr>
              <p14:xfrm>
                <a:off x="5654664" y="442656"/>
                <a:ext cx="257760" cy="351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897F19A-FDE3-F772-2D29-0FA8BAD71B0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646024" y="433656"/>
                  <a:ext cx="27540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76DB3B0-AE5A-1495-B2C3-26A5F018D363}"/>
                    </a:ext>
                  </a:extLst>
                </p14:cNvPr>
                <p14:cNvContentPartPr/>
                <p14:nvPr/>
              </p14:nvContentPartPr>
              <p14:xfrm>
                <a:off x="6006744" y="531216"/>
                <a:ext cx="289440" cy="307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76DB3B0-AE5A-1495-B2C3-26A5F018D36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97744" y="522576"/>
                  <a:ext cx="3070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20B4855-DD5D-DFC1-6FCE-35ACC8C88B34}"/>
                    </a:ext>
                  </a:extLst>
                </p14:cNvPr>
                <p14:cNvContentPartPr/>
                <p14:nvPr/>
              </p14:nvContentPartPr>
              <p14:xfrm>
                <a:off x="4335264" y="899136"/>
                <a:ext cx="429120" cy="397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20B4855-DD5D-DFC1-6FCE-35ACC8C88B3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326264" y="890136"/>
                  <a:ext cx="44676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59D37E7-F5FD-A82E-0946-F92FF82C8A26}"/>
                    </a:ext>
                  </a:extLst>
                </p14:cNvPr>
                <p14:cNvContentPartPr/>
                <p14:nvPr/>
              </p14:nvContentPartPr>
              <p14:xfrm>
                <a:off x="5355144" y="1113336"/>
                <a:ext cx="401040" cy="279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59D37E7-F5FD-A82E-0946-F92FF82C8A2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46504" y="1104696"/>
                  <a:ext cx="4186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A51084C-13C0-773D-F15B-185608B0B813}"/>
                    </a:ext>
                  </a:extLst>
                </p14:cNvPr>
                <p14:cNvContentPartPr/>
                <p14:nvPr/>
              </p14:nvContentPartPr>
              <p14:xfrm>
                <a:off x="5269104" y="1088856"/>
                <a:ext cx="443160" cy="338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A51084C-13C0-773D-F15B-185608B0B81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260464" y="1079856"/>
                  <a:ext cx="46080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39A8F82-8286-C056-3682-9D9E3BB09C57}"/>
                    </a:ext>
                  </a:extLst>
                </p14:cNvPr>
                <p14:cNvContentPartPr/>
                <p14:nvPr/>
              </p14:nvContentPartPr>
              <p14:xfrm>
                <a:off x="5792904" y="1166616"/>
                <a:ext cx="384480" cy="326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39A8F82-8286-C056-3682-9D9E3BB09C5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784264" y="1157616"/>
                  <a:ext cx="4021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796B112-5533-8F8E-19D0-1683EE8CDF98}"/>
                    </a:ext>
                  </a:extLst>
                </p14:cNvPr>
                <p14:cNvContentPartPr/>
                <p14:nvPr/>
              </p14:nvContentPartPr>
              <p14:xfrm>
                <a:off x="4027824" y="963216"/>
                <a:ext cx="407880" cy="915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796B112-5533-8F8E-19D0-1683EE8CDF9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018824" y="954576"/>
                  <a:ext cx="425520" cy="9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A55EA29-E999-B943-F888-3907079E1B57}"/>
                    </a:ext>
                  </a:extLst>
                </p14:cNvPr>
                <p14:cNvContentPartPr/>
                <p14:nvPr/>
              </p14:nvContentPartPr>
              <p14:xfrm>
                <a:off x="5175504" y="1846296"/>
                <a:ext cx="7200" cy="28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A55EA29-E999-B943-F888-3907079E1B5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166504" y="1837296"/>
                  <a:ext cx="24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5B29085-E6CA-CFEE-7FDB-091A5A359AB3}"/>
                    </a:ext>
                  </a:extLst>
                </p14:cNvPr>
                <p14:cNvContentPartPr/>
                <p14:nvPr/>
              </p14:nvContentPartPr>
              <p14:xfrm>
                <a:off x="5181264" y="1812096"/>
                <a:ext cx="38160" cy="366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5B29085-E6CA-CFEE-7FDB-091A5A359AB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72624" y="1803096"/>
                  <a:ext cx="5580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C5DE8A7-C573-A957-3FB9-49244D329790}"/>
                    </a:ext>
                  </a:extLst>
                </p14:cNvPr>
                <p14:cNvContentPartPr/>
                <p14:nvPr/>
              </p14:nvContentPartPr>
              <p14:xfrm>
                <a:off x="5070744" y="1787616"/>
                <a:ext cx="395280" cy="410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C5DE8A7-C573-A957-3FB9-49244D32979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062104" y="1778616"/>
                  <a:ext cx="41292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44334C4-D6B4-0CBA-5D7E-9DEFFCBB8537}"/>
                    </a:ext>
                  </a:extLst>
                </p14:cNvPr>
                <p14:cNvContentPartPr/>
                <p14:nvPr/>
              </p14:nvContentPartPr>
              <p14:xfrm>
                <a:off x="5508864" y="1859976"/>
                <a:ext cx="267840" cy="333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44334C4-D6B4-0CBA-5D7E-9DEFFCBB853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500224" y="1850976"/>
                  <a:ext cx="2854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3F93DD2-8576-7BC2-A3C4-014A3AB718CE}"/>
                    </a:ext>
                  </a:extLst>
                </p14:cNvPr>
                <p14:cNvContentPartPr/>
                <p14:nvPr/>
              </p14:nvContentPartPr>
              <p14:xfrm>
                <a:off x="5860584" y="1932336"/>
                <a:ext cx="334440" cy="236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3F93DD2-8576-7BC2-A3C4-014A3AB718C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851944" y="1923336"/>
                  <a:ext cx="3520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038897D-14E2-D731-C739-2F38D6260711}"/>
                    </a:ext>
                  </a:extLst>
                </p14:cNvPr>
                <p14:cNvContentPartPr/>
                <p14:nvPr/>
              </p14:nvContentPartPr>
              <p14:xfrm>
                <a:off x="6166224" y="1911816"/>
                <a:ext cx="207720" cy="302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038897D-14E2-D731-C739-2F38D626071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157584" y="1902816"/>
                  <a:ext cx="2253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3C3B3C3-21CD-3097-C819-DC614D3F9EB5}"/>
                    </a:ext>
                  </a:extLst>
                </p14:cNvPr>
                <p14:cNvContentPartPr/>
                <p14:nvPr/>
              </p14:nvContentPartPr>
              <p14:xfrm>
                <a:off x="6451344" y="1867536"/>
                <a:ext cx="362520" cy="356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3C3B3C3-21CD-3097-C819-DC614D3F9EB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442344" y="1858536"/>
                  <a:ext cx="3801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D3BCE07-777D-5C67-4C34-80B4750C1684}"/>
                    </a:ext>
                  </a:extLst>
                </p14:cNvPr>
                <p14:cNvContentPartPr/>
                <p14:nvPr/>
              </p14:nvContentPartPr>
              <p14:xfrm>
                <a:off x="7986744" y="8496"/>
                <a:ext cx="898920" cy="385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D3BCE07-777D-5C67-4C34-80B4750C168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978104" y="-504"/>
                  <a:ext cx="91656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D890F9F-A7CF-7745-D931-3B919DA797EA}"/>
                    </a:ext>
                  </a:extLst>
                </p14:cNvPr>
                <p14:cNvContentPartPr/>
                <p14:nvPr/>
              </p14:nvContentPartPr>
              <p14:xfrm>
                <a:off x="6493824" y="534672"/>
                <a:ext cx="241200" cy="339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D890F9F-A7CF-7745-D931-3B919DA797E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484824" y="526032"/>
                  <a:ext cx="2588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7F6BA39-2252-F1D7-B267-04AF3F689504}"/>
                    </a:ext>
                  </a:extLst>
                </p14:cNvPr>
                <p14:cNvContentPartPr/>
                <p14:nvPr/>
              </p14:nvContentPartPr>
              <p14:xfrm>
                <a:off x="6733944" y="583632"/>
                <a:ext cx="267840" cy="302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7F6BA39-2252-F1D7-B267-04AF3F68950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724944" y="574632"/>
                  <a:ext cx="2854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81A088D-5357-8A1E-B2FA-13121C72C1D5}"/>
                    </a:ext>
                  </a:extLst>
                </p14:cNvPr>
                <p14:cNvContentPartPr/>
                <p14:nvPr/>
              </p14:nvContentPartPr>
              <p14:xfrm>
                <a:off x="7034904" y="679032"/>
                <a:ext cx="240120" cy="202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81A088D-5357-8A1E-B2FA-13121C72C1D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026264" y="670032"/>
                  <a:ext cx="2577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EB3F018-7631-7D6D-3C74-13839155146F}"/>
                    </a:ext>
                  </a:extLst>
                </p14:cNvPr>
                <p14:cNvContentPartPr/>
                <p14:nvPr/>
              </p14:nvContentPartPr>
              <p14:xfrm>
                <a:off x="7308504" y="568152"/>
                <a:ext cx="46080" cy="280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EB3F018-7631-7D6D-3C74-13839155146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299504" y="559512"/>
                  <a:ext cx="637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312D1EF-7434-8947-5E8F-EE72AF1946F4}"/>
                    </a:ext>
                  </a:extLst>
                </p14:cNvPr>
                <p14:cNvContentPartPr/>
                <p14:nvPr/>
              </p14:nvContentPartPr>
              <p14:xfrm>
                <a:off x="7308504" y="713232"/>
                <a:ext cx="84600" cy="72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312D1EF-7434-8947-5E8F-EE72AF1946F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299504" y="704232"/>
                  <a:ext cx="1022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772502C-A044-4C2F-A7A7-A968FAE103D3}"/>
                    </a:ext>
                  </a:extLst>
                </p14:cNvPr>
                <p14:cNvContentPartPr/>
                <p14:nvPr/>
              </p14:nvContentPartPr>
              <p14:xfrm>
                <a:off x="7498584" y="514872"/>
                <a:ext cx="84600" cy="428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772502C-A044-4C2F-A7A7-A968FAE103D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489584" y="506232"/>
                  <a:ext cx="10224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93BB71A-4518-972E-B8C7-02E9A35F04E4}"/>
                    </a:ext>
                  </a:extLst>
                </p14:cNvPr>
                <p14:cNvContentPartPr/>
                <p14:nvPr/>
              </p14:nvContentPartPr>
              <p14:xfrm>
                <a:off x="7686504" y="721152"/>
                <a:ext cx="834480" cy="64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93BB71A-4518-972E-B8C7-02E9A35F04E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677504" y="712512"/>
                  <a:ext cx="852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716A941-A67A-0C05-131B-57CA78C79D63}"/>
                    </a:ext>
                  </a:extLst>
                </p14:cNvPr>
                <p14:cNvContentPartPr/>
                <p14:nvPr/>
              </p14:nvContentPartPr>
              <p14:xfrm>
                <a:off x="8917704" y="632592"/>
                <a:ext cx="34920" cy="320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716A941-A67A-0C05-131B-57CA78C79D6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908704" y="623952"/>
                  <a:ext cx="525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772EE3A-2C83-38F0-4F95-05358B7B32C4}"/>
                    </a:ext>
                  </a:extLst>
                </p14:cNvPr>
                <p14:cNvContentPartPr/>
                <p14:nvPr/>
              </p14:nvContentPartPr>
              <p14:xfrm>
                <a:off x="9090144" y="649872"/>
                <a:ext cx="206640" cy="256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772EE3A-2C83-38F0-4F95-05358B7B32C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081144" y="641232"/>
                  <a:ext cx="2242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8F28E9C-A28C-829A-17B0-3631138612A6}"/>
                    </a:ext>
                  </a:extLst>
                </p14:cNvPr>
                <p14:cNvContentPartPr/>
                <p14:nvPr/>
              </p14:nvContentPartPr>
              <p14:xfrm>
                <a:off x="9434664" y="739512"/>
                <a:ext cx="41040" cy="258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8F28E9C-A28C-829A-17B0-3631138612A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425664" y="730512"/>
                  <a:ext cx="586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524B1D8-82D5-A0C9-F135-2C747AC94F61}"/>
                    </a:ext>
                  </a:extLst>
                </p14:cNvPr>
                <p14:cNvContentPartPr/>
                <p14:nvPr/>
              </p14:nvContentPartPr>
              <p14:xfrm>
                <a:off x="9569664" y="676512"/>
                <a:ext cx="164520" cy="279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524B1D8-82D5-A0C9-F135-2C747AC94F6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560664" y="667512"/>
                  <a:ext cx="1821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B942F0E-2069-14D8-C22A-FE71696F4293}"/>
                    </a:ext>
                  </a:extLst>
                </p14:cNvPr>
                <p14:cNvContentPartPr/>
                <p14:nvPr/>
              </p14:nvContentPartPr>
              <p14:xfrm>
                <a:off x="9823824" y="694152"/>
                <a:ext cx="159480" cy="307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B942F0E-2069-14D8-C22A-FE71696F429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814824" y="685512"/>
                  <a:ext cx="1771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EBCE36B-6680-F5E8-8932-641A64FEFF6D}"/>
                    </a:ext>
                  </a:extLst>
                </p14:cNvPr>
                <p14:cNvContentPartPr/>
                <p14:nvPr/>
              </p14:nvContentPartPr>
              <p14:xfrm>
                <a:off x="10085904" y="709272"/>
                <a:ext cx="153720" cy="283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EBCE36B-6680-F5E8-8932-641A64FEFF6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077264" y="700632"/>
                  <a:ext cx="1713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9BD1E8E-ACD6-B346-4A96-B5201E72AD76}"/>
                    </a:ext>
                  </a:extLst>
                </p14:cNvPr>
                <p14:cNvContentPartPr/>
                <p14:nvPr/>
              </p14:nvContentPartPr>
              <p14:xfrm>
                <a:off x="6484104" y="1152432"/>
                <a:ext cx="207000" cy="362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9BD1E8E-ACD6-B346-4A96-B5201E72AD7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475104" y="1143792"/>
                  <a:ext cx="2246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6892133-F1FA-3460-663E-C230288BE569}"/>
                    </a:ext>
                  </a:extLst>
                </p14:cNvPr>
                <p14:cNvContentPartPr/>
                <p14:nvPr/>
              </p14:nvContentPartPr>
              <p14:xfrm>
                <a:off x="6827544" y="1211832"/>
                <a:ext cx="19440" cy="401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6892133-F1FA-3460-663E-C230288BE56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818904" y="1203192"/>
                  <a:ext cx="3708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82652F4-7ABA-AC90-0139-9439C4274BF7}"/>
                    </a:ext>
                  </a:extLst>
                </p14:cNvPr>
                <p14:cNvContentPartPr/>
                <p14:nvPr/>
              </p14:nvContentPartPr>
              <p14:xfrm>
                <a:off x="6802344" y="1211832"/>
                <a:ext cx="128880" cy="228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82652F4-7ABA-AC90-0139-9439C4274BF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793344" y="1202832"/>
                  <a:ext cx="1465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52001A9-AE44-6954-58C2-045400CA2E97}"/>
                    </a:ext>
                  </a:extLst>
                </p14:cNvPr>
                <p14:cNvContentPartPr/>
                <p14:nvPr/>
              </p14:nvContentPartPr>
              <p14:xfrm>
                <a:off x="7034904" y="1248552"/>
                <a:ext cx="221400" cy="19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52001A9-AE44-6954-58C2-045400CA2E9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026264" y="1239552"/>
                  <a:ext cx="239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EE89D31-269F-2792-2D68-DF2E9B90CAB0}"/>
                    </a:ext>
                  </a:extLst>
                </p14:cNvPr>
                <p14:cNvContentPartPr/>
                <p14:nvPr/>
              </p14:nvContentPartPr>
              <p14:xfrm>
                <a:off x="7068744" y="1223712"/>
                <a:ext cx="145440" cy="307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EE89D31-269F-2792-2D68-DF2E9B90CAB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060104" y="1215072"/>
                  <a:ext cx="1630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1879BFE-7A5C-3117-1B97-3745A4F302FA}"/>
                    </a:ext>
                  </a:extLst>
                </p14:cNvPr>
                <p14:cNvContentPartPr/>
                <p14:nvPr/>
              </p14:nvContentPartPr>
              <p14:xfrm>
                <a:off x="7318584" y="1267632"/>
                <a:ext cx="152280" cy="25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1879BFE-7A5C-3117-1B97-3745A4F302F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309584" y="1258632"/>
                  <a:ext cx="1699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83E97AE-D0BD-80F6-65E2-8A0EAB0155B7}"/>
                    </a:ext>
                  </a:extLst>
                </p14:cNvPr>
                <p14:cNvContentPartPr/>
                <p14:nvPr/>
              </p14:nvContentPartPr>
              <p14:xfrm>
                <a:off x="7385904" y="1314792"/>
                <a:ext cx="24120" cy="270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83E97AE-D0BD-80F6-65E2-8A0EAB0155B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377264" y="1306152"/>
                  <a:ext cx="417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05D770D-1305-7D3E-8F9E-99D518A42CD4}"/>
                    </a:ext>
                  </a:extLst>
                </p14:cNvPr>
                <p14:cNvContentPartPr/>
                <p14:nvPr/>
              </p14:nvContentPartPr>
              <p14:xfrm>
                <a:off x="7574904" y="1273032"/>
                <a:ext cx="163800" cy="342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05D770D-1305-7D3E-8F9E-99D518A42CD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566264" y="1264392"/>
                  <a:ext cx="1814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EFBE547-9685-FFE8-F167-0BBDA5FC60E3}"/>
                    </a:ext>
                  </a:extLst>
                </p14:cNvPr>
                <p14:cNvContentPartPr/>
                <p14:nvPr/>
              </p14:nvContentPartPr>
              <p14:xfrm>
                <a:off x="8155584" y="1445832"/>
                <a:ext cx="757440" cy="34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EFBE547-9685-FFE8-F167-0BBDA5FC60E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146584" y="1437192"/>
                  <a:ext cx="7750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7C50E43-CFE8-0C3E-8A43-DF3A1BB4A1DD}"/>
                    </a:ext>
                  </a:extLst>
                </p14:cNvPr>
                <p14:cNvContentPartPr/>
                <p14:nvPr/>
              </p14:nvContentPartPr>
              <p14:xfrm>
                <a:off x="9279144" y="1278792"/>
                <a:ext cx="214200" cy="388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7C50E43-CFE8-0C3E-8A43-DF3A1BB4A1D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270504" y="1270152"/>
                  <a:ext cx="2318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1A259DC-9F22-C040-64D6-51A58C4972A2}"/>
                    </a:ext>
                  </a:extLst>
                </p14:cNvPr>
                <p14:cNvContentPartPr/>
                <p14:nvPr/>
              </p14:nvContentPartPr>
              <p14:xfrm>
                <a:off x="9620424" y="1262592"/>
                <a:ext cx="44280" cy="356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1A259DC-9F22-C040-64D6-51A58C4972A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611424" y="1253952"/>
                  <a:ext cx="6192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5896988-756B-D083-C508-C469ECF521A6}"/>
                    </a:ext>
                  </a:extLst>
                </p14:cNvPr>
                <p14:cNvContentPartPr/>
                <p14:nvPr/>
              </p14:nvContentPartPr>
              <p14:xfrm>
                <a:off x="9746784" y="1347192"/>
                <a:ext cx="228240" cy="286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5896988-756B-D083-C508-C469ECF521A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738144" y="1338552"/>
                  <a:ext cx="2458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ABC6C60-4088-06D0-4B71-C8DDE9226DD2}"/>
                    </a:ext>
                  </a:extLst>
                </p14:cNvPr>
                <p14:cNvContentPartPr/>
                <p14:nvPr/>
              </p14:nvContentPartPr>
              <p14:xfrm>
                <a:off x="10068984" y="1393632"/>
                <a:ext cx="273960" cy="287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ABC6C60-4088-06D0-4B71-C8DDE9226DD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060344" y="1384632"/>
                  <a:ext cx="2916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5097E6C-DDBF-730C-9B34-4A050830D4F8}"/>
                    </a:ext>
                  </a:extLst>
                </p14:cNvPr>
                <p14:cNvContentPartPr/>
                <p14:nvPr/>
              </p14:nvContentPartPr>
              <p14:xfrm>
                <a:off x="7198704" y="2116152"/>
                <a:ext cx="1078560" cy="74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5097E6C-DDBF-730C-9B34-4A050830D4F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190064" y="2107152"/>
                  <a:ext cx="10962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4EF2EAB-9323-E054-2BC2-54C0C403D09F}"/>
                    </a:ext>
                  </a:extLst>
                </p14:cNvPr>
                <p14:cNvContentPartPr/>
                <p14:nvPr/>
              </p14:nvContentPartPr>
              <p14:xfrm>
                <a:off x="9441504" y="1901592"/>
                <a:ext cx="206280" cy="364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4EF2EAB-9323-E054-2BC2-54C0C403D09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432504" y="1892592"/>
                  <a:ext cx="2239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F856518-7F7E-D1AE-6960-ABE93B91FB77}"/>
                    </a:ext>
                  </a:extLst>
                </p14:cNvPr>
                <p14:cNvContentPartPr/>
                <p14:nvPr/>
              </p14:nvContentPartPr>
              <p14:xfrm>
                <a:off x="9786744" y="1940832"/>
                <a:ext cx="228240" cy="266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F856518-7F7E-D1AE-6960-ABE93B91FB7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777744" y="1932192"/>
                  <a:ext cx="2458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080DAD0-EC49-334A-32EA-A1CE8D908B4E}"/>
                    </a:ext>
                  </a:extLst>
                </p14:cNvPr>
                <p14:cNvContentPartPr/>
                <p14:nvPr/>
              </p14:nvContentPartPr>
              <p14:xfrm>
                <a:off x="10197504" y="2053152"/>
                <a:ext cx="118440" cy="289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080DAD0-EC49-334A-32EA-A1CE8D908B4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188504" y="2044152"/>
                  <a:ext cx="1360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DED1942-45B7-D7C9-5D20-13908E106A3A}"/>
                    </a:ext>
                  </a:extLst>
                </p14:cNvPr>
                <p14:cNvContentPartPr/>
                <p14:nvPr/>
              </p14:nvContentPartPr>
              <p14:xfrm>
                <a:off x="10398744" y="2000952"/>
                <a:ext cx="185400" cy="319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DED1942-45B7-D7C9-5D20-13908E106A3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389744" y="1991952"/>
                  <a:ext cx="2030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8723E68-03BC-E373-E1C2-ED1D273974C1}"/>
                    </a:ext>
                  </a:extLst>
                </p14:cNvPr>
                <p14:cNvContentPartPr/>
                <p14:nvPr/>
              </p14:nvContentPartPr>
              <p14:xfrm>
                <a:off x="10648584" y="1994112"/>
                <a:ext cx="173880" cy="326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8723E68-03BC-E373-E1C2-ED1D273974C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639944" y="1985112"/>
                  <a:ext cx="1915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3FBFB88-C789-B887-90ED-2DC3F7913C8E}"/>
                    </a:ext>
                  </a:extLst>
                </p14:cNvPr>
                <p14:cNvContentPartPr/>
                <p14:nvPr/>
              </p14:nvContentPartPr>
              <p14:xfrm>
                <a:off x="10871064" y="1972152"/>
                <a:ext cx="217800" cy="317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3FBFB88-C789-B887-90ED-2DC3F7913C8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862424" y="1963152"/>
                  <a:ext cx="2354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20DC703-35ED-CE77-FF9F-56A01F374243}"/>
                    </a:ext>
                  </a:extLst>
                </p14:cNvPr>
                <p14:cNvContentPartPr/>
                <p14:nvPr/>
              </p14:nvContentPartPr>
              <p14:xfrm>
                <a:off x="11216664" y="1984752"/>
                <a:ext cx="179280" cy="266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20DC703-35ED-CE77-FF9F-56A01F37424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207664" y="1975752"/>
                  <a:ext cx="1969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DFF03CC-6F68-C7AC-A268-1ACEB5C476D3}"/>
                    </a:ext>
                  </a:extLst>
                </p14:cNvPr>
                <p14:cNvContentPartPr/>
                <p14:nvPr/>
              </p14:nvContentPartPr>
              <p14:xfrm>
                <a:off x="11300904" y="1876752"/>
                <a:ext cx="28440" cy="475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DFF03CC-6F68-C7AC-A268-1ACEB5C476D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292264" y="1867752"/>
                  <a:ext cx="4608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9EC0663-1CDC-AF47-5F29-9898BF6AB563}"/>
                    </a:ext>
                  </a:extLst>
                </p14:cNvPr>
                <p14:cNvContentPartPr/>
                <p14:nvPr/>
              </p14:nvContentPartPr>
              <p14:xfrm>
                <a:off x="4719024" y="1705392"/>
                <a:ext cx="2228760" cy="802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9EC0663-1CDC-AF47-5F29-9898BF6AB56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710024" y="1696392"/>
                  <a:ext cx="2246400" cy="82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1CCEF41-D9F4-574D-5B26-51608557D253}"/>
                    </a:ext>
                  </a:extLst>
                </p14:cNvPr>
                <p14:cNvContentPartPr/>
                <p14:nvPr/>
              </p14:nvContentPartPr>
              <p14:xfrm>
                <a:off x="5021064" y="2809152"/>
                <a:ext cx="178560" cy="281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1CCEF41-D9F4-574D-5B26-51608557D25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012064" y="2800152"/>
                  <a:ext cx="1962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BF9717A-2AC4-AF29-120E-70B8BC7F417C}"/>
                    </a:ext>
                  </a:extLst>
                </p14:cNvPr>
                <p14:cNvContentPartPr/>
                <p14:nvPr/>
              </p14:nvContentPartPr>
              <p14:xfrm>
                <a:off x="5330664" y="2839392"/>
                <a:ext cx="257040" cy="220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BF9717A-2AC4-AF29-120E-70B8BC7F417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321664" y="2830392"/>
                  <a:ext cx="2746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7255501-3E90-7D6A-7CA3-17481278CFE4}"/>
                    </a:ext>
                  </a:extLst>
                </p14:cNvPr>
                <p14:cNvContentPartPr/>
                <p14:nvPr/>
              </p14:nvContentPartPr>
              <p14:xfrm>
                <a:off x="5627304" y="2754432"/>
                <a:ext cx="240480" cy="300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7255501-3E90-7D6A-7CA3-17481278CFE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618304" y="2745792"/>
                  <a:ext cx="2581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2783529-60AC-A908-9B72-875E89E2BDFE}"/>
                    </a:ext>
                  </a:extLst>
                </p14:cNvPr>
                <p14:cNvContentPartPr/>
                <p14:nvPr/>
              </p14:nvContentPartPr>
              <p14:xfrm>
                <a:off x="5739264" y="2727432"/>
                <a:ext cx="37440" cy="25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2783529-60AC-A908-9B72-875E89E2BDF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730264" y="2718432"/>
                  <a:ext cx="55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69E811C-21E4-EDEC-CB35-FD7A66740B81}"/>
                    </a:ext>
                  </a:extLst>
                </p14:cNvPr>
                <p14:cNvContentPartPr/>
                <p14:nvPr/>
              </p14:nvContentPartPr>
              <p14:xfrm>
                <a:off x="5972544" y="2646432"/>
                <a:ext cx="178920" cy="506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69E811C-21E4-EDEC-CB35-FD7A66740B8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963544" y="2637792"/>
                  <a:ext cx="1965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64CA4FB-D00D-DDCC-8985-BD99D06A3E03}"/>
                    </a:ext>
                  </a:extLst>
                </p14:cNvPr>
                <p14:cNvContentPartPr/>
                <p14:nvPr/>
              </p14:nvContentPartPr>
              <p14:xfrm>
                <a:off x="6450984" y="2754072"/>
                <a:ext cx="273960" cy="525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64CA4FB-D00D-DDCC-8985-BD99D06A3E0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442344" y="2745072"/>
                  <a:ext cx="29160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474333E-3B35-E837-92CB-14B4BBA4682F}"/>
                    </a:ext>
                  </a:extLst>
                </p14:cNvPr>
                <p14:cNvContentPartPr/>
                <p14:nvPr/>
              </p14:nvContentPartPr>
              <p14:xfrm>
                <a:off x="6812424" y="2902032"/>
                <a:ext cx="206280" cy="324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474333E-3B35-E837-92CB-14B4BBA4682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803424" y="2893032"/>
                  <a:ext cx="2239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E4B5E8B-A4E2-0C11-3E09-6D9F90846BF2}"/>
                    </a:ext>
                  </a:extLst>
                </p14:cNvPr>
                <p14:cNvContentPartPr/>
                <p14:nvPr/>
              </p14:nvContentPartPr>
              <p14:xfrm>
                <a:off x="7102584" y="2955312"/>
                <a:ext cx="189360" cy="240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E4B5E8B-A4E2-0C11-3E09-6D9F90846BF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093584" y="2946312"/>
                  <a:ext cx="2070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FD4531-AC65-962F-57A9-6B6A4AD09C30}"/>
                    </a:ext>
                  </a:extLst>
                </p14:cNvPr>
                <p14:cNvContentPartPr/>
                <p14:nvPr/>
              </p14:nvContentPartPr>
              <p14:xfrm>
                <a:off x="7325424" y="2862432"/>
                <a:ext cx="27360" cy="410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FD4531-AC65-962F-57A9-6B6A4AD09C3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316424" y="2853792"/>
                  <a:ext cx="4500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029FF6D-C3C7-D9F0-9323-4B7F656419FB}"/>
                    </a:ext>
                  </a:extLst>
                </p14:cNvPr>
                <p14:cNvContentPartPr/>
                <p14:nvPr/>
              </p14:nvContentPartPr>
              <p14:xfrm>
                <a:off x="7325064" y="3040632"/>
                <a:ext cx="284040" cy="194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029FF6D-C3C7-D9F0-9323-4B7F656419F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316424" y="3031632"/>
                  <a:ext cx="30168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8495B7D-4567-CDFC-0592-E10850BA92E2}"/>
              </a:ext>
            </a:extLst>
          </p:cNvPr>
          <p:cNvGrpSpPr/>
          <p:nvPr/>
        </p:nvGrpSpPr>
        <p:grpSpPr>
          <a:xfrm>
            <a:off x="2542104" y="2347632"/>
            <a:ext cx="2323440" cy="1110240"/>
            <a:chOff x="2542104" y="2347632"/>
            <a:chExt cx="2323440" cy="111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CAE7BC3-ED7C-4320-BACA-02BA7DF5766E}"/>
                    </a:ext>
                  </a:extLst>
                </p14:cNvPr>
                <p14:cNvContentPartPr/>
                <p14:nvPr/>
              </p14:nvContentPartPr>
              <p14:xfrm>
                <a:off x="3777264" y="2347632"/>
                <a:ext cx="1088280" cy="381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CAE7BC3-ED7C-4320-BACA-02BA7DF5766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768264" y="2338992"/>
                  <a:ext cx="110592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2131939-0C95-2979-B840-FF555682AEA0}"/>
                    </a:ext>
                  </a:extLst>
                </p14:cNvPr>
                <p14:cNvContentPartPr/>
                <p14:nvPr/>
              </p14:nvContentPartPr>
              <p14:xfrm>
                <a:off x="2542104" y="2880432"/>
                <a:ext cx="72360" cy="415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2131939-0C95-2979-B840-FF555682AEA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533464" y="2871432"/>
                  <a:ext cx="9000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7CA3901-2792-851C-41D8-B579DF0BFC05}"/>
                    </a:ext>
                  </a:extLst>
                </p14:cNvPr>
                <p14:cNvContentPartPr/>
                <p14:nvPr/>
              </p14:nvContentPartPr>
              <p14:xfrm>
                <a:off x="2664504" y="2924712"/>
                <a:ext cx="138600" cy="285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7CA3901-2792-851C-41D8-B579DF0BFC0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655864" y="2916072"/>
                  <a:ext cx="1562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32F5AC7-C658-CD67-A581-46F893011955}"/>
                    </a:ext>
                  </a:extLst>
                </p14:cNvPr>
                <p14:cNvContentPartPr/>
                <p14:nvPr/>
              </p14:nvContentPartPr>
              <p14:xfrm>
                <a:off x="2877264" y="2902752"/>
                <a:ext cx="10440" cy="136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32F5AC7-C658-CD67-A581-46F89301195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868264" y="2893752"/>
                  <a:ext cx="28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62DE11F-4A6F-C1B9-DCCC-04681A25F14F}"/>
                    </a:ext>
                  </a:extLst>
                </p14:cNvPr>
                <p14:cNvContentPartPr/>
                <p14:nvPr/>
              </p14:nvContentPartPr>
              <p14:xfrm>
                <a:off x="2896344" y="2921112"/>
                <a:ext cx="8280" cy="47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62DE11F-4A6F-C1B9-DCCC-04681A25F14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887344" y="2912112"/>
                  <a:ext cx="259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E8BC73D-3C66-CCBC-CFD2-0EE94FF14E01}"/>
                    </a:ext>
                  </a:extLst>
                </p14:cNvPr>
                <p14:cNvContentPartPr/>
                <p14:nvPr/>
              </p14:nvContentPartPr>
              <p14:xfrm>
                <a:off x="2904264" y="2935152"/>
                <a:ext cx="395280" cy="280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E8BC73D-3C66-CCBC-CFD2-0EE94FF14E0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895264" y="2926512"/>
                  <a:ext cx="4129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46D79C6-4742-99FA-0DD0-503E2F85A2C2}"/>
                    </a:ext>
                  </a:extLst>
                </p14:cNvPr>
                <p14:cNvContentPartPr/>
                <p14:nvPr/>
              </p14:nvContentPartPr>
              <p14:xfrm>
                <a:off x="3323304" y="2921112"/>
                <a:ext cx="242640" cy="273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46D79C6-4742-99FA-0DD0-503E2F85A2C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314304" y="2912112"/>
                  <a:ext cx="2602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CFAEEA9-EA51-FDB6-4B2A-D18A5BF9F63C}"/>
                    </a:ext>
                  </a:extLst>
                </p14:cNvPr>
                <p14:cNvContentPartPr/>
                <p14:nvPr/>
              </p14:nvContentPartPr>
              <p14:xfrm>
                <a:off x="2708064" y="2988432"/>
                <a:ext cx="163440" cy="127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CFAEEA9-EA51-FDB6-4B2A-D18A5BF9F63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699424" y="2979432"/>
                  <a:ext cx="181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4C4624D-378C-208F-B1B2-3546034C7166}"/>
                    </a:ext>
                  </a:extLst>
                </p14:cNvPr>
                <p14:cNvContentPartPr/>
                <p14:nvPr/>
              </p14:nvContentPartPr>
              <p14:xfrm>
                <a:off x="2819304" y="3027312"/>
                <a:ext cx="41040" cy="332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4C4624D-378C-208F-B1B2-3546034C716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810664" y="3018312"/>
                  <a:ext cx="5868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763CC2C-63FD-30DC-0D04-EFD4A9CD66C3}"/>
                    </a:ext>
                  </a:extLst>
                </p14:cNvPr>
                <p14:cNvContentPartPr/>
                <p14:nvPr/>
              </p14:nvContentPartPr>
              <p14:xfrm>
                <a:off x="3487464" y="2958912"/>
                <a:ext cx="119520" cy="498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763CC2C-63FD-30DC-0D04-EFD4A9CD66C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478824" y="2950272"/>
                  <a:ext cx="13716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176A1D0-7445-6D27-935D-5C55B59FBD87}"/>
                    </a:ext>
                  </a:extLst>
                </p14:cNvPr>
                <p14:cNvContentPartPr/>
                <p14:nvPr/>
              </p14:nvContentPartPr>
              <p14:xfrm>
                <a:off x="3622824" y="2927232"/>
                <a:ext cx="489600" cy="254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176A1D0-7445-6D27-935D-5C55B59FBD8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614184" y="2918592"/>
                  <a:ext cx="50724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BFA53E8-D03A-BD3D-E4CE-39639834E2CE}"/>
              </a:ext>
            </a:extLst>
          </p:cNvPr>
          <p:cNvGrpSpPr/>
          <p:nvPr/>
        </p:nvGrpSpPr>
        <p:grpSpPr>
          <a:xfrm>
            <a:off x="371304" y="4230792"/>
            <a:ext cx="1625040" cy="464400"/>
            <a:chOff x="371304" y="4230792"/>
            <a:chExt cx="1625040" cy="46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5B90CDB-2770-2E59-0240-0D535C9822DF}"/>
                    </a:ext>
                  </a:extLst>
                </p14:cNvPr>
                <p14:cNvContentPartPr/>
                <p14:nvPr/>
              </p14:nvContentPartPr>
              <p14:xfrm>
                <a:off x="371304" y="4230792"/>
                <a:ext cx="421560" cy="43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5B90CDB-2770-2E59-0240-0D535C9822D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62304" y="4222152"/>
                  <a:ext cx="4392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4D035F3-4892-E76F-1ACD-FBF82F4B2D50}"/>
                    </a:ext>
                  </a:extLst>
                </p14:cNvPr>
                <p14:cNvContentPartPr/>
                <p14:nvPr/>
              </p14:nvContentPartPr>
              <p14:xfrm>
                <a:off x="537984" y="4314312"/>
                <a:ext cx="61200" cy="380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4D035F3-4892-E76F-1ACD-FBF82F4B2D5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29344" y="4305672"/>
                  <a:ext cx="7884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35209E1-9C84-026F-88DC-DE4302EA9BF3}"/>
                    </a:ext>
                  </a:extLst>
                </p14:cNvPr>
                <p14:cNvContentPartPr/>
                <p14:nvPr/>
              </p14:nvContentPartPr>
              <p14:xfrm>
                <a:off x="761184" y="4454352"/>
                <a:ext cx="121680" cy="2408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35209E1-9C84-026F-88DC-DE4302EA9BF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52184" y="4445712"/>
                  <a:ext cx="1393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3F60C0F-8107-0DEE-E59C-C3A4057020F3}"/>
                    </a:ext>
                  </a:extLst>
                </p14:cNvPr>
                <p14:cNvContentPartPr/>
                <p14:nvPr/>
              </p14:nvContentPartPr>
              <p14:xfrm>
                <a:off x="967104" y="4350672"/>
                <a:ext cx="540360" cy="3103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3F60C0F-8107-0DEE-E59C-C3A4057020F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58104" y="4341672"/>
                  <a:ext cx="5580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7B48524-C6BF-82EF-5F9D-888B886574BB}"/>
                    </a:ext>
                  </a:extLst>
                </p14:cNvPr>
                <p14:cNvContentPartPr/>
                <p14:nvPr/>
              </p14:nvContentPartPr>
              <p14:xfrm>
                <a:off x="1601784" y="4290912"/>
                <a:ext cx="334080" cy="331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7B48524-C6BF-82EF-5F9D-888B886574B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593144" y="4282272"/>
                  <a:ext cx="3517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A990951-E5EE-E252-C66E-62326688A311}"/>
                    </a:ext>
                  </a:extLst>
                </p14:cNvPr>
                <p14:cNvContentPartPr/>
                <p14:nvPr/>
              </p14:nvContentPartPr>
              <p14:xfrm>
                <a:off x="1884744" y="4477752"/>
                <a:ext cx="111600" cy="43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A990951-E5EE-E252-C66E-62326688A31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876104" y="4468752"/>
                  <a:ext cx="12924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DA87F2C-9C97-0C7A-7D2C-BE83268BC91F}"/>
              </a:ext>
            </a:extLst>
          </p:cNvPr>
          <p:cNvGrpSpPr/>
          <p:nvPr/>
        </p:nvGrpSpPr>
        <p:grpSpPr>
          <a:xfrm>
            <a:off x="2636784" y="4130352"/>
            <a:ext cx="2761560" cy="573480"/>
            <a:chOff x="2636784" y="4130352"/>
            <a:chExt cx="2761560" cy="57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18B8A6F-943D-E564-212D-27F9485BD8BE}"/>
                    </a:ext>
                  </a:extLst>
                </p14:cNvPr>
                <p14:cNvContentPartPr/>
                <p14:nvPr/>
              </p14:nvContentPartPr>
              <p14:xfrm>
                <a:off x="2636784" y="4502232"/>
                <a:ext cx="773640" cy="39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18B8A6F-943D-E564-212D-27F9485BD8B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628144" y="4493592"/>
                  <a:ext cx="7912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0C74A1D-A230-8156-05AD-52B37F6204F2}"/>
                    </a:ext>
                  </a:extLst>
                </p14:cNvPr>
                <p14:cNvContentPartPr/>
                <p14:nvPr/>
              </p14:nvContentPartPr>
              <p14:xfrm>
                <a:off x="3538584" y="4261392"/>
                <a:ext cx="479520" cy="3898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0C74A1D-A230-8156-05AD-52B37F6204F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529944" y="4252392"/>
                  <a:ext cx="49716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2DF84A4-3CB8-1C0F-E10E-C7072C5A6388}"/>
                    </a:ext>
                  </a:extLst>
                </p14:cNvPr>
                <p14:cNvContentPartPr/>
                <p14:nvPr/>
              </p14:nvContentPartPr>
              <p14:xfrm>
                <a:off x="4044744" y="4424472"/>
                <a:ext cx="213120" cy="273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2DF84A4-3CB8-1C0F-E10E-C7072C5A638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036104" y="4415832"/>
                  <a:ext cx="2307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7ED2D64-787A-275E-DDF7-B3A13A1F91DA}"/>
                    </a:ext>
                  </a:extLst>
                </p14:cNvPr>
                <p14:cNvContentPartPr/>
                <p14:nvPr/>
              </p14:nvContentPartPr>
              <p14:xfrm>
                <a:off x="4351104" y="4457952"/>
                <a:ext cx="195840" cy="2271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7ED2D64-787A-275E-DDF7-B3A13A1F91D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342104" y="4449312"/>
                  <a:ext cx="2134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364E0EF-2BE6-14BF-5433-3208587BB877}"/>
                    </a:ext>
                  </a:extLst>
                </p14:cNvPr>
                <p14:cNvContentPartPr/>
                <p14:nvPr/>
              </p14:nvContentPartPr>
              <p14:xfrm>
                <a:off x="4567824" y="4300632"/>
                <a:ext cx="742680" cy="403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364E0EF-2BE6-14BF-5433-3208587BB87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559184" y="4291992"/>
                  <a:ext cx="76032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1E4A208-02AE-AED2-1682-F3D79AA3C876}"/>
                    </a:ext>
                  </a:extLst>
                </p14:cNvPr>
                <p14:cNvContentPartPr/>
                <p14:nvPr/>
              </p14:nvContentPartPr>
              <p14:xfrm>
                <a:off x="5276664" y="4130352"/>
                <a:ext cx="121680" cy="1749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1E4A208-02AE-AED2-1682-F3D79AA3C87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268024" y="4121352"/>
                  <a:ext cx="13932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90B9587-1790-7A87-7EBF-B8E3A679E6E8}"/>
              </a:ext>
            </a:extLst>
          </p:cNvPr>
          <p:cNvGrpSpPr/>
          <p:nvPr/>
        </p:nvGrpSpPr>
        <p:grpSpPr>
          <a:xfrm>
            <a:off x="5971824" y="4232232"/>
            <a:ext cx="2684520" cy="428040"/>
            <a:chOff x="5971824" y="4232232"/>
            <a:chExt cx="2684520" cy="42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CDA17D6-9AE8-9AE9-DE09-3DA481A25976}"/>
                    </a:ext>
                  </a:extLst>
                </p14:cNvPr>
                <p14:cNvContentPartPr/>
                <p14:nvPr/>
              </p14:nvContentPartPr>
              <p14:xfrm>
                <a:off x="6974424" y="4399992"/>
                <a:ext cx="155520" cy="15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CDA17D6-9AE8-9AE9-DE09-3DA481A2597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965424" y="4390992"/>
                  <a:ext cx="173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E6CA040-EDAD-EF55-62C5-88282EF08AA2}"/>
                    </a:ext>
                  </a:extLst>
                </p14:cNvPr>
                <p14:cNvContentPartPr/>
                <p14:nvPr/>
              </p14:nvContentPartPr>
              <p14:xfrm>
                <a:off x="5971824" y="4468032"/>
                <a:ext cx="1114200" cy="97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E6CA040-EDAD-EF55-62C5-88282EF08AA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963184" y="4459392"/>
                  <a:ext cx="11318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4180BF1-C709-9978-234C-B01AE8D5E0ED}"/>
                    </a:ext>
                  </a:extLst>
                </p14:cNvPr>
                <p14:cNvContentPartPr/>
                <p14:nvPr/>
              </p14:nvContentPartPr>
              <p14:xfrm>
                <a:off x="7136424" y="4318272"/>
                <a:ext cx="292320" cy="3420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4180BF1-C709-9978-234C-B01AE8D5E0E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127424" y="4309272"/>
                  <a:ext cx="3099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DF5CF98-6EDF-5531-0D9C-91D3C59D7B57}"/>
                    </a:ext>
                  </a:extLst>
                </p14:cNvPr>
                <p14:cNvContentPartPr/>
                <p14:nvPr/>
              </p14:nvContentPartPr>
              <p14:xfrm>
                <a:off x="7358904" y="4455072"/>
                <a:ext cx="121680" cy="195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DF5CF98-6EDF-5531-0D9C-91D3C59D7B5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350264" y="4446072"/>
                  <a:ext cx="1393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F522070-F162-B4D7-6583-69604982278A}"/>
                    </a:ext>
                  </a:extLst>
                </p14:cNvPr>
                <p14:cNvContentPartPr/>
                <p14:nvPr/>
              </p14:nvContentPartPr>
              <p14:xfrm>
                <a:off x="7598664" y="4323672"/>
                <a:ext cx="361800" cy="313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F522070-F162-B4D7-6583-69604982278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589664" y="4314672"/>
                  <a:ext cx="3794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F44DF91-F246-C91B-4BC9-76D4109CCBD5}"/>
                    </a:ext>
                  </a:extLst>
                </p14:cNvPr>
                <p14:cNvContentPartPr/>
                <p14:nvPr/>
              </p14:nvContentPartPr>
              <p14:xfrm>
                <a:off x="8003664" y="4232232"/>
                <a:ext cx="496800" cy="3895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F44DF91-F246-C91B-4BC9-76D4109CCBD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995024" y="4223232"/>
                  <a:ext cx="51444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DB65621-9FC9-AF69-5231-5392C80A70CB}"/>
                    </a:ext>
                  </a:extLst>
                </p14:cNvPr>
                <p14:cNvContentPartPr/>
                <p14:nvPr/>
              </p14:nvContentPartPr>
              <p14:xfrm>
                <a:off x="8450064" y="4346712"/>
                <a:ext cx="206280" cy="106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DB65621-9FC9-AF69-5231-5392C80A70C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441424" y="4337712"/>
                  <a:ext cx="2239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2F1DECB-3C46-FED8-8B7E-A4E8ADD21ADC}"/>
                    </a:ext>
                  </a:extLst>
                </p14:cNvPr>
                <p14:cNvContentPartPr/>
                <p14:nvPr/>
              </p14:nvContentPartPr>
              <p14:xfrm>
                <a:off x="7480584" y="4245912"/>
                <a:ext cx="94680" cy="61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2F1DECB-3C46-FED8-8B7E-A4E8ADD21AD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471584" y="4237272"/>
                  <a:ext cx="11232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D126007E-2CFB-3EE1-A161-2CCA48C32A92}"/>
              </a:ext>
            </a:extLst>
          </p:cNvPr>
          <p:cNvGrpSpPr/>
          <p:nvPr/>
        </p:nvGrpSpPr>
        <p:grpSpPr>
          <a:xfrm>
            <a:off x="566424" y="5088312"/>
            <a:ext cx="934200" cy="329400"/>
            <a:chOff x="566424" y="5088312"/>
            <a:chExt cx="934200" cy="32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F24211D-4C58-76FA-891F-869F1C799F0E}"/>
                    </a:ext>
                  </a:extLst>
                </p14:cNvPr>
                <p14:cNvContentPartPr/>
                <p14:nvPr/>
              </p14:nvContentPartPr>
              <p14:xfrm>
                <a:off x="566424" y="5088312"/>
                <a:ext cx="213480" cy="3294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F24211D-4C58-76FA-891F-869F1C799F0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57424" y="5079672"/>
                  <a:ext cx="2311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C58A943-1F67-1683-D21A-3A789638B6A7}"/>
                    </a:ext>
                  </a:extLst>
                </p14:cNvPr>
                <p14:cNvContentPartPr/>
                <p14:nvPr/>
              </p14:nvContentPartPr>
              <p14:xfrm>
                <a:off x="822384" y="5138352"/>
                <a:ext cx="216000" cy="2685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C58A943-1F67-1683-D21A-3A789638B6A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13384" y="5129712"/>
                  <a:ext cx="2336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3AA473C-B544-2228-F1C2-F943DFE99C6A}"/>
                    </a:ext>
                  </a:extLst>
                </p14:cNvPr>
                <p14:cNvContentPartPr/>
                <p14:nvPr/>
              </p14:nvContentPartPr>
              <p14:xfrm>
                <a:off x="1044504" y="5182632"/>
                <a:ext cx="456120" cy="187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3AA473C-B544-2228-F1C2-F943DFE99C6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35864" y="5173632"/>
                  <a:ext cx="473760" cy="20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19BBE0B1-80B7-9F7D-29A6-E0FC15B4AF0A}"/>
                  </a:ext>
                </a:extLst>
              </p14:cNvPr>
              <p14:cNvContentPartPr/>
              <p14:nvPr/>
            </p14:nvContentPartPr>
            <p14:xfrm>
              <a:off x="2029464" y="5210352"/>
              <a:ext cx="400680" cy="5724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19BBE0B1-80B7-9F7D-29A6-E0FC15B4AF0A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2020824" y="5201712"/>
                <a:ext cx="418320" cy="7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CD65C09-2374-F8E3-833C-061C8D5313EA}"/>
              </a:ext>
            </a:extLst>
          </p:cNvPr>
          <p:cNvGrpSpPr/>
          <p:nvPr/>
        </p:nvGrpSpPr>
        <p:grpSpPr>
          <a:xfrm>
            <a:off x="3170664" y="4935672"/>
            <a:ext cx="959040" cy="403920"/>
            <a:chOff x="3170664" y="4935672"/>
            <a:chExt cx="959040" cy="40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594450C-660F-7E39-4E62-A5D4E2247189}"/>
                    </a:ext>
                  </a:extLst>
                </p14:cNvPr>
                <p14:cNvContentPartPr/>
                <p14:nvPr/>
              </p14:nvContentPartPr>
              <p14:xfrm>
                <a:off x="3194424" y="5056632"/>
                <a:ext cx="199080" cy="2829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594450C-660F-7E39-4E62-A5D4E224718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185424" y="5047992"/>
                  <a:ext cx="2167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2BE6A50-91B8-7007-45E8-07BFCD5DD7EB}"/>
                    </a:ext>
                  </a:extLst>
                </p14:cNvPr>
                <p14:cNvContentPartPr/>
                <p14:nvPr/>
              </p14:nvContentPartPr>
              <p14:xfrm>
                <a:off x="3170664" y="4988952"/>
                <a:ext cx="548640" cy="317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2BE6A50-91B8-7007-45E8-07BFCD5DD7E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162024" y="4979952"/>
                  <a:ext cx="5662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5543FC2-E194-8B3A-FFAC-E79D4427199D}"/>
                    </a:ext>
                  </a:extLst>
                </p14:cNvPr>
                <p14:cNvContentPartPr/>
                <p14:nvPr/>
              </p14:nvContentPartPr>
              <p14:xfrm>
                <a:off x="3744504" y="4935672"/>
                <a:ext cx="385200" cy="2984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5543FC2-E194-8B3A-FFAC-E79D4427199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735504" y="4926672"/>
                  <a:ext cx="402840" cy="31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4AF6A39B-9608-D877-008B-8ADA3A641067}"/>
              </a:ext>
            </a:extLst>
          </p:cNvPr>
          <p:cNvGrpSpPr/>
          <p:nvPr/>
        </p:nvGrpSpPr>
        <p:grpSpPr>
          <a:xfrm>
            <a:off x="838584" y="5729832"/>
            <a:ext cx="1256400" cy="347760"/>
            <a:chOff x="838584" y="5729832"/>
            <a:chExt cx="125640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C61B741-073F-6373-88A5-99BC822FF32C}"/>
                    </a:ext>
                  </a:extLst>
                </p14:cNvPr>
                <p14:cNvContentPartPr/>
                <p14:nvPr/>
              </p14:nvContentPartPr>
              <p14:xfrm>
                <a:off x="838584" y="5729832"/>
                <a:ext cx="651600" cy="347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C61B741-073F-6373-88A5-99BC822FF32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29944" y="5720832"/>
                  <a:ext cx="66924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19D3602-53DE-8369-A566-8775C1DB11D2}"/>
                    </a:ext>
                  </a:extLst>
                </p14:cNvPr>
                <p14:cNvContentPartPr/>
                <p14:nvPr/>
              </p14:nvContentPartPr>
              <p14:xfrm>
                <a:off x="1456344" y="5745672"/>
                <a:ext cx="17280" cy="32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19D3602-53DE-8369-A566-8775C1DB11D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447344" y="5737032"/>
                  <a:ext cx="349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9B5CE98-6957-653A-C100-CE4439754451}"/>
                    </a:ext>
                  </a:extLst>
                </p14:cNvPr>
                <p14:cNvContentPartPr/>
                <p14:nvPr/>
              </p14:nvContentPartPr>
              <p14:xfrm>
                <a:off x="1618344" y="5855832"/>
                <a:ext cx="476640" cy="28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9B5CE98-6957-653A-C100-CE443975445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609344" y="5847192"/>
                  <a:ext cx="49428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4692CCEE-D730-0F48-F1C1-28D24657EEB4}"/>
              </a:ext>
            </a:extLst>
          </p:cNvPr>
          <p:cNvGrpSpPr/>
          <p:nvPr/>
        </p:nvGrpSpPr>
        <p:grpSpPr>
          <a:xfrm>
            <a:off x="2911824" y="5527512"/>
            <a:ext cx="1052640" cy="377640"/>
            <a:chOff x="2911824" y="5527512"/>
            <a:chExt cx="1052640" cy="37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C1FF8A5-FDB1-ED65-F802-D87D2CBE4C5D}"/>
                    </a:ext>
                  </a:extLst>
                </p14:cNvPr>
                <p14:cNvContentPartPr/>
                <p14:nvPr/>
              </p14:nvContentPartPr>
              <p14:xfrm>
                <a:off x="2911824" y="5527512"/>
                <a:ext cx="267480" cy="3776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C1FF8A5-FDB1-ED65-F802-D87D2CBE4C5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903184" y="5518512"/>
                  <a:ext cx="2851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6003428-40AD-3673-C492-9473A874108E}"/>
                    </a:ext>
                  </a:extLst>
                </p14:cNvPr>
                <p14:cNvContentPartPr/>
                <p14:nvPr/>
              </p14:nvContentPartPr>
              <p14:xfrm>
                <a:off x="3289104" y="5620032"/>
                <a:ext cx="216720" cy="2113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6003428-40AD-3673-C492-9473A874108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280104" y="5611392"/>
                  <a:ext cx="2343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BD95BC0-EE3B-3BB9-0CB8-5B4E36FE8FE1}"/>
                    </a:ext>
                  </a:extLst>
                </p14:cNvPr>
                <p14:cNvContentPartPr/>
                <p14:nvPr/>
              </p14:nvContentPartPr>
              <p14:xfrm>
                <a:off x="3656664" y="5559192"/>
                <a:ext cx="307800" cy="310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BD95BC0-EE3B-3BB9-0CB8-5B4E36FE8FE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648024" y="5550192"/>
                  <a:ext cx="325440" cy="32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FE51117-1B9F-3251-3DF2-F4631CD9FEB7}"/>
              </a:ext>
            </a:extLst>
          </p:cNvPr>
          <p:cNvGrpSpPr/>
          <p:nvPr/>
        </p:nvGrpSpPr>
        <p:grpSpPr>
          <a:xfrm>
            <a:off x="770544" y="6377112"/>
            <a:ext cx="1096200" cy="331560"/>
            <a:chOff x="770544" y="6377112"/>
            <a:chExt cx="1096200" cy="33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14535BA-09E1-F9B8-CC37-C23604651913}"/>
                    </a:ext>
                  </a:extLst>
                </p14:cNvPr>
                <p14:cNvContentPartPr/>
                <p14:nvPr/>
              </p14:nvContentPartPr>
              <p14:xfrm>
                <a:off x="794664" y="6377112"/>
                <a:ext cx="165960" cy="3315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14535BA-09E1-F9B8-CC37-C2360465191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85664" y="6368112"/>
                  <a:ext cx="18360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8748EB1-E53B-89C6-9834-DB1810B386CE}"/>
                    </a:ext>
                  </a:extLst>
                </p14:cNvPr>
                <p14:cNvContentPartPr/>
                <p14:nvPr/>
              </p14:nvContentPartPr>
              <p14:xfrm>
                <a:off x="770544" y="6406632"/>
                <a:ext cx="1096200" cy="2916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8748EB1-E53B-89C6-9834-DB1810B386C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61904" y="6397632"/>
                  <a:ext cx="1113840" cy="30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7D63CDD-C81F-D20D-E88B-94028A00D4A8}"/>
                  </a:ext>
                </a:extLst>
              </p14:cNvPr>
              <p14:cNvContentPartPr/>
              <p14:nvPr/>
            </p14:nvContentPartPr>
            <p14:xfrm>
              <a:off x="2502864" y="6510312"/>
              <a:ext cx="203040" cy="450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7D63CDD-C81F-D20D-E88B-94028A00D4A8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2493864" y="6501312"/>
                <a:ext cx="220680" cy="6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F2694AAA-B816-0C3D-7AA6-2E1244ED9A59}"/>
              </a:ext>
            </a:extLst>
          </p:cNvPr>
          <p:cNvGrpSpPr/>
          <p:nvPr/>
        </p:nvGrpSpPr>
        <p:grpSpPr>
          <a:xfrm>
            <a:off x="3767184" y="6243552"/>
            <a:ext cx="936360" cy="373320"/>
            <a:chOff x="3767184" y="6243552"/>
            <a:chExt cx="93636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2A7F95F-DA62-A94C-9AB2-66E8695AE970}"/>
                    </a:ext>
                  </a:extLst>
                </p14:cNvPr>
                <p14:cNvContentPartPr/>
                <p14:nvPr/>
              </p14:nvContentPartPr>
              <p14:xfrm>
                <a:off x="3767184" y="6288552"/>
                <a:ext cx="95760" cy="3283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2A7F95F-DA62-A94C-9AB2-66E8695AE97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758184" y="6279912"/>
                  <a:ext cx="1134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899D923-4E98-3F25-600A-76496BD07959}"/>
                    </a:ext>
                  </a:extLst>
                </p14:cNvPr>
                <p14:cNvContentPartPr/>
                <p14:nvPr/>
              </p14:nvContentPartPr>
              <p14:xfrm>
                <a:off x="4011264" y="6243552"/>
                <a:ext cx="479520" cy="3168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899D923-4E98-3F25-600A-76496BD0795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002264" y="6234912"/>
                  <a:ext cx="4971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C3E9DDD-F657-A00E-A064-26FF94EB613D}"/>
                    </a:ext>
                  </a:extLst>
                </p14:cNvPr>
                <p14:cNvContentPartPr/>
                <p14:nvPr/>
              </p14:nvContentPartPr>
              <p14:xfrm>
                <a:off x="4567824" y="6328152"/>
                <a:ext cx="135720" cy="169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C3E9DDD-F657-A00E-A064-26FF94EB613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558824" y="6319512"/>
                  <a:ext cx="153360" cy="18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F3EC73C8-DE25-11FF-2027-7D74416924B3}"/>
                  </a:ext>
                </a:extLst>
              </p14:cNvPr>
              <p14:cNvContentPartPr/>
              <p14:nvPr/>
            </p14:nvContentPartPr>
            <p14:xfrm>
              <a:off x="6390144" y="4857192"/>
              <a:ext cx="189720" cy="213624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F3EC73C8-DE25-11FF-2027-7D74416924B3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6381504" y="4848552"/>
                <a:ext cx="207360" cy="215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45DF40A6-F5ED-2C74-8184-66789C7CBF31}"/>
              </a:ext>
            </a:extLst>
          </p:cNvPr>
          <p:cNvGrpSpPr/>
          <p:nvPr/>
        </p:nvGrpSpPr>
        <p:grpSpPr>
          <a:xfrm>
            <a:off x="9139824" y="4057992"/>
            <a:ext cx="2172600" cy="687240"/>
            <a:chOff x="9139824" y="4057992"/>
            <a:chExt cx="2172600" cy="68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C2FB7C3-40FE-5CB5-05FE-5E9742D44CEC}"/>
                    </a:ext>
                  </a:extLst>
                </p14:cNvPr>
                <p14:cNvContentPartPr/>
                <p14:nvPr/>
              </p14:nvContentPartPr>
              <p14:xfrm>
                <a:off x="9139824" y="4095792"/>
                <a:ext cx="200880" cy="4878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C2FB7C3-40FE-5CB5-05FE-5E9742D44CE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130824" y="4087152"/>
                  <a:ext cx="21852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28D59F4-255E-DB03-46EC-FA6E257504B7}"/>
                    </a:ext>
                  </a:extLst>
                </p14:cNvPr>
                <p14:cNvContentPartPr/>
                <p14:nvPr/>
              </p14:nvContentPartPr>
              <p14:xfrm>
                <a:off x="9569304" y="4207032"/>
                <a:ext cx="118800" cy="318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28D59F4-255E-DB03-46EC-FA6E257504B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560664" y="4198032"/>
                  <a:ext cx="1364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F350B3D-6F87-D308-4E3A-01905021EE40}"/>
                    </a:ext>
                  </a:extLst>
                </p14:cNvPr>
                <p14:cNvContentPartPr/>
                <p14:nvPr/>
              </p14:nvContentPartPr>
              <p14:xfrm>
                <a:off x="9741744" y="4255272"/>
                <a:ext cx="179280" cy="2134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F350B3D-6F87-D308-4E3A-01905021EE40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732744" y="4246272"/>
                  <a:ext cx="1969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3F92714-8084-C6B6-DF94-5496EE480597}"/>
                    </a:ext>
                  </a:extLst>
                </p14:cNvPr>
                <p14:cNvContentPartPr/>
                <p14:nvPr/>
              </p14:nvContentPartPr>
              <p14:xfrm>
                <a:off x="9974664" y="4192632"/>
                <a:ext cx="52560" cy="294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3F92714-8084-C6B6-DF94-5496EE48059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965664" y="4183632"/>
                  <a:ext cx="702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0DB99FB-90CB-680F-D996-BE6ECB9E6706}"/>
                    </a:ext>
                  </a:extLst>
                </p14:cNvPr>
                <p14:cNvContentPartPr/>
                <p14:nvPr/>
              </p14:nvContentPartPr>
              <p14:xfrm>
                <a:off x="9974664" y="4352472"/>
                <a:ext cx="202680" cy="820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0DB99FB-90CB-680F-D996-BE6ECB9E670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965664" y="4343472"/>
                  <a:ext cx="2203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E174009-6138-0EBD-67E3-75C560FC55C7}"/>
                    </a:ext>
                  </a:extLst>
                </p14:cNvPr>
                <p14:cNvContentPartPr/>
                <p14:nvPr/>
              </p14:nvContentPartPr>
              <p14:xfrm>
                <a:off x="10382904" y="4202352"/>
                <a:ext cx="155520" cy="2656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E174009-6138-0EBD-67E3-75C560FC55C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374264" y="4193712"/>
                  <a:ext cx="1731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14B8D88-22DD-C69C-4C12-336E74F85327}"/>
                    </a:ext>
                  </a:extLst>
                </p14:cNvPr>
                <p14:cNvContentPartPr/>
                <p14:nvPr/>
              </p14:nvContentPartPr>
              <p14:xfrm>
                <a:off x="10554984" y="4057992"/>
                <a:ext cx="757440" cy="6872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14B8D88-22DD-C69C-4C12-336E74F8532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546344" y="4048992"/>
                  <a:ext cx="775080" cy="70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E9E15F6A-E0EB-8C03-858C-07996E3B7A8F}"/>
                  </a:ext>
                </a:extLst>
              </p14:cNvPr>
              <p14:cNvContentPartPr/>
              <p14:nvPr/>
            </p14:nvContentPartPr>
            <p14:xfrm>
              <a:off x="1635624" y="6260112"/>
              <a:ext cx="499320" cy="44856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E9E15F6A-E0EB-8C03-858C-07996E3B7A8F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1626984" y="6251112"/>
                <a:ext cx="516960" cy="46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898E25E-F926-675F-F538-663CC9BCE457}"/>
              </a:ext>
            </a:extLst>
          </p:cNvPr>
          <p:cNvGrpSpPr/>
          <p:nvPr/>
        </p:nvGrpSpPr>
        <p:grpSpPr>
          <a:xfrm>
            <a:off x="6802344" y="5139432"/>
            <a:ext cx="1035000" cy="366480"/>
            <a:chOff x="6802344" y="5139432"/>
            <a:chExt cx="103500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A9DFE76-35C8-66E3-9531-60013324DBEF}"/>
                    </a:ext>
                  </a:extLst>
                </p14:cNvPr>
                <p14:cNvContentPartPr/>
                <p14:nvPr/>
              </p14:nvContentPartPr>
              <p14:xfrm>
                <a:off x="6802344" y="5151672"/>
                <a:ext cx="310680" cy="3542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A9DFE76-35C8-66E3-9531-60013324DBE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793344" y="5142672"/>
                  <a:ext cx="3283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34C53D5-6D42-A512-E6D1-D2CDCF5380A6}"/>
                    </a:ext>
                  </a:extLst>
                </p14:cNvPr>
                <p14:cNvContentPartPr/>
                <p14:nvPr/>
              </p14:nvContentPartPr>
              <p14:xfrm>
                <a:off x="7169904" y="5244552"/>
                <a:ext cx="199440" cy="2109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34C53D5-6D42-A512-E6D1-D2CDCF5380A6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161264" y="5235912"/>
                  <a:ext cx="2170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87332B0-AC2F-EC17-DD92-ED08DF099E9E}"/>
                    </a:ext>
                  </a:extLst>
                </p14:cNvPr>
                <p14:cNvContentPartPr/>
                <p14:nvPr/>
              </p14:nvContentPartPr>
              <p14:xfrm>
                <a:off x="7392384" y="5139432"/>
                <a:ext cx="172080" cy="3351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87332B0-AC2F-EC17-DD92-ED08DF099E9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383384" y="5130792"/>
                  <a:ext cx="1897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D7CC2A3-EC06-5E92-D4B7-2F6D85314D0B}"/>
                    </a:ext>
                  </a:extLst>
                </p14:cNvPr>
                <p14:cNvContentPartPr/>
                <p14:nvPr/>
              </p14:nvContentPartPr>
              <p14:xfrm>
                <a:off x="7676424" y="5378832"/>
                <a:ext cx="160920" cy="237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D7CC2A3-EC06-5E92-D4B7-2F6D85314D0B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667424" y="5370192"/>
                  <a:ext cx="17856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6EDA4E5-424E-2410-C0A8-0F3965AC6597}"/>
              </a:ext>
            </a:extLst>
          </p:cNvPr>
          <p:cNvGrpSpPr/>
          <p:nvPr/>
        </p:nvGrpSpPr>
        <p:grpSpPr>
          <a:xfrm>
            <a:off x="8395344" y="5075712"/>
            <a:ext cx="979200" cy="356400"/>
            <a:chOff x="8395344" y="5075712"/>
            <a:chExt cx="979200" cy="35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893D7B9-64AB-97E3-BE54-F7068AE3840B}"/>
                    </a:ext>
                  </a:extLst>
                </p14:cNvPr>
                <p14:cNvContentPartPr/>
                <p14:nvPr/>
              </p14:nvContentPartPr>
              <p14:xfrm>
                <a:off x="8395344" y="5113512"/>
                <a:ext cx="182880" cy="3186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893D7B9-64AB-97E3-BE54-F7068AE3840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386344" y="5104872"/>
                  <a:ext cx="2005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34A6E81-3D47-C0D1-4476-2FC4379FE51B}"/>
                    </a:ext>
                  </a:extLst>
                </p14:cNvPr>
                <p14:cNvContentPartPr/>
                <p14:nvPr/>
              </p14:nvContentPartPr>
              <p14:xfrm>
                <a:off x="8395344" y="5089032"/>
                <a:ext cx="277200" cy="439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34A6E81-3D47-C0D1-4476-2FC4379FE51B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386344" y="5080392"/>
                  <a:ext cx="2948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971DE25-FA7D-32D6-AE11-DB9ECF93E4F2}"/>
                    </a:ext>
                  </a:extLst>
                </p14:cNvPr>
                <p14:cNvContentPartPr/>
                <p14:nvPr/>
              </p14:nvContentPartPr>
              <p14:xfrm>
                <a:off x="8816904" y="5075712"/>
                <a:ext cx="61200" cy="3268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971DE25-FA7D-32D6-AE11-DB9ECF93E4F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808264" y="5066712"/>
                  <a:ext cx="788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E1E926C-4253-2384-8563-A5AC905C7C75}"/>
                    </a:ext>
                  </a:extLst>
                </p14:cNvPr>
                <p14:cNvContentPartPr/>
                <p14:nvPr/>
              </p14:nvContentPartPr>
              <p14:xfrm>
                <a:off x="8960904" y="5176152"/>
                <a:ext cx="197280" cy="2322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E1E926C-4253-2384-8563-A5AC905C7C7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952264" y="5167512"/>
                  <a:ext cx="2149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084DE4C-D692-D6B1-A2F2-F10D11B6E34E}"/>
                    </a:ext>
                  </a:extLst>
                </p14:cNvPr>
                <p14:cNvContentPartPr/>
                <p14:nvPr/>
              </p14:nvContentPartPr>
              <p14:xfrm>
                <a:off x="9201384" y="5194872"/>
                <a:ext cx="173160" cy="2037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084DE4C-D692-D6B1-A2F2-F10D11B6E34E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192384" y="5185872"/>
                  <a:ext cx="190800" cy="22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28B5853E-9C1C-A1E2-0BC6-0DF8898D5249}"/>
                  </a:ext>
                </a:extLst>
              </p14:cNvPr>
              <p14:cNvContentPartPr/>
              <p14:nvPr/>
            </p14:nvContentPartPr>
            <p14:xfrm>
              <a:off x="4635504" y="4941072"/>
              <a:ext cx="324360" cy="1922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28B5853E-9C1C-A1E2-0BC6-0DF8898D5249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4626504" y="4932072"/>
                <a:ext cx="34200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098F3836-8D51-4A1A-5ADD-5B518B13BF09}"/>
                  </a:ext>
                </a:extLst>
              </p14:cNvPr>
              <p14:cNvContentPartPr/>
              <p14:nvPr/>
            </p14:nvContentPartPr>
            <p14:xfrm>
              <a:off x="4456224" y="5504832"/>
              <a:ext cx="314640" cy="22536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098F3836-8D51-4A1A-5ADD-5B518B13BF09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4447224" y="5495832"/>
                <a:ext cx="33228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69AE2CA7-481E-E7CF-A1B2-07B35C345C77}"/>
                  </a:ext>
                </a:extLst>
              </p14:cNvPr>
              <p14:cNvContentPartPr/>
              <p14:nvPr/>
            </p14:nvContentPartPr>
            <p14:xfrm>
              <a:off x="4830984" y="6188112"/>
              <a:ext cx="216360" cy="14472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69AE2CA7-481E-E7CF-A1B2-07B35C345C77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4822344" y="6179472"/>
                <a:ext cx="234000" cy="1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624C15E8-F051-1AD5-319C-718DD2B61CB7}"/>
              </a:ext>
            </a:extLst>
          </p:cNvPr>
          <p:cNvGrpSpPr/>
          <p:nvPr/>
        </p:nvGrpSpPr>
        <p:grpSpPr>
          <a:xfrm>
            <a:off x="8184024" y="5523192"/>
            <a:ext cx="675360" cy="55440"/>
            <a:chOff x="8184024" y="5523192"/>
            <a:chExt cx="675360" cy="5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0A337D0-2263-09D1-A1DB-F11C76F97900}"/>
                    </a:ext>
                  </a:extLst>
                </p14:cNvPr>
                <p14:cNvContentPartPr/>
                <p14:nvPr/>
              </p14:nvContentPartPr>
              <p14:xfrm>
                <a:off x="8184024" y="5523192"/>
                <a:ext cx="675360" cy="46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0A337D0-2263-09D1-A1DB-F11C76F97900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175384" y="5514552"/>
                  <a:ext cx="693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3CADBDE-574B-EE29-5B08-018AB7F85DA5}"/>
                    </a:ext>
                  </a:extLst>
                </p14:cNvPr>
                <p14:cNvContentPartPr/>
                <p14:nvPr/>
              </p14:nvContentPartPr>
              <p14:xfrm>
                <a:off x="8266824" y="5561712"/>
                <a:ext cx="462600" cy="169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3CADBDE-574B-EE29-5B08-018AB7F85DA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258184" y="5552712"/>
                  <a:ext cx="48024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5B10882C-26D7-19C1-C108-FE17C8B3522B}"/>
              </a:ext>
            </a:extLst>
          </p:cNvPr>
          <p:cNvGrpSpPr/>
          <p:nvPr/>
        </p:nvGrpSpPr>
        <p:grpSpPr>
          <a:xfrm>
            <a:off x="7145784" y="5775552"/>
            <a:ext cx="4054320" cy="1089000"/>
            <a:chOff x="7145784" y="5775552"/>
            <a:chExt cx="4054320" cy="108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0FCD5A3-198A-1A74-0A4B-9449F586F7FD}"/>
                    </a:ext>
                  </a:extLst>
                </p14:cNvPr>
                <p14:cNvContentPartPr/>
                <p14:nvPr/>
              </p14:nvContentPartPr>
              <p14:xfrm>
                <a:off x="7145784" y="5775552"/>
                <a:ext cx="386640" cy="4305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0FCD5A3-198A-1A74-0A4B-9449F586F7FD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7137144" y="5766912"/>
                  <a:ext cx="40428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1115342-3BA4-B732-D1C2-57458735FA3C}"/>
                    </a:ext>
                  </a:extLst>
                </p14:cNvPr>
                <p14:cNvContentPartPr/>
                <p14:nvPr/>
              </p14:nvContentPartPr>
              <p14:xfrm>
                <a:off x="7770744" y="5937552"/>
                <a:ext cx="61200" cy="3142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1115342-3BA4-B732-D1C2-57458735FA3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762104" y="5928912"/>
                  <a:ext cx="788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19A6772-5C8F-924D-2E8E-5F122E38CDB1}"/>
                    </a:ext>
                  </a:extLst>
                </p14:cNvPr>
                <p14:cNvContentPartPr/>
                <p14:nvPr/>
              </p14:nvContentPartPr>
              <p14:xfrm>
                <a:off x="7875504" y="6019272"/>
                <a:ext cx="153000" cy="2077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19A6772-5C8F-924D-2E8E-5F122E38CDB1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866504" y="6010272"/>
                  <a:ext cx="1706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AA575C7-8A81-84E6-C378-BDFFEEAB85DF}"/>
                    </a:ext>
                  </a:extLst>
                </p14:cNvPr>
                <p14:cNvContentPartPr/>
                <p14:nvPr/>
              </p14:nvContentPartPr>
              <p14:xfrm>
                <a:off x="8037504" y="5952312"/>
                <a:ext cx="42480" cy="3178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AA575C7-8A81-84E6-C378-BDFFEEAB85D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028504" y="5943312"/>
                  <a:ext cx="601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7A028CB-3A6B-1FEC-3C13-5FEE3A4FA25B}"/>
                    </a:ext>
                  </a:extLst>
                </p14:cNvPr>
                <p14:cNvContentPartPr/>
                <p14:nvPr/>
              </p14:nvContentPartPr>
              <p14:xfrm>
                <a:off x="8019864" y="6153912"/>
                <a:ext cx="129600" cy="306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7A028CB-3A6B-1FEC-3C13-5FEE3A4FA25B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010864" y="6145272"/>
                  <a:ext cx="1472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C2FB0B0-722A-DA63-5268-F5420B7139DB}"/>
                    </a:ext>
                  </a:extLst>
                </p14:cNvPr>
                <p14:cNvContentPartPr/>
                <p14:nvPr/>
              </p14:nvContentPartPr>
              <p14:xfrm>
                <a:off x="8431344" y="5956992"/>
                <a:ext cx="318600" cy="2664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C2FB0B0-722A-DA63-5268-F5420B7139DB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422344" y="5947992"/>
                  <a:ext cx="3362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829052F-7B34-6E96-1E8F-CF388955121D}"/>
                    </a:ext>
                  </a:extLst>
                </p14:cNvPr>
                <p14:cNvContentPartPr/>
                <p14:nvPr/>
              </p14:nvContentPartPr>
              <p14:xfrm>
                <a:off x="8772624" y="5975352"/>
                <a:ext cx="178920" cy="2228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829052F-7B34-6E96-1E8F-CF388955121D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763624" y="5966352"/>
                  <a:ext cx="1965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8C10BBA-81D1-3249-7440-CCA26BEA8E94}"/>
                    </a:ext>
                  </a:extLst>
                </p14:cNvPr>
                <p14:cNvContentPartPr/>
                <p14:nvPr/>
              </p14:nvContentPartPr>
              <p14:xfrm>
                <a:off x="9062784" y="5987952"/>
                <a:ext cx="243720" cy="2289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8C10BBA-81D1-3249-7440-CCA26BEA8E94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054144" y="5979312"/>
                  <a:ext cx="2613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C09F861-9C23-0D7B-75B3-FFB1800C1255}"/>
                    </a:ext>
                  </a:extLst>
                </p14:cNvPr>
                <p14:cNvContentPartPr/>
                <p14:nvPr/>
              </p14:nvContentPartPr>
              <p14:xfrm>
                <a:off x="9424584" y="6124032"/>
                <a:ext cx="138600" cy="172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C09F861-9C23-0D7B-75B3-FFB1800C125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415584" y="6115032"/>
                  <a:ext cx="1562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9387EB8-F10A-BDC2-D65A-0B2B06E9DDF0}"/>
                    </a:ext>
                  </a:extLst>
                </p14:cNvPr>
                <p14:cNvContentPartPr/>
                <p14:nvPr/>
              </p14:nvContentPartPr>
              <p14:xfrm>
                <a:off x="9863424" y="5909832"/>
                <a:ext cx="246600" cy="3232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9387EB8-F10A-BDC2-D65A-0B2B06E9DDF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854424" y="5900832"/>
                  <a:ext cx="2642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E99928A-4A20-1B48-AF53-5CC46CABE6E2}"/>
                    </a:ext>
                  </a:extLst>
                </p14:cNvPr>
                <p14:cNvContentPartPr/>
                <p14:nvPr/>
              </p14:nvContentPartPr>
              <p14:xfrm>
                <a:off x="10135224" y="6024672"/>
                <a:ext cx="430920" cy="2131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E99928A-4A20-1B48-AF53-5CC46CABE6E2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126224" y="6016032"/>
                  <a:ext cx="4485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37918EC-E5A3-4192-065D-910B7535A98B}"/>
                    </a:ext>
                  </a:extLst>
                </p14:cNvPr>
                <p14:cNvContentPartPr/>
                <p14:nvPr/>
              </p14:nvContentPartPr>
              <p14:xfrm>
                <a:off x="10470744" y="5874912"/>
                <a:ext cx="51120" cy="381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37918EC-E5A3-4192-065D-910B7535A98B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462104" y="5866272"/>
                  <a:ext cx="687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E735211-08B2-7877-1F47-F99C97AF7525}"/>
                    </a:ext>
                  </a:extLst>
                </p14:cNvPr>
                <p14:cNvContentPartPr/>
                <p14:nvPr/>
              </p14:nvContentPartPr>
              <p14:xfrm>
                <a:off x="10649664" y="5896152"/>
                <a:ext cx="351360" cy="2898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E735211-08B2-7877-1F47-F99C97AF7525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640664" y="5887152"/>
                  <a:ext cx="3690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A97A33A-1323-1858-EBA2-9A96BF54BDB9}"/>
                    </a:ext>
                  </a:extLst>
                </p14:cNvPr>
                <p14:cNvContentPartPr/>
                <p14:nvPr/>
              </p14:nvContentPartPr>
              <p14:xfrm>
                <a:off x="10966824" y="5902632"/>
                <a:ext cx="233280" cy="2296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A97A33A-1323-1858-EBA2-9A96BF54BDB9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957824" y="5893632"/>
                  <a:ext cx="2509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2FB53B7-7CEF-0555-0D1C-A526E0B0B669}"/>
                    </a:ext>
                  </a:extLst>
                </p14:cNvPr>
                <p14:cNvContentPartPr/>
                <p14:nvPr/>
              </p14:nvContentPartPr>
              <p14:xfrm>
                <a:off x="8060904" y="6484392"/>
                <a:ext cx="233280" cy="3402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2FB53B7-7CEF-0555-0D1C-A526E0B0B669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052264" y="6475752"/>
                  <a:ext cx="2509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2F86994-7949-7DD2-98FE-D858BD943572}"/>
                    </a:ext>
                  </a:extLst>
                </p14:cNvPr>
                <p14:cNvContentPartPr/>
                <p14:nvPr/>
              </p14:nvContentPartPr>
              <p14:xfrm>
                <a:off x="8387064" y="6510312"/>
                <a:ext cx="258120" cy="2379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2F86994-7949-7DD2-98FE-D858BD943572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378064" y="6501672"/>
                  <a:ext cx="2757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AA765AD-E2DD-C3DA-7BB5-3E6AAAF25054}"/>
                    </a:ext>
                  </a:extLst>
                </p14:cNvPr>
                <p14:cNvContentPartPr/>
                <p14:nvPr/>
              </p14:nvContentPartPr>
              <p14:xfrm>
                <a:off x="8766504" y="6513912"/>
                <a:ext cx="68040" cy="2725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AA765AD-E2DD-C3DA-7BB5-3E6AAAF2505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757504" y="6504912"/>
                  <a:ext cx="856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D2B1C39-746D-109F-A1F9-0FDCC959A7F8}"/>
                    </a:ext>
                  </a:extLst>
                </p14:cNvPr>
                <p14:cNvContentPartPr/>
                <p14:nvPr/>
              </p14:nvContentPartPr>
              <p14:xfrm>
                <a:off x="8901144" y="6509952"/>
                <a:ext cx="233280" cy="3052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D2B1C39-746D-109F-A1F9-0FDCC959A7F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892504" y="6500952"/>
                  <a:ext cx="2509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DE3E79D-936B-00FB-56A7-EB695C445B71}"/>
                    </a:ext>
                  </a:extLst>
                </p14:cNvPr>
                <p14:cNvContentPartPr/>
                <p14:nvPr/>
              </p14:nvContentPartPr>
              <p14:xfrm>
                <a:off x="9150984" y="6512832"/>
                <a:ext cx="78120" cy="3517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DE3E79D-936B-00FB-56A7-EB695C445B71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142344" y="6503832"/>
                  <a:ext cx="9576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E7937E3-8AE5-F650-CFEB-8790449B0C84}"/>
                    </a:ext>
                  </a:extLst>
                </p14:cNvPr>
                <p14:cNvContentPartPr/>
                <p14:nvPr/>
              </p14:nvContentPartPr>
              <p14:xfrm>
                <a:off x="9502704" y="6453792"/>
                <a:ext cx="531000" cy="2541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E7937E3-8AE5-F650-CFEB-8790449B0C8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493704" y="6445152"/>
                  <a:ext cx="5486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6FA0C49-B39C-3201-14C5-06E508877819}"/>
                    </a:ext>
                  </a:extLst>
                </p14:cNvPr>
                <p14:cNvContentPartPr/>
                <p14:nvPr/>
              </p14:nvContentPartPr>
              <p14:xfrm>
                <a:off x="10460664" y="6414192"/>
                <a:ext cx="162360" cy="2304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6FA0C49-B39C-3201-14C5-06E508877819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451664" y="6405192"/>
                  <a:ext cx="1800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AF393EA-2D06-EB0C-4612-0B304CEF914F}"/>
                    </a:ext>
                  </a:extLst>
                </p14:cNvPr>
                <p14:cNvContentPartPr/>
                <p14:nvPr/>
              </p14:nvContentPartPr>
              <p14:xfrm>
                <a:off x="10504584" y="6362712"/>
                <a:ext cx="206280" cy="669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AF393EA-2D06-EB0C-4612-0B304CEF914F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495584" y="6353712"/>
                  <a:ext cx="2239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0C88551-00F0-1DBA-0A3A-42CB68FA7D78}"/>
                    </a:ext>
                  </a:extLst>
                </p14:cNvPr>
                <p14:cNvContentPartPr/>
                <p14:nvPr/>
              </p14:nvContentPartPr>
              <p14:xfrm>
                <a:off x="10709424" y="6385032"/>
                <a:ext cx="67680" cy="3045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0C88551-00F0-1DBA-0A3A-42CB68FA7D78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700424" y="6376032"/>
                  <a:ext cx="853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49EC292-CF00-B882-5AAE-72C323837B62}"/>
                    </a:ext>
                  </a:extLst>
                </p14:cNvPr>
                <p14:cNvContentPartPr/>
                <p14:nvPr/>
              </p14:nvContentPartPr>
              <p14:xfrm>
                <a:off x="10856304" y="6488352"/>
                <a:ext cx="144720" cy="2109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49EC292-CF00-B882-5AAE-72C323837B62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847304" y="6479712"/>
                  <a:ext cx="1623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09C2F79-3FB4-C2C9-8477-345E5F3ABE0A}"/>
                    </a:ext>
                  </a:extLst>
                </p14:cNvPr>
                <p14:cNvContentPartPr/>
                <p14:nvPr/>
              </p14:nvContentPartPr>
              <p14:xfrm>
                <a:off x="11061504" y="6516432"/>
                <a:ext cx="138600" cy="2120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09C2F79-3FB4-C2C9-8477-345E5F3ABE0A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1052504" y="6507792"/>
                  <a:ext cx="1562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5A7D32E-D7C8-C701-7607-0E05EB84CA1F}"/>
                    </a:ext>
                  </a:extLst>
                </p14:cNvPr>
                <p14:cNvContentPartPr/>
                <p14:nvPr/>
              </p14:nvContentPartPr>
              <p14:xfrm>
                <a:off x="10350864" y="6723432"/>
                <a:ext cx="316080" cy="194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5A7D32E-D7C8-C701-7607-0E05EB84CA1F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342224" y="6714792"/>
                  <a:ext cx="333720" cy="37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75250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5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mahnoor salman</dc:creator>
  <cp:lastModifiedBy>mahnoor salman</cp:lastModifiedBy>
  <cp:revision>1</cp:revision>
  <dcterms:created xsi:type="dcterms:W3CDTF">2025-06-30T15:55:40Z</dcterms:created>
  <dcterms:modified xsi:type="dcterms:W3CDTF">2025-06-30T15:55:46Z</dcterms:modified>
</cp:coreProperties>
</file>