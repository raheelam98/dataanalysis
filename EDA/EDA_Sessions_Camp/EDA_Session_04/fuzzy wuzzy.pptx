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0.6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19 5426,'1'-1'3067,"-1"0"-3040,0 1-1,0-1 1,0 1-1,0 0 1,0-1-1,0 1 1,0-1 0,0 1-1,0 0 1,0-1-1,0 1 1,0-1-1,0 1 1,0 0 0,0-1-1,-1 1 1,1 0-1,0-1 1,0 1-1,0-1 1,-1 1-1,1 0 1,0 0 0,-1-1-1,1 1 1,0 0-1,0-1 1,-1 1-1,1 0 1,0 0 0,-1 0-1,0-1 1,1 1-4,0-1 0,-1 1 0,1-1 0,-1 1 0,1 0 0,-1-1 0,1 1 1,-1-1-1,1 1 0,-1 0 0,1 0 0,-1-1 0,1 1 0,-1 0 0,1 0 0,-1 0 0,0-1 1,1 1-1,-1 0 0,1 0 0,-1 0 0,0 0 0,1 0 0,-1 0 0,1 0 0,-1 1 1,0-1-1,1 0 0,-1 0 0,1 0 0,-1 1 0,0-1 0,1 0 0,-1 0 0,1 1 1,-1-1-1,1 1 0,-1-1 0,1 0 0,0 1 0,-1-1 0,1 1 0,-1 0 0,0 36 126,2-6-157,-10 47 113,-1 6 300,8-35 104,-12 73 1,-1-2 275,-4 101 208,-21 297 585,26-322-1204,-4 168 869,18 1465 10301,0-5-8951,-18-1008-3292,18 405-4861,44-402-4355,-26-584 4514,-10-115 1458,15-11-1593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1.1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95 80,'-28'-26'48,"9"-1"-16,-9 12-64,9-12-80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1.8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572 11 288,'5'-2'440,"9"-7"971,-28 11 1234,12 1-2599,1 1 1,0-1 0,0 0 0,0 0 0,0 1 0,1-1-1,0 1 1,-1-1 0,1 0 0,0 1 0,0-1 0,1 0-1,0 6 1,0 4 210,-1 374 4148,-2-355-3445,-10 62 1,6-61-260,-2 63 1,8 86 1509,-45 345 1,27-359-1410,11-69-422,3-61-266,-61 527 1602,39-295-669,5-30-306,-217 1856 3554,213-1717-3919,4-41-192,-6 173 192,8 284 241,20-663-562,-6 258 162,-3-257-155,-8 256 140,16 1702 1569,18-1612-1685,-5-223-44,51 641-76,-41-594-340,1 11-197,123 662-5856,-129-849 4051,-13-74-318,19 74 1,-6-62-2109,33 76-1,-25-88 1944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3.5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1051 282 3746,'-5'0'2833,"4"0"-2726,0 1-42,0-1 1,0 0 0,1 0-1,-1 0 1,0 0-1,0 0 1,0 0 0,0 0-1,1 0 1,-1 0 0,0 0-1,0-1 1,0 1 0,1 0-1,-1-1 1,0 1 0,0 0-1,1-1 1,-1 1 0,0-1-1,1 1 1,-1-1 0,0 1-1,1-1 1,-1 0 0,1 1-1,-1-1 1,1 0 0,-1 1-1,1-1 1,0 0-1,-1 1 1,1-1 0,0 0-1,-1 0 1,1 0 0,0 1-1,0-1 1,0 0 0,0 0-1,0 0 1,0 0 0,0 1-1,0-1 1,0 0 0,0 0-1,0 0 1,1 1 0,-1-1-1,0-1 1,27 2-53,-24 0-5,0 0-1,0 0 0,0-1 1,0 1-1,0-1 1,-1 1-1,1-1 0,0 0 1,4-2-1,-4 1 6,1 1 0,-1 0 0,0 0 0,0 0 0,1 0 0,-1 0-1,0 1 1,1-1 0,5 1 0,69-1 214,19-6-123,86-10 123,431-61 794,44 21-100,-451 44-630,690-27 960,-153 13-1142,1180 35-1147,-1729-4 1084,29-1-8,286 10 17,420 26 185,-343 11 385,-348-25-257,141 19 339,-260-28-473,-61-10-40,103 26-1,-102-16-89,-22-6-33,0 0 0,0 3-1,69 33 1,-77-30-10,-21-12-27,0 0 0,-1 0 0,0 1 0,0 0 0,0 0 0,-1 1 0,1 0 0,-1 1-1,11 13 1,4 9 221,-16-22-171,-1-1-1,1 1 1,-1 0 0,-1 1 0,1-1-1,-1 1 1,0 0 0,-1 0 0,0 0 0,0 0-1,-1 1 1,0-1 0,1 10 0,-2 22 198,0-23-105,-1 0 0,0 0 1,-1 0-1,-5 24 0,-75 277 1485,-29 129-1240,97-376-384,-25 100 31,-40 187 195,65-289-200,-17 224 308,12-81-77,-28 354 268,33-247-320,-2 19 74,14-147-184,7 322 142,2-389-234,7 210 51,6 151 213,9-61-75,13 126-10,-17-293-28,26 193 54,12 8-126,6 21 47,-43-313-129,38 173 13,14 95-86,11 15 91,-17-111-13,27 132-67,-73-313 179,-11-59 2,-11-56-37,-1-1-1,-3 1 1,-4 45-1,1-4-20,2-79-90,0 0-1,0 1 1,-1-1 0,0 0 0,0 0 0,0 1 0,0-1 0,0 0 0,-1 0 0,0 0 0,0 0 0,0-1 0,0 1 0,-3 3 0,1-2-7,1 1 0,0-1 0,0 1 0,0-1 1,1 1-1,-3 7 0,3-5-1,0 0 0,0-1 0,-1 0 0,-1 1 0,1-1 0,-1 0 0,0 0 0,0-1 0,-1 0 0,0 1-1,0-1 1,-1-1 0,-7 7 0,-6 6-24,1 0-1,-19 26 1,0-1-13,-82 79 156,72-80-77,40-37-49,0 1 1,1-1 0,0 1-1,0 0 1,0 0-1,-6 10 1,8-10-1,0-1-1,-1 0 1,0 0-1,0 0 1,0-1 0,0 0-1,-11 7 1,9-6 8,-1 0-1,1 1 1,0 0 0,-9 9-1,7-5 4,-1 0 0,-1-1 0,-18 12-1,-8 8-9,-38 24-6,42-30 53,-47 40 1,57-40-45,14-13 5,-1-1 0,0 0 0,-1 0 0,0-1 0,-17 10 0,-8 1-8,-49 32 5,56-35 20,0-2 0,0-1-1,-2-1 1,-55 13 0,-379 71-54,-6-40 49,262-34-20,-177 31-70,9 1 57,186-23 60,-79 11-78,-482 64 152,602-89-95,-293 30 1,-636 63 354,32-39-194,741-53-209,-1209 8 33,1202-27 49,-521-33-385,739 29 49,10-2-1318,-122-25 0,151 19-1868,-75-28-1,119 37 2569,1-1 0,-1 0 0,1 0 0,0-1 0,1-1 0,0 0 0,0 0 0,-14-14 0,-7-17-3074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4.4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3 170 2449,'2'-2'294,"0"0"0,0 1 0,0-2-1,0 1 1,-1 0 0,1 0 0,-1 0 0,0-1 0,1 1 0,-1-1-1,0 1 1,-1-1 0,1 1 0,0-1 0,-1 1 0,1-1-1,-1 0 1,0 1 0,0-4 0,-1-69 5458,-1 39 1326,3 28-5981,0 10 139,-6 20-677,2-14-545,-1 0-1,2 0 0,-1 0 0,1 0 0,0 0 0,1 1 1,0-1-1,1 1 0,-1 9 0,12 82 66,-6-71-250,1 45 1,-8-23-717,1-30-278,0 1 1,1-1-1,1 1 0,7 37 1,2-33-54,-8-20 895,0-1 0,0 0 0,0 0 0,-1 1 0,1-1 0,-1 1 0,0 0 0,-1 6 0,1 3-426,0-11 472,-1 1 0,0-1 0,0 0 0,0 1 0,0-1 0,0 0 0,-1 1 0,0-1 0,0 0 0,-2 6 0,-6 3-667,7-11 714,1 1 0,-1-1 0,1 0-1,-1 0 1,1 1 0,0-1-1,0 1 1,0-1 0,0 1 0,1-1-1,-1 1 1,1-1 0,-1 5 0,1 10-1929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5.0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0 390 272,'0'-242'7262,"1"235"-7034,0 1-1,0-1 0,1 0 1,-1 1-1,2-1 1,-1 1-1,1-1 1,-1 1-1,2 0 0,-1 0 1,1 0-1,0 1 1,0-1-1,0 1 1,10-9-1,-9 10-73,-1 0 0,0 0 0,1 1 0,0-1 1,0 1-1,0 0 0,0 1 0,1-1 0,-1 1 0,1 0 0,0 0 0,-1 1 0,1 0 1,0 0-1,0 0 0,0 1 0,0-1 0,-1 1 0,1 1 0,6 0 0,-3 1-72,5 0-24,0 1-1,0 0 1,-1 1-1,0 0 1,1 1 0,-1 1-1,-1 0 1,1 1-1,-1 0 1,16 13-1,-4 1-25,-12-11-25,0 0 1,-1 1-1,0 0 0,-1 1 0,0 0 1,11 19-1,-14-18-4,-1-3 12,0 0 0,-1 0 0,0 1 0,-1-1 0,5 21 0,18 73 31,-26-99-40,0-1 1,-1 1 0,1 0 0,-1-1-1,0 1 1,0 0 0,-1-1-1,1 1 1,-1 0 0,0-1 0,0 1-1,-2 4 1,-26 52 58,18-39-28,3-5 27,0 0-1,-2 0 1,0-1-1,-1 0 1,-19 21 0,12-20 99,0 0 0,-2-1 0,0-2 0,0 0 0,-2-1 0,-41 19 0,25-18-109,28-9-29,0-1 0,0-1 1,0 0-1,-1 0 0,0-1 0,1 0 0,-1-1 0,-13 0 1,2-1 30,17 0 0,5 0-58,0-1 0,0 1 0,0 0 0,0 0 0,-1-1 1,1 1-1,0 0 0,0-1 0,0 1 0,0 0 0,0-1 0,0 1 1,0 0-1,0 0 0,0-1 0,0 1 0,0 0 0,0-1 0,0 1 1,0 0-1,0-1 0,0 1 0,0 0 0,1-1 0,-1 1 0,0 0 1,0 0-1,0-1 0,0 1 0,1 0 0,-1 0 0,0-1 0,0 1 1,1 0-1,-1 0 0,0 0 0,0-1 0,1 1 0,-1 0 0,0 0 1,0 0-1,1 0 0,-1 0 0,0 0 0,1-1 0,15-10-115,0-1 0,1 2 0,0 0-1,1 1 1,29-11 0,33-17-551,170-83 156,-3 2 923,-227 107-289,0-2-1,0 0 1,-1-2 0,-1 0 0,0-1 0,-1 0 0,-1-2 0,-1 0 0,14-21 0,-27 32 121,0 0 0,0-1 0,-1 1 0,0 0 0,-1-1 0,1 1 0,-2-1 0,1 1 0,-2-9 0,1-12 1732,1 27-1913,0 1 1,0-1 0,0 0 0,0 0 0,-1 0-1,1 0 1,0 0 0,0 0 0,-1 0 0,1 0 0,0 0-1,-1 0 1,1 1 0,-1-1 0,1 0 0,-1 0-1,1 0 1,-1 1 0,0-1 0,1 0 0,-1 1 0,0-1-1,0 1 1,1-1 0,-1 1 0,-1-2 0,-28 0 865,-26 17-564,48-4-340,-4 12-17,-15 29 22,26-48-30,0-1 1,0 0-1,1 1 1,-1-1 0,1 0-1,-1 1 1,1-1-1,0 1 1,0-1-1,1 1 1,-1-1-1,1 1 1,0-1-1,1 6 1,37 86-1587,-37-90 1400,0 0 1,0 0-1,0 0 1,1-1-1,-1 1 1,1 0-1,0-1 1,0 0-1,1 0 1,-1 0-1,1 0 1,0-1-1,0 1 1,0-1-1,1 0 1,-1 0-1,8 3 1,7 3-173,0-2 1,0 0-1,27 5 0,-15-4-111,-1-1-119,0-3-1,0 0 0,0-2 0,0-1 0,0-1 0,0-2 0,0-1 0,0-1 1,57-17-1,-75 17 549,-1-1 0,1-1 0,-1 0 0,20-14 0,12-6 99,-35 21 31,0-1 0,0 1 0,0-1 0,-1 0 0,1-1 0,-2 0 0,1 0 0,-1 0 0,10-16 1,18-20 793,-31 39-697,0 0 1,0-1-1,-1 1 0,1-1 0,-1 1 1,0-1-1,0 0 0,0 0 0,-1 0 1,0 0-1,2-11 0,-3-62 4093,-1 40-956,-4 34-1845,4 3-1292,-1-1 0,1 1 0,-1-1 1,0 1-1,0 0 0,0 0 1,0 0-1,0 0 0,0 0 0,-3 0 1,4 1-173,0 0 0,0 1 1,0-1-1,0 1 0,1-1 1,-1 1-1,0-1 0,0 1 1,0-1-1,1 1 0,-1 0 1,0-1-1,1 1 0,-1 0 1,0 0-1,1-1 0,-1 1 1,1 0-1,-1 0 0,1 0 1,0 0-1,-1 0 0,1 0 1,0 0-1,0 0 0,0 0 1,-1 0-1,1 0 0,0 1 1,-6 21 310,0-14-263,4-5-29,-1 0 0,1 0 0,0 0 1,1 0-1,-1 0 0,1 0 1,-1 0-1,1 1 0,1-1 1,-1 0-1,0 7 0,-8 46 240,6-48-236,1 1 0,0-1-1,1 1 1,-1 11-1,4 18 18,-1-27-36,0 0 1,-1 0 0,-1 1-1,0-1 1,0 0 0,-4 14-1,-3-2-9,5-17-8,0 1-1,0 0 0,1 0 0,1 0 1,-1 1-1,0 14 0,1 10 6,0-17-24,1 1-1,0-1 0,1 0 0,5 25 0,3-14-218,-6-19 41,0 0-1,-1 0 1,0 0 0,0 1-1,-1-1 1,0 11 0,0 4-1506,1 0 1,0 0-1,9 31 1,-9-20-802,-2-30 2000,0 1 0,0 0 0,0-1 1,1 1-1,0 0 0,0-1 0,2 8 0,7 5-1459,-8-15 1574,-1 0-1,1 0 1,-1 0-1,0 1 1,0-1 0,0 0-1,0 1 1,0-1 0,0 1-1,-1-1 1,1 1-1,-1 4 1,0 11-2813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5.2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62 11365,'7'-10'1586,"-6"8"-1277,0 1 0,0-1 1,1 0-1,-1 0 1,0 0-1,0 0 1,-1 0-1,1 0 0,0 0 1,-1 0-1,1 0 1,-1 0-1,0 0 1,1 0-1,-1-3 1,0 4-248,1 0 0,-1 0 0,1 0 0,0 0 0,-1 0 0,1 0 0,0 0 0,0 0 0,0 0 0,0 1 1,0-1-1,0 0 0,0 0 0,0 1 0,0-1 0,0 1 0,0-1 0,1 1 0,-1-1 0,0 1 0,0 0 1,0 0-1,1-1 0,-1 1 0,0 0 0,3 0 0,-1 0-11,1 0 0,-1-1 0,1 1 0,-1 0 0,1 1 0,-1-1 0,1 1 0,-1-1 0,1 1 0,-1 0 1,6 3-1,11 6 331,-13-7-260,0 1 1,0-1 0,0 1 0,-1 1 0,0-1 0,0 1 0,0 0 0,0 0 0,-1 1 0,6 7 0,-10-12-104,8 10 87,-1 0 0,0 1 0,-1 0 0,-1 0 0,1 1 0,-2-1 0,0 1 0,0 0 0,-2 1 0,1-1 0,1 23 0,-4-22-64,-1-1 1,-1 1-1,0-1 1,-1 1-1,-1-1 0,0 1 1,-1-1-1,-9 23 0,11-32-24,-4 11-378,-1 0 0,-1-1 0,0 0 0,0 0 0,-2 0 0,0-1 0,0-1 0,-1 0 0,-23 20-1,5-10-1652,15-10 76,-1-1 0,0-1 0,0 0 0,-19 8 0,-13-5-2185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6.3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317 147 3009,'-42'-71'7980,"40"69"-7813,0-3 113,-1 1 1,0 0-1,0 0 1,0 0-1,-1 0 0,1 1 1,-1-1-1,0 1 1,0 0-1,0 0 1,-7-4-1,5 5-50,1 0 1,-1 0-1,0 1 0,0 0 0,0 0 0,0 0 0,1 0 0,-1 1 0,0 0 1,0 1-1,0-1 0,0 1 0,0 0 0,0 0 0,0 1 0,1 0 0,-1 0 1,1 0-1,-1 1 0,1 0 0,0 0 0,-9 6 0,8-5-179,0 0-1,1 0 0,-1 0 1,1 1-1,0 0 1,0 0-1,1 0 1,0 1-1,0-1 1,0 1-1,0 0 0,1 0 1,0 1-1,0-1 1,1 0-1,-1 1 1,2 0-1,-1 0 0,0 7 1,-2 33 48,2-39-94,1 0-1,1 0 1,0 0 0,0 0-1,0 0 1,1-1-1,1 10 1,3 1-7,0 0 0,0 0 1,2-1-1,0 0 0,1 0 0,1-1 1,0 0-1,1 0 0,1-1 1,0 0-1,1-1 0,1-1 0,0 1 1,1-2-1,0 0 0,1-1 0,0 0 1,1-2-1,0 1 0,1-2 0,0 0 1,28 9-1,-25-11-43,1 0 1,-1-2-1,1 0 0,0-1 0,0-1 1,0-1-1,0-1 0,1-1 1,-1-1-1,0-1 0,-1 0 1,1-2-1,0 0 0,-1-2 1,24-10-1,-5 0 158,-2-1 0,-1-2 1,0-2-1,-1-1 0,-2-1 0,56-53 0,-37 2 1104,-42 64-879,-6 7-99,0-1-1,0 1 1,0-1-1,0 0 1,-1 0-1,0 0 1,4-10-1,-5 9 230,0 0 0,1 0 0,-1 1 0,1-1 0,0 1-1,1-1 1,4-5 0,-7 9-240,0 0 1,0-1-1,0 1 0,-1 0 0,1-1 1,-1 1-1,1 0 0,-1-1 0,0 1 1,0-1-1,0 1 0,0-1 0,-1 1 1,1 0-1,0-1 0,-1 1 0,0 0 1,0-1-1,-1-2 0,1 5-228,0 0 0,0 0 0,-1 1 0,1-1 0,0 0 0,0 1 0,0-1 0,0 0 0,0 1 0,0 0 0,0-1 0,0 1 0,0 0 0,0-1 0,1 1 0,-1 0 0,0 0 0,0-1 0,1 1 0,-1 0 0,0 0 0,0 2 0,-13 29 0,3-5 0,3-14 0,6-10 0,0-1 0,1 1 0,-1 0 0,1 0 0,-1-1 0,1 1 0,0 0 0,0 0 0,0 0 0,1 1 0,-1-1 0,1 0 0,0 5 0,0 6 0,1-10 0,-1 1 0,0 0 0,0-1 0,0 1 0,0 0 0,-1-1 0,0 1 0,0-1 0,-2 6 0,-3 4 0,3-10 0,1 0 0,0 0 0,0 1 0,0-1 0,0 0 0,1 1 0,0-1 0,0 1 0,0 0 0,0-1 0,1 1 0,0 0 0,0-1 0,0 1 0,1 0 0,-1-1 0,1 1 0,2 7 0,52 96 0,-51-100 0,0 0 0,1-1 0,0 1 0,0-1 0,0 0 0,10 9 0,-12-13 0,0 0 0,1 0 0,-1 0 0,1-1 0,-1 1 0,1-1 0,0 0 0,0 0 0,0 0 0,0-1 0,1 1 0,-1-1 0,0 0 0,1 0 0,5 0 0,-9-1 0,0 0 0,0 0 0,0 0 0,0 0 0,0 0 0,0 0 0,0 0 0,0 0 0,0 0 0,0-1 0,0 1 0,0-1 0,0 1 0,-1 0 0,1-1 0,0 1 0,0-1 0,0 0 0,-1 1 0,1-1 0,0 0 0,0 1 0,-1-1 0,1 0 0,-1 0 0,1 0 0,-1 1 0,1-1 0,0-2 0,1-32 0,-3 17 0,1 10 0,1 0 0,0 0 0,-1 0 0,-1 0 0,1 0 0,-2 0 0,1 0 0,-1 0 0,0 0 0,0 0 0,-1 0 0,0 1 0,-1 0 0,-4-9 0,3 6 0,1 1 0,0-1 0,1 0 0,-3-11 0,3 9 0,0 1 0,-1 0 0,0 0 0,-7-12 0,-33-71 0,39 65 0,2 7 0,-3 12 0,5 9 0,0 0 0,1 1 0,-1-1 0,0 0 0,0 0 0,1 0 0,-1 0 0,1 0 0,-1 0 0,1 0 0,-1 0 0,1 0 0,0-1 0,-1 1 0,1 0 0,0 0 0,0 0 0,0 0 0,0 0 0,0-1 0,0 1 0,0 0 0,0 0 0,0 0 0,0 0 0,1 0 0,-1-1 0,1 1 0,0-1 0,0 0 0,0 0 0,0 1 0,0-1 0,0 1 0,0 0 0,0-1 0,0 1 0,1 0 0,-1 0 0,1 0 0,-1 0 0,1 0 0,-1 0 0,1 0 0,-1 0 0,1 1 0,0-1 0,-1 0 0,1 1 0,0 0 0,0-1 0,-1 1 0,4 0 0,1 1 0,0 1 0,-1 0 0,1 0 0,-1 0 0,1 1 0,8 5 0,-10-5 0,10 7 0,-1 0 0,0 2 0,0 0 0,-1 0 0,-1 1 0,0 0 0,-1 1 0,17 30 0,11 13 0,-12-27 0,-21-25 0,0 0 0,0 0 0,-1 1 0,0 0 0,0-1 0,0 1 0,-1 1 0,0-1 0,5 13 0,-4-6 0,0 1 0,1 0 0,1-1 0,0 0 0,16 23 0,-17-12 0,-1-7 0,-3-17 0,-1 0 0,0 1 0,1-1 0,0 0 0,-1 0 0,1 1 0,-1-1 0,1 0 0,-1 0 0,1 0 0,-1 0 0,1 0 0,-1 0 0,1 0 0,0 0 0,-1 0 0,1 0 0,-1 0 0,1 0 0,-1 0 0,1 0 0,-1-1 0,1 1 0,-1 0 0,1 0 0,-1-1 0,1 1 0,-1 0 0,1-1 0,-1 1 0,1-1 0,1 0 0,-1 0 0,1 0 0,-1-1 0,1 1 0,-1-1 0,0 1 0,1-1 0,-1 1 0,0-1 0,0 1 0,0-1 0,0 0 0,-1 0 0,1 0 0,0 1 0,-1-1 0,1 0 0,-1 0 0,0 0 0,0 0 0,1 0 0,-1 0 0,-1-2 0,9-30 0,-1 22 0,-5 9 0,0-1 0,0 0 0,0 0 0,0 0 0,-1 0 0,1 0 0,-1 0 0,0-1 0,0 1 0,-1 0 0,1-9 0,18-107 0,-19 112 0,1 0 0,0 0 0,0 0 0,1 0 0,0 1 0,5-12 0,-5 11 0,1 0 0,-1 1 0,0-1 0,0 0 0,-1 0 0,1-12 0,2-12 0,-4 32 0,0-1 0,0 0 0,0 1 0,1-1 0,-1 0 0,0 1 0,1-1 0,-1 1 0,0-1 0,1 1 0,-1-1 0,1 1 0,-1-1 0,1 1 0,-1-1 0,1 1 0,-1 0 0,1-1 0,-1 1 0,1 0 0,-1-1 0,2 1 0,0 0 0,0 1 0,0-1 0,1 1 0,-1 0 0,-1 0 0,1 0 0,0 0 0,0 0 0,0 0 0,0 1 0,-1-1 0,1 1 0,-1-1 0,1 1 0,-1-1 0,1 1 0,-1 0 0,0 0 0,2 3 0,10 18 0,-12-19 0,1 0 0,0 0 0,0-1 0,0 1 0,1-1 0,-1 1 0,1-1 0,-1 0 0,1 0 0,5 4 0,1-1-48,-1 1 1,0 0-1,-1 0 0,11 14 1,-13-15-73,0 0 1,0 0-1,0 0 1,1-1-1,0 0 1,0 0-1,0 0 1,0-1-1,1 0 1,11 5-1,26 12-2088,-37-17 1574,0 0 1,0 0-1,0-1 1,1 0-1,-1 0 1,1 0-1,0-1 0,0-1 1,0 1-1,14 0 1,-11-2 253,-1-1 0,1 1 0,0-2 0,-1 0 0,1 0 0,-1 0 0,18-8 0,-20 6 426,0 0 1,-1-1-1,0 0 0,0 0 0,0-1 0,0 1 0,-1-1 0,0-1 1,0 1-1,9-14 0,-9 10 536,0 0 1,-1 0-1,0 0 1,-1-1-1,0 0 1,-1 1-1,0-1 1,3-22-1,-3-3 2999,-2-55-1,-2 40-2721,1 51-859,1-1 0,-1 1 0,0 0 0,0-1 0,0 1 0,0-1 0,0 1 0,1 0 0,-1-1 0,0 1 0,0 0 0,0-1 0,0 1 0,0-1 0,0 1 0,-1 0 0,1-1 0,0 1 0,0 0 0,0-1 0,0 1 0,0-1 0,0 1 0,-1 0 0,1-1 0,0 1 0,0 0 0,-1 0 0,1-1 0,0 1 0,0 0 0,-1-1 0,1 1 0,0 0 0,-1 0 0,1 0 0,0-1 0,-1 1 0,1 0 0,0 0 0,-1 0 0,1 0 0,0 0 0,-1 0 0,1 0 0,-1-1 0,1 1 0,0 0 0,-1 0 0,1 1 0,-1-1 0,0 1 0,0 0 0,0 0 0,0 0 0,0 0 0,1 0 0,-1 1 0,0-1 0,1 0 0,-1 1 0,1-1 0,-1 0 0,1 1 0,0-1 0,0 0 0,-1 1 0,1-1 0,0 1 0,0-1 0,1 2 0,-3 48 0,1-24 0,1 1 0,6 51 0,-1-50 0,0 1 0,-2-1 0,-1 42 0,-1-58 0,0 1 0,0-1 0,2 1 0,5 20 0,-4-21 0,-1 1 0,0-1 0,-1 1 0,0 22 0,1 22 0,10 69 0,-11-107-678,-1 1-1,-1 0 1,-1 0-1,0-1 1,-6 24-1,-3 51-3454,10-92 3621,0 0 0,0 0 0,-1 1-1,1-1 1,-1 0 0,0 0 0,0-1 0,0 1-1,0 0 1,0 0 0,-1 0 0,1-1-1,-4 5 1,4-5 36,-1 0-1,1 0 1,0 0-1,-1 0 1,1 0 0,0 1-1,0-1 1,1 0-1,-1 1 1,0-1 0,1 0-1,0 1 1,-1 2-1,1 9-3986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6.6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43 4866,'0'-1'635,"1"-1"-1,-1 0 1,0 1-1,1-1 0,0 1 1,-1-1-1,1 1 1,0 0-1,0-1 1,-1 1-1,1 0 1,0-1-1,1 1 0,1-2 1,-1 1-144,0 0 1,0 0-1,0 0 0,0 1 1,1-1-1,-1 0 0,1 1 1,0 0-1,-1 0 0,6-2 1,-5 3-12,1 0-205,-2 0-257,0 0 1,-1 1 0,1-1 0,0 1-1,-1-1 1,1 1 0,-1 0-1,1-1 1,-1 1 0,1 0-1,-1 0 1,0 0 0,1 0-1,-1 0 1,0 1 0,0-1-1,0 0 1,0 0 0,0 1 0,0-1-1,0 1 1,0-1 0,0 1-1,-1-1 1,1 1 0,-1-1-1,1 1 1,-1 0 0,1-1-1,-1 1 1,0 2 0,12 26 159,-3-17-117,-8-11-58,0-1 0,1 1 0,-1 0 0,0-1 0,0 1 1,0 0-1,0 0 0,0-1 0,-1 1 0,1 0 0,-1 0 0,1 0 0,-1 0 0,1 0 1,-1 0-1,0 0 0,0 0 0,0 0 0,0 0 0,0 0 0,-1 0 0,1 0 1,-1 0-1,0 2 0,-5 10 11,-14 42 183,14-39-63,-1-2 0,0 1 0,-1-1 0,-1 0 0,-16 22 0,22-33-106,-3 5 0,-2 0 1,1-1-1,-1 0 1,-10 8-1,-3 3-53,16-14-157,-1 0 0,0 0 0,1-1 0,-1 0 0,-1 0 0,1 0 0,-1 0 0,1-1 0,-1 0 0,-10 2 0,-30 15-3274,43-18 2801,1 0 0,0 0 0,-1 0 0,1-1-1,-1 1 1,0-1 0,1 0 0,-1 0 0,0-1 0,-4 1 0,3-1-3296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6.9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667 1 11285,'-5'0'7990,"-52"4"-1295,1 7-3291,32-4-3301,0 2 1,1 0 0,0 1 0,0 1-1,2 1 1,-1 2 0,1 0-1,-34 30 1,47-36-91,0 1 0,0 1 0,0-1 0,1 1-1,-8 15 1,-9 13 30,22-35-30,-1 0 0,1 0 0,0 0-1,0 1 1,0-1 0,0 0 0,1 1-1,-1 0 1,1-1 0,0 1 0,0 0-1,0 0 1,1 0 0,-1-1 0,1 1-1,0 0 1,0 0 0,0 0 0,1 0-1,-1 0 1,1-1 0,0 1 0,0 0-1,0 0 1,1-1 0,-1 1 0,1-1-1,0 1 1,0-1 0,0 0 0,5 6-1,15 25 25,-8-11-3,1 0-1,1 0 0,1-2 1,1 0-1,1-1 1,0 0-1,29 20 1,-46-38-35,11 6-8,0 1-1,0 1 0,-1 0 0,0 0 1,18 23-1,-9-15 52,-18-16 58,0 0-1,-1 0 1,1 0-1,0 0 1,-1 0-1,0 0 1,0 1-1,1-1 1,-2 1-1,1-1 1,0 1-1,0 0 1,2 5-1,-5-6-84,0 0-1,0 0 0,0 0 1,0 0-1,0 0 1,-1 0-1,1-1 0,0 1 1,-1 0-1,1-1 1,-1 1-1,0-1 0,0 0 1,1 1-1,-1-1 1,0 0-1,0 0 0,-3 1 1,-44 20-38,30-17 23,1 0 0,-1-1 0,-20 1 0,-2 1 0,11-3-946,-1-1-1,-56-3 1,15-1-1799,-41-14-13697,90 16 11448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7.5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421 70 4226,'0'0'2542,"4"-2"-845,-2 1-1652,-1 1 14,0 0 0,0-1 0,1 1 0,-1 0 0,0-1 0,0 1 0,0-1 0,0 1 0,0-1 0,-1 1 0,1-1 0,0 0 0,0 0 0,0 1 0,0-1 0,-1 0 0,1 0 0,0 0 0,-1 0 0,1 0 0,-1 0 0,1 0 0,-1 0 0,1 0 0,-1 0 0,0 0 0,1-1 0,-1-1 427,0-16 2778,0 9 2070,0 10-5151,0-1-1,0 0 1,-1 1-1,1-1 1,0 1-1,0-1 1,0 0-1,0 1 1,-1-1-1,1 1 1,0-1-1,-1 1 1,1-1-1,0 1 1,-1-1-1,1 1 1,-1 0-1,1-1 0,-1 1 1,1-1-1,-1 1 1,1 0-1,-1-1 1,1 1-1,-1 0 1,1 0-1,-1 0 1,0-1-1,1 1 1,-1 0-1,1 0 1,-1 0-1,1 0 1,-1 0-1,-1 0 1,-35 5 1654,22-1-1215,0 2 1,-27 12-1,-69 61 2534,94-66-3140,1 1-1,0 0 0,1 1 0,1 1 1,-20 26-1,29-34-16,-10 14 1,1 1 0,-20 45 0,20-39 0,11-21 0,0 0 0,0 0 0,0 0 0,1 1 0,1-1 0,-1 1 0,1-1 0,1 1 0,-1-1 0,2 1 0,-1-1 0,1 1 0,0-1 0,1 1 0,5 15 0,-5-12 0,0-7 0,-1 0 0,1 0 0,-1 0 0,1 0 0,1 0 0,-1-1 0,1 1 0,0-1 0,0 0 0,0 1 0,0-1 0,1-1 0,0 1 0,-1 0 0,1-1 0,1 0 0,-1 0 0,0 0 0,7 3 0,4 4 0,2 1-478,1-1 0,0-1 0,1 0 1,0-1-1,0-1 0,1-1 0,0-1 0,0 0 0,0-2 0,42 2 1,-17-5-1133,0-1 1,0-3 0,85-17 0,-101 13-70,0 0 0,33-16 0,5-1-904,-47 19 1507,-1-1 0,0-1-1,35-19 1,11-7-1177,-42 23 1326,-1-2 0,0 0 0,22-18 0,11-7-532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7.7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338 157 1825,'28'-26'3542,"-25"25"-3257,-1-1-1,1 1 0,-1-1 0,1 0 0,-1 0 0,0 0 0,0 0 1,0 0-1,0 0 0,0-1 0,-1 1 0,1-1 0,-1 1 0,1-1 1,-1 0-1,0 1 0,0-1 0,0 0 0,0 0 0,-1 0 1,1-4-1,0 3 247,-1 0-195,1 0-1,-1 1 0,0-1 1,0 1-1,0-1 1,0 0-1,-1 1 0,1-1 1,-1 1-1,-2-6 0,-3 6 237,5 3-531,1 0 0,-1 0 0,1 0 0,-1 0 0,1 0 1,0 0-1,-1-1 0,1 1 0,-1 0 0,1 0 0,0-1 0,-1 1 1,1 0-1,0-1 0,-1 1 0,1 0 0,0-1 0,-1 1 0,1 0 1,0-1-1,0 1 0,-1-1 0,1 1 0,0 0 0,0-1 0,0 1 1,0-1-1,0 1 0,0-1 0,-1 1 0,1-1 0,0 1 1,0-1-1,1 0 0,-3 0 61,1 0 1,-1 0 0,1 0-1,-1 0 1,1 0 0,-1 0-1,1 0 1,-1 1-1,0-1 1,1 0 0,-1 1-1,0 0 1,0-1 0,-2 1-1,-3 0 198,0 0 1,0 0-1,1 1 0,-1-1 1,0 2-1,0-1 0,1 1 0,-1 0 1,1 0-1,0 1 0,-1 0 0,1 0 1,0 1-1,1-1 0,-1 1 0,1 1 1,-1-1-1,1 1 0,1 0 0,-1 0 1,-5 7-1,2 5 120,4-11-263,1 1 0,0-1 0,0 1 0,1 0 0,-1 0 0,1 0 1,1 0-1,0 0 0,0 1 0,0-1 0,1 8 0,-1 1 12,1-9-121,0 0-1,0 0 1,0 0-1,1-1 1,0 1-1,2 11 1,16 13 184,-11-10-111,2-1 0,0-1 1,15 23-1,-17-29 169,-1 0 0,0 1-1,-1-1 1,8 28 0,4-7 728,-17-32-962,1-1-1,-1 2 1,1-1 0,-1 0 0,0 0-1,0 0 1,0 0 0,0 1-1,0-1 1,-1 0 0,1 1 0,-1-1-1,1 4 1,-1-4-56,-1 1 0,1-1 0,-1 1 0,1-1 0,-1 1 0,0-1 0,1 1 0,-1-1 0,0 0 0,-1 0 0,1 1 0,0-1 0,-1 0 0,1 0 0,-1 0 0,-3 2 0,-7 11 0,9-11 0,-1-1 0,0 0 0,-1 0 0,1 0 0,0-1 0,-1 1 0,1-1 0,-1 0 0,0 0 0,0-1 0,0 1 0,-7 0 0,-16 7 0,18-6-119,-6 3-1855,0-1 0,-28 5 0,39-9 1424,-1 0 0,1-1 0,0 0 0,-1 0 0,1 0 0,0-1 1,0 0-1,0 0 0,-1 0 0,1 0 0,0-1 0,0 0 0,-5-3 0,-12-7-5100,-5-3 133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8.3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572 109 3506,'2'0'202,"-1"0"-1,0 0 1,1 0 0,-1 0 0,1-1 0,-1 1 0,1 0 0,-1 0 0,0-1 0,1 1 0,-1-1 0,0 0 0,1 1-1,-1-1 1,0 0 0,0 0 0,0 1 0,0-1 0,0 0 0,1 0 0,0-2 0,12-9 1420,-6-5-262,10 8-698,-17 8-606,-1 1-1,1 0 1,-1 0-1,1-1 1,-1 1 0,0 0-1,1-1 1,-1 1-1,0-1 1,1 1 0,-1 0-1,0-1 1,0 1-1,1-1 1,-1 1-1,0-1 1,0 1 0,0-1-1,0 1 1,1-1-1,-1 1 1,0-1 0,0 1-1,0-1 1,0 1-1,0-1 1,0 1 0,0-1-1,-1 1 1,1-1-1,0 1 1,0-1 0,2-11 1126,12-4 2691,-13 15-3765,-1 1 1,0 0-1,0-1 1,0 1-1,0-1 0,0 1 1,0-1-1,0 1 1,0 0-1,0-1 1,-1 1-1,1-1 1,0 1-1,0-1 1,0 1-1,0 0 1,-1-1-1,1 1 1,0-1-1,0 1 1,-1 0-1,1-1 0,0 1 1,0 0-1,-1 0 1,1-1-1,0 1 1,-1 0-1,1-1 1,-1 1-1,1 0 1,0 0-1,-1 0 1,1 0-1,-1-1 1,1 1-1,0 0 1,-1 0-1,1 0 0,-1 0 1,1 0-1,-1 0 1,1 0-1,-1 0 1,1 0-1,0 0 1,-1 0-1,1 1 1,-1-1-1,0 0 1,-2 0 1030,0-1-988,0 1 0,0-1 0,0 1 0,-1 0 0,1 0 0,0 0 1,0 0-1,-6 1 0,-5 0 178,-2 0-109,0 1 0,0 0 1,1 1-1,-1 0 1,1 1-1,0 1 1,0 1-1,1 0 1,-1 1-1,1 0 0,-19 15 1,-13 11 1343,-78 75 1,91-76-1414,12-12-151,1 1 0,1 1 0,1 1 0,1 0 0,1 2 0,-20 41 0,31-57 0,-2 4 0,1-1 0,0 1 0,1 0 0,0 1 0,1-1 0,0 1 0,-3 28 0,7-33 0,0 0 0,1 0 0,0 0 0,1 0 0,0 0 0,0 0 0,1 0 0,0 0 0,4 9 0,-4-13 0,0 0 0,1 0 0,-1 0 0,1-1 0,0 1 0,0-1 0,0 0 0,1 0 0,-1-1 0,1 1 0,0-1 0,0 0 0,0 0 0,10 3 0,28 12 0,-27-10 0,1-1 0,0-1 0,35 8 0,-13-9-349,-19-1-551,0-1-1,0-1 0,0-1 1,0 0-1,0-2 0,0 0 1,0-2-1,25-5 0,16-6-2823,-17 4-2426,62-22 1,-59 9 2422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9.4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 20 3073,'-5'0'2690,"3"0"-2583,1 0 0,0 0-1,1 0 1,-1 0-1,0 0 1,1 1-1,-1-1 1,0 0 0,1 0-1,-1 0 1,0-1-1,1 1 1,-1 0-1,0 0 1,1 0 0,-1 0-1,1 0 1,-1-1-1,0 1 1,1 0-1,-1-1 1,1 1 0,-1 0-1,1-1 1,-1 1-1,1-1 1,-1 1-1,1-1 1,-1 1 0,1-1-1,-1 1 1,1-1-1,0 1 1,-1-1-1,1 0 1,0 1 0,0-1-1,-1 1 1,1-1-1,0 0 1,0-1-1,0 0 620,-2 1-677,0 1 1,1-1-1,-1 1 1,0-1-1,0 1 0,0 0 1,0 0-1,0 0 1,1 0-1,-1 0 0,0 0 1,0 1-1,0-1 1,0 1-1,1-1 0,-1 1 1,0 0-1,1-1 1,-1 1-1,0 0 0,1 0 1,-1 0-1,1 0 1,-1 1-1,1-1 0,0 0 1,-1 1-1,0 1 1,-5 5 542,0-1 0,-1 1 1,0-1-1,-10 7 0,-23 22 1761,-56 85 955,94-117-3255,0 0-1,0 0 1,1 0 0,-1 1-1,1-1 1,0 1-1,0-1 1,0 1-1,1 0 1,0 0 0,-1 9-1,0 60 686,3-37-383,-1-35-352,0 0-1,0 0 1,1 0 0,-1 0 0,0 0 0,1 0 0,-1 0-1,1 0 1,0 0 0,0 0 0,-1 0 0,1 0 0,0 0-1,1-1 1,-1 1 0,0 0 0,0-1 0,1 1 0,-1-1-1,1 1 1,2 1 0,-1-1 6,0 0 1,-1 1-1,0-1 0,0 0 0,0 1 1,0 0-1,0-1 0,0 1 0,1 3 0,0-1-22,-1-1 0,1 0 0,0 0 0,0 0-1,1 0 1,-1-1 0,1 1 0,0-1-1,0 0 1,0 0 0,0-1 0,0 1-1,1-1 1,-1 0 0,1 0 0,-1 0-1,1 0 1,0-1 0,0 0 0,0 0 0,5 0-1,2 1-180,0-1 0,1-1 0,-1 0 0,0-1 0,0 0 0,0-1-1,0 0 1,18-6 0,-23 4 65,-2 0-1,1 0 1,0 0-1,-1 0 1,9-11-1,-11 13 110,0-1 0,0 0 0,0 0 0,0-1 0,-1 1 0,0-1 0,0 1 0,0-1 0,0 0 0,0 0 0,-1 1-1,2-6 1,-3 6 32,0 1-1,-1-1 1,1 0 0,-1 1-1,0-1 1,1 1-1,-1-1 1,0 1-1,-1-1 1,1 1-1,0-1 1,-4-3-1,4 4 8,-1-1 0,0 1-1,1-1 1,0 1-1,-1-1 1,1 1 0,0-1-1,0 0 1,1 0 0,-1 0-1,1 0 1,-1 1 0,1-4-1,-1 0 44,0 0-1,0 0 0,0 0 1,0 0-1,-1 1 1,0-1-1,-1 0 0,1 1 1,-1 0-1,-5-8 1,5 9-25,1-1 1,-1 0 0,0 0 0,1 0 0,0 0-1,0 0 1,1 0 0,0-1 0,-1 1 0,1-7-1,1-80-10,0 93-25,0 0-1,0 0 1,0-1-1,1 1 1,-1 0-1,0 0 1,1 0-1,-1 0 0,0 0 1,1 0-1,-1 0 1,1-1-1,-1 1 1,1 0-1,0 0 1,-1-1-1,1 1 1,0 0-1,-1-1 1,1 1-1,0 0 1,1 0-1,0 0 3,0 1 1,0-1-1,-1 1 0,1-1 0,0 1 0,-1 0 0,0-1 1,1 1-1,-1 0 0,2 4 0,23 31 42,-21-31-42,0 0-1,0 1 0,0-1 1,-1 2-1,6 11 1,-5-5 80,1 1 0,1-1 1,16 26-1,11 22 579,-33-60-638,0 0-1,0 0 0,0 0 1,0 0-1,1-1 1,-1 1-1,1 0 0,0-1 1,-1 1-1,5 2 0,-6-4-14,1 1 0,0-1-1,0 1 1,0-1 0,-1 1 0,1 0-1,0-1 1,-1 1 0,1 0-1,0 0 1,-1 0 0,1-1-1,-1 1 1,1 0 0,-1 0-1,0 0 1,1 0 0,-1 0-1,0 0 1,0 0 0,1 0 0,-1 1-1,1 0-1,0-1 0,0 0 0,0 1 0,0-1 0,0 0 0,0 0 0,1 0 0,-1 0 0,0 0 0,1 0 0,-1 0 0,1 0 0,-1 0 0,1 0 0,0-1 0,-1 1 0,1-1 0,-1 1 0,1-1 0,0 0 0,0 0 0,-1 0 0,1 0 0,0 0 0,-1 0 0,1 0 0,0 0 0,-1-1 0,1 1 0,0-1 0,2 0 0,7-11 66,0 0 0,0-1 0,-1 0 0,15-26 0,-7 11 95,-15 22-70,0 1-1,0-1 0,0 0 1,-1 0-1,1-1 0,-2 1 1,1 0-1,-1-1 0,0 1 1,0-1-1,0 0 0,-1 1 1,-1-8-1,1 13-49,0 0 0,0-1 0,0 1 0,0 0 0,1 0 1,-1 0-1,0-1 0,1 1 0,-1 0 0,1 0 0,-1 0 0,1 0 0,-1 0 1,1 0-1,0 0 0,-1 0 0,1 0 0,0 0 0,0 0 0,0 0 0,0 0 1,0 1-1,1-2 0,-1 1 3,0 1-1,0-1 1,0 0 0,0 0-1,0 0 1,0 1 0,0-1-1,-1 0 1,1 0 0,0 0 0,0 0-1,-1-1 1,1 1 0,-1 0-1,1 0 1,-1 0 0,0 0-1,1-1 1,-1 1 0,0 0 0,0 0-1,0-1 1,0-1 0,0 2 126,3 26-103,4-18-63,-7-7-10,1 1 1,0 0-1,0 0 0,0 0 0,-1-1 1,1 1-1,-1 0 0,1 0 0,-1 0 1,1 0-1,-1 0 0,1 0 0,-1 0 0,0 0 1,1 0-1,-1 0 0,0 0 0,0 0 1,0 1-1,0-1 0,0 1 0,1 2-11,0 0-1,0-1 0,0 1 0,1 0 0,-1-1 0,1 1 1,0-1-1,0 0 0,0 0 0,0 1 0,1-1 0,0-1 1,-1 1-1,5 3 0,13 17-157,18 17-606,-9-11-189,-29-28 924,1 0-1,0 0 0,-1-1 0,1 1 0,0 0 0,0-1 0,-1 1 0,1 0 0,0-1 0,0 1 0,0-1 0,0 1 0,0-1 0,0 0 0,0 1 0,-1-1 0,1 0 0,0 0 0,0 1 0,1-1 1,-1 0-1,0 0 0,0 0 0,0 0 0,0 0 0,0-1 0,1 1 0,-1 0-9,0 0 1,0-1-1,0 1 1,0 0-1,0 0 1,0 0-1,0 0 1,0 0-1,0 1 1,1-1 0,-1 0-1,0 0 1,0 1-1,0-1 1,0 1-1,0-1 1,-1 1-1,3 0 1,-2 0-3,-1 0 0,1 0 1,0 0-1,0 0 1,0 0-1,0-1 0,1 1 1,-1 0-1,0-1 1,0 1-1,0-1 0,1 1 1,-1-1-1,0 0 1,0 1-1,1-1 0,-1 0 1,0 0-1,1 0 1,-1 0-1,0 0 1,0 0-1,1 0 0,-1 0 1,0-1-1,1 1 1,-1 0-1,0-1 0,0 1 1,1-1-1,-1 1 1,0-1-1,0 0 0,0 0 1,0 1-1,0-1 1,0 0-1,2-2 0,18-12-64,-19 14 116,0-1 0,0 1 0,0-1-1,0 1 1,0-1 0,0 0 0,0 0 0,0 0-1,-1 0 1,1 0 0,-1 0 0,2-4 0,0-3 128,-2 0 1,1-1-1,-1 1 1,-1 0 0,0-1-1,0 1 1,-2-13 0,1-10 608,0 18-366,0 10-198,0-1 0,0 0 0,1 0-1,0 0 1,0 0 0,0 1 0,1-1 0,0 0-1,0 0 1,0 0 0,3-8 0,15 1-196,-14 9-86,-5 5-239,0 0 312,1-1 0,-1 1 0,1-1 0,-1 1 0,1-1-1,0 1 1,-1-1 0,1 0 0,0 1 0,0-1 0,0 0 0,0 1 0,0-1 0,1 0 0,-1 0 0,0 0 0,0 0 0,3 1 0,36 20-694,-9-6-27,-24-13 651,-1 0 0,0-1 0,1 1 0,0-2 0,-1 1 0,1-1 1,0 0-1,0 0 0,0-1 0,0 0 0,0 0 0,0 0 0,7-2 0,8 0-116,-12 2 337,1-2-1,0 1 1,-1-2 0,0 1 0,1-2 0,-1 1 0,0-1 0,-1-1 0,1 1 0,-1-2-1,0 1 1,0-1 0,-1-1 0,1 0 0,10-12 0,-17 16 313,-1 0 0,0 0 0,0 0 1,0 0-1,-1 0 0,1-1 0,-1 1 0,1 0 1,-1-1-1,-1-4 0,0-1 2397,0 34-1726,2-9-889,0-10-188,-1 0 1,0 0-1,0 1 1,0-1-1,-1 0 1,0 0-1,0 0 1,-3 8-1,-2-1-24,3-7 0,1 1 0,-1-1 0,1 0 0,0 1 0,1-1 0,-1 1 0,1 0 0,0 11 0,1 180 0,1-186 0,0 0 0,0 1 0,2-1 0,5 19 0,-4-19 0,-1 0 0,-1-1 0,0 1 0,1 20 0,-3-6 0,-1 15 0,2 0 0,2-1 0,10 54 0,-6-37-2928,-9 33-6795,0-23 4702,2-67 4846,0-1-1,-1 1 1,1 0 0,0-1-1,0 1 1,0-1 0,-1 1-1,1 0 1,0-1 0,0 1-1,-1 0 1,1-1 0,0 1-1,-1 0 1,1 0 0,0-1-1,-1 1 1,1 0 0,0 0 0,-1-1-1,1 1 1,-1 0 0,1 0-1,0 0 1,-1 0 0,1 0-1,-1 0 1,1 0 0,-1 0-1,1 0 1,0 0 0,-1 0-1,1 0 1,-1 0 0,1 0-1,-1 0 1,1 0 0,0 0-1,-1 0 1,1 0 0,-1 1 0,1-1-1,0 0 1,-1 0 0,1 1-1,0-1 1,-1 0 0,1 0-1,0 1 1,-1-1 0,1 0-1,0 1 1,0-1 0,-1 1-1,1-1 1,0-11-2413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19.6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54 5859,'0'-27'8313,"0"4"-5336,0 22-2932,1 1 1,0-1-1,0 1 0,-1 0 1,1 0-1,0-1 0,0 1 1,0 0-1,0 0 0,-1 0 1,1 0-1,0 0 0,0 0 0,0 0 1,0 0-1,0 0 0,-1 0 1,1 0-1,0 0 0,0 1 1,0-1-1,0 0 0,0 1 0,2 0 178,2 5 46,1 0 0,-1 0-1,-1 1 1,0 0 0,1 0-1,-2 0 1,6 15 0,-3-9-100,-4-7-60,0 1 1,-1 0 0,1 0 0,-2 0 0,1 0 0,-1 0-1,0 0 1,0 0 0,-2 11 0,1 5 235,0-19-281,1 1 1,0-1 0,-1 0-1,0 0 1,0 0 0,0 0-1,0 0 1,-1 0-1,1 0 1,-5 7 0,-3 8 128,2 1 4,6-14-171,-1 0 0,0 0-1,0 0 1,0-1 0,-1 1 0,0 0-1,0-1 1,0 0 0,-1 0 0,0 0 0,0 0-1,0 0 1,-7 5 0,-53 30-373,58-35 69,0-1 0,-1 1-1,1-1 1,-1-1 0,0 1 0,0-1-1,-1-1 1,1 1 0,-1-1 0,-8 1 0,-46 3-6608,62-6 6835,-1 0-147,1 0 0,-1 1 0,0-1 0,0 0 0,0 0 0,1 0 0,-1 0 0,0 0 0,0 0 0,1-1 0,-1 1 0,0 0 0,0 0 0,1 0 0,-1-1 0,0 1 0,0 0 0,1-1 0,-1 1 0,0-1 0,1 1 0,-1-1 0,1 1 0,-1-1 0,0 0 0,-5-4-1710,-17-10-1190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0.0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11 4178,'0'0'262,"0"-1"-1,0 1 1,0-1-1,0 1 1,0 0-1,0-1 1,1 1 0,-1-1-1,0 1 1,0 0-1,0-1 1,0 1 0,0-1-1,1 1 1,-1 0-1,0-1 1,0 1-1,0 0 1,1-1 523,0 1-524,-1-1 1,0 1 0,1 0-1,-1 0 1,0-1-1,1 1 1,-1 0 0,0 0-1,1 0 1,-1 0-1,1 0 1,-1-1-1,0 1 1,1 0 0,-1 0-1,1 0 1,-1 0-1,0 0 1,1 0 0,-1 0-1,1 1 1,-1-1-1,0 0 1,1 0 0,-1 0-1,1 0 1,-1 0-1,0 1 1,1-1-1,3 10 2219,-4-7-2411,0 0-1,1 0 1,-1 0 0,1 0-1,0 0 1,0 0 0,0 0 0,0 0-1,0 0 1,0-1 0,1 1-1,2 4 1,-2-5-52,0 1-1,-1-1 1,1 1-1,-1 0 0,0-1 1,0 1-1,0 0 1,0 0-1,0 0 1,-1 0-1,1 0 1,-1 5-1,0-2-8,0 0 0,0 1 0,1-1 0,-1 0 0,2 1 0,-1-1 0,1 0 0,-1 0 0,2 0 0,-1 0 0,1 0 0,5 10 0,-7-16-8,0 3 2,0 0 0,0 0 1,0 0-1,0 1 0,0-1 0,-1 0 0,1 0 0,-1 1 1,0-1-1,0 0 0,0 0 0,0 1 0,-2 4 0,2-4-6,-1 0-1,1 0 1,-1 0-1,1 0 0,1 0 1,-1 0-1,0-1 0,1 1 1,2 6-1,0 0-43,1 0 0,1-1 0,0 0 0,11 15 0,-14-20-24,1 0 0,0-1 0,0 0 0,0 0 0,0 1 0,1-2 0,-1 1 0,1 0 0,0-1 0,0 0 0,0 0 0,0 0 0,8 3 0,10 5-783,-20-9 782,-1 0 0,1 0 0,-1 0-1,1 0 1,0 0 0,0 0 0,-1-1-1,1 1 1,0-1 0,0 1 0,0-1-1,0 0 1,0 0 0,-1 0 0,1 0 0,0 0-1,0 0 1,0 0 0,0-1 0,0 1-1,0-1 1,-1 1 0,4-2 0,7-3-370,-2 0-1,1 0 1,16-11 0,7-4 257,-28 15 236,-1 1-1,1-1 0,-1 0 1,0 0-1,0 0 0,7-12 0,-6 8 140,-4 3 24,0-1-1,-1 1 1,0-1 0,0 1 0,0-1-1,-1 0 1,0 1 0,-1-1-1,0-7 1,0-3 827,1-36 3919,0 51-4817,0 40-17,0-34-213,0 1-1,1-1 0,0 0 1,0 0-1,0 1 0,0-1 1,3 6-1,-2-6-212,-1 0 0,1 1-1,-1-1 1,0 1 0,0-1 0,0 1 0,0 7-1,-1-11 186,0 0-1,0 0 0,0 0 0,0 0 0,0 0 0,1 0 0,-1 0 0,1 0 1,-1 0-1,0 0 0,1-1 0,0 1 0,-1 0 0,1 0 0,-1 0 0,1 0 0,0-1 1,0 1-1,-1 0 0,1-1 0,0 1 0,0 0 0,0-1 0,1 1 0,7 7-925,-3 5-466,1 1-650,8-4-2134,-12-8 3520,-2-2 553,0 1 1,1-1 0,-1 0 0,0 1-1,0 0 1,0-1 0,0 1 0,0 0-1,0-1 1,0 1 0,0 0 0,0 0-1,0 0 1,-1 0 0,1 0 0,0 0-1,-1 0 1,1 0 0,0 0-1,-1 0 1,1 0 0,0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0.2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28 176 3826,'2'-28'4910,"-1"20"-3399,-1 0-1,1 1 0,-1-1 0,-1 0 0,1 0 0,-1 1 0,0-1 0,-5-12 1,-2 5 140,6 12-1334,0 0 0,0 0 0,1 0 0,-1 0 0,1 0 1,0-1-1,0 1 0,0 0 0,0-1 0,1 1 0,-1-1 0,1 1 0,0-5 0,0 344 590,1-323-947,0 0 0,1 0-1,1 0 1,5 16-1,-5-17-185,0 0-1,0 1 1,-1-1 0,0 16-1,-2-8-841,1 0 0,0 0 0,1 0 0,10 35-1,-9-30-1226,0 0 0,-2 0 0,0 1-1,-4 25 1,1 12-4506,2-52 4845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0.6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1 279 3506,'3'-23'9055,"7"11"-3935,-7 11-5030,-1 0 1,1 0-1,-1 1 0,1 0 0,0-1 1,-1 1-1,1 0 0,0 0 0,-1 0 1,1 1-1,0-1 0,-1 1 0,6 1 1,31 4-224,1-2 0,1-1 0,74-5 0,-19-1 361,-87 3-197,1-1 1,-1 0 0,0 0 0,1-1 0,12-5 0,-18 6 61,0 0 0,-1-1-1,1 1 1,-1-1 0,1 0 0,-1 0 0,0 0-1,0 0 1,0-1 0,0 0 0,0 1-1,0-1 1,-1 0 0,1 0 0,-1 0 0,2-4-1,0-3 524,-1 1-1,-1-1 0,1 0 0,-2 0 1,1 0-1,-1 0 0,-1-13 1,0 18-218,-1-1 1,0 1 0,0 0 0,0 0 0,0 0-1,-4-8 1,-4-22 2359,9 33-2705,-1 1 1,1-1-1,-1 1 1,0-1-1,1 1 0,-1 0 1,0 0-1,0-1 1,0 1-1,0 0 1,0 0-1,0 0 0,0 0 1,0 0-1,0 0 1,-1 0-1,1 0 1,0 1-1,-1-1 0,1 0 1,-1 1-1,1-1 1,0 1-1,-1-1 1,1 1-1,-1 0 1,1 0-1,-1 0 0,0 0 1,1 0-1,-1 0 1,1 0-1,-1 0 1,-2 1-1,-47 52-37,47-49-16,0 0 0,1 0 0,0 1 0,0-1 0,0 1 0,0 0 0,1 0 0,0 0 0,0 0 0,-3 9 0,2-3 0,0 1 0,1-1 0,0 1 0,1 14 0,0-22-20,1 1 0,-1-1 1,0 1-1,0-1 0,0 0 0,-1 1 0,0-1 1,1 0-1,-6 8 0,5-10-6,1 0 1,-1 1-1,1 0 1,-1-1-1,1 1 1,0 0-1,0 0 1,0 0-1,1 0 1,-1 0-1,1 0 0,-1 0 1,1 0-1,0 0 1,0 0-1,0 0 1,1 0-1,-1 0 1,1 0-1,0 0 1,-1-1-1,1 1 0,2 4 1,6 4-222,-7-11 199,-1 1 0,0 0 1,0 1-1,0-1 0,0 0 1,0 0-1,0 0 0,0 1 1,-1-1-1,1 0 0,0 1 1,-1-1-1,1 1 0,-1-1 1,1 1-1,-1-1 0,0 1 0,0-1 1,0 1-1,1 1 0,-1 2-153,2-1 0,-1 0-1,1 1 1,-1-1 0,1 0-1,0 0 1,1 0 0,-1 0-1,1 0 1,-1 0 0,1-1-1,0 1 1,7 5-1,-8-8 72,0 1 0,0 0 0,0 0 0,1-1 0,-1 1 0,1-1 0,-1 0 0,1 0 0,-1 0 0,1 0-1,3 1 1,-5-2 105,0 0 1,0 0-1,1 0 0,-1 0 0,0 0 0,0 0 0,1-1 0,-1 1 0,0 0 0,0-1 1,0 1-1,1-1 0,-1 1 0,0-1 0,0 1 0,0-1 0,0 0 0,0 0 0,0 1 1,0-1-1,0 0 0,0 0 0,-1 0 0,2-2 0,3-2 2,0 0 0,0 1-1,0-1 1,1 1 0,-1 1-1,1-1 1,12-5 0,-10 5 72,-1 0 0,1-1 1,-1 0-1,1 0 0,10-11 0,-5 1 131,0 2 497,-1-1 1,19-29-1,-25 32-183,-6 10-366,1-1 0,0 0-1,0 0 1,0 0 0,0 1 0,1-1-1,-1 0 1,0 1 0,1-1-1,-1 1 1,1 0 0,-1-1 0,1 1-1,0 0 1,-1 0 0,4-1-1,-4 1-98,0 1 43,0 0 1,0-1-1,0 1 1,0-1-1,0 0 1,1 1-1,-1-1 0,0 0 1,-1 0-1,1 0 1,0 0-1,0 1 1,0-1-1,0 0 1,-1 0-1,1-1 1,-1 1-1,1 0 1,0 0-1,-1 0 1,0 0-1,1 0 0,-1-1 1,0 1-1,0 0 1,1-2-1,-1 3-69,-1-1-1,1 1 1,0-1-1,0 1 1,0-1-1,0 1 1,0-1-1,0 1 1,0-1-1,1 1 1,-1-1 0,0 1-1,0-1 1,0 1-1,0-1 1,1 1-1,-1-1 1,0 1-1,0 0 1,1-1-1,-1 1 1,0-1-1,1 1 1,-1 0-1,1-1 1,-1 1-1,0 0 1,1-1-1,-1 1 1,1 0-1,-1 0 1,1-1-1,-1 1 1,1 0-1,-1 0 1,1 0 0,-1 0-1,1 0 1,-1 0-1,1 0 1,-1 0-1,1 0 1,-1 0-1,2 0 1,-1 0-4,0 1 0,0 0 0,0-1 0,0 1 0,0 0 1,-1 0-1,1 0 0,0 0 0,0 0 0,-1 0 0,1 0 1,0 0-1,-1 0 0,1 0 0,-1 0 0,1 0 0,-1 0 1,0 0-1,1 0 0,-1 1 0,0-1 0,0 0 0,0 0 1,0 0-1,0 1 0,0 0 0,-1 18 61,0-10-150,1-1-1,0 1 1,0-1-1,1 1 1,3 15-1,-1-17-1423,0 1-1,0 0 0,-1 0 1,0 0-1,-1 1 1,1 13-1,0-5-3176,9-2 2106,7 7-4706,-3 1 304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1.4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341 16 1601,'1'-2'2794,"-6"-12"5043,0 14-7464,0 1 1,0 0-1,0 0 0,0 0 0,0 0 0,0 1 1,0 0-1,1 0 0,-1 0 0,1 0 1,0 1-1,-7 5 0,-42 20 2395,41-23-2378,0 1 0,1 0 1,0 1-1,0 0 0,0 1 1,1 0-1,0 0 0,0 1 1,1 1-1,1 0 0,-1 0 1,-9 16-1,1-1-193,14-22-185,1 0 0,-1 0 0,1 0 0,0 0 0,0 0 0,0 0 0,1 1 0,-1-1 0,1 1 0,0 0 0,0-1 1,0 1-1,0 0 0,0-1 0,1 7 0,0 0-7,0-1 0,1 0 1,1 0-1,-1 0 0,1 0 1,1 0-1,0 0 0,0 0 1,1-1-1,0 0 0,0 1 1,1-1-1,0-1 0,0 1 1,1-1-1,0 0 0,7 7 1,56 78-49,-68-89 131,0 1 0,0-1 0,0 1 0,0-1 0,0 1 0,-1-1 0,0 1 0,0-1 0,0 1 0,0 0 0,0-1 0,-1 1 0,0-1 1,1 1-1,-1-1 0,-2 5 0,-21 2 564,10-4-579,0 0 0,0-1 1,-1-1-1,1 0 0,-1-1 0,0 0 0,-27 0 1,75-7-9937,-14 1 9155,-1 0 0,1-2 0,20-6 1,69-26-2334,-81 31 2702,-2-2 0,1-1 0,-1-1 0,0-1 0,43-27 0,1-16 1615,-46 41-393,-21 13-761,0 0-1,-1-1 1,1 0-1,-1 1 1,1-1-1,0 0 1,-1 0-1,0 1 1,1-1-1,-1 0 1,1-1 0,-1 1-1,0 0 1,0 0-1,0 0 1,0-1-1,0 1 1,0-1-1,0 1 1,0-1-1,0 1 1,0-1-1,-1 1 1,1-1-1,-1 0 1,1-1-1,-1-57 11242,0 58-10523,-7 2-349,6 0-479,1-1 0,-1 1 0,1 0 0,-1 0 0,0 0 0,1 0 0,-1-1 0,1 1 0,-1 0 0,0 0 0,1 0 0,-1 0 1,0 0-1,1 1 0,-1-1 0,0 0 0,1 0 0,-1 0 0,1 0 0,-1 1 0,0-1 0,1 0 0,-1 1 0,1-1 0,-1 0 0,1 1 0,-1-1 0,1 1 0,-1-1 0,1 1 0,0-1 0,-1 1 0,1-1 0,0 1 0,-1-1 0,1 1 0,0 0 0,0-1 0,-1 1 1,1-1-1,0 1 0,0 1 0,0-2-10,0 1 1,0-1 0,0 1 0,0-1 0,0 1-1,0 0 1,0-1 0,-1 1 0,1-1-1,0 1 1,0-1 0,0 1 0,-1-1 0,1 1-1,0-1 1,0 1 0,-1-1 0,1 1 0,-1-1-1,1 0 1,0 1 0,-1-1 0,1 1-1,-1-1 1,1 0 0,-1 0 0,1 1 0,-1-1-1,1 0 1,-1 0 0,1 1 0,-1-1 0,1 0-1,-1 0 1,1 0 0,-2 0 0,-9 5 16,8 0-10,0 0-1,0 0 1,1 0-1,-1 0 1,1 0 0,0 1-1,1-1 1,-1 1-1,1-1 1,0 1-1,1-1 1,-1 1-1,1 0 1,1 9-1,-1-12-2,-1-1 0,1 1 0,-1 0-1,0 0 1,0 0 0,0 0 0,0-1 0,0 1-1,-1 0 1,1-1 0,-4 4 0,4-4-6,0-1 1,0 0 0,0 1 0,0-1-1,0 0 1,0 1 0,0 0-1,1-1 1,-1 1 0,0-1 0,1 1-1,-1 0 1,1-1 0,0 1 0,0 0-1,0 0 1,-1-1 0,1 1-1,1 0 1,-1-1 0,0 1 0,0 0-1,1 0 1,-1-1 0,1 3-1,8 9-16,-7-11 9,-1 0 0,1 0 0,-1 1 0,1-1 0,-1 0 0,0 1 0,0-1 1,0 1-1,0-1 0,-1 1 0,1-1 0,-1 1 0,1 0 0,-1 2 0,1 0-18,0 0 0,0-1 0,0 1-1,0-1 1,1 0 0,0 1 0,0-1-1,0 0 1,1 0 0,-1 0 0,1 0-1,0-1 1,0 1 0,0-1 0,1 0-1,5 5 1,0-1-202,-1 0 0,1-1 1,0 0-1,1-1 0,0 0 0,12 5 0,-10-7 49,-1 0 0,1-1 0,-1 0-1,1-1 1,0 0 0,0-1 0,-1-1-1,1 0 1,0 0 0,14-4 0,-18 3 185,0 0 0,0 0 1,0-1-1,-1 0 0,1 0 0,-1-1 1,1 0-1,-1 0 0,0-1 1,-1 0-1,1 0 0,-1-1 0,0 0 1,10-12-1,9-46 535,-16 47-26,0 0 1,-1 0 0,-1-1 0,9-30 0,3-9 1322,-18 54-1687,0 1 1,0-1 0,-1 0-1,0 0 1,1 0-1,-1 0 1,0 1-1,0-1 1,-1-5 0,1 6-95,-1 0 1,1 0 0,0 0-1,0 0 1,0 0 0,0 0 0,0 0-1,0 0 1,1 0 0,-1 0-1,1 0 1,-1 0 0,1 1 0,0-1-1,1-3 1,3 0-59,-4 4 0,0 1 0,0-1 0,0 0 0,-1 0 0,1 0 0,0 0 0,-1 1 0,1-1 0,0 0 0,-1 0 0,1 0 0,-1-1 0,0 1 0,1 0 0,-1 0 0,0 0 0,0 0 0,1 0 0,-1-2 0,-1-2 0,1 10 0,-1 23 0,1-20 0,0-1 0,0 0 0,0 1 0,1-1 0,1 0 0,1 10 0,7-4 0,-8-11 0,-1 0 0,1 0 0,-1 0 0,0 0 0,1 1 0,-1-1 0,0 0 0,-1 1 0,1-1 0,0 1 0,-1-1 0,1 1 0,-1 0 0,0-1 0,1 1 0,-1-1 0,-1 1 0,1 2 0,0-2-47,0-1 1,0 0-1,1 0 0,-1 1 0,1-1 1,0 0-1,-1 0 0,1 1 1,0-1-1,3 3 0,-3-2-186,0-1-1,1 1 1,-1-1-1,0 1 1,0-1 0,-1 1-1,1 0 1,0 0-1,-1-1 1,1 7 0,-1-8-302,0 0 1,0 0 0,0 0-1,0 0 1,1 0-1,-1 0 1,0 0 0,1 0-1,-1 0 1,1 0 0,-1-1-1,1 1 1,-1 0 0,1 0-1,0 0 1,-1-1-1,1 1 1,0 0 0,0 0-1,0-1 1,0 1 0,-1-1-1,1 1 1,0-1 0,0 1-1,0-1 1,0 0 0,0 1-1,0-1 1,1 0-1,1 1 685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1.5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0 106 5715,'0'0'4898,"0"-11"-1361,0-4-1087,28-1-2594,-28 5-705,0-5-832,19-10-4545,-19 16 2512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3.2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168 0 12166,'0'0'6120,"-5"3"-2767,2-2-3236,-1 1 0,1 1 0,0-1 0,0 0 0,0 1 0,0-1 0,1 1 0,-1 0 0,1 0 0,-1 0 0,1 0 0,-3 6 0,-9 24-35,11-28-78,1 0 0,-1 0 0,1 0 0,1 1 0,-1-1 1,1 0-1,0 1 0,0-1 0,0 9 0,1 388-108,0-392 80,1 0 0,0-1 1,1 1-1,0 0 1,6 13-1,-5-13-121,0 0-1,-1 0 1,0 1 0,0-1-1,0 16 1,-2 129-7307,0-160 7426,-1 1 0,1-1 0,-1 0 0,0 1 0,-1-1-1,1 1 1,-1-1 0,-3-6 0,2 6 56,1 0 1,0-1-1,0 1 0,0 0 1,1 0-1,0-1 0,0 1 0,0-11 1,-8-44 421,6 47-264,1 1-1,0 0 1,-1-23 0,2 21-13,0 0 0,-1 1 0,0-1 0,-6-15 0,4 15 107,1 1-1,0-1 0,1 0 0,0-17 0,2 22 50,-1-1 0,0 0-1,-1 1 1,-4-15 0,4 15 229,0 0-1,0-1 1,1 1 0,-1-15 0,1 18-223,0 0 0,-1 0 0,0 0 0,0 0 0,-1 1 0,-4-10 0,-1-4 349,30 35-468,-20-14-219,-1 0 1,1 0 0,0 0 0,0 1 0,-1-1 0,1 1 0,-1-1 0,0 1 0,0-1 0,0 1-1,0 0 1,0 0 0,0 3 0,8 20-20,0-11-174,0-1 1,1 0-1,1 0 0,1-1 0,0-1 0,19 17 1,7 1-1658,45 27 0,-72-51 1169,0 0 0,0-1 0,0 0 0,1-1 1,0-1-1,-1 0 0,1 0 0,21 1 0,-9-2 105,1-2 1,-1 0-1,34-6 0,-44 3 658,1-2 1,-1 0-1,-1 0 0,1-1 1,-1-1-1,0-1 0,0 0 1,15-13-1,-24 19-23,5-6 284,0 0 0,-1 0 0,0-1 0,0 0 0,0-1 0,8-16 0,-6 12 156,-7 10-261,-1 0 0,0 1 0,1-1 0,-1 0 0,-1-1 0,1 1 0,-1 0 0,0 0 0,0-1 1,0 1-1,0-1 0,-1 1 0,1-1 0,-2-5 0,1 7 35,1 0-1,-1 0 1,0 0-1,1 0 1,0 0 0,0 0-1,0 0 1,0 0-1,0 0 1,0 1-1,1-1 1,-1 0 0,4-3-1,-4 4 16,1 0-1,-1 0 0,0 0 1,0 0-1,1-1 1,-2 1-1,1 0 0,0-1 1,0 1-1,-1 0 0,1-1 1,-1 1-1,1-4 1,-2 5-135,1-1 1,0 1 0,0-1-1,-1 0 1,1 1 0,-1-1 0,1 1-1,-1 0 1,0-1 0,0 1-1,1-1 1,-1 1 0,0 0-1,0 0 1,0 0 0,-1-1 0,1 1-1,0 0 1,0 0 0,0 0-1,-4-1 1,5 1-93,-1 1 1,0-1-1,0 1 0,0 0 1,0-1-1,0 1 1,0 0-1,0-1 0,0 1 1,0 0-1,0 0 0,0 0 1,0 0-1,0 0 0,0 0 1,0 0-1,0 0 0,0 0 1,0 1-1,0-1 0,0 0 1,0 1-1,0-1 0,0 0 1,0 1-1,0 0 0,0-1 1,0 1-1,1-1 0,-1 1 1,-1 1-1,-25 26-60,23-24 0,-1 0 0,0 0 0,1 1 0,0 0 0,0 0 0,1 0 0,-1 0 0,1 1 0,0-1 0,0 1 0,-1 6 0,1-7 0,1 1 0,-1-1 0,1 0 0,-1 0 0,-1-1 0,1 1 0,-6 5 0,5-6 0,0 1 0,0 0 0,1 0 0,-1 1 0,1-1 0,0 1 0,-3 8 0,-7 21 21,10-27-80,0 0 0,0 0 0,1 0 0,0 0 0,0 1 0,1-1 0,-1 15 0,2-4-554,0 54-7906,0-71 7895,3-2 651,1-1 0,-1 0 0,1 0 1,-1 0-1,0 0 0,0-1 0,0 1 1,0-1-1,0 0 0,0 1 1,0-2-1,0 1 0,-1 0 0,1 0 1,-1-1-1,1 1 0,-1-1 0,4-5 1,38-68 2268,-27 43-1511,-9 19-301,-2-1-1,0 0 1,7-27 0,-2 7 475,-5 17-428,-1-1-1,-1 0 1,-1 0-1,0 0 1,-1 0-1,-2-27 1,0 37-531,0 22 0,5 25 0,4-25 0,-8-11 0,1 0 0,0 1 0,-1-1 0,0 0 0,1 1 0,-1-1 0,0 0 0,-1 1 0,1-1 0,0 1 0,-1 0 0,1-1 0,-1 1 0,1 5 0,-1 12 0,1 1 0,2-1 0,0 0 0,1 0 0,8 24 0,-1-15-531,3 9-3571,16 71 0,-11-62 950,1-2-656,-12-5 634,-7-29 2121,1 0 1,1 0 0,0 0-1,5 12 1,18 30-3022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3.5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376 481 6387,'8'-26'1752,"-1"-1"0,-2-1 1,0 1-1,-2-1 0,-1 0 0,-1 0 1,-4-28-1,3 9 1016,-1 37-1655,0 0-1,0 0 0,-1 0 0,-1 0 0,0 0 1,-5-12-1,-4-14 523,11 32-1628,0 1 1,1-1-1,-1 1 0,-1 0 1,1 0-1,0 0 1,-1 0-1,0 0 1,0 0-1,0 0 1,0 0-1,0 0 1,0 1-1,-1 0 1,1-1-1,-1 1 1,0 0-1,1 0 1,-1 0-1,0 0 1,0 1-1,-1-1 0,1 1 1,0 0-1,0 0 1,-1 0-1,1 0 1,-5 0-1,2 1-9,1 1 0,0-1 0,0 1 0,0 0 0,0 1-1,0-1 1,0 1 0,1 0 0,-1 0 0,0 1 0,1-1-1,0 1 1,-1 0 0,1 0 0,0 0 0,1 1-1,-1 0 1,1-1 0,-4 6 0,-25 32 2,12-15 0,-39 41 0,55-64 0,0 1 0,0 0 0,0 0 0,1 1 0,-1-1 0,1 1 0,1-1 0,-1 1 0,0 0 0,1 0 0,0 1 0,0-1 0,0 6 0,-11 25 0,2-12 0,6-16 0,0 1 0,1 1 0,1-1 0,-1 1 0,1-1 0,1 1 0,0 0 0,-1 14 0,3-21 0,0 0 0,1 1 0,-1-1 0,1 0 0,0 0 0,0 0 0,0 0 0,0 0 0,3 4 0,-3-4 0,0-1 0,1 1 0,-1 0 0,0 0 0,-1 0 0,1 0 0,0 0 0,-1 0 0,1 4 0,-1-6 0,0 0 0,0 0 0,0 0 0,0 0 0,0 0 0,0 0 0,0 0 0,1 0 0,-1 0 0,1 0 0,-1 0 0,0 0 0,1 0 0,0 0 0,-1 0 0,1 0 0,-1-1 0,1 1 0,0 0 0,0 0 0,-1-1 0,1 1 0,0 0 0,0-1 0,0 1 0,0-1 0,0 1 0,0-1 0,0 1 0,0-1 0,0 0 0,0 0 0,0 1 0,0-1 0,0 0 0,0 0 0,0 0 0,0 0 0,0 0 0,0 0 0,0 0 0,0-1 0,1 1 0,0-1 0,1 1 0,1-1 0,-1 0 0,0 0 0,0 0 0,0-1 0,0 1 0,0-1 0,0 1 0,0-1 0,0 0 0,-1 0 0,1 0 0,3-4 0,-2 1 0,0 1 0,0 0 0,1 0 0,0 1 0,0-1 0,0 1 0,0 0 0,9-3 0,-10 4 0,1 0 0,-1 0 0,0 0 0,0-1 0,0 1 0,0-1 0,0 0 0,-1 0 0,1 0 0,-1-1 0,0 1 0,0-1 0,3-4 0,-4 5 0,0 1 0,0 0 0,1 0 0,-1-1 0,1 2 0,-1-1 0,1 0 0,0 0 0,0 1 0,-1 0 0,1-1 0,0 1 0,0 0 0,0 1 0,6-2 0,-5 1 0,0 0 0,0 0 0,0 1 0,0-1 0,0 1 0,0 0 0,0 0 0,0 0 0,0 1 0,0-1 0,6 2 0,15 23 0,46 31-115,-39-30-1947,-28-23 1480,-1 0 0,0 0 0,1 0 0,-1 0 0,1-1 1,0 0-1,0 1 0,7 2 0,4 1-430,109 39-13581,-99-42 10464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3.7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44 394 5699,'0'-171'12309,"-1"159"-11481,0 0 0,0-1-1,-1 1 1,-1 0 0,-4-13-1,4 14 353,0 0-1,1-1 1,0 1-1,0-1 1,1-12-1,1 21-1009,0 0 0,0 0-1,0-1 1,-1 1 0,1 0 0,-1 0-1,0 0 1,0 0 0,0 0 0,0 0-1,0 0 1,-1 0 0,1 0 0,-1 0-1,-2-3 1,4 7-170,0-1 0,0 0 0,1 0 0,-1 0 0,0 0 0,0 0 0,0 0 0,0 0 0,0 0 0,0 0 0,1 0 0,-1 0 0,0 0 0,0 0 0,0 0 0,0 0 0,1 0 0,-1 0 0,0 0 0,0 0 0,0 0 0,0 0 0,0 0 0,1 0 0,-1 0 0,0 0 0,0 0 0,0 0 0,0 0 0,0 0 0,1 0 0,-1 0 0,0 0 0,0-1 0,0 1 0,0 0 0,0 0 0,0 0 0,0 0 0,0 0 0,1 0 0,-1-1 0,0 1 0,0 0 0,0 0 0,0 0 0,0 0 0,0 0 0,0-1 0,0 1 0,0 0 0,0 0 0,0 0 0,0 0 0,0 0 0,0-1 0,0 1 0,0 0 0,0 0 0,0 0 0,0 0 0,0 0 0,0-1 0,-1 1 0,2 1 0,0-1 0,0 1 0,-1-1 0,1 1 0,0 0 0,-1-1 0,1 1 0,0 0 0,-1 0 0,1-1 0,-1 1 0,1 0 0,-1 0 0,0 0 0,1 0 0,-1 0 0,0 0 0,0-1 0,1 1 0,-1 0 0,0 0 0,0 0 0,0 0 0,0 1 0,0 10-189,2-1 0,-1 0 0,1 0 0,1 0 0,0 0 0,9 20 0,-8-21-215,1 1 0,-2 0 0,0 1 0,0-1 0,-1 1 0,2 21 0,-4-23-495,1-1 1,1 1-1,0-1 1,0 1-1,6 14 1,-5-18 244,-1 0 0,0 0 0,0 0 0,-1 0 0,0 0 0,0 1 0,0-1-1,0 0 1,-1 0 0,0 1 0,-1-1 0,0 0 0,0 1 0,-2 8 0,-24 77-7574,12-51 3058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4.1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28 523 1072,'-5'0'8311,"-18"0"3414,28 0-11679,23 0 39,-10 1-72,0-1 0,-1 0 0,1-2 0,0 0 0,30-8-1,-34 7-10,-11 3 7,-1 0 0,0-1 0,0 1-1,1-1 1,-1 1 0,0-1 0,0 0 0,0 0 0,0 0-1,0 0 1,0 0 0,0-1 0,3-2 0,8-7 21,-7 6 210,1 0 1,-1-1-1,0 0 1,0-1-1,0 1 1,-1-1-1,0 0 1,-1 0 0,1-1-1,3-8 1,13-26 1917,-18 38-1917,0 0 0,-1-1 0,1 1 0,-1 0 0,0-1 0,-1 0 0,1 0 1,-1 1-1,0-1 0,0 0 0,0 0 0,-1 0 0,1-6 0,-1-278 2875,0 304-3116,1-1 0,1 1 0,0-1 0,1 0 0,0 0 0,1 0 0,1 0 0,1-1 0,-1 1 0,2-2 0,0 1 0,15 20 0,5 14 0,-24-39 0,0-1 0,1 0 0,0 0 0,1 0 0,-1-1 0,1 1 0,0-1 0,1 0 0,0-1 0,0 1 0,0-1 0,10 6 0,3 3 0,-18-12 0,0-1 0,0-1 0,0 1 0,0 0 0,0 0 0,0 0 0,0 0 0,1-1 0,-1 1 0,0-1 0,1 1 0,-1-1 0,0 1 0,1-1 0,-1 0 0,1 1 0,-1-1 0,0 0 0,4 0 0,8 0 0,-10 1 0,-1-1 0,1 0 0,-1 0 0,1 1 0,-1-1 0,1-1 0,-1 1 0,1 0 0,-1-1 0,1 1 0,-1-1 0,1 0 0,-1 1 0,0-1 0,0 0 0,1-1 0,-1 1 0,0 0 0,3-3 0,2-5 0,2-1 0,-1 2 0,15-13 0,-14 14 0,0-2 0,0 1 0,10-15 0,-17 22 0,0-1 0,0 1 0,-1-1 0,1 1 0,0 0 0,0-1 0,0 1 0,1 0 0,-1 1 0,0-1 0,0 0 0,0 0 0,1 1 0,-1 0 0,4-1 0,-4 1 0,-1 0 0,1-1 0,-1 1 0,1 0 0,-1 1 0,1-1 0,-1 0 0,1 0 0,0 1 0,-1-1 0,1 1 0,-1-1 0,0 1 0,1-1 0,-1 1 0,1 0 0,-1 0 0,0 0 0,0 0 0,1 0 0,-1 0 0,0 0 0,0 0 0,0 0 0,0 1 0,0-1 0,0 2 0,18 31 0,-13-25 0,-1 1 0,-1-1 0,1 1 0,3 13 0,-2-3-414,0-2-1563,-1 0 0,0 0-1,-2 1 1,0-1 0,1 27-1,-4 48-7767,0-54 5084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4.4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375 29 15031,'-9'-4'1955,"-1"-1"1,0 1-1,0 1 0,0-1 1,-1 2-1,-12-2 0,18 3-1505,-1 0 0,0 1 0,1 0 0,-1 0 0,1 0-1,-1 1 1,1 0 0,-7 2 0,2 0-450,1 1 0,-1 0 0,1 1 0,0 0 0,0 0 0,0 1 0,1 0 0,-1 0 0,-11 13 0,5-1 0,1 1 0,1 0 0,-12 22 0,18-29 0,0 1 0,0 0 0,2 1 0,-1-1 0,2 1 0,0 0 0,-4 24 0,7-28 0,0 0 0,1 0 0,1 0 0,0 0 0,0 0 0,1 0 0,0 0 0,0-1 0,1 1 0,1-1 0,-1 0 0,7 10 0,8 12 0,3-1 0,0-1 0,2-1 0,1-1 0,1-1 0,55 43 0,-71-62 0,-1 0 0,0 1 0,0-1 0,-1 2 0,0-1 0,-1 1 0,8 13 0,-13-20 0,-1 0 0,1-1 0,0 1 0,0-1 0,0 1 0,0-1 0,0 1 0,0-1 0,0 1 0,1-1 0,-1 0 0,0 0 0,1 0 0,1 2 0,6 3 0,-9-6 0,0 1 0,1-1 0,-1 1 0,0-1 0,1 0 0,-1 1 0,0-1 0,0 1 0,0-1 0,1 1 0,-1-1 0,0 0 0,0 1 0,0-1 0,0 1 0,0-1 0,0 1 0,0-1 0,0 1 0,0-1 0,0 1 0,0-1 0,0 1 0,0-1 0,0 1 0,0-1 0,-1 1 0,1-1 0,0 1 0,0-1 0,-1 0 0,1 1 0,0-1 0,0 1 0,-1-1 0,1 0 0,0 1 0,-1-1 0,1 0 0,-1 0 0,1 1 0,0-1 0,-1 0 0,1 0 0,-1 1 0,1-1 0,-1 0 0,1 0 0,-1 0 0,1 0 0,-1 0 0,1 0 0,-1 0 0,1 0 0,-1 0 0,-34 7 0,-7 0 0,35-5 0,0 0 0,1-1 0,-1 1 0,0-2 0,0 1 0,-8-1 0,-149 0 0,134-4-2354,29 4 2261,1 0 1,-1 0-1,0 0 0,1-1 0,-1 1 1,1 0-1,-1 0 0,0 0 0,1 0 0,-1-1 1,1 1-1,-1 0 0,1 0 0,-1-1 1,1 1-1,-1-1 0,1 1 0,-1 0 1,1-1-1,-1 1 0,1-1 0,-1 1 0,1-1 1,0 1-1,-1-1 0,1 1 0,0-1 1,0 0-1,-1 1 0,1-1 0,0 1 0,0-1 1,0 0-1,0 1 0,0-1 0,0 1 1,0-1-1,0 0 0,0 1 0,0-1 0,0 1 1,0-1-1,0 0 0,0 1 0,1-1 1,-1 1-1,0-1 0,1 0 0,-1 0 0,26-26-9115,21 1 2826,-13 10 4146,87-48-3556,-89 50 3764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5.3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0 143 560,'3'-1'218,"18"-3"904,-1-2 1,0 0 0,0-1 0,0-1 0,20-11 0,-18 6 1036,0 2-1,1 1 0,27-9 1,-49 19-1983,0 0 0,-1 0 0,1 0 0,0 0 0,0 0 0,-1 0 0,1 0 0,0 0 0,0 0-1,-1 0 1,1-1 0,0 1 0,0 0 0,-1-1 0,1 1 0,0 0 0,-1-1 0,1 1 0,0-1 0,-1 1 0,1-1 0,-1 1 0,1-1 0,-1 0 0,1 1 0,-1-1 0,1 1 0,-1-1 0,0 0 0,1 0 0,-1 1 0,0-1 0,1 0 0,-1 1 0,0-1 0,0 0 0,0 0 0,0 0 0,0 1 0,0-1 0,0 0 0,0 0 0,0 1 0,0-1 0,-1-8 7761,1 0-7335,0 10-593,-1 0 1,0 0-1,0 0 1,0 0-1,0 0 0,0 0 1,0 0-1,0-1 1,0 1-1,0 0 0,-1-1 1,1 1-1,0-1 1,0 1-1,-1-1 1,-1 1-1,-3 1-9,1 1 0,-1 0 0,1 0 0,0 1 0,0-1 0,0 1 0,0 0 0,0 1 0,-4 5 0,-10 8 0,16-14 0,0-1 0,-1 1 0,2-1 0,-1 1 0,0 0 0,1 0 0,-3 6 0,-17 25 0,19-31 0,0 0 0,0 1 0,0-1 0,0 1 0,1-1 0,0 1 0,0 0 0,0 0 0,1 0 0,0 1 0,0-1 0,0 0 0,0 0 0,1 0 0,0 1 0,0-1 0,2 10 0,-2-5 0,-1 3 0,0-9 0,1 0 0,0 1 0,-1-1 0,2 1 0,-1-1 0,0 0 0,1 1 0,0-1 0,0 0 0,2 6 0,1-1 0,1 0 0,0 0 0,0-1 0,1 0 0,0 0 0,1 0 0,-1-1 0,2 1 0,-1-2 0,1 1 0,0-1 0,0 0 0,0-1 0,1 0 0,0 0 0,0-1 0,0 0 0,1 0 0,-1-1 0,14 2 0,-15-3-22,4 2-160,0-1 0,-1-1 0,1 0-1,0-1 1,1 0 0,-1-1 0,0 0 0,0-1 0,13-2 0,-6-2-107,0 1 149,-1-1 0,0 0 0,28-13 0,-40 15 121,5-2 149,-1 0-1,1 0 1,-1-1 0,0-1 0,0 0-1,-1 0 1,0-1 0,0 0-1,13-15 1,-13 9-29,0 0 0,-1-1 0,-1 1 0,-1-1 0,0-1 0,0 1 0,-2-1 0,0 0 0,-1 0 0,0 0 0,-1-1 0,-1 1 0,-2-24 0,1 25-101,0 41 0,0 47 0,1-68 0,-1 0 0,1 1 0,0-1 0,0 0 0,0 0 0,1 0 0,0 0 0,4 8 0,-4-9 0,0 0 0,0 1 0,0-1 0,-1 1 0,0 0 0,0-1 0,0 1 0,0 8 0,0-3 0,0 1 0,1-1 0,0 0 0,1 0 0,0 0 0,0 0 0,10 18 0,2 8 0,-9-12-27,-5-19-144,0 0 1,0-1 0,1 1-1,-1 0 1,1-1-1,0 1 1,1-1 0,3 5-1,19 40-5342,-21-40 3576,0 1 1,0-1 0,1-1-1,1 1 1,-1-1 0,1 0-1,10 10 1,-12-15 1296,0 0 0,0 0 0,0 0-1,1 0 1,-1-1 0,1 1 0,0-1 0,0-1 0,0 1 0,0-1-1,0 1 1,6-1 0,-4 0 438,-1-1 0,1 0 0,0 0-1,-1-1 1,13-2 0,-9 0 664,0 0 0,0-1 0,0 0 0,17-10 0,17-8 2502,-41 21-2631,0 0-1,0-1 1,0 1-1,-1-1 0,1 0 1,0 0-1,-1 0 1,0 0-1,1 0 0,-1-1 1,0 1-1,0-1 1,0 1-1,-1-1 0,1 0 1,1-3-1,14-19 1618,-15 22-1679,0 1-1,0-1 1,0 0-1,0 0 1,-1 0-1,1 0 1,-1 0-1,0 0 1,1-6-1,6-13 1579,-3 13-1145,-2 3-123,-1 0 1,1 1-1,-1-1 1,0 0-1,0 0 0,0-1 1,-1 1-1,0 0 1,-1 0-1,1-1 1,-1-10-1,0-118 6302,-2 128-6874,1 0 1,-1 1-1,0-1 0,0 0 0,-1 1 0,0-1 0,0 1 0,0 0 0,-1 0 1,0 0-1,-6-6 0,5 5-12,2 3 3,0 1 0,0-1 0,0 1 0,-1 0 0,1 0 0,-1 1 0,-6-5 0,9 6 0,0 1 0,-1-1 0,1 0 0,-1 0 0,1 1 0,-1-1 0,1 1 0,-1-1 0,1 1 0,-1 0 0,1 0 0,-1 0 0,0 0 0,1 0 0,-1 0 0,1 0 0,-1 0 0,1 0 0,-1 1 0,0-1 0,1 1 0,0-1 0,-1 1 0,1 0 0,-1-1 0,-1 3 0,-7 5 0,7-6 0,0 0 0,0 0 0,0 1 0,0 0 0,0-1 0,1 1 0,-1 0 0,1 0 0,0 1 0,0-1 0,0 0 0,0 1 0,1-1 0,-1 1 0,1 0 0,0-1 0,0 1 0,0 0 0,1 0 0,-1 0 0,1-1 0,0 1 0,0 0 0,1 4 0,-1 1 0,1-1 0,0 0 0,0 1 0,1-1 0,0 0 0,0 0 0,1 0 0,0-1 0,5 11 0,-1-8-49,0-1 0,1 0 0,0 0-1,0-1 1,1 0 0,15 11 0,-14-9-459,-8-8 305,1 0 0,-1 1 0,0-1 0,1-1 0,-1 1 0,1 0-1,-1 0 1,1-1 0,0 0 0,0 1 0,0-1 0,0 0 0,4 0 0,0 1-147,15 2-304,1 0 0,-1-2 0,1 0-1,0-1 1,0-2 0,-1 0-1,44-9 1,23-18 891,-80 24 59,0 0-1,-1 0 0,1-1 0,-1 0 0,0 0 0,0-1 0,13-13 1,-6 6 503,-12 10-471,0 0-1,1 1 0,-1-1 0,0-1 1,-1 1-1,1 0 0,3-7 0,1-5 234,-3 7-291,0 0 0,-1 0 0,0 0 1,0-1-1,-1 1 0,0-1 0,-1 1 1,0-1-1,1-16 0,-2 24-270,0 1 0,0-1 0,0 0 0,0 0 0,0 1 0,0-1 0,0 0 0,0 0 0,0 1 0,0-1 0,0 0 0,-1 1 0,1-1 0,0 0 0,0 0 0,-1 1 0,1-1 0,-1 1 0,1-1 0,0 0 0,-1 1 0,1-1 0,-1 1 0,1-1 0,-1 1 0,1-1 0,-1 1 0,0-1 0,1 1 0,-1 0 0,0-1 0,1 1 0,-1 0 0,0-1 0,1 1 0,-3 0 0,3 0 0,-1 0 0,0 1 0,0-1 0,0 1 0,1-1 0,-1 1 0,0-1 0,0 1 0,1-1 0,-1 1 0,0 0 0,1-1 0,-1 1 0,1 0 0,-1-1 0,1 1 0,-1 0 0,1 0 0,0 0 0,-1-1 0,1 1 0,0 0 0,-1 0 0,1 0 0,0 0 0,0 0 0,0 0 0,0 0 0,0-1 0,0 1 0,0 2 0,-2 36 0,1-29 0,0 0 0,0 0 0,1 0 0,0 0 0,1 0 0,0 0 0,1 0 0,4 16 0,4-10 0,-9-14 0,1 0 0,-1 0 0,1 0 0,-1 0 0,0 1 0,0-1 0,0 1 0,0-1 0,0 1 0,-1-1 0,1 1 0,0 4 0,-2-6 0,1 1 0,0 0 0,1 0 0,-1-1 0,0 1 0,0 0 0,1-1 0,-1 1 0,1 0 0,0-1 0,-1 1 0,1-1 0,0 1 0,0-1 0,2 3 0,-2-2 0,0-1 0,0 0 0,0 1 0,0-1 0,0 1 0,-1 0 0,1-1 0,-1 1 0,1-1 0,-1 1 0,1 0 0,-1-1 0,0 1 0,0 0 0,0 3 0,0-4 0,0 1 0,1-1 0,-1 1 0,0-1 0,1 1 0,-1-1 0,0 1 0,1-1 0,0 1 0,-1-1 0,1 0 0,0 1 0,0-1 0,0 0 0,0 0 0,0 1 0,0-1 0,0 0 0,0 0 0,0 0 0,0 0 0,1 0 0,-1-1 0,0 1 0,1 0 0,-1-1 0,1 1 0,1 0 0,22 16 0,-23-15 0,1-1 0,0 1 0,-1 0 0,1-1 0,0 0 0,0 1 0,0-1 0,0 0 0,0-1 0,0 1 0,1 0 0,-1-1 0,0 0 0,0 0 0,0 0 0,0 0 0,1 0 0,-1-1 0,0 1 0,0-1 0,0 0 0,0 0 0,0 0 0,0 0 0,0-1 0,4-2 0,3 0 0,-1-1 0,1-1 0,-1 0 0,0 0 0,0 0 0,-1-1 0,8-9 0,22-22 0,-27 28 0,0 0 0,-1-1 0,-1 0 0,1-1 0,-2 0 0,11-18 0,-8-6 0,-10 31 0,0 0 0,1 0 0,-1 0 0,1 1 0,0-1 0,0 0 0,4-5 0,5 0 0,-10 10 0,0-1 0,0 0 0,0 0 0,0 0 0,0 0 0,0 0 0,-1 0 0,1 0 0,0 0 0,-1 0 0,1 0 0,0 0 0,-1 0 0,1-1 0,-1 1 0,0 0 0,1 0 0,-1-1 0,0 1 0,0 0 0,0 0 0,0-1 0,0 1 0,0 0 0,0-2 0,0 3 0,0 1 0,0-1 0,0 0 0,0 1 0,1-1 0,-1 0 0,0 0 0,0 1 0,0-1 0,1 0 0,-1 0 0,0 0 0,0 1 0,1-1 0,-1 0 0,0 0 0,0 0 0,1 0 0,-1 1 0,0-1 0,1 0 0,-1 0 0,0 0 0,1 0 0,-1 0 0,0 0 0,1 0 0,-1 0 0,0 0 0,1 0 0,-1 0 0,0 0 0,1 0 0,-1 0 0,0 0 0,0-1 0,1 1 0,-1 0 0,0 0 0,1 0 0,-1 0 0,0-1 0,0 1 0,1 0 0,-1 0 0,0 0 0,0-1 0,0 1 0,1 0 0,-1 0 0,0-1 0,0 1 0,0 0 0,0-1 0,1 1 0,-1 0 0,0 0 0,0-1 0,0 1 0,0 0 0,0-1 0,0 1 0,0 0 0,0-1 0,0 1 0,0 0 0,0-1 0,0 0 0,1 3 0,1-1 0,-1 1 0,0 0 0,0-1 0,0 1 0,0 0 0,0 0 0,0 0 0,0 0 0,0 0 0,-1 0 0,1 0 0,-1 0 0,1 3 0,0 0 0,0 0 0,0 0 0,1 0 0,-1 0 0,1 0 0,0-1 0,1 1 0,-1-1 0,1 0 0,0 0 0,5 6 0,5 9 0,0 11-1742,-12-26 1215,0-1-1,1 0 0,-1 1 0,1-1 0,-1 0 1,1 1-1,0-1 0,0 0 0,1-1 1,-1 1-1,0 0 0,1-1 0,0 1 1,0-1-1,4 3 0,-5-3-7,0-1 1,0 1-1,0-1 1,0 1-1,0 0 0,0-1 1,-1 1-1,1 0 1,-1 0-1,1 0 0,-1 1 1,2 2-1,-2-2 65,0-1-1,0 0 1,1 0 0,-1 0-1,0 0 1,1 0 0,0-1-1,-1 1 1,1 0-1,0-1 1,0 1 0,3 1-1,15 12-3763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5.7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57 149 4210,'0'-139'25462,"-1"138"-25424,1 1 0,0-1-1,-1 0 1,1 1-1,0-1 1,-1 1 0,1-1-1,-1 1 1,1-1 0,-1 1-1,1 0 1,-1-1-1,1 1 1,-1-1 0,1 1-1,-1 0 1,1 0 0,-1-1-1,1 1 1,-1 0-1,0 0 1,1 0 0,-1 0-1,0-1 1,1 1 0,-1 0-1,0 0 1,1 0-1,-1 0 1,1 1 0,-1-1-1,0 0 1,1 0 0,-1 0-1,0 0 1,1 1-1,-1-1 1,1 0 0,-1 1-1,1-1 1,-1 0 0,1 1-1,-1-1 1,1 0-1,-1 1 1,1-1 0,-1 1-1,1-1 1,0 1 0,-1-1-1,1 1 1,0 0-1,-1-1 1,1 1 0,0-1-1,0 1 1,-1 0 0,1 2 4,0 0 0,0-1 0,-1 1 1,1 0-1,-1-1 0,0 1 0,1-1 0,-1 1 1,0-1-1,-1 1 0,1-1 0,0 0 1,-4 4-1,4-4-19,-1 1 0,1-1 0,-1 0 0,1 1 0,0-1-1,0 1 1,0-1 0,0 1 0,0-1 0,1 1 0,-1 0 0,1-1 0,-1 6 0,1 157-23,1-157 0,0-1 0,1 1 0,0-1 0,0 1 0,0-1 0,1 0 0,0 0 0,1 0 0,0 0 0,8 12 0,12 22 0,-22-38 0,1 1 0,-1-1 0,1 1 0,0-1 0,0 0 0,0 0 0,1 0 0,-1-1 0,1 1 0,0-1 0,-1 1 0,1-1 0,0-1 0,0 1 0,0 0 0,1-1 0,-1 0 0,0 0 0,1 0 0,-1-1 0,0 1 0,6-1 0,0-2 0,-8 2 0,0-1 0,1 1 0,-1-1 0,0 1 0,1-1 0,-1 0 0,0 1 0,1-1 0,-1 0 0,0-1 0,0 1 0,0 0 0,0-1 0,0 1 0,0-1 0,-1 1 0,1-1 0,1-2 0,36-25 0,-35 22 0,0 0 0,-1-1 0,1 0 0,-2 1 0,1-1 0,-1 0 0,-1 0 0,1 0 0,0-13 0,-3-84 0,-1 47 0,1 55 0,1 0 0,-1 1 0,0-1 0,0 0 0,0 1 0,0-1 0,0 1 0,-1-1 0,1 1 0,-1 0 0,1-1 0,-1 1 0,0 0 0,-4-4 0,5 6 0,1-1 0,-1 0 0,0 0 0,0 1 0,0-1 0,1 0 0,-1 1 0,0-1 0,0 1 0,0-1 0,0 1 0,0-1 0,0 1 0,0 0 0,0-1 0,0 1 0,0 0 0,0 0 0,0 0 0,-1 0 0,1 0 0,0 0 0,0 0 0,0 0 0,0 0 0,0 1 0,0-1 0,0 0 0,0 1 0,0-1 0,0 1 0,0-1 0,0 1 0,0-1 0,1 1 0,-1 0 0,0-1 0,0 1 0,0 0 0,1 0 0,-2 0 0,-6 11 0,3-6 0,1-1 0,-1 1 0,2 0 0,-1 0 0,1 0 0,0 0 0,0 1 0,0-1 0,1 1 0,0-1 0,1 1 0,-1 0 0,0 10 0,2-11 0,-1 0 0,0-1 0,0 1 0,-1-1 0,1 0 0,-1 1 0,-4 8 0,4-11 0,0 1 0,0-1 0,0 1 0,1-1 0,0 1 0,0 0 0,0 0 0,0 0 0,1 0 0,-1 0 0,1 0 0,0 0 0,0-1 0,0 1 0,1 0 0,0 0 0,-1 0 0,3 5 0,36 72 0,-37-77 0,0 1 0,0-1 0,0 0 0,0-1 0,1 1 0,0 0 0,0-1 0,3 4 0,16 22 0,-21-28-80,-1 1 1,1-1-1,0 1 0,0-1 1,0 0-1,0 0 1,0 0-1,1 0 0,-1 0 1,0 0-1,1 0 0,-1 0 1,0 0-1,1 0 0,-1-1 1,1 1-1,-1-1 0,1 1 1,-1-1-1,1 1 1,3-1-1,1 1-610,0-1 0,0 0 0,1 0 0,-1-1 1,12-2-1,-2-1-1495,-1-1 1,0 0 0,28-14 0,-38 16 1086,0-1 0,1 0 0,-1-1 0,0 1 0,-1-1 0,1 0 1,-1 0-1,5-9 0,-6 10 497,24-31-3278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5.8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216 365 6499,'-28'-58'7651,"28"5"-303,-19 16-2514,19-5-2065,-28 15-944,10 1-224,-11 0-1361,29 10-240,-18-11 0,18 17 0,-28-6 0,9 5-2561,-9-4-8612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7.4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145 171 4402,'-6'-6'1294,"0"-1"-1,0-1 1,1 1-1,0-1 1,0 1-1,-6-17 1,-13-13 1446,14 24-1606,2 7 39,7 6-1100,1 0 1,-1 0-1,1-1 0,-1 1 1,1 0-1,0 0 0,-1-1 1,1 1-1,0 0 0,-1-1 1,1 1-1,0 0 0,-1-1 1,1 1-1,0-1 0,-1 1 1,1 0-1,0-1 0,0 1 1,0-1-1,-1 1 0,1-1 1,0 1-1,0 0 0,0-1 1,0 1-1,0-1 1,0 1-1,0-1 0,0 1 1,0-1-1,0 0 0,0 0 47,0 0 0,0 0-1,0 0 1,-1-1-1,1 1 1,-1 0 0,1 0-1,-1 0 1,1 0 0,-1 0-1,1 0 1,-1 0 0,0 1-1,1-1 1,-1 0 0,0 0-1,0 0 1,0 1 0,0-1-1,0 0 1,0 1 0,0-1-1,0 1 1,0-1-1,0 1 1,-2-1 0,0-1 368,3 2-404,-1 0-1,1 0 1,0 0-1,0 0 1,-1 0-1,1 0 1,0 0-1,-1 0 1,1 0-1,0 0 1,0 0-1,-1-1 0,1 1 1,0 0-1,0 0 1,0 0-1,-1 0 1,1-1-1,0 1 1,0 0-1,0 0 1,0 0-1,-1-1 1,1 1-1,0 0 1,0 0-1,0-1 1,0 1-1,0 0 1,0 0-1,0-1 1,0 1-1,0 0 0,0-1 1,0 1-1,0 0 1,0 0-1,0-1 1,0 1-1,0 0 1,0 0-1,0-1 1,0 1-1,0 0 1,0 0-1,0-1 1,0 1-1,0 0 1,1 0-1,-1-1 1,2 3 813,-7 8-596,2-4-171,0-1-1,1 1 1,0 0 0,0 0-1,0 0 1,0 0 0,1 0-1,0 0 1,0 0-1,1 8 1,2 76 268,-1-41-296,0 5-27,14 104 0,-13-86-115,-3-58-19,1-1 0,0 1 1,1-1-1,5 23 0,3-8-231,-6-20 79,0 0 0,-1 0 0,0 0 1,0 0-1,-1 0 0,0 10 0,-1 23-1547,0 76-5986,0-36-5599,0-66 10259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7.7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145 179 7459,'0'-108'10840,"0"105"-10801,1 0 1,0 0-1,-1 0 0,1 0 0,0 0 1,0 0-1,1 1 0,-1-1 0,0 0 1,1 1-1,0-1 0,-1 1 0,1-1 1,0 1-1,0 0 0,1 0 0,-1 0 1,0 0-1,1 0 0,-1 1 0,1-1 1,0 1-1,-1 0 0,1-1 0,0 1 1,4-1-1,-1 0 6,1 0 1,-1 1-1,1-1 0,-1 1 0,1 1 1,0-1-1,-1 1 0,1 0 1,-1 1-1,1-1 0,0 1 1,9 3-1,-11-2-12,0 1 0,-1-1 1,0 1-1,1 0 0,-1 0 1,0 0-1,-1 1 0,1 0 1,-1-1-1,1 1 0,4 8 1,8 8 297,-12-15-184,-1-1 0,0 1 0,0 0 1,-1 0-1,1 0 0,-1 0 0,0 0 1,0 0-1,-1 1 0,0-1 0,0 1 0,1 6 1,-2 77 1734,-2-37-465,0-37-1049,0-1 0,-1 1 0,-1-1 1,0 0-1,-1 1 0,-1-2 0,0 1 0,-8 13 1,-18 45 1044,27-63-1326,0-1 0,-1 0-1,1 0 1,-1 0 0,-1-1 0,0 0-1,0 0 1,-13 9 0,2 0-169,17-15 71,1-1-1,-1 0 1,1 1 0,-1-1-1,1 0 1,-1 1-1,1-1 1,0 0-1,-1 1 1,1-1-1,0 1 1,-1-1-1,1 1 1,0-1 0,-1 1-1,1-1 1,0 1-1,0-1 1,0 1-1,-1-1 1,1 1-1,0 0 1,0-1-1,0 1 1,0-1 0,0 1-1,0-1 1,0 1-1,0 0 1,0-1-1,1 1 1,-1-1-1,0 1 1,0-1-1,0 1 1,1-1 0,-1 1-1,0-1 1,0 1-1,1-1 1,-1 1-1,1-1 1,-1 1-1,0-1 1,1 0 0,-1 1-1,1-1 1,-1 0-1,1 1 1,-1-1-1,1 0 1,-1 0-1,2 1 1,33 9-38,-29-9 4,115 16-22,-80-6 243,-1-1-318,59 24 0,-92-31 305,1 0 0,-1 1-1,1 0 1,-1 0 0,0 1 0,0 0 0,-1 0 0,0 0 0,0 1 0,0 0-1,0 0 1,-1 1 0,7 10 0,-11-15-161,-1-1 0,1 1 0,0-1 0,-1 0 1,1 1-1,-1-1 0,0 1 0,1-1 0,-1 1 0,0-1 0,0 1 0,0-1 0,0 1 1,0-1-1,0 1 0,-1-1 0,1 1 0,0-1 0,-1 1 0,1-1 0,-1 1 0,1-1 0,-1 0 1,0 1-1,-1 0 0,0 1-1,-1 0 1,0 0-1,0-1 1,0 1-1,0-1 1,0 0-1,0 0 1,0 0-1,-8 2 1,-7 3-5,0-2-1,0 0 1,-22 2-1,35-6 4,-18 1 0,0 0 0,0-2 0,0-1 0,0-1 0,0 0 0,0-2 0,1-1 0,-29-9 0,-9-1 0,37 11 0,-44-16 0,49 13-1429,1-1 0,0 0-1,0-2 1,1 0 0,0 0 0,-19-18-1,34 27 1153,1 1-1,-1-1 1,0 0 0,1 1-1,-1-1 1,0 0-1,1 0 1,-1 0-1,1 1 1,0-1-1,-1 0 1,1 0-1,0 0 1,-1 0-1,1 0 1,0 0 0,0 0-1,0 0 1,0 0-1,0 0 1,0 0-1,0 0 1,0 0-1,0 0 1,0 0-1,0 1 1,1-1-1,-1 0 1,0 0 0,1-2-1,18-19-3861,-13 17 1878,-1-19-1642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7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9220,'22'26'5953,"-19"-23"-5175,0 1 0,0-1 0,0 1 0,0 0 0,0 0 0,-1 0 0,1 1 0,2 7 0,-1-1-61,-1 0-1,0 1 0,-1-1 1,0 1-1,0 23 0,-2 166 322,0-135-4992,0 2-4551,0-66 8008,-1 1-1,1-1 1,0 0-1,-1 1 1,1-1-1,-1 0 1,1 1-1,-1-1 1,0 0-1,0 0 1,-2 4-1,-4 7-2445,4 11-3164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8.0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48 190 7860,'-19'-42'8596,"19"15"-3570,-28 1-3265,28 0-2322,0 10-447,0 5-209,0-5-431,0 6-1010,28-6-5153,-9 16 3905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28.3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20 111 4578,'2'3'705,"1"0"0,0 0 0,-1 0 0,1 1 0,-1-1 0,0 1 0,0-1 0,0 1 0,0 0 1,-1 0-1,0 0 0,0-1 0,0 1 0,0 0 0,0 1 0,-1-1 0,0 0 0,0 0 0,0 0 0,0 0 0,-1 0 0,1 0 0,-1 0 0,0 0 0,-2 5 0,-7 12 1242,8-17-1657,0-1 0,0 1 0,1 0-1,-1 0 1,1 0 0,0 0 0,0 0 0,1 0 0,-1 0 0,1 6 0,0 123 3346,0-130-3620,0 0 0,0 0 1,1 0-1,0 0 0,0 0 0,0 0 0,0 0 0,0 0 1,0-1-1,1 1 0,-1 0 0,1-1 0,0 1 0,0-1 0,0 0 1,3 4-1,15 21 40,-19-25-54,0 0 0,0-1 1,0 1-1,0 0 0,0-1 0,0 1 0,0-1 1,1 0-1,-1 1 0,0-1 0,1 0 0,-1 0 0,1 0 1,0 0-1,-1 0 0,1 0 0,0-1 0,-1 1 1,1 0-1,0-1 0,0 1 0,-1-1 0,1 0 1,4 1-1,7 1 10,0 3 6,0-2 0,-1 0 0,1 0 0,0-1 0,0-1 0,0 0 0,1-1 0,-1 0 0,0-1 0,0-1 0,0 0 0,0 0 0,-1-2 0,1 1 0,0-2 0,16-8 0,-27 13-1,-1-1 0,1 0 0,-1 0 0,1-1-1,-1 1 1,0 0 0,0 0 0,1-1-1,-1 1 1,0-1 0,0 1 0,-1-1-1,1 1 1,0-1 0,0 1 0,-1-1-1,1 0 1,-1 1 0,1-4 0,6-15 29,-3 15-46,-1-1 0,0 0 0,0 0 0,-1 0 0,0-1 0,0 1 0,0 0 0,-1-1 0,0 1 0,0-1 0,0 0 0,-1 1 0,-1-10 0,0 7 0,0-1 0,-1 1 0,0 0 0,0 0 0,-1 0 0,-1 1 0,1-1 0,-1 1 0,-9-14 0,-54-74 0,49 71 0,8 15-1,0-1 0,0 2 0,-1-1 0,0 1 0,0 1 0,-1 0 0,0 1 0,-25-12 0,-2-1-110,-10 3-5446,23 9-1807,1 6 615,5 2 511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0.3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1 80,'0'1'6,"-1"0"-1,0 0 1,1 0 0,-1 0 0,0 0-1,0 0 1,0 0 0,1 0 0,-1 0-1,0-1 1,0 1 0,0 0-1,-1 0 1,1-1 0,0 1 0,0-1-1,0 1 1,0-1 0,-1 0-1,1 1 1,-2-1 0,-37 11 96,36-10-79,-27 11 55,-7 0 15,38-12-89,-1 0 1,1 0-1,-1 0 1,1 0-1,-1 0 1,1 0-1,-1 0 1,1 0-1,-1 0 1,0 0-1,1 0 1,-1 0-1,1 0 1,-1 1-1,1-1 1,-1 0-1,1 0 1,-1 0-1,1 1 0,0-1 1,-1 0-1,1 1 1,-1-1-1,1 0 1,0 1-1,-1-1 1,1 1-1,-1 0 1,1-1 5,0 1 0,-1-1 0,1 0 0,0 1 1,-1-1-1,1 0 0,-1 1 0,1-1 0,0 0 0,-1 1 0,1-1 1,-1 0-1,1 0 0,-1 1 0,1-1 0,-1 0 0,1 0 0,-1 0 0,1 0 1,-1 0-1,1 0 0,-1 0 0,0 0 0,1 0 0,-1 0 0,1 0 0,-1 0 1,0 0-1,-19 1 387,19-1-325,0 0 0,0 0 1,0 0-1,0 1 0,0-1 1,0 0-1,0 0 0,1 0 1,-1 1-1,0-1 0,0 1 1,0-1-1,0 0 0,0 1 1,1-1-1,-1 1 0,0 0 1,1-1-1,-1 1 0,0 0 1,1-1-1,-1 1 0,0 0 1,1 0-1,-1-1 1,1 1-1,-1 2 0,-22-3 713,-6 0-2218,25 0 206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1.4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75 349 5250,'-43'0'8247,"40"0"-7428,-2 0-483,1 0-373,4 0 57,-1-1 1,1 1-1,-1 0 0,0 0 1,1 0-1,-1 0 1,0 0-1,1 0 0,-1 0 1,0 0-1,1 0 0,-1 0 1,1 0-1,-1 0 1,0 0-1,1 0 0,-1 1 1,0-1-1,1 0 0,-1 1 1,1-1-1,-1 0 1,1 1-1,-1-1 0,1 0 1,-1 1-1,1-1 0,-1 1 1,1-1-1,0 1 0,-1-1 1,1 1-1,0-1 1,-1 1-1,0 1 0,1 0 74,50-2 1159,-1-2 0,0-2 0,71-14 1,-30 10-179,-37 4-720,90-11 136,-74 13-439,-1-1 10,-27-3-25,1 2-1,63 1 1,66-8 91,-102 12-80,26 0 384,129-16 0,-171 11-151,88 4 0,-57 2-157,29-1 22,252-11-36,-231 6 47,-99 5-106,0-2 1,0-1-1,39-7 1,-39 5 53,0 1 0,0 2 0,42 4 1,-5-1 41,219-2 211,-290 0-357,-1 0 4,1 0-1,0 0 1,0 0-1,-1-1 1,1 1 0,0 0-1,0 0 1,-1 0-1,1 0 1,0 1-1,0-1 1,-1 0-1,1 0 1,0 0-1,0 1 1,-1-1-1,1 0 1,0 1-1,-1-1 1,1 0-1,0 1 1,-1-1-1,1 1 1,-1-1-1,1 1 1,-1-1-1,1 1 1,-1 0-1,1-1 1,-1 1-1,1-1 1,-1 1-1,0 0 1,1 0-1,-1-1 1,0 1-1,0 3 2909,0-8-2737,1 4-173,-1 0 0,0-1 1,0 1-1,0 0 0,0-1 1,0 1-1,0 0 0,0-1 0,0 1 1,1 0-1,-1-1 0,0 1 0,0 0 1,-1-1-1,1 1 0,0-1 1,0 1-1,0 0 0,0-1 0,0 1 1,0 0-1,0-1 0,0 1 0,-1 0 1,1 0-1,0-1 0,0 1 0,-1 0 1,1-1-1,0 1 0,0 0 1,-1 0-1,1-1 0,0 1 0,0 0 1,-1 0-1,1 0 0,0 0 0,-1-1 1,-1 1-8,0 0 1,1 0-1,-1-1 1,0 1-1,0-1 0,1 1 1,-1-1-1,1 1 1,-1-1-1,0 0 1,1 0-1,-1 0 1,1 0-1,0 0 0,-1 0 1,1 0-1,-2-3 1,-6-4 11,-10-6 19,3-1-14,-3 3 18,17 12-30,0-1 0,0 0 1,0 0-1,0 0 1,0 0-1,0 0 1,0 0-1,1-1 0,-1 1 1,0 0-1,1-1 1,-1 0-1,-2-2 0,-3-5 10,0 0-1,-1 1 1,0 0-1,-1 0 0,0 1 1,0 0-1,0 1 0,-15-8 1,-25-26 130,44 37-110,1 1 0,-1-1 1,0-1-1,1 1 0,-1 0 0,1-1 0,0 0 0,-5-6 0,-14 8-602,25 3 568,1-1 0,-1 1 0,1 0 0,-1 0 0,1 0-1,-1 0 1,1 1 0,-1-1 0,0 1 0,0-1 0,0 1-1,0 0 1,0 0 0,0 0 0,0 0 0,1 2 0,26 22 8,-18-20-6,-1 1 0,0 1 0,14 12 0,21 17 59,-29-27-3,17 11-71,56 46 1,-73-54 20,0-1 0,24 14 1,-16-5 33,0 0 12,0-12-37,-24-8 28,1 0 1,-1-1 0,1 1-1,0 0 1,-1-1 0,1 1-1,-1 0 1,0-1 0,1 1-1,-1 0 1,0 0 0,1 0-1,-1 0 1,0-1 0,0 1-1,0 0 1,1 0 0,-1 0-1,0 0 1,0-1 0,-1 1-1,1 0 1,0 0 0,0 0-1,0 0 1,-1 0 0,-4 19 2132,-67 20-2122,-111 67-53,127-69 0,8-16 0,34-17 0,0 0 0,1 2 0,0 0 0,1 0 0,-13 10 0,21-14 0,1 0 0,0 0 0,-1 0 0,1-1 0,-1 1 0,0-1 0,0 0 0,0 0 0,0 0 0,0 0 0,-5 1 0,1 2-3428,-5 3-5544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4.4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838 243 2081,'3'-2'370,"-1"1"0,1-1 0,0 1 0,0-1 0,0 1 0,0 0 0,0 0 0,6-1 0,-7 2-230,0 0 1,0-1 0,0 1 0,0-1 0,0 1 0,0-1 0,0 0-1,0 0 1,0 0 0,0 0 0,0 0 0,-1-1 0,1 1 0,1-2-1,32-33 964,-29 31-924,-1 1 0,0-1 0,0-1 0,0 1 0,-1-1 0,1 1 0,-1-1 0,4-8 0,13-11 871,-19 24-923,0-1 0,0 1 0,-1-1 1,1 0-1,0 1 0,-1-1 1,1 0-1,-1 0 0,0 0 1,1 0-1,-1-1 0,0 1 0,0 0 1,0-3-1,-1 5-98,0-1-1,0 1 1,0-1-1,0 0 1,0 1-1,0-1 1,0 1 0,0-1-1,0 1 1,0-1-1,-1 1 1,1-1-1,0 1 1,0-1-1,-1 1 1,1-1 0,0 1-1,-1-1 1,1 1-1,0 0 1,-1-1-1,1 1 1,-1 0 0,1-1-1,-1 1 1,1 0-1,-1-1 1,1 1-1,-1 0 1,1 0-1,-1-1 1,1 1 0,-1 0-1,1 0 1,-1 0-1,1 0 1,-1 0-1,1 0 1,-1 0 0,0 0-1,0 0 10,1 0 1,-1 0-1,1 0 1,-1 0-1,1 0 0,-1 0 1,1 0-1,-1 0 1,1 0-1,-1 0 0,1 0 1,-1-1-1,1 1 1,-1 0-1,1 0 0,0 0 1,-1-1-1,1 1 1,-1 0-1,1-1 0,0 1 1,-1 0-1,1-1 1,0 1-1,-1-1 0,1 1 1,0 0-1,0-1 1,-1 1-1,1-1 0,0 1 1,0-1-1,0 1 1,-1-1-1,1 1 0,0-1 1,0 1-1,0-1 1,0 0-1,-1-1 39,1 0-1,-1 0 1,0 0 0,0 0-1,0 1 1,-1-1 0,1 0-1,0 0 1,-1 1 0,1-1-1,-1 1 1,0 0 0,1-1-1,-1 1 1,0 0 0,0 0-1,0 0 1,1 0 0,-1 0-1,0 1 1,0-1 0,-1 0-1,1 1 1,0 0 0,-4-1-1,-63-7 1105,48 8-740,-1 2 0,1 0 0,0 2 0,0 0 0,0 2 0,0 0-1,1 1 1,-25 12 0,-10 11 1840,-80 55-1,-26 46 1122,131-106-2945,-7 10-91,1 2 0,-30 40 0,34-39-313,19-21-54,1 0 0,1 1 0,1 0 0,0 0 0,-7 21 0,-4 8 0,16-35 0,1 0 0,0 1 0,1-1 0,0 1 0,1 0 0,1 0 0,0 0 0,1 0 0,2 22 0,-2 2 0,2-27 0,-1 0 0,2 0 0,-1-1 0,1 1 0,0-1 0,1 1 0,0-1 0,1 0 0,0 0 0,0-1 0,1 0 0,0 0 0,1 0 0,-1 0 0,1-1 0,1 0 0,0-1 0,-1 0 0,2 0 0,-1 0 0,1-1 0,14 6 0,13 1 0,0 0 0,1-3 0,0-1 0,0-2 0,1-1 0,0-3 0,39-1 0,-48-1-953,-1-1-1,1-1 1,-1-2 0,1-1-1,33-10 1,0 3-4094,-56 12 4343,1-1 0,-1 0 0,1 0 0,-1 0 0,1-1 0,-1 0 0,0 0 0,0-1 0,0 1 0,0-1 0,0-1 1,8-5-1,11-13-3189,17 9 171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5.8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42 2897,'0'-1'6960,"-3"-11"-5868,-1 11-674,0 0-1,0 1 1,0-1 0,1 1 0,-1 0-1,0 0 1,-6 1 0,8-1-641,-8 13 962,-2-11-491,10-2-192,0 1 0,0-1-1,0 0 1,0 1-1,0-1 1,-1 1-1,1 0 1,0-1-1,0 1 1,1 0-1,-1 0 1,0 0-1,0 1 1,0-1-1,1 0 1,-3 2-1,-26 24 679,12-13-163,0 1 0,2 1 0,-17 20 0,17-16-289,13-17-211,0 1-1,0 0 1,0 0-1,0 0 0,0 0 1,1 0-1,0 1 1,0-1-1,0 1 1,0 0-1,1-1 1,0 1-1,0 0 1,-1 6-1,2-3 20,-1-1 0,0 1 0,-1 0-1,0-1 1,0 1 0,-4 8 0,5-12-44,0-2-30,0 0 0,1 0 0,-1 0 0,1 0 0,0 0 0,0 0 0,0 0 0,0 0 0,0 0 0,0 1-1,0-1 1,1 0 0,-1 0 0,1 0 0,-1 0 0,1 0 0,0 0 0,0-1 0,2 4 0,-2-2 8,1 1 0,-1-1 0,1 0-1,-1 0 1,0 0 0,-1 1 0,1-1 0,0 0 0,-1 7 0,2-5-16,-1 0 1,1 0 0,0 0 0,0 0-1,0 0 1,1 0 0,0-1 0,-1 1-1,2-1 1,-1 0 0,1 1 0,-1-2-1,1 1 1,0 0 0,7 4 0,-6-3 1,1-1 0,0 1 0,0-1-1,0-1 1,0 1 0,1-1 0,-1 0 0,1 0 0,0-1 0,0 0 0,0 0 0,8 0 0,24-2 18,1-2 1,45-9-1,-82 10-26,1-1-1,0 0 0,0 1 0,-1-1 0,1-1 1,-1 1-1,1-1 0,-1 1 0,0-1 1,0 0-1,0 0 0,-1 0 0,1 0 0,-1-1 1,0 1-1,0-1 0,3-6 0,14-18-33,-16 25 25,0-1 0,-1-1 0,1 1 0,-1 0 0,0 0 0,0-1 0,-1 1 1,1-1-1,-1 0 0,0 1 0,0-1 0,-1 0 0,1 0 0,-1 0 0,0 1 0,0-1 1,-1 0-1,0 0 0,-1-6 0,-3-10 2,-2-1 0,-16-39 0,8 25 62,10 26-47,0 0 0,-1 0 0,0 1 0,-1 0 0,0 0 0,-13-12 1,-17-23 144,16 23-24,19 19-137,1 1 0,-1 0 0,0-1 0,1 1 0,-1-1 0,1 0 0,-1 0 0,1 1 0,0-1 0,0 0 0,0 0-1,0 0 1,0 0 0,0 0 0,0-1 0,1 1 0,-1 0 0,1 0 0,-1 0 0,1-1 0,0-1 0,0 1-106,0 4 22,0-1 91,-1 0 0,1 1 0,0-1 0,0 1 0,0-1 0,0 0 0,0 1 0,0-1 0,0 1 0,0-1 0,0 1 0,0-1 0,0 0 0,0 1 0,0-1 0,0 1-1,0-1 1,0 0 0,0 1 0,0-1 0,1 1 0,-1-1 0,0 0 0,0 1 0,0-1 0,1 0 0,-1 1 0,0-1 0,1 0 0,-1 1 0,0-1 0,0 0 0,1 0 0,0 1 0,14 11 29,-11-9-20,25 63 160,-24-54-145,1-1 0,-1 1-1,5 19 1,-9-27-19,1-1 0,0 1 0,0-1 0,0 1 0,0-1 0,0 0 0,0 0 0,1 0 0,3 4 0,9 11 9,-6 5 17,-8-20-30,0 0 0,0 0-1,0 0 1,1 0 0,-1 0 0,1 0-1,0-1 1,3 5 0,3 3 28,0 0 0,-1 0 0,-1 1-1,7 13 1,-11-21-22,0 0 1,0 0-1,0 0 0,1-1 0,-1 1 0,1-1 0,-1 1 0,1-1 0,0 0 0,0 0 1,0 0-1,0 0 0,0-1 0,1 1 0,-1-1 0,0 0 0,1 0 0,-1 0 1,0 0-1,1-1 0,-1 0 0,8 1 0,-10-1-7,0 0-1,0 0 1,0 0 0,0 0-1,0 0 1,0 1 0,0-1-1,0 0 1,-1 0 0,1 1-1,0-1 1,0 1 0,0-1-1,0 1 1,0 0 0,-1-1-1,1 1 1,1 1 0,5 3 21,-3-4-13,0-1 1,0 0 0,1 1 0,-1-2-1,0 1 1,0 0 0,1-1-1,-1 0 1,0 1 0,0-2-1,0 1 1,7-4 0,50-25 104,-54 27-35,-1-1 0,1 0-1,-1 0 1,0-1 0,0 0 0,0 0 0,0 0 0,-1-1 0,0 0 0,0 0-1,-1 0 1,1-1 0,-1 1 0,-1-1 0,5-10 0,8-10 351,-14 25-383,-1 0 0,1 1-1,-1-1 1,0 0 0,0 0 0,0 0-1,0 0 1,0 0 0,0 0-1,0 0 1,-1-1 0,1 1 0,-1 0-1,1-4 1,-1 3 55,0 0 1,0 0-1,1 0 1,-1 0-1,1 0 0,0 1 1,0-1-1,0 0 0,0 0 1,2-3-1,-1 3 51,-1 0-1,0 0 0,0 0 0,0 0 1,0 0-1,0 0 0,0 0 0,-1 0 1,0 0-1,1-5 0,-2-2-215,1 15-43,-1-5 105,1 1-1,0 0 1,0 0-1,0 0 1,0 0 0,1-1-1,-1 1 1,0 0-1,0 0 1,0 0 0,1-1-1,-1 1 1,0 0-1,1 0 1,-1-1-1,1 1 1,-1 0 0,1 0-1,0 0 1,7 1 1,-7-2 0,-1 0 0,1 0 0,-1 0 0,1 0 0,0 0 0,-1 0 0,1 0 0,-1 0 0,1 0 0,0 1 0,-1-1 0,1 0 0,-1 0 0,1 1 0,-1-1 0,1 0 0,-1 1 0,1-1 0,-1 1 0,1-1 0,-1 1 0,1-1 0,-1 0 0,0 1 0,1-1 0,-1 1 0,0 0 0,1-1 0,-1 1 0,0-1 0,0 1 0,1-1 0,-1 1 0,0 0 0,0-1 0,0 1 0,0 0 0,0-1 0,0 2 0,0-1 0,0 0 0,0 0 0,0 0 0,0 0 0,0 0 0,1 0 0,-1-1 0,0 1 0,1 0 0,-1 0 0,0 0 0,1 0 0,-1 0 0,1-1 0,-1 1 0,1 0 0,0 0 0,-1-1 0,1 1 0,0-1 0,-1 1 0,1 0 0,0-1 0,0 1 0,1 0 0,8 7 5,-3 7 11,-6-14-16,-1 1 0,1-1 0,-1 1 0,1-1 0,-1 1 0,1-1 0,0 0 0,0 1 0,0-1 0,0 0 0,0 0 0,0 0 0,0 0 0,0 0 0,0 0 0,0 0 0,3 2 0,-1-1-4,1 0 0,-1 0-1,-1 1 1,1 0 0,0-1 0,-1 1-1,1 0 1,2 5 0,-3-6-7,-1 1-1,1 0 1,0-1 0,0 0 0,0 1-1,0-1 1,0 0 0,1 0 0,-1 0-1,1 0 1,-1-1 0,1 1 0,0-1-1,0 0 1,0 1 0,4 0 0,37 11-332,-37-10 222,1 0 1,0-1 0,0 0 0,0 0 0,1-1-1,15 1 1,39-6-608,-59 4 708,-1 0 0,1-1 0,-1 1 0,1-1 1,0 0-1,-1 0 0,0 0 0,1-1 0,-1 1 0,0-1 0,1 0 0,-1 0 0,0 0 0,3-3 0,23-27 9,-25 28 23,0 1 0,0-1 0,0 0-1,0 0 1,-1 0 0,0 0 0,0-1-1,0 1 1,0-1 0,-1 0 0,1 0 0,-1 0-1,0 0 1,-1 0 0,1-1 0,0-8-1,-2 11 11,1-1-1,-1 1 1,1 0-1,-1 0 1,1 0-1,0 0 1,0 0-1,3-6 1,-2 6 31,-1 0 1,1 0-1,-1 0 1,0 0-1,0 0 1,-1 0-1,1 0 1,0-7-1,-1-57 1401,0 68-1449,1 1 0,0 0-1,-1 0 1,1 0 0,0 0-1,0 0 1,0-1-1,0 1 1,1 0 0,-1-1-1,0 1 1,1-1 0,-1 0-1,1 1 1,-1-1 0,1 0-1,0 0 1,-1 0-1,4 2 1,12 10 14,-11-2-29,-6-9 12,1-1 1,-1 0-1,1 0 1,-1 0-1,1 0 0,0 0 1,0 0-1,-1 0 1,1 0-1,0 0 1,0 0-1,0 0 1,0-1-1,0 1 0,0 0 1,0 0-1,0-1 1,0 1-1,0-1 1,1 1-1,-1-1 1,0 0-1,2 1 0,1 0 0,1 1 0,-1 0 0,0 0 0,0 0 0,-1 0 0,1 0 0,4 4 0,-5-3-3,1 0-1,-1-1 0,1 1 1,0-1-1,-1 0 0,1 0 0,0-1 1,0 1-1,0-1 0,0 0 1,0 0-1,1 0 0,5 0 0,11 0 48,43-3-22,-61 2-13,0-1 0,1 1 0,-1-1 0,0 0 0,0 0 0,0 0 0,0 0 0,0 0 0,0-1 0,0 0 0,-1 1 0,1-1 0,0 0 0,-1 0 0,1 0 0,2-4 0,-4 4 1,0 0 0,1 0 0,-1 0 1,0 0-1,1 1 0,-1-1 0,1 1 1,0-1-1,-1 1 0,1 0 1,0-1-1,0 1 0,0 0 0,3-1 1,-1 0 35,-4 48 68,-1 24 1277,3-1 0,13 78 0,-13-128-1393,0-1 0,-2 1 0,-1 18 0,0-21 0,1-1 0,0 0 0,1 1 0,4 17 0,3 1 0,-4-20 0,0 0 0,-1 0 0,-1 0 0,0 17 0,-1-12 0,1 0 0,5 26 0,2 33 0,-9 94 0,0-168-319,0 1 0,-1-1 1,0 0-1,0 0 0,0 0 0,0 1 0,-3 6 1,2-7-199,0 0 0,1 0 0,0 0 0,0 0 0,0 0 0,0 0 0,0 9 0,1-12 257,0 0 0,0 1 0,-1-1 0,1 0 0,-1 1 0,1-1-1,-1 0 1,1 0 0,-1 1 0,0-1 0,1 0 0,-1 0 0,0 0 0,0 0 0,0 0-1,0 0 1,0 0 0,0 0 0,0 0 0,0-1 0,0 1 0,-1 0 0,1-1 0,-2 2-1,1-1-308,-5-15-8858,-7-10 5464,11 7 1433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6.0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54 2865,'0'-51'10800,"5"50"-10445,0 0-1,0 1 1,0 0-1,0 0 1,0 0 0,8 2-1,-10-2-200,1 1-69,1 0-1,-1 1 1,1 0 0,-1 0 0,1 0 0,-1 0 0,0 1-1,0-1 1,0 1 0,0 0 0,0 0 0,-1 1-1,6 6 1,-1 1 176,-1 0 0,0 0-1,7 18 1,8 12 454,-18-33-503,0-1 0,-1 1 0,0 0 0,0 0 0,-1 0 0,0 1 0,0-1 0,-1 1 0,0 14 0,0-18-143,-1 1-1,0-1 1,0 0-1,0 0 1,-1 1-1,0-1 1,0 0-1,0 0 1,-1 0-1,1 0 0,-1 0 1,0 0-1,-1-1 1,1 1-1,-1 0 1,-4 4-1,-4 1-63,6-4-123,0-1-1,-1 0 1,1 0-1,-1 0 1,0-1-1,0 0 1,0 0-1,-1 0 1,0-1-1,1 0 0,-1 0 1,0-1-1,0 0 1,0 0-1,-14 1 1,1-2-709,-37-1-3927,54 0 4203,1 0 1,-1 0 0,0-1 0,1 1 0,-1-1-1,1 1 1,-1-1 0,1 0 0,0 0-1,-1 0 1,1 0 0,0 0 0,0 0 0,-1-1-1,1 1 1,-2-3 0,-12-7-5042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6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572 58 9828,'-3'-11'7483,"-9"-1"-4051,-4-3 367,13 13-3702,1 0 0,-1 0 0,0 0-1,0 0 1,0 0 0,0 1 0,0 0 0,0 0 0,0-1 0,-1 2 0,1-1-1,0 0 1,0 1 0,-1-1 0,1 1 0,-1 0 0,1 0 0,0 1 0,-1-1-1,1 0 1,0 1 0,-5 1 0,-3 0-45,-1 1-1,1 1 1,0-1 0,-20 11-1,22-10-32,1 0 0,-1 1 0,1 0 0,0 0 0,1 1 0,-1 0 0,1 0 0,0 1-1,1 0 1,0 0 0,-10 14 0,-37 46 173,50-62-193,-7 11 40,1 1 1,0 0-1,-12 33 1,20-43-29,-1-1 1,1 1 0,0 0-1,0 0 1,1 0-1,0-1 1,0 1 0,0 0-1,1 0 1,0 0 0,1-1-1,0 1 1,0 0-1,4 10 1,4-1 5,0 1 0,0-2 0,1 0 0,1 0 0,1-1 0,0 0 0,1-1 0,0-1 0,1 0 0,24 15 0,-29-22-15,-2 0 0,1 1 0,0 0 0,-1 1 0,10 10 0,14 10 52,-31-27-41,-1 0 0,1 0 0,-1 1 0,1-1-1,-1 0 1,1 1 0,-1-1 0,0 1 0,1-1-1,-1 1 1,0-1 0,1 1 0,-1-1-1,0 1 1,1-1 0,-1 1 0,0-1 0,0 1-1,0-1 1,0 1 0,1 0 0,-1-1-1,0 1 1,0-1 0,0 1 0,0-1 0,0 1-1,0 0 1,-1-1 0,1 1 0,0-1-1,0 1 1,0-1 0,0 1 0,-1 0 0,1-1-1,0 1 1,-1-1 0,1 1 0,0-1 0,-1 1-1,0 0 1,-14 14 862,15-15-811,-14 10 230,-1-1 0,0 0-1,0-2 1,-28 11 0,-74 21-34,68-29-454,36-8-62,1 0 0,0 1-1,-19 7 1,22-6-611,0-1-1,0 0 1,0-1 0,-15 3 0,-10 3-3449,29-7 1072,6-7-2535,-1 5 5724,0 1 0,0 0 0,0 0 0,0 0 0,1 0 0,-1-1 0,0 1 1,0 0-1,0 0 0,1 0 0,-1 0 0,0 0 0,0 0 0,1 0 0,-1 0 0,0 0 1,0 0-1,1 0 0,9-4-1663,24-10-2775,-8-2 1985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6.9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46 5426,'2'-1'721,"-1"0"0,0 0 0,0 0 0,0 0 0,0 0 0,0 0 0,0 0 0,0 0 0,0 0 0,0 0 0,-1-1 0,1 1 0,0 0-1,-1-1 1,1 1 0,0-3 0,-6-6 4627,-2 2-6130,4 7 900,1 0 1,0 1 0,0-1 0,0 0 0,-1 1 0,1-1 0,0 1 0,-1 0 0,1 0 0,0 0 0,-1 0 0,1 0 0,0 0 0,-5 1 0,-6 1 396,10-2-442,0 1 0,-1-1-1,1 1 1,0 0 0,0 0-1,0 0 1,0 1 0,0-1 0,1 1-1,-1 0 1,0-1 0,-3 4-1,-37 35 85,6-6-125,27-27-17,0 1 0,1 1 0,0 0 0,1 0 0,-13 17 0,17-20-18,1 0 1,0 1 0,0-1 0,0 1 0,1 0 0,0 0 0,1 0 0,-1 0-1,1 0 1,0 0 0,1 12 0,0-12 2,-1 9 1,1 0-1,1 0 0,1 0 0,0-1 0,5 21 0,-5-32-12,-1 0 0,1 0 1,0 0-1,0 0 0,1 0 0,-1 0 0,1-1 1,0 1-1,-1-1 0,2 0 0,-1 0 0,0 0 0,1 0 1,-1-1-1,1 1 0,0-1 0,0 0 0,-1 0 0,2 0 1,-1 0-1,0-1 0,0 0 0,6 1 0,31 9-110,-30-7 82,0-1 0,0-1 0,1 0 0,-1-1 0,19 1-1,-2-4 10,1-2-1,0-1 0,-1 0 0,0-3 0,48-18 0,-66 22 31,1 0 49,0-2 0,0 1 0,0-2 0,-1 1 0,0-1 0,0-1 0,-1 0 0,0 0 0,0-1 0,-1 0 0,9-12 0,2-1 46,-13 14 64,-1 0 1,1-1-1,-2 0 0,1 0 1,-1 0-1,5-18 0,-6 17 288,0 0 0,1 1 0,0-1 0,1 1-1,6-9 1,-10 15-239,0 0-1,0 0 1,0-1-1,0 1 1,-1 0-1,1-1 1,-1 1 0,0 0-1,0-4 1,-1-6 737,1 21-547,0 207-397,1-200 3,1 1 0,1-1 0,0 0 0,1 0 0,0 0 0,2 0-1,10 21 1,7 20-319,-17-42-1697,1-1 0,0 1 0,0-1 0,2 0 0,10 12 0,-14-7-3364,-2-7 2433,9 2-1047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7.5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146 443 3682,'3'-14'4153,"8"-2"-2551,-2 5-562,-3-4-48,-5 13-903,-1 0 0,1 1 0,0-1 0,0 0 0,0 0 1,0 1-1,0-1 0,0 1 0,0-1 0,0 1 0,1-1 0,-1 1 1,1 0-1,2-2 0,23-31 567,-1 0 142,-16 25-493,-3 3-33,1 0-1,-1-1 0,-1 0 0,1 0 0,-1 0 0,7-13 1,-8 9 111,-4 8-252,0 0 1,1 0-1,-1 0 0,1 0 0,0 0 0,0 0 1,0 0-1,0 0 0,0 1 0,0-1 1,4-2-1,-3 2 162,-1 0 1,1 0 0,-1 0 0,0-1-1,0 1 1,0-1 0,0 1-1,-1-1 1,1 0 0,-1 1-1,0-1 1,0 0 0,0 0-1,-1 0 1,1 0 0,-1 0-1,0 0 1,0 0 0,-1 0 0,1 0-1,-1 0 1,-1-5 0,2 5-41,-1 1 0,0-1 0,0 0 0,0 1 1,0-1-1,0 1 0,-1-1 0,1 1 1,-1 0-1,0 0 0,0 0 0,0 0 0,0 0 1,-1 0-1,1 0 0,-1 1 0,0-1 1,0 1-1,0 0 0,0 0 0,-5-3 0,-13-5 878,21 9-1097,-1 0 0,0 1 1,0-1-1,0 0 0,1 1 0,-1-1 0,0 1 0,0 0 1,0-1-1,0 1 0,0 0 0,0-1 0,0 1 1,0 0-1,0 0 0,0 0 0,0 0 0,0 0 1,0 0-1,0 0 0,0 0 0,0 0 0,0 1 1,0-1-1,-2 1 0,-22 7-34,14-5 0,1 0 0,0 0 0,0 1 0,0 1 0,0-1 0,1 2 0,-18 12 0,15-7 0,9-7 0,-1 0 0,0 0 0,0-1 0,-1 0 0,1 0 0,0 0 0,-7 3 0,8-5 0,-1 1 0,1 0 0,1-1 0,-1 1 0,0 0 0,0 1 0,1-1 0,-1 0 0,1 1 0,0 0 0,0-1 0,0 1 0,0 0 0,0 0 0,1 0 0,-1 0 0,1 0 0,0 0 0,0 1 0,0-1 0,0 0 0,0 4 0,0-3 0,-1-1 0,1 0 0,-1 0 0,0 1 0,0-1 0,0 0 0,0-1 0,0 1 0,-4 3 0,-11 18 0,13-7-14,2 1 0,0-1 0,1 1 0,1-1 0,0 1 0,1-1 0,7 30 0,31 8-1245,-37-49 1086,1 0 1,0 0 0,0 0 0,1 0-1,0-1 1,0 0 0,0 1 0,0-1-1,1-1 1,0 1 0,0-1 0,0 0-1,0 0 1,1 0 0,0-1 0,0 0-1,0 0 1,0-1 0,0 1 0,0-1-1,1 0 1,11 1 0,34 19-991,-39-20 1089,0-1 0,1 0 0,-1-1 0,0-1 0,1 0 0,-1 0 0,0-2 0,0 1 0,15-6 0,-10 2 68,-1 0 0,0-1 0,-1-1 0,0-1 0,0 0 0,16-13 0,-14 6 144,-1-1 0,22-28 0,-13 15 454,-23 28-508,-1-1 0,-1 1 0,1-1 0,0 1 0,0-1 0,-1 1 0,0-1 0,1 0 0,-1 0 0,0 0 0,0 0 0,-1 0 0,1 0 0,-1 0 0,1 0 0,-1 0 0,0-3 0,0 4 8,0 1-1,0-1 1,0 1-1,0-1 0,0 1 1,1-1-1,-1 0 1,1 1-1,-1-1 0,1 1 1,0 0-1,-1-1 0,1 1 1,0-1-1,0 1 1,0 0-1,0 0 0,0-1 1,2-1-1,-1 2 49,-1 0-1,0 0 1,0 0 0,0-1-1,1 1 1,-1-1 0,-1 1-1,1-1 1,0 1 0,0-1-1,-1 1 1,1-1 0,-1 0-1,1 1 1,-1-1 0,1 0-1,-1 1 1,0-1 0,0-3-1,0 206 0,1-192-139,0-1 0,1 0 0,0 1 0,1-1 0,0 0 0,0 0 0,0-1 0,1 1 0,0-1 0,1 1 0,6 7 0,-5 3 0,-4-7 0,-1-9 0,0 0 0,1 0 0,-1 0 0,1 0 0,0-1 0,-1 1 0,1-1 0,0 1 0,0-1 0,0 1 0,0-1 0,0 0 0,0 0 0,3 1 0,5 3 0,-3-1 0,-7-4 0,0 1 0,0-1 0,0 0 0,1 0 0,-1 0 0,0 0 0,1 1 0,-1-1 0,0 0 0,0 0 0,1 0 0,-1 0 0,0 0 0,0 0 0,1 0 0,-1 0 0,0 0 0,1 0 0,-1 0 0,0 0 0,1 0 0,-1 0 0,0 0 0,0 0 0,1 0 0,-1 0 0,0-1 0,0 1 0,1 0 0,-1 0 0,0 0 0,0 0 0,1-1 0,-1 1 0,0 0 0,0 0 0,0 0 0,1-1 0,7-4 0,3 0 0,-9 4 0,1 0 0,-1 0 0,0 0 0,0 0 0,0 0 0,0-1 0,0 1 0,0 0 0,0-1 0,0 0 0,0 1 0,-1-1 0,1 0 0,1-3 0,0-1 0,-2 4 0,0-1 0,0 0 0,1 0 0,-1 1 0,1-1 0,-1 1 0,1-1 0,0 1 0,0 0 0,0 0 0,0 0 0,1 0 0,3-3 0,-3 3 0,-1 0 0,1-1 0,-1 1 0,0-1 0,0 1 0,0-1 0,0 0 0,-1 0 0,1 0 0,-1 0 0,1 0 0,-1 0 0,0 0 0,0-4 0,0 3 0,1 0 0,-1-1 0,1 1 0,0 0 0,0 0 0,0 0 0,1 0 0,4-6 0,-2 3 0,-1 1 0,0-1 0,0-1 0,0 1 0,-1-1 0,0 1 0,0-1 0,2-15 0,-3 15 0,0 0 0,0 0 0,1 0 0,0 0 0,1 0 0,-1 1 0,1 0 0,10-13 0,-12 17 0,0 1 0,0 0 0,0-1 0,-1 1 0,1-1 0,-1 0 0,1 1 0,-1-1 0,0 0 0,0 0 0,0 0 0,-1 0 0,1 0 0,0 0 0,-1 0 0,0 0 0,0-3 0,0 4 0,0 0 0,0 0 0,-1 1 0,2-1 0,-1 0 0,0 0 0,0 0 0,1 1 0,-1-1 0,1 0 0,-1 0 0,1 1 0,0-1 0,0 0 0,-1 1 0,1-1 0,0 1 0,1-1 0,-1 1 0,0 0 0,0-1 0,1 1 0,-1 0 0,0 0 0,1 0 0,-1 0 0,1 0 0,0 0 0,-1 0 0,1 0 0,2 0 0,-2 1 0,1 0 0,-1 0 0,0 0 0,0 1 0,0-1 0,0 1 0,0-1 0,0 1 0,0 0 0,0 0 0,0 0 0,0 0 0,-1 0 0,1 0 0,0 0 0,-1 1 0,1-1 0,-1 1 0,1-1 0,-1 1 0,1-1 0,-1 1 0,0 0 0,0 0 0,0 0 0,0-1 0,0 1 0,0 3 0,12 28 0,-8-19 0,0-1 0,1 0 0,0 0 0,1 0 0,15 21 0,5 4-2339,5 25-6533,-23-43 5391,2 1-1,15 23 1,-10-29-1212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295 50 7635,'-6'-23'11959,"-6"10"-6695,6 8-5009,6 4-192,-1 1 0,1-1 1,-1 1-1,0-1 0,1 0 0,-1 1 1,0-1-1,1 1 0,-1-1 0,0 1 1,0 0-1,0-1 0,1 1 0,-1 0 1,0 0-1,0-1 0,0 1 0,0 0 1,1 0-1,-1 0 0,0 0 0,0 0 1,0 0-1,0 0 0,0 0 0,1 1 1,-1-1-1,0 0 0,0 0 1,0 1-1,0-1 0,1 0 0,-1 1 1,0-1-1,1 1 0,-1-1 0,0 1 1,1-1-1,-1 1 0,0 0 0,1-1 1,-2 2-1,-16 11 50,4-5-107,1 1 0,1 0 0,0 1 0,0 0 0,0 1 0,2 0 0,-1 0 0,2 2 0,-1-1 0,-12 23 0,-9 10-5,-2 14 6,23-37 7,8-17-17,0 0 0,1 0 0,0 0 0,0 0 0,0 0 0,0 1 0,1-1 0,0 0 0,0 0 0,1 1 0,0 5 0,1 14-6,-2-23 12,0 0-1,0-1 1,0 1 0,1 0 0,-1 0-1,1 0 1,-1-1 0,1 1-1,0 0 1,-1-1 0,1 1 0,0 0-1,0-1 1,0 1 0,0-1 0,0 0-1,1 1 1,0 1 0,7 8-21,-6-5 13,0-1 0,0 1 0,0-1 0,0 0 0,1 1-1,0-1 1,0-1 0,0 1 0,0-1 0,1 0 0,0 0-1,0 0 1,0 0 0,0-1 0,7 3 0,5-1 5,-1-1 0,1-1 0,0-1 0,0 0 0,0-1 0,0-1 0,0 0 0,-1-2 0,19-3 0,-22 3 1,0 0 1,-1-2-1,1 1 0,-1-2 0,0 1 0,0-2 0,-1 0 0,0 0 0,0-1 0,0 0 0,-1-1 1,0 0-1,10-10 0,-7 2 75,5-3 789,-1-1 1,23-36 0,-35 48-672,0-1 0,-1 0 1,-1 0-1,1 0 0,-2 0 1,1-1-1,-1 1 0,0-1 0,-1 0 1,0-15-1,-1 24-194,0 0 0,0 0 0,0 0 0,-1 0 0,1 0 0,0 0 0,0-1 0,-1 1 0,1 0 0,-1 0 0,1 0 0,-1 0 0,1 0 0,-1 1 0,0-1 0,1 0 0,-1 0 0,0 0 0,0 0 0,0 1 0,0-1 0,1 0 0,-1 1 0,0-1 0,0 1 0,0-1 0,0 1 0,0-1 0,-1 1 0,1 0 0,0 0 0,0-1 0,0 1 0,0 0 0,0 0 0,0 0 0,0 0 0,0 0 0,-1 0 0,1 1 0,0-1 0,0 0 0,0 0 0,0 1 0,-2 0 0,1-1 0,0 1 0,0-1 0,1 1 0,-1 0 0,0 0 0,0 0 0,0 0 0,1 0 0,-1 0 0,0 0 0,1 0 0,-1 0 0,1 1 0,-1-1 0,1 1 0,0-1 0,-1 1 0,1 0 0,0-1 0,0 1 0,0 0 0,1 0 0,-1 0 0,0 0 0,0 3 0,1 114 0,1-114 4,0 0 1,1 1-1,0-1 1,0 0-1,0-1 1,0 1-1,1 0 1,0-1-1,0 1 0,0-1 1,0 0-1,1 0 1,0 0-1,6 5 1,4 4-185,0-2 1,1 0-1,20 13 1,27 1-5450,-39-19 1723,0-2 0,0-1 0,0-1 1,34-1-1,-26-1-3004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8.5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99 11 864,'5'0'643,"-4"0"-525,0 0-1,-1 1 1,1-1-1,0 0 1,0 0-1,-1 0 1,1 0 0,0 0-1,0 0 1,-1 0-1,1 0 1,0 0-1,0 0 1,-1 0-1,1 0 1,0-1 0,0 1-1,-1 0 1,1-1-1,0 1 1,6-10 8434,-12 22-6527,-1-9-1673,5-2-304,0-1 1,0 0-1,0 1 0,0-1 1,0 1-1,1 0 0,-1-1 1,0 1-1,0 0 0,0-1 0,0 1 1,1 0-1,-1 0 0,0 0 1,1 0-1,-1 0 0,1 0 1,-1 0-1,1 0 0,-1 0 1,1 0-1,0 0 0,0 0 1,-1 0-1,1 0 0,0 0 0,0 0 1,0 2-1,-1 11 214,-1 0-1,-1 0 0,0 0 1,0-1-1,-2 1 1,0-1-1,0 0 1,-13 23-1,10-20-153,1 0 0,1 1 0,-8 32 0,5-14-52,6-26-45,1 0 0,1 1 0,-1-1-1,1 0 1,1 1 0,0-1-1,2 18 1,0 18 2,-2 79-1412,0 2-5427,0-122 6436,1 1-1,-1-1 0,1 1 1,0-1-1,0 0 1,0 1-1,1-1 1,0 0-1,-1 0 1,1 0-1,4 5 1,0 1-430,-2 9-1750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9.3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92 4306,'0'-34'10871,"0"55"-10582,0 315 3294,1-324-3561,0 1 0,1-1 0,0 0 0,6 14 1,-5-13-18,1-1 0,-2 1 0,0-1 0,1 18 0,-3 90 96,0-119-100,0 0 1,0-1-1,0 1 0,1-1 0,-1 1 1,0-1-1,0 1 0,1-1 1,-1 1-1,0-1 0,1 1 0,-1-1 1,0 1-1,1-1 0,-1 1 0,1-1 1,-1 0-1,1 1 0,-1-1 0,0 1 1,1-1-1,0 0 0,-1 0 1,1 1-1,-1-1 0,1 0 0,-1 0 1,1 0-1,1 0 0,4 4 183,-6-363 800,-1 347-896,0 1-1,0-1 1,-6-17-1,-2-29 539,9-62 1989,0 117-2655,14 6 23,-12 3 14,-3-5 3,1 0 0,0 0 1,0 0-1,1 0 0,-1-1 0,0 1 0,0 0 1,0 0-1,1 0 0,-1 0 0,0 0 0,1 0 0,-1-1 1,1 1-1,-1 0 0,1 0 0,-1-1 0,1 1 0,-1 0 1,1-1-1,0 2 0,30 27-146,62 55-1270,-81-74 1143,1-1 0,0 0-1,1-1 1,0 0 0,23 9 0,-18-10-491,80 23-3224,-89-28 3657,0 0 1,0-1-1,0 0 1,0-1-1,1 0 1,-1-1 0,17-3-1,4-2 102,-1-2-1,1-1 1,30-15-1,-53 22 293,-1-2 0,0 1 0,0-1 0,0 0 0,0-1 0,-1 1 0,0-1 0,0 0 0,0-1 0,-1 0 0,1 0 0,-1 0 0,-1 0 0,1-1 0,-1 0 0,0 0 0,5-13 0,14-42 1805,-18 53-1181,-1 0-1,0-1 0,-1 0 0,0 0 0,0 0 0,-1 0 1,-1 0-1,1-12 0,-2 12 1191,-2-5 1217,-19 31-1910,-23 59-234,40-70-908,0 0 1,1 0-1,0 1 1,0-1-1,0 1 1,1 0 0,0 0-1,-2 8 1,-15 33 321,13-33-296,0-1 0,1 1 1,0 1-1,1-1 0,-3 20 1,-10 36 35,-2-22-60,13-36-59,1 0 1,0 1-1,1 0 1,0 0-1,1 0 0,-3 26 1,-2 16-35,5-45-43,1 0 0,0 0-1,0 0 1,1 14 0,4-14-770,3-17 513,3-24 29,-8 30 315,-1-1 0,0 1 1,0-1-1,0 1 0,1 0 1,-1-1-1,1 1 0,-1-1 1,1 1-1,-1 0 0,1-1 0,0 1 1,0 0-1,0 0 0,-1 0 1,1-1-1,0 1 0,2-1 1,8-12-3,0-17-23,9-19 1,-14 39 30,-1 0 1,0 0-1,5-21 0,11-23-62,-11 28 108,14-51 0,-14 40 56,-4 15 596,0 0 0,-2 0-1,-1 0 1,0-1-1,-2-24 1,-1 47-687,0 1 0,1-1 0,-1 0 1,0 1-1,0-1 0,1 1 0,-1-1 1,0 0-1,0 1 0,1-1 0,-1 1 0,1-1 1,-1 1-1,1-1 0,-1 1 0,0-1 1,1 1-1,0 0 0,-1-1 0,1 1 0,-1 0 1,1-1-1,-1 1 0,1 0 0,0 0 1,-1 0-1,1-1 0,0 1 0,-1 0 0,1 0 1,-1 0-1,1 0 0,0 0 0,-1 0 1,1 0-1,0 0 0,-1 0 0,1 1 0,0-1 1,0 0-1,2 0 18,-2 2-25,-1 0 1,1-1-1,0 1 1,0 0-1,-1 0 1,1 0 0,-1 0-1,0-1 1,1 1-1,-1 0 1,0 0-1,0 0 1,0 0 0,0 0-1,-1 0 1,1 2-1,-1 2 2,2 19-7,1 1 0,0-1 0,9 33 0,-3 22 0,-1-61 7,-4-10-18,0-1-1,0 1 0,-1-1 0,0 1 1,-1 0-1,1 12 0,-1-10-137,-1-1 0,2 1 0,-1-1-1,4 12 1,2 7-415,-7-28 549,2 10-603,0 1-1,0-1 1,1 1 0,1-1 0,0 0-1,9 17 1,-8-16-590,0 0 0,-1 1 0,4 17 0,-6-18 94,1 0 0,1 0 0,0-1 0,9 18 0,6 0-2960,1-1 0,36 38 0,-29-40 1884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9.6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403 376 1729,'17'-43'3085,"-11"31"-2239,-1 1 0,-1-1 0,0 0 0,-1 0 0,0-1-1,-1 1 1,1-17 0,-3-121 8108,0 147-8644,-1 0 1,0 0 0,0-1 0,0 1-1,-1 0 1,1 0 0,-1 0 0,0 1-1,1-1 1,-1 0 0,0 1-1,-1-1 1,1 1 0,0 0 0,-1-1-1,1 1 1,-1 0 0,0 0 0,0 1-1,0-1 1,0 1 0,0-1-1,0 1 1,0 0 0,0 0 0,0 1-1,-5-2 1,1 0-69,0 0-1,-1 1 1,1 0 0,-1 0-1,1 0 1,-1 1 0,1 0-1,-1 1 1,1-1-1,-1 1 1,-8 3 0,-57 36 369,62-34-607,1 1 0,0 0 0,0 1 0,1 0 1,-14 16-1,-7 6-8,26-26 4,-5 3 0,0 1 0,0 0 0,1 1 0,0 0 0,1 0 0,0 1 0,0 0 0,1 0 0,-6 13 0,5-1-184,2 0 1,1 1-1,0-1 0,2 1 0,0-1 1,2 28-1,0-48 151,0 0 1,1 0-1,-1-1 0,0 1 0,1 0 1,-1 0-1,1 0 0,-1-1 0,1 1 1,0 0-1,0-1 0,-1 1 0,1 0 1,1-1-1,-1 1 0,0-1 0,0 0 1,0 1-1,1-1 0,-1 0 0,1 0 1,-1 0-1,1 0 0,-1 0 1,1 0-1,0 0 0,-1 0 0,1-1 1,0 1-1,0-1 0,-1 1 0,1-1 1,0 0-1,2 0 0,2 1-20,-1-1 0,1 0-1,-1 0 1,0-1 0,1 1 0,-1-1-1,0-1 1,0 1 0,1-1 0,-1 0-1,8-4 1,25-11-80,-33 16 134,-1-1 0,1 0 0,0 0 0,-1-1 0,1 1-1,-1-1 1,1 0 0,-1 0 0,0-1 0,-1 1 0,5-6 0,47-50-7,54-67 1532,-78 102-1238,-31 22-370,0 3 82,0-1 1,0 0-1,0 0 1,0 1 0,0-1-1,0 0 1,0 1-1,0-1 1,0 0-1,0 0 1,0 1 0,0-1-1,0 0 1,0 0-1,0 1 1,0-1-1,0 0 1,0 0 0,0 1-1,0-1 1,0 0-1,0 0 1,1 1-1,-1-1 1,0 0 0,0 0-1,0 1 1,0-1-1,1 0 1,-1 0 0,0 0-1,0 0 1,0 1-1,1-1 1,-1 0-1,1 0 1,5 3 4,-6-3-3,1 0-1,-1 0 0,1 0 1,-1 1-1,1-1 1,-1 0-1,1 0 1,-1 0-1,1 1 1,-1-1-1,0 0 1,1 1-1,-1-1 0,0 0 1,1 1-1,-1-1 1,0 0-1,1 1 1,-1-1-1,0 1 1,0-1-1,1 1 0,-1-1 1,0 0-1,0 1 1,0-1-1,0 1 1,0-1-1,0 1 1,1-1-1,-1 1 0,0-1 1,0 1-1,-1-1 1,1 1-1,0 0 1,0 0 0,0 1 1,1 0 0,-1-1-1,0 1 1,1-1-1,-1 1 1,1-1 0,-1 0-1,1 1 1,0-1-1,-1 0 1,1 1 0,0-1-1,0 0 1,0 0 0,0 1-1,0-1 1,0 0-1,2 1 1,6 8 9,11 39-2,-18-40-290,2 0-1,-1-1 1,1 1-1,0-1 0,9 12 1,-7-10-481,0 0-1,-1 1 1,0-1 0,0 1 0,2 13-1,-4-15-153,0 1-1,1-1 0,0 0 0,0 0 1,1-1-1,0 1 0,8 9 1,6 15-3580,-18-31 4089,0 1 1,0-1 0,0 1 0,1-1 0,-1 0-1,1 1 1,-1-1 0,1 0 0,0 0 0,0 0-1,0 0 1,0 0 0,0-1 0,4 3 0,14 8-2722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39.8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0 116 5747,'0'-82'8378,"0"51"-6263,0 29-1339,0 14-96,0-8-663,0 0 0,1 0 0,-1 0 0,1 0-1,0 0 1,0 0 0,0 0 0,0-1 0,1 1 0,3 6-1,13 38 55,21 95-135,-34-119-576,-2 1 0,-1-1-1,-1 0 1,-4 47 0,0 0-3397,3-65 3646,-1 0 1,0 1-1,0-1 0,-1 0 1,0 0-1,0 0 0,0 0 0,0 0 1,-1 0-1,-5 7 0,-12 31-2162,13-16 795,-17-1-187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0.3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104 513 384,'-4'0'635,"1"-1"-491,1 1 1,-1-1-1,1 0 0,-1 0 0,1 0 0,-1 0 1,1-1-1,0 1 0,0-1 0,0 1 1,0-1-1,0 0 0,0 0 0,0 0 1,0 0-1,1 0 0,-1 0 0,1 0 0,-1 0 1,1-1-1,0 1 0,-1-3 0,-27-35 3734,25 37-3729,2 1-2,1 1 0,-1 0 1,1-1-1,-1 0 0,1 1 1,-1-1-1,1 1 0,0-1 1,0 0-1,0 0 0,0 0 1,0 0-1,1 0 0,-1 0 1,0 0-1,1 0 0,-1 0 1,1 0-1,0 0 0,0 0 1,0 0-1,0-1 0,0-1 1,24 2 47,148 2 53,-169 0-250,0 0 0,-1 0 0,1-1 1,0 1-1,0-1 0,0 1 0,0-1 1,0 0-1,4-2 0,-4 1 13,0 1 0,0 0 0,1 0-1,-1 0 1,0 0 0,0 0 0,1 1 0,-1-1 0,7 1-1,44-3 420,-51 2-297,0 1 0,0 0 0,0-1 0,0 0 0,0 0 0,-1 0 0,1 0 0,0 0-1,-1 0 1,1-1 0,-1 1 0,1-1 0,-1 0 0,0 1 0,0-1 0,3-3 0,-3 3 11,0-1 1,0 1 0,0 0-1,0 0 1,0 0 0,0 0-1,1 1 1,-1-1 0,1 0 0,3-1-1,-4 2-34,0 0-1,1 0 0,-1 0 0,0-1 1,0 1-1,0-1 0,0 1 1,0-1-1,0 0 0,0 0 0,-1 0 1,1 0-1,-1 0 0,1 0 1,0-4-1,13-33 1785,-8 24-927,-1-1 0,-1 0-1,0-1 1,-1 1 0,-1-1 0,0 0-1,-1-20 1,-3 22 233,1 10-910,-1 1 0,0-1-1,1 0 1,0 1 0,0-1 0,1 1-1,-1-1 1,1 1 0,0-1 0,0 1-1,3-9 1,15-3-290,-17 14 0,-6 4 0,-13 4 0,16-4 0,0-1 0,1 0 0,-1 1 0,0-1 0,1 0 0,-1 1 0,1-1 0,0 1 0,-1-1 0,1 1 0,0-1 0,0 0 0,0 1 0,0-1 0,0 1 0,0-1 0,0 1 0,0-1 0,1 3 0,-1 1 0,0-2 0,0 0 0,1 0 0,-1 1 0,1-1 0,-1 0 0,1 0 0,0 0 0,0 1 0,0-1 0,0 0 0,1-1 0,3 7 0,-3-6 0,0 0 0,0 0 0,-1 1 0,1-1 0,-1 1 0,0-1 0,0 1 0,0 0 0,0-1 0,-1 1 0,0 0 0,1 7 0,-2 8 0,1 1 0,0 0 0,0 0 0,2 0 0,1 0 0,0 0 0,1-1 0,8 22 0,27 58 0,-38-96 0,0 0 0,1 0 0,-1 0 0,1 0 0,0-1 0,0 1 0,0 0 0,4 3 0,-5-5 0,0 0 0,0 0 0,0 0 0,0 0 0,0 1 0,0-1 0,0 0 0,-1 1 0,1-1 0,0 0 0,-1 1 0,1-1 0,-1 1 0,0-1 0,1 1 0,-1-1 0,0 1 0,0 2 0,0-3 0,0 0 0,0 1 0,0-1 0,1 0 0,-1 0 0,0 1 0,0-1 0,1 0 0,-1 0 0,0 0 0,1 0 0,0 1 0,-1-1 0,1 0 0,0 0 0,-1 0 0,1 0 0,0 0 0,0-1 0,0 1 0,0 0 0,0 0 0,0 0 0,0-1 0,0 1 0,0 0 0,0-1 0,0 1 0,0-1 0,0 0 0,1 1 0,-1-1 0,0 0 0,0 0 0,0 0 0,1 1 0,-1-1 0,0 0 0,0-1 0,1 1 0,-1 0 0,0 0 0,0 0 0,2-1 0,1 0 0,0 0 0,-1 0 0,1 0 0,0-1 0,-1 1 0,1-1 0,-1 0 0,1 0 0,-1 0 0,0 0 0,0 0 0,0-1 0,4-4 0,15-16 0,-19 21 0,-1 0 0,0 0 0,1 0 0,-1 0 0,0-1 0,0 1 0,0-1 0,0 1 0,-1-1 0,3-5 0,0-2 0,1-1 0,1 1 0,0 0 0,11-14 0,-9 14 0,-1 0 0,-1 0 0,8-17 0,14-72 0,-11 76 0,-15 21 0,1-1 0,-1 0 0,1 1 0,-1-1 0,0 0 0,0-1 0,-1 1 0,1 0 0,-1 0 0,1-1 0,-1 1 0,0-1 0,1-6 0,-2 9 0,0 1 0,0-1 0,0 1 0,0-1 0,1 0 0,-1 1 0,0-1 0,0 1 0,1-1 0,-1 1 0,0-1 0,1 1 0,-1-1 0,1 1 0,-1-1 0,1 1 0,-1 0 0,1-1 0,-1 1 0,1 0 0,-1-1 0,1 1 0,-1 0 0,1 0 0,-1-1 0,1 1 0,0 0 0,-1 0 0,1 0 0,0 0 0,-1 0 0,1 0 0,-1 0 0,1 0 0,0 0 0,-1 0 0,1 0 0,-1 0 0,1 0 0,0 1 0,-1-1 0,1 0 0,-1 0 0,1 1 0,-1-1 0,1 0 0,-1 1 0,1-1 0,-1 1 0,1-1 0,-1 0 0,1 1 0,-1-1 0,0 1 0,1-1 0,-1 1 0,0 0 0,1-1 0,-1 1 0,0-1 0,0 1 0,0-1 0,1 2 0,-1 0 0,0 0 0,0 1 0,1-1 0,-1 0 0,1 0 0,0 0 0,-1 0 0,1 0 0,0 0 0,0 0 0,2 2 0,-2-2 0,0 0 0,0 0 0,0 0 0,0 1 0,0-1 0,0 0 0,0 0 0,-1 1 0,1-1 0,-1 1 0,0 2 0,1 1-21,-1 0 0,1 0-1,0 0 1,0-1 0,1 1 0,0 0 0,4 10-1,-3-10-104,-1-1 1,0 1-1,0-1 0,0 1 0,-1 0 0,0 0 0,1 11 0,-4 7-2992,1-19 2524,0-1 0,1 0 0,-1 1 0,1-1-1,0 1 1,1-1 0,-1 0 0,1 1 0,0-1 0,0 0-1,0 1 1,3 6 0,35 39-8319,-36-47 8330,-1-1 0,1 0 1,0 0-1,0 0 0,0 0 0,0-1 1,0 1-1,0-1 0,0 0 0,0 0 1,6 2-1,2 0-892,15 0-1812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0.5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80 1585,'0'-20'3019,"-1"-21"4768,1 40-7644,-1 0 1,1 0-1,0 0 0,0 0 0,-1 0 0,1 0 1,0 1-1,-1-1 0,1 0 0,-1 0 0,0 1 1,1-1-1,-1 0 0,1 1 0,-1-1 1,0 0-1,0 1 0,1-1 0,-1 1 0,0-1 1,0 1-1,1-1 0,-1 1 0,0 0 0,0-1 1,0 1-1,0 0 0,0 0 0,0 0 1,0 0-1,0 0 0,-1 0 0,-1 0 437,-1 0 1,1 0-1,-1 1 0,1 0 1,-1 0-1,1 0 0,-1 0 1,1 0-1,0 1 0,-1-1 1,-2 3-1,1-1-112,1 1-1,-1-1 1,1 1 0,0 0-1,0 0 1,-4 6 0,2-2-295,1 1 0,0-1 1,0 1-1,1 1 0,0-1 0,-3 11 1,6-17-163,1 1 1,-1-1-1,1 0 1,-1 0-1,1 0 1,0 1-1,0-1 0,1 0 1,-1 0-1,1 0 1,-1 1-1,1-1 1,0 0-1,0 0 1,3 4-1,-2-2 2,-1-1 0,1 0-1,-1 1 1,0-1 0,0 1 0,0 0-1,0 8 1,-1-9-4,0 0-1,1 0 1,-1 0 0,1 0-1,0 0 1,0 0-1,1 0 1,-1 0 0,1 0-1,0-1 1,0 1 0,0 0-1,3 3 1,-1-1 0,0 0 1,-1-1 0,0 1 0,0 1-1,4 11 1,-4-4 4,-2-11-6,-1 0-1,1 1 1,0-1 0,0 0-1,0 0 1,0 0-1,1 0 1,-1 0 0,1 0-1,0 0 1,0 0 0,0-1-1,0 1 1,0-1-1,3 3 1,-3-3 0,0-1-1,0 0 1,-1 1 0,1 0-1,-1-1 1,1 1 0,-1 0-1,0 0 1,0 0 0,0 0-1,0 0 1,0 0 0,0 0-1,0 0 1,-1 0 0,1 0-1,-1 1 1,1-1 0,-1 0-1,0 0 1,0 1 0,0-1-1,0 0 1,-1 3 0,1 7-21,-21-12-2805,-10-10-2136,12-3-2567,-3 0 2444,2-2 614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0.7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0 9893,'2'1'792,"0"1"0,-1-1 1,1 1-1,0 0 1,-1-1-1,0 1 1,1 0-1,-1 0 1,0 0-1,0 0 1,0 0-1,0 0 1,-1 0-1,2 3 0,-2-1-296,0 1-1,0-1 0,-1 0 0,1 0 0,-1 0 0,0 0 0,0 0 0,0 0 0,-3 7 1,2-5-489,0-1 0,0 1 1,1 0-1,-1 0 1,0 11-1,2-13-1,-1 0 1,1 0-1,-1 0 0,0-1 1,0 1-1,-1 0 0,1 0 1,-1-1-1,0 1 0,-3 3 1,-10 24 0,-24 53-1149,34-54-508,2-6-120,-3-13 760,5-10 774,0 1 0,0-1-1,0 0 1,0 1 0,0-1-1,1 1 1,-1 0 0,0-1-1,1 1 1,-1-1-1,1 1 1,0 0 0,0-1-1,0 1 1,0 3 0,0-3 21,-1-1 1,1 1 0,0-1 0,-1 1-1,1 0 1,0-1 0,-1 1 0,0-1 0,1 1-1,-1-1 1,0 0 0,0 1 0,0-1-1,0 0 1,0 0 0,0 1 0,-3 1-1,3-2-99,0 0-1,0 0 0,0 0 0,0 0 1,0 0-1,0 1 0,0-1 0,0 0 1,0 1-1,1-1 0,-1 1 0,1-1 1,-1 1-1,1-1 0,-1 1 0,1-1 1,0 4-1,0 6-2988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1.0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17 4546,'-5'0'4952,"5"0"-4776,-1 0 22,0 0-1,0 0 0,1 0 0,-1 0 0,0 0 1,0 0-1,1 0 0,-1 0 0,0 0 0,0 0 1,1 0-1,-1 0 0,0 0 0,0 0 0,1-1 1,-1 1-1,0 0 0,1-1 0,-1 1 0,0-1 0,1 1 1,-1 0-1,0-1 0,1 1 0,-1-1 0,1 0 1,-4-9 9078,4 56-8822,-9 12-254,-1 13-51,10 131-497,0-9 1821,0-65-3677,0-22-3655,0-1-5166,0-104 10801,1 0 0,-1 1 0,1-1 0,0-1 0,-1 1 1,1 0-1,0 0 0,-1 0 0,1 0 0,0 0 0,0 0 0,0-1 0,0 1 0,0 0 0,0-1 0,0 1 0,2 0 0,0 2-1259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1.4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20 338 2545,'0'-113'10751,"0"1"-5180,0 107-5438,0 0 0,1 0 0,-1 1 0,1-1 0,1 0 0,-1 1 0,0-1 0,1 1 0,0 0 0,0-1 0,1 1-1,-1 0 1,1 0 0,0 1 0,-1-1 0,2 0 0,-1 1 0,0 0 0,1 0 0,0 0 0,0 0 0,-1 0 0,2 1 0,-1 0 0,0-1 0,0 2-1,1-1 1,-1 0 0,1 1 0,-1 0 0,1 0 0,6 0 0,0-1 49,1 1 0,-1 0 0,0 1 0,1 0 0,-1 1 0,0 0 0,1 1 0,-1 0 0,0 0 0,0 2 0,0-1 0,17 9 0,-7-1 233,-18-9-346,1-1-1,-1 1 1,1 0 0,-1 0 0,0 0-1,1 0 1,-1 0 0,0 1 0,-1-1-1,1 1 1,0 0 0,-1 0 0,1 0-1,-1 0 1,0 1 0,0-1 0,0 0-1,-1 1 1,2 4 0,18 35 852,-18-39-795,0 0 1,0 0 0,-1 1-1,0-1 1,0 1 0,0-1-1,0 1 1,-1 0-1,0-1 1,0 1 0,0 0-1,0 0 1,-1 0 0,0 0-1,0 0 1,0 0 0,-1 0-1,0-1 1,0 1 0,-2 7-1,-8 11 318,0 0 0,-2 0 0,-19 24 0,31-45-443,-8 9-1,-1 0 0,0-1 0,0 0 0,-1-1 0,0-1 0,0 1 0,-20 10 0,-35 27 0,61-43 0,1 1 0,-1-1 0,0 0 0,0-1 0,-1 1 0,1-1 0,0 0 0,-8 2 0,9-3 0,0 0 0,0 0 0,0 0 0,0 1 0,1 0 0,-1 0 0,0 0 0,-3 3 0,7-5 0,0 1 0,-1-1 0,1 0 0,0 1 0,0-1 0,-1 0 0,1 1 0,0-1 0,0 1 0,0-1 0,0 1 0,0-1 0,0 0 0,-1 1 0,1-1 0,0 1 0,0-1 0,0 1 0,0-1 0,1 0 0,-1 1 0,0-1 0,0 1 0,0-1 0,0 1 0,0-1 0,0 0 0,1 1 0,-1-1 0,0 1 0,0-1 0,1 0 0,-1 1 0,0-1 0,1 0 0,-1 0 0,0 1 0,1-1 0,-1 0 0,0 1 0,1-1 0,-1 0 0,0 0 0,1 0 0,-1 0 0,1 1 0,16 7 0,24 7-23,-28-9-26,1-1-1,0-1 0,15 3 1,-2-1-96,0 0 0,-1 2 0,42 17 1,-63-22 145,0-1 0,-1 1 1,0 0-1,1 1 1,-1-1-1,-1 1 1,8 7-1,-5-3 68,-4-7-63,0 1 0,-1-1 1,1 1-1,-1 0 0,1-1 1,-1 1-1,0 0 0,1 0 0,-1 0 1,0 0-1,0 0 0,-1 0 1,1 0-1,0 1 0,-1-1 1,1 0-1,-1 0 0,0 1 0,0-1 1,0 0-1,0 0 0,0 1 1,0-1-1,-1 2 0,-1 1 14,1-1 1,-1 0-1,0 0 0,0 0 0,-1-1 1,1 1-1,-1-1 0,0 1 0,0-1 0,0 0 1,-7 6-1,2-2 12,-2-1 0,1 0 0,-1 0 0,0 0 0,0-2 0,0 1 0,-1-1 0,0-1 0,-20 5 0,-43 3-243,37-4-949,-68 3-1,88-12-2526,15 2 3121,1 0 0,0 0 0,0-1 0,-1 1 1,1 0-1,0-1 0,0 1 0,-1-1 0,1 1 0,0-1 0,0 1 1,0-1-1,0 0 0,0 0 0,0 1 0,0-1 0,0 0 0,0 0 1,1 0-1,-1 0 0,0 0 0,0 0 0,1 0 0,-1-1 0,1 1 1,-1 0-1,1 0 0,-1-2 0,1-9-3985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1.6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24 3970,'13'-8'3221,"-11"6"-2443,1 1 1,0-1-1,-1 0 0,1 1 1,0-1-1,0 1 1,0 0-1,0 0 0,1 0 1,-1 1-1,4-2 0,-6 3-667,-1-1 0,1 0-1,-1 0 1,1 1 0,0-1-1,-1 0 1,1 1 0,-1-1-1,0 0 1,1 1 0,-1-1-1,1 1 1,-1-1 0,1 1-1,-1-1 1,0 1 0,0-1-1,1 1 1,-1-1 0,0 1-1,0-1 1,1 1 0,-1 0-1,3 30 1288,-3 265 496,0-198-3811,0-1-3518,0-95 5134,0 0 1,0 0-1,0-1 0,0 1 0,0 0 1,-1 0-1,1 0 0,0 0 1,-1-1-1,0 1 0,1 0 1,-1 0-1,0-1 0,0 1 0,-1 1 1,-5 9-2119,3 12-1108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1.7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1 233 12182,'0'-58'6963,"0"21"-3378,0-5-1984,28 15-945,-28 1-463,0 10-274,28 6-1119,-28-6 1200,19 16-3634,9 0 257,-9 0 31,9 16-2721,-9-6 3346,9 6 608,-28 0-512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2.0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0 1185,'1'0'189,"4"7"247,1 0 1,-1 0-1,-1 0 0,1 1 1,-1-1-1,-1 1 0,1 0 1,3 14-1,40 159 3230,-13-57-1500,-27-107-1932,0 1 1,2-2-1,0 1 0,0-1 0,14 17 0,-23-32-217,5 4 104,-1 1 0,0-1 0,1 0 0,0-1 0,0 1 0,1-1 1,9 6-1,-7-5 37,-1 1 1,1-1-1,-1 1 0,8 9 1,-9-9-12,0-1 0,0 0 0,0-1-1,1 1 1,-1-1 0,1-1 0,0 1 0,0-1 0,0-1 0,1 1 0,-1-1 0,1 0 0,-1-1 0,1 0-1,8 1 1,-9-2 302,0 1-1,0-1 0,1 0 1,-1-1-1,0 0 1,0 0-1,1 0 0,-1-1 1,0 0-1,-1-1 0,1 1 1,0-1-1,-1-1 1,1 1-1,10-9 0,-12 6 351,0 0-1,-1 0 1,1-1-1,-1 1 1,-1-1 0,1 0-1,4-14 1,-2 8 0,-4 6-636,0 0 0,-1 0 1,1 0-1,-1 0 1,-1 0-1,1 0 1,-1-1-1,-1 1 1,-1-12-1,0-10-58,2 20-105,-1-1 0,-1 1 0,1-1 0,-2 1 0,1 0 0,-6-13 0,-6-21 0,8 28 0,0 0 0,0 1 0,-2-1 0,0 1 0,-1 1 0,0 0 0,-20-22 0,21 25 0,4 5 0,-1 0 0,1 0 0,-1 0 0,0 1 0,-1-1 0,1 1 0,-1 1 0,-7-5 0,-28-18 0,37 22 0,-1 0 0,0 1 0,0 0 0,0 0 0,-1 1 0,1-1 0,-1 1 0,1 0 0,-1 1 0,0-1 0,-6 0 0,-18-4 0,14 4-1243,0 0 1,-1 2-1,1 0 0,0 1 0,0 0 1,0 2-1,-19 4 0,-4 0-1029,31-5 1174,0 0 0,1 0 0,-1 1 0,1 1-1,0-1 1,-10 7 0,5-3-461,-31 11-3265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5.6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385 53 528,'5'0'1222,"-3"1"-934,-1-1-213,0 0 1,-1 0 0,1 0 0,0 0 0,-1 1 0,1-1 0,0 0-1,0 0 1,-1 0 0,1-1 0,0 1 0,0 0 0,-1 0 0,1 0-1,0 0 1,-1-1 0,1 1 0,0 0 0,-1-1 0,1 1 0,0 0-1,-1-1 1,1 1 0,-1-1 0,1 1 0,-1-1 0,1 1-1,-1-1 1,1 1 0,-1-1 0,0 0 0,1 0 0,-1-1 1378,1-13 371,-1 13-1397,1 1 0,-1-1 0,0 1 0,0-1 0,0 0 0,-1 1 0,1-1 0,0 1 0,0-1 0,-1 0 0,1 1 0,-1-1 0,1 1 0,-1 0 0,-1-3 0,1 4-344,0-1 0,0 1 1,0 0-1,0 0 0,1 0 0,-1 0 1,0 1-1,0-1 0,0 0 0,0 0 0,1 0 1,-1 1-1,0-1 0,0 0 0,1 1 0,-1-1 1,0 1-1,0-1 0,1 1 0,-1-1 0,1 1 1,-1-1-1,0 1 0,1 0 0,-1-1 0,1 1 1,-1 1-1,-2 29 1781,3-19-2366,0 309 1973,0-316-1407,-1 1 0,1-1-1,-1 0 1,-1 0 0,1 0-1,-3 7 1,-6 29 285,10 239 1457,1-270-1734,0 0 0,0-1 0,1 1 0,3 10 0,-3-10-7,1 0 1,-2 1 0,1-1 0,-1 13 0,1 19 72,-1-26-72,0 1 0,-1-1 0,0 1 0,-2-1 0,-3 19 0,-1-7-24,2 0 0,1 0-1,0 51 1,3 77-8,0-153-25,0 0 0,0 0 0,-1-1 1,1 1-1,-1 0 0,0-1 1,0 1-1,0 0 0,0-1 0,0 1 1,0-1-1,-1 1 0,-2 2 0,3-3 11,-1 0-1,1 1 1,-1-1-1,1 0 0,0 1 1,0 0-1,0-1 1,0 1-1,0 0 0,1-1 1,-1 1-1,1 0 1,-1 3-1,2 17 89,0-15-60,-1 1-1,0-1 1,0 0-1,-1 0 0,0 1 1,-3 11-1,-7-2 22,10-16-59,-1 0 0,1 0 0,-1 0 0,1 1-1,0-1 1,0 1 0,0-1 0,0 1 0,1-1-1,-1 1 1,1-1 0,-1 1 0,1 0 0,0 3-1,0 5 70,-1 1 1,0 0-1,-1 0 0,0-1 0,-7 23 0,6-10 13,-2 5 22,1-24-104,1 1 0,0 0 1,0 0-1,1 1 0,0-1 0,0 0 1,0 1-1,1-1 0,0 1 1,0 0-1,1-1 0,0 13 1,0-14-8,0-1 0,-1 0 0,1 0 0,-1 0 1,0 0-1,-1 0 0,-2 6 0,3-6-1,-1 0-1,0 1 1,1-1-1,0 1 1,0-1-1,0 1 0,1 7 1,0 1-7,1-9 1,-1 1 0,1-1 0,-1 1 0,0-1 0,-1 0 0,1 1 0,-1-1 0,0 0 0,0 1 0,-2 4 0,-1-2 2,1-2 10,1-1-1,-1 1 1,1 0-1,0 0 1,0 0-1,1 1 1,-1-1-1,1 0 1,1 1-1,-1-1 0,0 11 1,2 12-11,0-20-2,0 0 1,-1 0-1,0-1 0,0 1 1,-1 0-1,0 0 1,-1-1-1,1 1 0,-1-1 1,-1 1-1,-5 12 1,6-15-2,1-1 0,0 1 0,0 0 0,0 0 1,0-1-1,1 1 0,0 0 0,0 0 0,0 0 1,2 8-1,0 11 7,-2 36-482,0-58 418,18-11-1192,-18 7 1297,-3-22 2,2 23-47,0 0 0,-1 0-1,1 0 1,0-1-1,0 1 1,0 0 0,0 0-1,0-1 1,0 1-1,0-1 1,0 1 0,0 0-1,1-1 1,-1 0 0,1 1-1,-1-1 1,1 1-1,-1-1 1,1 0 0,0 1-1,0-1 1,0 0-1,0 1 1,0-1 0,0 0-1,0 1 1,1-1-1,0-1 1,-1-9-3,0 10 2,0 1 1,0-1 0,-1 0-1,1 0 1,0 0 0,-1 0 0,1 1-1,-1-1 1,0 0 0,1 1-1,-1-1 1,0 0 0,0 1-1,0-1 1,0 1 0,0-1-1,-3-2 1,3 3 0,-1-1-1,1 1 0,0-1 1,0 1-1,-1-1 1,1 0-1,0 1 0,1-1 1,-1 0-1,0 0 1,1 0-1,-1 0 1,1 0-1,-1 1 0,1-1 1,0 0-1,0-4 1,-1 2 8,1 1 1,0 0-1,-1 0 1,0 0-1,0 0 1,0 0-1,0 0 0,0 0 1,-2-3-1,2 3-9,-1 0 0,1 1 0,0-1 0,0 0 0,0 0 0,0 0 0,1-1 0,-1 1 0,1-3 0,-1 4 4,1 0 0,-1 0 0,0 0 0,1 1-1,-1-1 1,0 0 0,0 1 0,0-1 0,-1 0 0,1 1-1,0-1 1,-1 1 0,1 0 0,0-1 0,-1 1 0,0 0-1,-2-1 1,3 1-3,-1-1 0,0 1 0,0 0 0,1 0-1,-1-1 1,1 1 0,-1-1 0,1 0 0,-1 1 0,1-1-1,0 0 1,0 0 0,0 0 0,0 0 0,0 1 0,1-1-1,-2-5 1,-3 3-6,2 2 9,-1 0 1,1-1-1,0 1 0,0-1 0,0 0 0,0 0 1,1 0-1,-1 0 0,1 0 0,0-1 0,0 1 0,0-1 1,0 1-1,0-1 0,-1-5 0,3 8-2,0 0 0,0 0 0,0 0 0,0 1 0,0-1-1,0 0 1,-1 0 0,1 0 0,0 1 0,0-1 0,-1 0 0,1 1 0,0-1 0,-1 0 0,1 0 0,-1 1-1,1-1 1,-1 1 0,1-1 0,-1 0 0,0 1 0,1-1 0,-1 1 0,1 0 0,-1-1 0,0 1 0,0-1-1,1 1 1,-1 0 0,-1-1 0,1 1 3,0 0-1,1 0 1,-1-1 0,0 1-1,1 0 1,-1-1-1,0 1 1,0-1 0,1 1-1,-1-1 1,1 1-1,-1-1 1,1 1 0,-1-1-1,1 0 1,-1 1 0,1-1-1,-1 0 1,1 1-1,-1-1 1,1 0 0,0 0-1,0 1 1,-1-1-1,1 0 1,0 0 0,0 0-1,0 1 1,0-1-1,0-1 1,0 1-1,0 0 0,0 0 0,1 0 0,-1 0 0,0 0 0,-1 0 0,1 0 0,0 0 0,0 0 0,0 0 0,0 1 0,-1-1 0,1 0 0,0 0 0,-1 0 0,1 0 0,-1 0 0,1 1 0,-1-1 0,1 0 0,-1 0 0,0 1 0,1-1 0,-1 0 0,0 1 0,0-1 0,1 1 0,-1-1 0,0 1 0,0-1 0,-1 0-1,1 1 2,0-1-1,0 1 0,0 0 0,1-1 0,-1 1 0,0-1 0,0 1 0,1-1 0,-1 1 0,0-1 1,1 0-1,-1 1 0,0-1 0,1 0 0,-1 0 0,1 1 0,0-1 0,-1 0 0,1 0 0,0 0 1,-1 0-1,1 1 0,0-1 0,0 0 0,-1 0 0,1 0 0,0 0 0,0 0 0,0 0 0,0 0 1,1-1-1,-1 0 71,0 15-182,0-12 113,0 0-1,0 0 1,0 0 0,0 0-1,0 0 1,0 0-1,0 0 1,0 0-1,1 0 1,-1 0 0,0 0-1,1 0 1,-1 0-1,0 0 1,1-1-1,0 1 1,-1 0 0,1 0-1,-1 0 1,1-1-1,0 1 1,-1 0-1,1-1 1,0 1 0,0 0-1,0-1 1,0 1-1,1 0 1,-1-1-5,0 0 1,0 1 0,-1-1-1,1 1 1,0-1-1,0 1 1,0 0-1,-1-1 1,1 1-1,0 0 1,-1 0-1,1-1 1,-1 1-1,1 0 1,-1 0-1,1 0 1,-1-1 0,1 1-1,-1 0 1,0 0-1,1 0 1,-1 0-1,0 0 1,0 0-1,0 0 1,0 0-1,0 0 1,0 2-1,0 0 10,0 1 1,0 0-1,0 0 0,1 0 0,-1 0 0,1-1 0,0 1 0,0 0 0,0 0 0,1-1 0,-1 1 0,1-1 0,0 1 0,0-1 0,3 4 0,-1-1 5,-2-4-10,-1 1 0,0-1 0,0 0 1,-1 0-1,1 1 0,0-1 0,-1 1 1,1-1-1,-1 1 0,0-1 0,0 1 1,0-1-1,0 1 0,-1 4 0,2 22 23,2-20-21,0-1 0,0 1 0,-1 0 0,0 0 0,-1 0 0,1 18 0,-2-25-5,0 1 0,0 0 0,1 0 0,-1-1 0,1 1 0,0 0 0,0-1 0,0 1 0,0 0 0,0-1 0,1 1 0,-1-1 0,3 3 0,-2-3-2,-1 1-1,1-1 1,-1 0 0,0 1 0,1-1-1,-1 1 1,0 0 0,-1-1-1,1 1 1,0 0 0,-1-1 0,1 1-1,-1 4 1,0-3-1,0 0-1,1-1 1,0 1-1,-1 0 1,1 0-1,1 0 1,2 6-1,-2-5 8,-1-1 0,1 0 1,-1 0-1,0 1 0,0-1 0,0 1 0,0 8 0,-1-8-7,0-1 0,1 1 0,-1-1 0,1 0 0,0 1 0,1-1 0,-1 0 0,1 0-1,0 0 1,0 0 0,0 0 0,0 0 0,4 4 0,-5-6 1,0-1 5,0 0 1,-1 1-1,1-1 0,0 1 0,-1-1 0,0 0 1,1 1-1,-1 0 0,0-1 0,1 1 1,-1-1-1,0 1 0,0-1 0,-1 3 0,4 17-6,1-11 11,-1 1 0,-1-1-1,1 1 1,-2 0 0,1 0-1,-1-1 1,-1 17 0,0-24 259,1-3-267,0 0 1,1 0-1,-1 0 1,1 0-1,-1 0 1,1 0-1,-1 0 1,0-1-1,1 1 1,-1 0-1,0-1 1,1 1-1,-1-1 1,0 0-1,2 0 1,-1-14 82,-2 12-81,0 1 0,-1-1 1,2 0-1,-1 1 1,0-1-1,0 1 1,1-1-1,-1 0 0,1 1 1,0-1-1,2-3 1,1-2-7,-2 6 5,-1 0 0,0 0 0,0 0 0,1-1 0,-2 1 0,1 0 0,0-1 0,0 1 0,-1-1 0,1 1 0,-1-4 0,1 4-1,-1 1 0,0-1 0,0 1 0,0-1 0,1 1 0,-1-1 0,1 1 0,-1-1 0,1 1 0,0 0 0,0-1 0,-1 1 0,1 0 0,0 0 0,0-1 0,0 1 0,0 0 0,0 0 0,2-1 0,6-8-11,66-164-37,-8 81 109,-66 90-59,1 0 0,-1 0-1,1 0 1,0 0 0,-1 1 0,1-1-1,0 0 1,1 1 0,-1 0-1,0-1 1,5-2 0,13-15 28,24-22 88,-15 16-84,-27 24-41,2-3 21,1 0-1,-1 0 0,1 1 0,0 0 0,1 0 1,-1 0-1,1 0 0,7-3 0,-10 4 1578,9-10-9403,-30 4-7059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49.9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259 54 2801,'1'0'132,"3"0"184,0 1 0,0-1 0,0 0 1,-1 0-1,1-1 0,0 1 0,0-1 0,0 0 0,-1 0 1,1 0-1,0 0 0,-1-1 0,1 1 0,5-4 1,-8 4-271,-1 0 1,1 1 0,0-1 0,0 1-1,0-1 1,0 1 0,0-1 0,0 1-1,0 0 1,0-1 0,0 1 0,0 0-1,0 0 1,0 0 0,0 0 0,0 0-1,0 0 1,0 0 0,0 0 0,2 1-1,1-1 162,-2 0 6,-1 0-1,0-1 0,0 1 0,0-1 0,1 1 0,-1-1 0,0 1 0,0-1 1,0 0-1,0 1 0,0-1 0,0 0 0,0 0 0,0 0 0,0 0 0,-1 0 0,1 0 1,0 0-1,0 0 0,-1 0 0,1 0 0,-1 0 0,1 0 0,-1 0 0,1-4 3885,-1 4-4027,0 1 0,0 0 0,0 0 1,0 0-1,1 0 0,-1 0 0,0-1 0,0 1 0,0 0 1,0 0-1,0 0 0,0 0 0,0 0 0,0-1 0,0 1 0,0 0 1,0 0-1,0 0 0,0 0 0,0-1 0,0 1 0,0 0 0,0 0 1,0 0-1,0 0 0,0-1 0,0 1 0,0 0 0,0 0 1,0 0-1,0 0 0,0-1 0,0 1 0,0 0 0,-1 0 0,1 0 1,0 0-1,0 0 0,0-1 0,0 1 0,0 0 0,0 0 0,-1 0 1,1 0-1,0 0 0,0 0 0,0 0 0,0 0 0,-1 0 1,1 0-1,0 0 0,0 0 0,0 0 0,0-1 0,-1 1 0,1 0 1,0 0-1,0 1 0,0-1 0,0 0 0,-1 0 0,1 0 1,0 0-1,-20-4 3187,2 3-2782,1 1 0,-1 1 0,0 1 0,0 0 0,0 1 0,1 1 0,-1 1 0,1 0 0,0 1 0,1 1 0,0 1 0,0 0 0,-17 12 0,12-6-476,13-9 0,0 0 0,0 1 0,0 0 0,-10 11 0,15-13 0,1 0 0,-1 1 0,1-1 0,0 1 0,0-1 0,0 1 0,-1 7 0,2-10 0,1 0 0,0 0 0,0 0 0,0-1 0,0 1 0,0 0 0,1 0 0,-1 0 0,1 0 0,-1 0 0,1 0 0,-1 0 0,1 0 0,0 0 0,0-1 0,0 1 0,0 0 0,0-1 0,1 1 0,-1-1 0,0 1 0,3 1 0,4 3 0,1 0 0,-1 0 0,1-1 0,0 0 0,1-1 0,-1 0 0,1-1 0,0 0 0,-1 0 0,1-1 0,19 2 0,13 4 0,139 17 0,-178-25 0,157 26 0,-136-21 0,-1 2 0,-1 0 0,1 1 0,35 19 0,-44-19 0,-11-7 0,-1 0 0,0 0 0,0 0 0,1 0 0,-1 0 0,0 0 0,0 1 0,0-1 0,0 1 0,-1-1 0,1 1 0,0 0 0,-1-1 0,1 1 0,-1 0 0,1 0 0,-1 0 0,0 0 0,0 1 0,0-1 0,0 0 0,0 0 0,-1 1 0,1-1 0,-1 0 0,1 1 0,-1-1 0,0 1 0,0-1 0,0 0 0,-1 4 0,1-1 0,-1-1 0,1 1 0,-2-1 0,1 1 0,0-1 0,-1 0 0,0 0 0,0 1 0,0-1 0,0 0 0,-1-1 0,1 1 0,-1 0 0,-5 4 0,-57 52 0,13-13 0,48-42 0,-1-1 0,0 0 0,0 0 0,0 0 0,0-1 0,-1 0 0,1 0 0,-7 3 0,-30 19 0,33-18 0,-1-1 0,0 0 0,-1-1 0,1 0 0,-1 0 0,0-2 0,0 1 0,-1-1 0,-17 2 0,10-1 0,-9-1 0,28-3 0,-1 0 0,1 0 0,-1 0 0,1 1 0,-1-1 0,1 0 0,-1 0 0,1 0 0,0 0 0,-1 0 0,1 0 0,-1 0 0,1 0 0,-1 0 0,1-1 0,-1 1 0,1 0 0,-1 0 0,1 0 0,-1 0 0,1-1 0,0 1 0,-1 0 0,1 0 0,0-1 0,-1 1 0,1 0 0,-1-1 0,1 1 0,0 0 0,0-1 0,-1 1 0,1 0 0,0-1 0,0 1 0,-1-1 0,1 1 0,0-1 0,0 1 0,0-1 0,0 1 0,0 0 0,0-1 0,0 1 0,0-1 0,0 1 0,0-1 0,0 1 0,0-1 0,0 1 0,0-1 0,0 1 0,0-1 0,18-29 0,40-52 0,-16 25 0,-39 52 0,2-1 0,-1 1 0,0 1 0,1-1 0,0 1 0,11-8 0,6-5 0,-11 7 0,1 0 0,0 1 0,26-15 0,-34 22 0,-1-1 0,1 1 0,-1-1 0,0 0 0,0 0 0,0-1 0,3-3 0,20-18 0,40-5 0,-60 27 0,0 2 0,0-1 0,0 1 0,-1 0 0,1 0 0,0 0 0,0 1 0,0 0 0,0 0 0,8 2 0,-13-2 0,0 0 0,1 1 0,-1-1 0,0 0 0,1 1 0,-1 0 0,0-1 0,0 1 0,0 0 0,0-1 0,0 1 0,0 0 0,0 0 0,0 0 0,0 0 0,0 0 0,0 0 0,0 0 0,-1 0 0,1 0 0,0 0 0,-1 1 0,1-1 0,-1 0 0,1 0 0,-1 1 0,0-1 0,1 0 0,-1 1 0,0-1 0,0 0 0,0 1 0,0-1 0,0 0 0,-1 3 0,5 25 0,0-16 0,0 0 0,-1 1 0,-1 0 0,0-1 0,-1 26 0,-2-20 0,0-13 0,1-1 0,0 0 0,0 0 0,0 0 0,0 0 0,1 1 0,0-1 0,0 0 0,3 8 0,-1-6 0,0-2 0,0-1 0,-1 1 0,1 0 0,-1 0 0,-1 0 0,1 1 0,-1-1 0,0 0 0,0 1 0,0-1 0,-1 11 0,0-11-407,1 0 0,0 0 1,0 0-1,0 0 0,0 0 0,4 7 1,-4-7-284,1-1 1,0 1 0,-1 0-1,0 0 1,0 0 0,0 8-1,0-11 96,0 0 0,0 0 0,0 0 0,0 0 0,0 0 0,0 0 0,1 0-1,-1 0 1,1 0 0,-1-1 0,1 1 0,0 0 0,0-1 0,-1 0 0,1 1 0,0-1 0,0 0 0,1 0-1,2 1 1,5 4-3486,-2 5 713,15-9 579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0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120 491 8068,'0'-1'405,"0"0"0,0 0 1,0 0-1,-1 0 1,1 0-1,0 0 0,0 0 1,-1 0-1,1 0 1,-1 0-1,1 0 0,-1 1 1,1-1-1,-1 0 0,0 0 1,1 1-1,-1-1 1,0 0-1,1 1 0,-1-1 1,-2-1-1,-22-6 4226,23 8-4479,1 0 0,0-1 0,-1 1 0,1 0 0,0 0 0,-1 0 0,1 0 0,-1 0 0,1 0 0,0 0 0,-1 0 0,1 1 0,0-1 0,-1 0 0,1 1 0,0-1 0,0 1 0,-1 0 0,1-1 0,0 1 0,0 0 0,0 0 0,0-1 0,0 1 0,0 0 0,0 0 0,0 0 0,0 0 0,-1 3 0,-14 11 3514,15-11-3484,0 0-1,0-1 1,1 1 0,-1-1-1,1 1 1,0 0 0,0-1-1,0 1 1,1 6 0,0-5-59,-1 0 0,0 0 0,0 0 0,0 0 0,-1 0 0,1 0 0,-1 0 0,-2 7 0,-4 1-123,5-12 0,1 1 0,-1 1 0,1-1 0,-1 0 0,1 0 0,0 0 0,0 1 0,0-1 0,1 0 0,-1 1 0,0-1 0,1 1 0,0-1 0,-1 1 0,1-1 0,0 1 0,0-1 0,1 1 0,-1-1 0,0 1 0,2 3 0,6 9 0,-6-12 0,0 0 0,0 0 0,-1 1 0,1-1 0,-1 1 0,0-1 0,0 1 0,0 0 0,0-1 0,0 1 0,-1 5 0,1-5 0,-1 1 0,1 0 0,-1 0 0,2 0 0,-1-1 0,4 10 0,-3-10 0,-1 1 0,1-1 0,-1 1 0,0 0 0,0 0 0,0 9 0,0-11 0,-1 1 0,1-1 0,0 1 0,0-1 0,0 0 0,0 0 0,1 0 0,-1 1 0,1-1 0,0 0 0,0-1 0,0 1 0,3 3 0,6 8 0,-9-11 0,1 0 0,0 0 0,-1-1 0,1 1 0,0-1 0,0 0 0,0 0 0,1 0 0,-1-1 0,7 3 0,-9-3 0,1 0 0,-1-1 0,1 1 0,-1-1 0,1 1 0,0-1 0,-1 0 0,1 0 0,0 1 0,-1-1 0,1-1 0,0 1 0,-1 0 0,1 0 0,0 0 0,-1-1 0,1 1 0,-1-1 0,1 0 0,0 1 0,-1-1 0,0 0 0,1 0 0,-1 0 0,1 0 0,-1 0 0,0 0 0,0 0 0,2-2 0,14-12 0,-16 15 0,0-1 0,0 1 0,0-1 0,-1 1 0,1-1 0,0 1 0,0-1 0,-1 0 0,1 1 0,0-1 0,-1 0 0,1 0 0,0 1 0,-1-1 0,1 0 0,-1 0 0,0 0 0,1 0 0,-1 0 0,0 0 0,1 0 0,-1 0 0,0 0 0,0 0 0,0 0 0,0 0 0,0-1 0,0 0 0,0 0 0,0 0 0,0 1 0,0-1 0,1 0 0,-1 0 0,0 1 0,1-1 0,0 1 0,-1-1 0,1 0 0,0 1 0,0-1 0,0 1 0,1-3 0,0 3 0,-1-1 0,0 1 0,-1-1 0,1 1 0,0-1 0,0 1 0,-1-1 0,1 0 0,-1 1 0,1-1 0,-1 0 0,1 1 0,-1-1 0,0 0 0,0-3 0,0-1 0,-1-1 0,2 0 0,-1 0 0,1 1 0,0-1 0,1 0 0,0 1 0,0-1 0,0 1 0,0 0 0,1 0 0,5-9 0,0-35 0,-1 38 0,-6 11 0,0-1 0,0 1 0,0-1 0,0 1 0,0-1 0,-1 0 0,1 1 0,-1-1 0,1 1 0,-1-1 0,0 0 0,1 0 0,-1 1 0,0-3 0,0 2 0,0 0 0,1 0 0,0 0 0,-1 0 0,1 0 0,0 0 0,0 0 0,0 0 0,0 0 0,0 1 0,0-1 0,1 0 0,-1 1 0,1-1 0,-1 1 0,1-1 0,-1 1 0,1 0 0,0 0 0,0-1 0,0 1 0,0 0 0,0 1 0,0-1 0,0 0 0,0 1 0,0-1 0,3 0 0,-4 1 0,3 2 0,1 1 0,-1-1 0,0 1 0,0 0 0,0 0 0,-1 0 0,1 1 0,-1-1 0,1 1 0,3 6 0,0-1 0,-1 0 0,1 0 0,1-1 0,0 1 0,0-2 0,1 1 0,-1-1 0,11 6 0,5 2-234,-22-12 160,1-1 0,0 0 0,-1 0-1,1 0 1,0 0 0,0 0-1,1 0 1,-1-1 0,0 1 0,0-1-1,1 0 1,-1 0 0,1 0 0,-1-1-1,1 1 1,-1-1 0,1 0-1,-1 0 1,1 0 0,-1 0 0,1-1-1,-1 0 1,1 1 0,-1-1-1,1 0 1,-1-1 0,0 1 0,5-3-1,10-3-499,-16 6 526,0 1 1,0-1 0,0 0 0,-1 0 0,1 0 0,0 0-1,0 0 1,-1 0 0,1 0 0,-1 0 0,1-1-1,-1 1 1,1 0 0,-1-1 0,0 1 0,2-4 0,18-12-95,-19 17 137,0-1 0,0-1 0,-1 1-1,1 0 1,0 0 0,0-1 0,-1 1 0,1-1 0,-1 1-1,1-1 1,-1 0 0,1 0 0,-1 1 0,0-1 0,1-3 0,1-1 28,0-1 0,-1 1 0,0 0 0,0-1 0,-1 1 0,0-1 0,0 1 0,0-9 1,-1 13-9,0 0 1,0 0 0,0 0-1,1 1 1,-1-1 0,0 0-1,1 0 1,0 0 0,-1 1-1,1-1 1,0 0 0,0 1-1,0-1 1,0 1 0,0-1-1,0 1 1,0-1 0,3-1-1,-3 2 12,0 0 0,0 0 0,0 0 0,0-1 0,0 1 0,0 0-1,0-1 1,0 1 0,-1 0 0,1-1 0,0 1 0,-1-1 0,1 0 0,-1 1-1,0-1 1,1 1 0,-1-1 0,0-2 0,0-51 1571,0 52-646,0 32-530,0-27-422,0-1 0,0 0 0,0 0 0,0 0 0,0 1 0,1-1 0,-1 0 0,0 0 0,1 0 0,-1 0 0,1 0 0,-1 0 0,1 0 0,-1 0 0,1 0 0,0 0 0,-1 0 0,1 0 0,0 0 0,0 0 0,0 0 0,0-1 0,1 2 0,0-1 0,-1 0 0,0-1 0,0 1 0,0 0 0,0 0 0,0 0 0,-1 0 0,1 0 0,0 0 0,0 1 0,-1-1 0,1 0 0,0 0 0,-1 0 0,1 1 0,-1-1 0,0 0 0,1 1 0,-1-1 0,0 0 0,0 1 0,0-1 0,0 3 0,19 59 0,-19-62-3,0 1 1,0-1-1,0 0 0,0 1 1,1-1-1,-1 0 1,0 0-1,1 1 0,-1-1 1,1 0-1,0 0 0,-1 0 1,1 0-1,0 0 1,0 0-1,-1 0 0,1 0 1,0 0-1,0 0 0,0 0 1,0 0-1,0 0 1,2 0-1,12 13-393,24 13-2693,-31-19 1809,-8-7 1148,1-1-1,-1 1 1,1 0-1,0-1 1,0 1 0,-1 0-1,1-1 1,0 1 0,0-1-1,0 0 1,-1 1-1,1-1 1,0 0 0,0 1-1,0-1 1,0 0 0,0 0-1,0 0 1,1 0 0,10 3-2487,1-1 1,-1 0-1,0-1 1,17 0-1,-25-2 2057,1 1 0,-1 0 0,1-1 0,-1 0-1,0 0 1,1 0 0,-1-1 0,0 0 0,0 1 0,0-1 0,0-1-1,0 1 1,0-1 0,3-2 0,18-11-662,-22 15 1160,0 0 1,0-1 0,0 1-1,0-1 1,-1 0-1,1 1 1,-1-1-1,1 0 1,-1-1 0,0 1-1,0 0 1,0-1-1,0 1 1,0-1 0,0 1-1,1-5 1,20-37 128,-19 38 110,0 0 0,-1-1 0,1 1 0,-1-1 0,3-11 0,9-28 1669,-12 37-1416,0 1 1,0-1-1,-1 0 0,0 1 0,-1-1 1,1-17-1,-2-157 4881,0 179-5099,0-1-1,-1 0 1,0 0-1,0 0 1,0 1-1,0-1 1,-1 1-1,0-1 1,-2-4-1,1 4 176,1 0-1,0 0 0,0 0 1,1 0-1,-1 0 0,1 0 1,0 0-1,1 0 1,-1-7-1,1 4 482,0 0 0,-1 0 0,0 1-1,0-1 1,-1 0 0,0 0 0,0 1 0,-5-10 0,1 3 664,-1 4 1628,-6 20-1542,12-7-1616,0-1 0,0 1 0,0-1 0,0 1 0,0-1 0,1 1 0,-1 0 0,1-1 0,0 1 0,0 0 0,0-1 0,0 1 0,0 0 0,1 5 0,0 1 0,-1 14 0,-1-14 0,1 0 0,0 0 0,0-1 0,1 1 0,0 0 0,3 9 0,5 3 0,-7-15 0,1-1 0,-1 0 0,-1 1 0,1-1 0,-1 1 0,0 0 0,0-1 0,0 10 0,1 6 0,1 0 0,1 0 0,1 0 0,1 0 0,15 35 0,1 8 0,-20-56-131,1 0 0,0-1 0,1 1 0,0 0 0,5 7 0,13 27-1492,-1 4-2644,-17-39 3273,0 0 1,0 0-1,-1 0 0,0 1 1,0 0-1,-1-1 0,0 1 0,-1 0 1,2 9-1,-3-15 787,0-1 0,0 1 0,1-1 0,-1 0 0,0 1 0,1-1 0,-1 0 0,1 1 0,-1-1 0,1 0 0,0 0 0,0 0 0,0 1 0,-1-1 0,1 0 0,0 0 0,0 0 0,0 0 0,1-1 0,-1 1 0,0 0 0,0 0 0,0-1 0,1 1 0,-1-1 0,3 2 0,15 12-2458,-18-13 2451,0 1-1,0-1 1,0 1 0,0 0 0,0-1 0,0 0 0,1 1 0,-1-1 0,0 0 0,1 0 0,-1 1 0,1-1 0,-1 0 0,1 0 0,-1-1 0,1 1-1,0 0 1,0 0 0,-1-1 0,4 1 0,23 2-1445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1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357 280 1105,'42'-97'6936,"-23"48"-4055,-18 45-2588,0 0 0,0 1-1,0-1 1,-1 0 0,1 0-1,-1 0 1,0 0-1,0 1 1,0-1 0,-1 0-1,1 0 1,-3-6 0,-2 0 500,4 8-502,0 0 0,-1 0 0,1 0 0,0 0 0,0-1 0,0 1 0,1 0 0,-1-1 0,1 1-1,-1-1 1,1-2 0,0 4-83,-1-1 0,1 1 0,0-1 0,0 1 0,-1 0 0,1-1 0,-1 1 0,0-1 0,1 1 0,-1 0 0,0-1 0,0 1 0,0 0 0,0 0-1,0 0 1,0 0 0,0 0 0,0 0 0,0 0 0,0 0 0,-1 0 0,1 0 0,0 1 0,-1-1 0,1 0 0,0 1 0,-1-1 0,-2 0 0,-41-4 3603,33 7-3419,-1 1-1,1 1 0,-1 0 1,1 1-1,0 0 0,1 0 1,-1 2-1,1-1 1,-20 17-1,-23 34-391,35-43 0,13-11 0,1 1 0,0-1 0,-1 1 0,1 1 0,1-1 0,-1 1 0,1-1 0,0 1 0,0 1 0,0-1 0,1 0 0,-1 1 0,1 0 0,-2 7 0,-14 45 0,12-42 0,2 0 0,0 1 0,0-1 0,2 1 0,0 0 0,0 25 0,5-34 0,0-1 0,1 1 0,0 0 0,1-1 0,5 9 0,31-3 0,-38-12 0,0-1 0,0 1 0,0-1 0,0 0 0,0 0 0,0 0 0,0 0 0,0 0 0,0 0 0,0 0 0,0-1 0,0 1 0,0-1 0,0 1 0,-1-1 0,1 0 0,0 0 0,0 0 0,-1 0 0,1 0 0,0 0 0,2-3 0,0 0 0,0 0 0,0 0 0,0 1 0,0 0 0,1-1 0,6-3 0,-6 5 0,-1-1 0,1 0 0,-1 0 0,0 0 0,0-1 0,0 1 0,3-6 0,9-31 0,-3 3 0,33-40 0,-41 41 0,-2 7 0,-3 29 0,0-1 0,0 1 0,0 0 0,0 0 0,0-1 0,0 1 0,0 0 0,1-1 0,-1 1 0,0 0 0,0 0 0,0-1 0,0 1 0,0 0 0,1 0 0,-1-1 0,0 1 0,0 0 0,1 0 0,-1 0 0,0-1 0,0 1 0,0 0 0,1 0 0,-1 0 0,0 0 0,1 0 0,-1 0 0,0-1 0,0 1 0,1 0 0,-1 0 0,0 0 0,1 0 0,-1 0 0,0 0 0,0 0 0,1 0 0,-1 0 0,0 0 0,1 0 0,-1 1 0,0-1 0,0 0 0,1 0 0,-1 0 0,0 0 0,1 0 0,-1 1 0,0-1 0,0 0 0,0 0 0,1 0 0,-1 0 0,0 1 0,0-1 0,0 0 0,1 1 0,-1 0 0,1-1 0,-1 1 0,1 0 0,-1 0 0,1 0 0,-1 0 0,0 0 0,1 0 0,-1 0 0,0 0 0,0 0 0,0 0 0,1 0 0,-1 0 0,0 0 0,-1 0 0,1 0 0,0 0 0,0-1 0,-1 3 0,1-1 0,-1 0 0,1 0 0,0 0 0,0 0 0,0 0 0,0 0 0,0 0 0,0 0 0,1-1 0,-1 1 0,1 0 0,-1 0 0,1 0 0,0 0 0,1 1 0,71 116 0,-63-102 0,-9-15 0,0-1 0,0 1 0,-1-1 0,1 1 0,0-1 0,1 1 0,-1-1 0,0 1 0,0-1 0,0 0 0,1 0 0,-1 0 0,1 1 0,-1-2 0,1 1 0,-1 0 0,1 0 0,0 0 0,-1-1 0,1 1 0,0-1 0,1 1 0,34 12 4,-35-11-5,1-1 0,-1 0 0,0 1 0,1-1 0,-1 0 0,1 0 0,-1-1 0,1 1 0,0 0 0,-1-1 0,1 0 0,0 1 0,-1-1 0,1 0 0,0 0 0,-1-1 0,1 1 0,0 0 0,-1-1 0,1 0 0,-1 0 0,1 0 0,-1 0 0,1 0 0,-1 0 0,0 0 0,4-3 0,25-12-355,-30 16 346,1-1 0,0 1 0,-1-1 1,1 0-1,-1 1 0,1-1 0,-1 0 0,1 0 0,-1 0 0,1 0 0,-1 0 0,0 0 1,1 0-1,1-3 0,44-84 130,-46 85-101,0 1 0,0-1 0,0 0 0,-1 0 0,1 0 0,-1 0 0,0 0 0,1 0 0,-2-4 1,4-17 120,0 12-127,1 0-1,-2 0 1,1 0 0,-2 0 0,1-17 0,-2-22-13,3 52 0,0 1 0,-1-1 0,1 1 0,0-1 0,-1 1 0,1 0 0,-1 0 0,0 0 0,0 0 0,0 0 0,2 4 0,2 2 0,-5-6 0,0-1 0,0 0 0,0 1 0,0-1 0,0 1 0,0-1 0,-1 1 0,1-1 0,-1 1 0,1 0 0,-1-1 0,1 1 0,-1 0 0,0-1 0,0 1 0,0 2 0,0-2 0,0 0 0,0 0 0,1 0 0,-1 0 0,0 0 0,1 0 0,0 0 0,-1 0 0,1 0 0,0 0 0,0-1 0,0 1 0,0 0 0,0-1 0,0 1 0,1-1 0,-1 1 0,0-1 0,1 1 0,-1-1 0,3 1 0,-2 0 0,1 1 0,-1-1 0,1 1 0,-1-1 0,0 1 0,0 0 0,0 0 0,3 5 0,42 72 0,-44-72-100,-2-6-21,-1 0 1,1 1-1,0-1 1,0 0-1,0 0 0,1 0 1,-1 0-1,0 0 1,1 0-1,-1 0 1,1 0-1,0 0 0,-1-1 1,1 1-1,0-1 1,0 1-1,0-1 1,0 0-1,0 0 0,1 1 1,-1-2-1,0 1 1,0 0-1,1 0 0,-1-1 1,1 1-1,2-1 1,-3 0-470,1 1 1,-1-1-1,0 0 1,0 0-1,0-1 1,0 1 0,0 0-1,0-1 1,0 1-1,0-1 1,0 0-1,0 0 1,0 0-1,0 0 1,0 0-1,0 0 1,0 0-1,-1 0 1,1-1 0,-1 1-1,1-1 1,-1 1-1,1-1 1,-1 0-1,0 1 1,0-1-1,0 0 1,0 0-1,1-3 1,20-29-6307,2 11 2201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1.6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42 5811,'-42'0'10965,"24"0"-8938,18 0-1984,-1 1 0,0-1 0,0 0 1,0 0-1,1 1 0,-1-1 0,0 0 0,0 1 0,1-1 0,-1 1 0,0-1 0,1 1 0,-1-1 0,0 1 0,1-1 0,-1 1 1,1 0-1,-1-1 0,1 1 0,-1 0 0,1-1 0,-1 1 0,1 0 0,0 0 0,0-1 0,-1 1 0,1 0 0,0 0 0,0 0 0,0-1 1,0 1-1,0 0 0,0 1 0,0 38 1348,1-23-1069,-1-16-117,4 9 123,-4-9-314,0-1 0,1 0-1,-1 1 1,0-1-1,0 1 1,0-1-1,0 0 1,1 1 0,-1-1-1,0 0 1,0 1-1,1-1 1,-1 0 0,0 0-1,0 1 1,1-1-1,-1 0 1,0 0-1,1 1 1,-1-1 0,0 0-1,1 0 1,-1 0-1,1 0 1,-1 1-1,0-1 1,1 0 0,-1 0-1,1 0 1,-1 0-1,0 0 1,1 0 0,-1 0-1,1 0 1,-1 0-1,0 0 1,1 0-1,-1-1 1,0 1 0,1 0-1,-1 0 1,1 0-1,-1-1 1,0-52-3979,2 37 642,-2 12 2540,1 0 1,-1 0 0,1 0 0,-1 0 0,0 0 0,-1 0-1,1 0 1,-1 0 0,0 1 0,1-1 0,-4-6 0,-11-5-2230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1.7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150 11 14695,'-28'16'8884,"0"-16"-4194,-19 10-3041,29-10-2017,-11 0-1890,58-10-6225,-11 10 4129,10-16-401,-9 6 321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9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649 90 3153,'0'-2'248,"0"0"-1,0 0 0,0 1 0,0-1 1,-1 0-1,1 1 0,0-1 0,-1 0 1,1 1-1,-1-1 0,0 0 0,0 1 0,1-1 1,-1 1-1,0 0 0,0-1 0,-1 1 1,1 0-1,-2-3 0,2 3-141,-1 0 1,1 0-1,0-1 1,0 1-1,0-1 0,0 1 1,0-1-1,0 1 1,0-1-1,1 1 0,-1-1 1,0 0-1,1 0 1,0 1-1,-1-1 0,1 0 1,0 0-1,0 1 1,0-4-1,3-17 4010,-9 44-2979,3-18-945,1 1-1,-1 0 1,1-1-1,1 1 1,-1 0-1,1 0 1,0 0-1,0 0 1,0 0 0,0 6-1,2 63 1638,0-58-1552,0 0 0,-2-1-1,1 1 1,-5 18 0,-3-4 23,4-20-179,1 0-1,1 0 1,0 1 0,0-1 0,0 16-1,2 266 1993,-1-267-1867,-8 44 0,0 11-1,11-21-108,0-37-52,-1-1-1,-2 1 1,0 0-1,-6 35 1,-3-29-18,7-20-47,1 0-1,-1 0 0,1 0 1,1 0-1,0 0 0,-1 10 1,2 115 126,0-127-142,-1 0 0,0 0 0,0 0-1,0 0 1,-4 10 0,3-10 16,0 0 0,0 0 1,1 0-1,0 0 0,-1 12 0,2-17-13,0-1 1,0 1-1,0-1 0,0 1 0,0-1 0,0 1 0,0 0 0,-1-1 0,1 1 0,0-1 0,0 1 0,-1-1 0,1 1 0,0-1 0,-1 1 0,1-1 0,0 0 0,-1 1 0,1-1 0,-1 1 0,1-1 0,-1 0 0,1 1 0,-1-1 0,1 0 0,-1 0 0,1 1 0,-1-1 0,1 0 0,-1 0 0,1 0 0,-1 0 0,1 0 0,-1 0 1,0 0-1,1 0 0,-1 0 0,1 0 0,-1 0 0,1 0 0,-1 0 0,0 0 0,1 0 0,-1 0 0,0-1 0,-23-8-152,16-11 65,-7 7 20,-9-11-8,18 15 83,0 0 0,0 1 0,-1 0 0,0 1 0,0-1-1,-15-10 1,-22-24 111,35 33-24,0 1 0,-1 0 0,0 0 1,-1 1-1,1 0 0,-1 1 1,-1 0-1,1 0 0,-1 1 1,0 1-1,0 0 0,0 1 1,-1 0-1,1 1 0,-1 0 1,-17 1-1,23 1-19,1 1-1,0 0 1,0 0 0,0 0 0,0 1-1,0 0 1,0 0 0,0 1-1,1 0 1,-8 4 0,-11 5 181,23-10-227,0 0 1,0 1-1,0-1 0,0 0 1,1 1-1,-1-1 0,1 1 1,-1-1-1,1 1 1,0-1-1,0 0 0,0 1 1,1-1-1,0 5 0,-1-4 62,0-1-68,0-1-1,0 1 1,1 0 0,-1-1-1,0 1 1,1-1 0,-1 1 0,1 0-1,0-1 1,-1 1 0,1-1-1,0 0 1,0 1 0,0-1-1,0 0 1,0 1 0,0-1 0,0 0-1,1 0 1,-1 0 0,0 0-1,1 0 1,-1 0 0,0 0 0,3 0-1,45 13 372,-20-7-79,-14-4-262,1 0-1,-1-2 1,1 0-1,-1 0 1,1-2 0,0 0-1,-1-1 1,1 0-1,22-7 1,49-5-40,-48 8-76,59-16 0,14-3-798,-49 10-842,-22 4 31,-10-2 23,-28 11 1146,-1 1 0,0-1 0,0 1 0,1 0 1,-1 0-1,1 0 0,-1 1 0,1-1 0,0 0 0,-1 1 1,4-1-1,5 0-3810,-4-3 2790,-1 0-19,5 3-2803,4 1 714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0:59.8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 27 4610,'-1'-1'347,"0"1"-1,0-1 1,0 1 0,0-1-1,0 1 1,0-1 0,0 1-1,0-1 1,0 0-1,0 0 1,1 1 0,-1-1-1,0 0 1,0 0 0,1 0-1,-1 0 1,1 0-1,-1 0 1,1 0 0,-1 0-1,1 0 1,-1 0 0,1 0-1,0 0 1,0-1-1,-1 0 1,-22-1 1427,18 3-640,4 1-1008,0-1-81,0 0-1,0 1 0,0-1 0,0 0 1,0 1-1,0-1 0,0 1 1,0-1-1,0 1 0,1 0 0,-1-1 1,0 1-1,0 0 0,1-1 1,-1 1-1,0 0 0,1 0 0,-1 0 1,1 0-1,-1 0 0,1-1 1,-1 1-1,1 0 0,0 0 0,-1 0 1,1 0-1,0 0 0,0 0 1,0 0-1,0 0 0,0 0 0,0 0 1,0 0-1,0 0 0,0 0 1,0 0-1,1 0 0,-1 2 0,1 8 365,-2-3-106,0 0-1,0 0 0,0-1 0,-1 1 0,0 0 0,-4 9 0,3-9-64,0-1-1,1 1 1,0 0 0,0 0-1,1 0 1,-1 12-1,1 18 467,0-26-515,0 1 0,1-1-1,0 0 1,1 1 0,1-1-1,3 14 1,1-7 8,-1 0-1,-1 0 1,0 1-1,-2 0 1,1 31-1,5 10-14,-4-47-162,-2 0 0,0 0 0,0 15 0,-2 51-478,0 111 925,0-63-7992,0-127 7426,0 0-1,0-1 0,1 1 0,-1-1 0,-1 1 1,1-1-1,0 1 0,0-1 0,0 1 1,0-1-1,0 1 0,0 0 0,-1-1 0,1 1 1,0-1-1,0 1 0,-1-1 0,1 0 1,0 1-1,-1-1 0,1 1 0,0-1 0,-1 1 1,1-1-1,-1 0 0,1 1 0,-1-1 1,1 0-1,-1 0 0,1 1 0,-1-1 0,1 0 1,-1 0-1,1 0 0,-1 0 0,1 1 0,-1-1 1,1 0-1,-1 0 0,1 0 0,-1 0 1,0 0-1,1 0 0,-1-1 0,-2 1-2253,3-29-6683,0 6 6112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0.0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59 174 2593,'-3'-1'222,"1"-1"1,0 0-1,0 0 0,0 0 0,0 0 0,0 0 1,0 0-1,1 0 0,-1-1 0,1 1 0,0-1 1,0 1-1,0-1 0,0 0 0,0 1 0,0-1 1,1 0-1,-1 0 0,1 1 0,-1-4 0,1 4-132,0 0 0,0 0 0,0 1 0,0-1-1,0 0 1,-1 0 0,1 1 0,-1-1 0,1 0 0,-1 1-1,0-1 1,0 0 0,0 1 0,0-1 0,0 1 0,0-1-1,0 1 1,0 0 0,0 0 0,-1-1 0,-2-1 0,-1-2 126,4 2-18,0 0 0,-1 0 0,2-1-1,-1 1 1,0 0 0,1-1-1,0 1 1,0-1 0,0 1 0,0-1-1,0 1 1,1-1 0,-1 1 0,1 0-1,0-1 1,2-4 0,11 2 111,-9 4-86,0 0 0,-1 0 0,1 1 0,0-1 0,0 1 0,0 0 0,0 1 1,0-1-1,9 1 0,250 0 1972,-147 16-2891,-112-16 210,0 1 0,0-1 0,-1 1 0,1 0 0,0 0 0,0 0 0,-1 1 0,1-1 0,-1 1 0,0 0 0,1 1 0,7 5 0,11 4-2992,-23-12 3426,-1 1 1,1-1 0,0 0 0,0 0-1,0 0 1,0 0 0,0 0 0,0 0-1,0 0 1,0 0 0,0 0 0,0 0 0,0 0-1,0 1 1,0-1 0,-1 0 0,1 0-1,0 0 1,0 0 0,0 0 0,0 0-1,0 0 1,0 0 0,0 1 0,0-1-1,0 0 1,0 0 0,0 0 0,0 0 0,0 0-1,0 0 1,0 0 0,0 0 0,1 1-1,-1-1 1,0 0 0,0 0 0,0 0-1,0 0 1,0 0 0,0 0 0,0 0-1,0 0 1,0 0 0,0 1 0,0-1 0,0 0-1,1 0 1,-25 13-2158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0.4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0 2257,'-136'67'6536,"132"-64"-6335,-1 0 0,0-1-1,0 0 1,-1 0 0,1 0-1,-7 1 1,-13 6 358,25-9-544,0 0 0,-1 0 0,1 0 0,0 0 1,0 0-1,-1 1 0,1-1 0,0 0 0,-1 0 0,1 0 0,0 0 1,0 0-1,0 0 0,-1 0 0,1 1 0,0-1 0,0 0 0,-1 0 1,1 0-1,0 1 0,0-1 0,0 0 0,0 0 0,-1 0 0,1 1 1,0-1-1,0 0 0,0 0 0,0 1 0,0-1 0,0 0 0,0 0 1,0 1-1,0-1 0,0 0 0,0 0 0,0 1 0,0-1 0,0 0 1,0 1-1,0-1 0,0 0 0,0 0 0,0 1 0,0-1 0,0 0 1,0 0-1,0 1 0,1-1 0,-1 0 0,0 0 0,0 0 0,0 1 1,0-1-1,1 0 0,-1 0 0,0 0 0,1 1 0,13 4 376,-12-4-392,52-10 1104,-15 2-346,65-3 1969,38-6 743,-99 16-1140,-38 0-1484,11 2 1749,-15 2-2142,0-1 0,0 0 0,0 1 0,0-1 0,-1 0 0,1 1 0,-1-1 0,0 1 0,0-1 0,0 1 0,-1-1 0,0 6 0,0 9 576,0-1-1028,0-12 0,1 1 0,0-1 0,0 0 0,0 1 0,0-1 0,1 0 0,0 1 0,0-1 0,3 7 0,-1-6 0,0 0 0,0 0 0,0 0 0,-1 0 0,0 0 0,0 1 0,0-1 0,-1 1 0,0-1 0,0 1 0,0 0 0,-1-1 0,-1 9 0,2 1 0,1 0 0,1 0 0,1 0 0,0 0 0,1-1 0,7 18 0,7 20 0,-16-46 0,0 0 0,0 0 0,1-1 0,0 0 0,0 1 0,0-1 0,1-1 0,0 1 0,8 7 0,-7-8 0,-1 1 0,1 0 0,-1 1 0,-1-1 0,1 1 0,4 7 0,-7-9 0,0-1 0,1 0 0,-1 0 0,1 0 0,0 0 0,0 0 0,1-1 0,-1 0 0,1 1 0,0-1 0,0 0 0,0-1 0,0 1 0,0-1 0,0 0 0,1 0 0,-1 0 0,1 0 0,0-1 0,6 1 0,4 3 0,-11-4 0,0-1 0,0 0 0,0 0 0,0 0 0,-1-1 0,1 0 0,0 1 0,0-1 0,0 0 0,-1-1 0,6-1 0,12-4 0,-15 5 0,1-1 0,-1 0 0,0 0 0,0 0 0,0-1 0,-1 0 0,1 0 0,-1 0 0,0-1 0,0 0 0,-1 0 0,1 0 0,-1-1 0,0 1 0,-1-1 0,4-7 0,3-14 0,12-23 0,-19 44 0,0-1 0,-1 1 0,1-1 0,-1 1 0,-1-1 0,1 0 0,0-7 0,5-18 0,3 6 0,-8 20 0,0 1 0,0 0 0,0-1 0,-1 1 0,1-1 0,-1 1 0,-1-1 0,1-6 0,8-59 0,-5 55 0,-2 0 0,2-28 0,-4-24 0,0 69 0,0-1 0,0 1 0,-1-1 0,1 0 0,0 1 0,0-1 0,0 0 0,-1 1 0,1-1 0,0 0 0,0 1 0,-1-1 0,1 0 0,0 1 0,-1-1 0,1 0 0,0 0 0,-1 1 0,1-1 0,-1 0 0,1 0 0,0 0 0,-1 0 0,1 1 0,0-1 0,-1 0 0,1 0 0,-1 0 0,1 0 0,-1 0 0,1 0 0,0 0 0,-1 0 0,1 0 0,-1 0 0,1-1 0,0 1 0,-1 0 0,1 0 0,-1 0 0,1 0 0,0 0 0,-1-1 0,1 1 0,0 0 0,-1 0 0,1-1 0,0 1 0,-1 0 0,1-1 0,0 1 0,0 0 0,-1-1 0,1 1 0,0 0 0,0-1 0,0 1 0,-1-1 0,1 0 0,0 414 0,0-408-355,1 0-1,-1-1 1,1 1 0,0-1-1,0 1 1,0-1 0,4 8-1,-3-8-243,-1 0 0,0-1 0,1 1 0,-1 0 0,-1 1 0,1-1 0,0 6 0,-1-6-239,0 0 0,0 0 1,0 0-1,1 0 1,0 0-1,0 0 1,0 0-1,0 0 1,0-1-1,1 1 0,0 0 1,0-1-1,0 0 1,0 1-1,5 5 1,-2 5-3048,-5 1 441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0.8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76 109 5971,'0'-2'363,"0"0"0,0 1 1,0-1-1,0 0 0,-1 0 1,1 1-1,0-1 0,-1 0 1,0 1-1,1-1 0,-1 0 1,0 1-1,0-1 0,0 1 1,0-1-1,0 1 0,0-1 1,0 1-1,-1 0 0,1 0 1,-3-2-1,-1-2 365,3 2-532,1 1-1,0-1 1,0 1-1,1-1 1,-1 0-1,0 1 1,1-1-1,0 0 1,-1 0-1,1 1 1,0-1-1,1 0 1,-1 1-1,1-6 1,0 0 83,0 7-239,0 0 1,-1 0-1,1 0 0,0 0 0,0 0 0,0 0 0,0 0 0,0 0 1,0 0-1,1 1 0,-1-1 0,0 1 0,0-1 0,1 0 1,-1 1-1,0 0 0,0-1 0,1 1 0,-1 0 0,0 0 1,1 0-1,-1 0 0,1 0 0,-1 0 0,0 0 0,1 0 0,-1 0 1,0 1-1,2 0 0,-1-1 27,0 0 1,-1 0-1,1 0 1,-1 0-1,1 0 1,-1 1 0,1-1-1,-1 1 1,1-1-1,-1 1 1,1 0-1,-1-1 1,1 1-1,-1 0 1,0 0-1,0 0 1,1 0-1,-1 0 1,0 0-1,0 0 1,0 0-1,0 1 1,0-1-1,0 0 1,-1 1-1,1-1 1,0 1-1,-1-1 1,1 1-1,0 2 1,-1 126 6737,0-128-6691,0 1 0,-1 0-1,1-1 1,0 1 0,-1-1-1,0 1 1,0-1 0,0 0 0,0 1-1,0-1 1,0 0 0,0 1-1,-3 1 1,-6 15 594,3 4 43,7-20-626,-1 1 0,1-1 1,-1 1-1,-1-1 0,1 0 1,0 1-1,-1-1 0,1 0 1,-1 0-1,0 0 0,-3 4 1,0-1-84,0 1 1,1-1-1,0 1 1,1 0 0,-5 11-1,-13 23-92,10-31 50,10-9 0,0 0 0,0 0 0,0 0 0,0 0 0,0-1 0,0 1 0,0 0 0,1 1 0,-1-1 0,0 0 0,1 0 0,-1 0 0,1 0 0,-1 0 0,1 1 0,-1-1 0,1 0 0,0 0 0,0 1 0,0-1 0,0 0 0,0 1 0,0-1 0,0 0 0,0 2 0,0 2 0,0 0 0,0 0 0,0 0 0,1 0 0,-1 0 0,1 0 0,1 0 0,1 5 0,-2-8 0,0 0 0,1 0 0,-1 0 0,1 0 0,0-1 0,-1 1 0,1-1 0,0 1 0,0-1 0,0 1 0,0-1 0,0 0 0,1 0 0,-1 0 0,0 0 0,0-1 0,1 1 0,-1-1 0,4 1 0,14 8 0,-19-8 0,1 0 0,0 0 0,-1 0 0,1 0 0,0 0 0,0-1 0,0 1 0,0 0 0,0-1 0,-1 0 0,1 1 0,3-1 0,25 7 0,-27-6 0,0 0 0,0 1 0,0-2 0,0 1 0,0 0 0,0-1 0,0 1 0,0-1 0,0 0 0,0 0 0,0 0 0,5-1 0,65-30-10656,-60 29 7931,-11 2 2312,0 0 0,0-1 1,0 1-1,-1 0 0,1-1 1,0 1-1,0-1 0,-1 1 0,1-1 1,0 0-1,-1 1 0,1-1 1,-1 0-1,1 0 0,-1 0 0,1-1 1,-1 1-1,0 0 0,0 0 1,1-1-1,-1 1 0,0-1 1,0 1-1,1-3 0,15-18-3629,10 9-936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1.5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1 3538,'0'0'6611,"5"0"-5888,-5 0-663,1 0-1,0 0 1,0 0 0,0 0 0,0 0 0,0 0 0,-1 0 0,1 0 0,0 1-1,0-1 1,0 0 0,-1 0 0,1 1 0,0-1 0,0 0 0,-1 1 0,1-1-1,0 1 1,-1-1 0,1 1 0,0-1 0,-1 1 0,1 0 0,-1-1 0,1 1-1,-1 0 1,1-1 0,0 2 0,1 30 3733,-2-20-2901,1 13 562,0-17-1036,0 0 0,-1 0 0,0 0 0,0 0 0,-1 0 0,0 0 0,0 0 0,-4 9 0,-8 17 631,1-1 376,-2-2-1,-33 57 0,33-70-1089,12-16-330,1 0 0,-1-1 0,1 1 0,0 0 0,-1 0 0,1 0 0,0 0 0,0 0 0,0 0 0,0 0 0,0 1 0,1-1 0,-1 0 0,1 0 0,-1 1 0,1-1 0,0 0 0,0 1 0,0 2 0,0-3-15,5-2-97,16 0-95,-13 1 100,1-1 1,-1 1-1,1-2 1,-1 1 0,1-1-1,-1-1 1,1 1-1,-1-2 1,11-3-1,-8 0 35,2 1 0,-1 1 0,18-5 0,-20 6 72,-1 1 0,1-1 0,-1-1 0,0 0 0,0 0 0,0 0-1,-1-1 1,15-11 0,-4 2 5,12-11 52,-25 11 15,-5 12-52,-1 0-1,1 0 0,0 0 0,0 0 0,0 0 1,0 1-1,0-1 0,0 0 0,0 1 0,0-1 1,1 1-1,-1-1 0,1 1 0,2-2 0,0 0 56,-2 2-38,-1 0 1,1 0-1,-1-1 1,1 1-1,-1 0 1,1 0-1,-1-1 1,0 1-1,0-1 1,0 1-1,0-1 1,0 0-1,0 1 1,0-1-1,0 0 1,-1 0-1,1 0 1,-1 1-1,1-1 1,-1 0-1,0 0 0,1-3 1,5-15 1082,5-14 1062,-11 33-2161,0 1 1,0-1-1,0 1 0,0-1 0,0 1 0,0-1 0,0 0 1,0 1-1,0-1 0,0 1 0,0-1 0,0 1 0,0-1 1,0 0-1,0 1 0,-1-1 0,1 1 0,0-1 1,0 1-1,-1-1 0,1 1 0,0-1 0,-1 1 0,1-1 1,-1 1-1,1 0 0,0-1 0,-1 1 0,1 0 0,-1-1 1,1 1-1,-1 0 0,1-1 0,-1 1 0,1 0 0,-1 0 1,0 0-1,1 0 0,-1-1 0,1 1 0,-1 0 0,1 0 1,-1 0-1,0 0 0,-1 8-26,1 0 0,0 0 0,1 0 0,0 0 0,0 0 0,0 0 0,4 13 0,43 57 0,-45-75 0,1 0 0,-1 0 0,1 0 0,0-1 0,0 1 0,1-1 0,-1 0 0,0 1 0,1-2 0,-1 1 0,1 0 0,0-1 0,-1 1 0,1-1 0,0 0 0,6 0 0,14 7 0,-15-5 0,0 0 0,0 0 0,0-1 0,1-1 0,-1 1 0,1-2 0,0 1 0,18-2 0,-6 0 0,-16 0 0,1 0 0,-1 0 0,1-1 0,-1 0 0,0 0 0,0-1 0,0 1 0,0-1 0,0-1 0,7-5 0,5-2 0,-11 5 0,-1 0 0,0 0 0,0-1 0,0 1 0,-1-2 0,0 1 0,-1 0 0,0-1 0,6-14 0,-5 12 0,3-28 0,2 27 0,-9 10 0,0 0 0,0-1 0,0 1 0,1 0 0,-1-1 0,-1 1 0,1 0 0,0-1 0,0 1 0,0-1 0,-1 0 0,1 1 0,-1-1 0,1 1 0,-1-1 0,0 0 0,0 1 0,1-1 0,-1-2 0,0 4 0,0-1 0,0 1 0,0 0 0,0 0 0,0-1 0,0 1 0,0 0 0,0-1 0,0 1 0,0 0 0,0 0 0,-1-1 0,1 1 0,0 0 0,0-1 0,0 1 0,0 0 0,0 0 0,0-1 0,-1 1 0,1 0 0,0 0 0,0 0 0,0-1 0,-1 1 0,1 0 0,0 0 0,0 0 0,-1-1 0,1 1 0,0 0 0,0 0 0,-1 0 0,1 0 0,0 0 0,-1 0 0,1 0 0,0 0 0,0 0 0,-1 0 0,1 0 0,0 0 0,-1 0 0,1 0 0,0 0 0,0 0 0,-1 0 0,1 0 0,0 0 0,-1 0 0,1 0 0,-1 1 0,-12 8 0,11-5 0,1 1 0,0 0 0,0-1 0,0 1 0,0 0 0,1 0 0,-1-1 0,1 1 0,1 0 0,0 6 0,-3 32 0,-1-32 0,-1 0 0,2 0 0,0 0 0,0 1 0,0 14 0,1-15 0,1-1 0,-2 0 0,1 1 0,-1-1 0,-7 18 0,6-19 0,0 0 0,1 0 0,0 1 0,1-1 0,-1 18 0,-17 154 0,18-163 0,0-1 0,-2 1 0,-7 30 0,6-33 0,1 1 0,0 0 0,0 25 0,3-16 0,-2 0 0,0-1 0,-2 1 0,0-1 0,-2 0 0,0 0 0,-16 35 0,2 7 0,18-55 0,-1 0 0,0 0 0,-1 0 0,-1 0 0,-6 13 0,2-12 0,0 0 0,0 0 0,-2-1 0,1 0 0,-1-1 0,-21 15 0,4 4 0,25-25 0,0-1 0,-1 1 0,1 0 0,-1-1 0,0 0 0,0 0 0,0 0 0,0 0 0,0-1 0,-1 1 0,-6 2 0,3-3 0,0 1 0,-1-1 0,1 0 0,-1-1 0,0 0 0,1 0 0,-1-1 0,0 0 0,1 0 0,-1-1 0,-16-4 0,19 3 0,1 0 0,-1 0 0,1 0 0,-1-1 0,1 0 0,0 0 0,0 0 0,0-1 0,0 0 0,1 0 0,-1 0 0,1 0 0,0-1 0,1 0 0,-1 1 0,1-1 0,-6-11 0,-3-13 0,-12-42 0,13 38 0,10 26 0,-1-1 0,1 0 0,0 0 0,1 0 0,-1 0 0,2 0 0,-1 0 0,1 0 0,0 1 0,1-1 0,0 0 0,0 1 0,1-1 0,3-7 0,9-35 0,-8 32 0,2 0 0,0 1 0,0 0 0,2 0 0,0 1 0,24-26 0,35-26 0,-56 54-925,1 2-1,0-1 1,1 2 0,0 0 0,34-16-1,-12 7-1029,35-13-3885,-1 1 32,-66 28 5065,0 0 0,0 0 0,1 1 0,-1 0 0,1 1 1,-1 0-1,8-2 0,-1 1-152,33-9-2149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2.1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 8564,'0'-25'9946,"0"41"-6060,0 45-3130,18 71 1914,-19-101-2140,0-21-381,1 0 0,0 0-1,0 1 1,1-1 0,0 0 0,4 17 0,5-6 15,-8-17-148,0-1 1,0 1-1,-1 0 0,1 0 1,-1 0-1,0 0 0,0 0 1,-1 0-1,1 0 1,-1 4-1,1 3 19,1-1-1,-1 0 1,2 0 0,-1 0-1,1 0 1,9 17 0,-2-22-21,-9-5-11,0 0 0,-1 0 0,1 0 0,-1 0 0,1 0 0,-1 0 0,1 1 0,0-1 1,-1 0-1,1 0 0,-1 1 0,1-1 0,-1 0 0,1 1 0,-1-1 0,1 1 0,-1-1 0,0 1 0,1-1 0,-1 0 0,1 1 0,-1-1 0,0 1 0,0 0 0,1-1 0,-1 1 0,0-1 0,0 1 0,0-1 0,1 1 0,-1 0 1,0-1-1,0 1 0,0-1 0,0 1 0,0 0 0,0-1 0,0 1 0,-1 0 0,1 0-2,0-1 0,1 0 1,-1 1-1,0-1 0,0 1 0,0-1 1,0 0-1,0 1 0,1-1 0,-1 0 0,0 1 1,0-1-1,0 0 0,1 1 0,-1-1 1,0 0-1,1 1 0,-1-1 0,0 0 1,1 0-1,-1 1 0,0-1 0,1 0 1,-1 0-1,0 0 0,1 0 0,-1 1 0,1-1 1,-1 0-1,0 0 0,1 0 0,-1 0 1,1 0-1,-1 0 0,0 0 0,1 0 1,-1 0-1,1 0 0,-1 0 0,0 0 0,1-1 1,-1 1-1,1 0 0,-1 0 0,0 0 1,1-1-1,-1 1 0,0 0 0,1 0 1,-1-1-1,0 1 0,1 0 0,-1 0 1,0-1-1,0 1 0,1 0 0,-1-1 0,0 1 1,0 0-1,0-1 0,1 1 0,-1-1 1,0 1-1,0 0 0,0-1 0,0 0 1,5-3 16,-1 1-9,0 1 0,-1-1-1,1 0 1,-1 0 0,1 0-1,-1 0 1,0 0 0,0-1 0,-1 0-1,1 1 1,-1-1 0,1 0-1,-1 0 1,-1-1 0,1 1 0,0 0-1,-1-1 1,1-6 0,-2 6 29,1 0 0,-1 0 0,1 0 0,0 0 0,1 1 1,-1-1-1,3-6 0,-2 7 8,-1 0-1,1-1 1,-1 1-1,0 0 1,0-1-1,-1 1 1,1-6-1,-1 7 9,0-1 1,1 1-1,-1-1 0,1 1 0,-1 0 0,1 0 0,0-1 0,0 1 1,1 0-1,-1 0 0,1 0 0,2-4 0,-2 4 18,0 0 0,-1 1 0,1-1 0,-1 0-1,0 0 1,1-1 0,-1 1 0,-1 0 0,1 0 0,-1 0 0,1-1 0,-1-4-1,9-37 1097,-7 39-1016,0 0-1,0-1 0,-1 1 0,0-1 1,1-11-1,-3 0-151,-1 19 0,2 2 0,0-1 0,0 0 0,0 0 0,0 1 0,1-1 0,-1 0 0,1 0 0,-1 0 0,1 0 0,0 1 0,0-1 0,2 3 0,0-1 0,0 1 0,-1 0 0,1 0 0,-1 0 0,0 0 0,0 0 0,0 0 0,-1 1 0,0-1 0,0 0 0,0 1 0,-1-1 0,0 9 0,0-9 0,1-1 0,-1 0 0,1 0 0,0 0 0,0 0 0,0 0 0,3 6 0,-2-6 0,0 0 0,-1 1 0,0-1 0,0 1 0,0-1 0,0 1 0,0 7 0,0-4 0,0 0 0,1 0 0,0 0 0,0 0 0,1-1 0,0 1 0,0-1 0,5 9 0,11 25 0,-18-37 0,1 1 0,1-1 0,-1 0 0,0 0 0,1 0 0,0 0 0,0 0 0,6 5 0,9 13 0,-16-21-4,-1 1 0,0-1 0,0 1 0,0-1 0,1 0 0,-1 0 0,1 0 1,-1 0-1,1 0 0,-1 0 0,1 0 0,0 0 0,-1-1 0,1 1 0,0 0 0,-1-1 0,1 0 0,0 1 0,0-1 0,0 0 0,0 0 1,-1 0-1,1 0 0,0 0 0,0-1 0,0 1 0,-1 0 0,1-1 0,0 1 0,0-1 0,-1 0 0,1 0 0,-1 1 0,1-1 0,0 0 1,-1 0-1,0 0 0,1-1 0,-1 1 0,2-3 0,10-6-40,-2-2-1,0 0 1,16-22 0,-26 33 43,10-18 13,-2 0 0,0 0 0,11-37-1,-3 11 118,-16 41-114,0 0-1,0 0 0,0 0 0,0 0 1,-1 0-1,1 0 0,-1 0 1,0-4-1,2-16 20,2 10-34,-1-1 0,0 1 0,-1-1 0,1-22 0,-3 238 0,1-195 4,-1 1 0,1-1 0,1 0 0,-1 1 0,1-1 0,4 10 0,-3-9-56,0 0 0,-1 0-1,0 0 1,0 0 0,-1 1 0,0-1 0,0 8-1,0-11-345,-1 0 0,1-1 0,0 1-1,-1 0 1,2 0 0,-1 0-1,0-1 1,1 1 0,0-1 0,0 1-1,0-1 1,0 0 0,0 0-1,1 0 1,-1 0 0,1 0-1,4 3 1,-3-2-409,0 1 0,0-1 0,0 1 0,-1 0 0,1 0-1,2 5 1,-6-8 586,1-1 0,-1 0 0,0 0 0,1-1 1,0 1-1,-1 0 0,1 0 0,0 0 0,-1 0 0,1 0 0,0-1 0,0 1 0,-1 0 0,1-1 0,0 1 0,0 0 0,0-1 0,0 1 0,0-1 0,0 1 0,0-1 0,0 0 0,0 0 0,0 1 0,0-1 0,1 0 1,0 0-1,0 0 17,-1 0 0,0 0-1,0 0 1,0 1 0,0-1 0,0 0 0,1 0 0,-1 1 0,0-1 0,0 1 0,0-1 0,0 1 0,0 0 0,0-1 0,0 1 0,-1 0 0,1-1 0,0 1 0,0 0 0,1 1 0,6 11-2926,15-11 422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2.5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451 173 2513,'2'-1'422,"0"-1"1,0 0-1,0 0 0,0 0 1,0 0-1,0 0 0,0 0 1,-1-1-1,1 1 0,-1 0 1,1-1-1,-1 1 0,0-1 1,0 0-1,0 1 0,0-1 1,-1 0-1,1 0 0,-1 1 1,0-1-1,0 0 0,0 0 1,0 0-1,0 1 0,0-1 1,-1 0-1,0 0 0,1 1 1,-3-6-1,1 3 12,0 1 0,0-1 0,0 1-1,-1 0 1,0-1 0,0 1 0,0 0 0,0 0 0,-1 1 0,1-1 0,-1 1 0,0 0-1,0 0 1,-1 0 0,1 0 0,0 1 0,-1 0 0,-7-3 0,-13-6 1903,23 9-2135,0 1 0,-1 0-1,1-1 1,0 1 0,-1 0 0,1 0 0,-1 1 0,1-1 0,-1 0 0,1 1 0,-1-1 0,0 1 0,1 0 0,-1 0 0,0 0 0,-4 1 0,-32 8 1456,33-8-1499,0 0-1,0 0 1,1 0-1,-1 1 0,0 0 1,0 0-1,1 1 1,-1 0-1,1-1 1,0 2-1,-9 6 0,-29 17-145,37-25-13,0 1 0,1 0 0,-1 1-1,1-1 1,0 1 0,0 0 0,0 0 0,0 1-1,-4 5 1,-23 27 0,22-26 0,0 0 0,1 1 0,0 0 0,-12 22 0,15-17 0,1 1 0,1 0 0,1 0 0,0 0 0,2 1 0,0 31 0,1-48 0,0 0 0,1-1 0,-1 1 0,0 0 0,1 0 0,0-1 0,-1 1 0,1 0 0,0-1 0,0 1 0,0 0 0,0-1 0,0 1 0,1-1 0,-1 0 0,0 1 0,1-1 0,-1 0 0,0 0 0,1 0 0,0 0 0,-1 0 0,1 0 0,0 0 0,-1-1 0,1 1 0,0-1 0,0 1 0,2 0 0,51 5 0,-51-7 0,1 1 0,-1-1 0,1 1 0,-1-1 0,0-1 0,1 1 0,-1 0 0,0-1 0,0 0 0,0 0 0,0 0 0,5-5 0,31-14 0,-26 13 0,0 0 0,-1 0 0,0-1 0,-1-1 0,1 0 0,-2-1 0,0 0 0,0 0 0,-1-1 0,0-1 0,-1 0 0,-1 0 0,0-1 0,0 0 0,7-21 0,-14 32 0,0-1 0,0 1 0,0 0 0,1 0 0,0 0 0,-1 0 0,1 0 0,0 0 0,1 0 0,-1 1 0,0-1 0,4-2 0,-5 4 0,0 0 0,0 0 0,-1 0 0,1 0 0,0 0 0,-1 0 0,1 0 0,-1 0 0,1-1 0,-1 1 0,1 0 0,-1 0 0,0 0 0,0-1 0,0 1 0,0-2 0,0 2 0,0 1 0,0-1 0,0 1 0,0-1 0,0 1 0,0-1 0,0 1 0,0 0 0,0-1 0,0 1 0,1-1 0,-1 1 0,0-1 0,0 1 0,0-1 0,0 1 0,1 0 0,-1-1 0,0 1 0,0-1 0,1 1 0,-1 0 0,0-1 0,1 1 0,-1 0 0,0 0 0,1-1 0,-1 1 0,1 0 0,-1 0 0,0-1 0,1 1 0,-1 0 0,1 0 0,-1 0 0,1 0 0,-1 0 0,0-1 0,1 1 0,-1 0 0,1 0 0,-1 0 0,1 1 0,1 6 0,-1 0 0,0 0 0,-1 0 0,1 0 0,-2 11 0,1-13 0,-2 11 0,1-13 0,1-1 0,0 0 0,-1 0 0,1 1 0,0-1 0,0 0 0,1 0 0,-1 1 0,0-1 0,1 0 0,-1 1 0,1-1 0,0 0 0,-1 0 0,1 0 0,2 4 0,2 1 0,-3-5 0,0 1 0,0-1 0,0 1 0,0 0 0,-1 0 0,0 0 0,1 0 0,-1 0 0,0 0 0,0 0 0,-1 1 0,1-1 0,0 6 0,-1-6-155,0-1 0,1 1 0,-1 0 0,1-1 0,0 1 0,-1-1 0,1 1 0,0-1 0,1 0 0,-1 1 0,0-1 0,1 0 0,-1 0 0,4 3 0,9 18-2007,-7-13-352,0 0 0,1 0-1,1 0 1,-1-1 0,12 9 0,-19-17 2233,0 0 0,0-1 0,0 1 0,0 0-1,0-1 1,0 1 0,0-1 0,1 1-1,-1-1 1,0 0 0,0 1 0,0-1 0,0 0-1,1 0 1,-1 0 0,1 0 0,1 0-135,-1-1 0,1 0 0,0 0 1,-1 0-1,1 0 0,-1 0 1,0 0-1,1-1 0,-1 1 0,0-1 1,0 1-1,4-5 0,-6 6 231,23-12-2528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2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0 388 1153,'4'-8'531,"0"0"0,0 0 0,-1 0 0,0 0 0,0-1 0,-1 0 1,0 1-1,-1-1 0,0 0 0,0-12 0,18-154 10648,-19 98-2434,0 77-8677,0-1 0,0 0-1,0 1 1,0-1 0,0 0 0,0 1 0,0-1 0,0 1-1,0-1 1,0 0 0,0 1 0,0-1 0,1 0 0,-1 1-1,0-1 1,1 1 0,-1-1 0,0 1 0,1-1 0,-1 1-1,0-1 1,1 1 0,-1-1 0,1 1 0,-1-1 0,1 1-1,-1 0 1,1-1 0,0 1 0,-1 0 0,1-1-1,-1 1 1,1 0 0,0 0 0,-1 0 0,1-1 0,-1 1-1,1 0 1,0 0 0,0 0 0,0 0-47,-1 0 0,1 0 0,-1 0 0,1 0 0,-1 0 0,1 0 0,-1 0 0,1 0 0,-1 0 0,1 0 0,-1-1 1,1 1-1,-1 0 0,0 0 0,1 0 0,-1-1 0,1 1 0,-1 0 0,0-1 0,1 1 0,-1 0 0,1-1 0,-1 1 0,0-1 0,0 1 0,1 0 0,-1-1 0,0 1 0,0-1 0,0 1 1,1-1-1,-1 1 0,0-1 0,0 1 0,0-1 0,0 1 0,0-1 0,0 1 0,0-1 0,0 418-138,0-236-8169,0-44-6671,0-110 11761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2.9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79 8500,'-2'-1'951,"1"0"0,-1-1 1,1 1-1,-1-1 0,1 1 0,0-1 1,-1 0-1,1 1 0,0-1 1,0 0-1,0 0 0,0 0 0,1 0 1,-2-3-1,1-8 6258,5 10-4959,1 4-2224,-1 0 0,0 0 0,1-1 0,-1 1 0,0-1 0,1 0 0,7-1 0,14 0-322,137-8-6600,-26-6-3821,-62 11 2198,-44-5 2559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3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356 55 5507,'0'-5'8530,"0"-30"9733,0 35-18249,0-1 0,-1 0 0,1 0-1,0 1 1,0-1 0,-1 0 0,1 0 0,0 1-1,-1-1 1,1 0 0,-1 1 0,1-1 0,-1 1-1,1-1 1,-1 1 0,0-1 0,1 1 0,-1-1-1,1 1 1,-1-1 0,0 1 0,0 0 0,1-1 0,-1 1-1,0 0 1,0 0 0,1-1 0,-1 1 0,0 0-1,0 0 1,1 0 0,-1 0 0,0 0 0,0 0-1,0 0 1,1 0 0,-1 1 0,0-1 0,0 0-1,-1 1 1,-46 11-69,27-6 11,10-2 44,1 0 0,1 0 0,-1 1 0,1 1 0,-11 7 0,0 0 0,13-9 0,1 0 0,0 1 0,0-1 0,1 1 0,0 0 0,0 1 0,-7 8 0,-18 18 0,23-26 0,4-4 0,0 1 0,0-1 0,0 1 0,0-1 0,1 1 0,-1 0 0,1 0 0,0 0 0,-1 0 0,1 1 0,1-1 0,-1 0 0,0 1 0,1-1 0,0 1 0,0 0 0,0 0 0,-1 6 0,-18 47 0,16-51 0,1 0 0,0 0 0,1 0 0,-1 1 0,1-1 0,1 1 0,-1 0 0,1-1 0,0 1 0,0 0 0,1 0 0,0 0 0,0 0 0,1-1 0,2 13 0,24 73 0,-22-77 0,2 0 0,0-1 0,0 0 0,1 0 0,1-1 0,15 18 0,-2-1 0,-17-22 0,1-2 0,-1 1 0,1 0 0,1-1 0,-1 0 0,1-1 0,0 0 0,0 0 0,1 0 0,10 5 0,19 11 0,-18-13-25,1 0-1,-1-2 1,2 0 0,-1-1-1,1-1 1,-1-1 0,27 1-1,44-11-9204,-38-4-314,-31 4 5038,4 5 424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4.4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80 3650,'0'-3'769,"0"-1"0,-1 1 0,1 0 0,-1-1 1,0 1-1,0 0 0,0 0 0,0 0 0,-3-4 1,-4-23 2204,-5 21-244,-2 5 2592,-4 6-3260,18-1-2012,1 0 0,0 0 0,-1 0 0,1 1 0,-1-1 1,0 0-1,1 0 0,-1 0 0,0 0 0,0 0 0,1 0 0,-1-1 0,0 1 0,0 0 1,0 0-1,0-1 0,0 1 0,0 0 0,0-1 0,0 1 0,-1-1 0,-1 1 0,0 1 121,-3 8 868,5-4-811,-4 8 230,1 1 0,0 0 0,2 0 0,0 0-1,0 0 1,2 0 0,-1 1 0,4 19 0,-2 7 74,0-34-444,0-1 0,0 0 0,1 1 0,0-1 0,0 0 0,1 0 0,0 0 0,0 0 0,1-1 0,6 9 0,8 19 33,-17-32-121,1 0 1,-1 0-1,1 0 1,-1 0-1,1 0 1,0 0 0,0 0-1,0 0 1,0-1-1,0 1 1,4 1-1,16 16-1,-13-12 1,0 0 0,0 0 0,1-1 0,0 0 0,1-1 0,20 8 0,-24-11 0,-1-1 0,1 0 0,0 0 0,0 0 0,0-1 0,0 0 0,11-2 0,13 0 0,-26 1 0,0 0 0,0-1 0,-1 1 0,1-1 0,0 0 0,-1-1 0,1 1 0,-1-1 0,0 0 0,1 0 0,-2-1 0,1 1 0,5-7 0,-8 9 0,1-3 0,-1-1 0,1 0 0,-1 0 0,-1 0 0,1 1 0,-1-1 0,0 0 0,0 0 0,0 0 0,-1 0 0,1 0 0,-1 1 0,0-1 0,-3-5 0,-2 1 0,0 1 0,1-1 0,-1 0 0,2 0 0,-8-18 0,6 15 0,-1 1 0,-1 1 0,0-1 0,0 1 0,-1 1 0,-1 0 0,1 0 0,-19-13 0,-5-5 0,0 5 0,28 20 0,0-1 0,1 0 0,-1 0 0,1 0 0,0 0 0,0 0 0,0-1 0,-5-6 0,-12-8 0,2 2 0,23 11 0,15 3 0,6 2 0,6-1 0,0 2 0,33 5 0,-54-4 0,1 0 0,-1 1 0,0 0 0,0 1 0,-1 0 0,1 1 0,-1 0 0,0 0 0,15 11 0,-21-13 0,4 2 0,0 0 0,0 1 0,-1-1 0,0 2 0,0-1 0,0 1 0,-1-1 0,6 10 0,-10-12 0,1 0 0,0 0 0,0 0 0,1-1 0,-1 1 0,1-1 0,0 0 0,3 4 0,-3-4 0,0 0 0,-1 0 0,1 0 0,-1 0 0,0 1 0,0-1 0,4 8 0,-5-8 0,0 0 0,1 1 0,0-1 0,0 0 0,0 0 0,0-1 0,0 1 0,1 0 0,5 4 0,13 20 0,-13-6 0,-8-20 0,0 0 0,1-1 0,-1 1 0,0-1 0,0 1 0,1 0 0,-1-1 0,0 1 0,0-1 0,1 1 0,-1-1 0,1 1 0,-1-1 0,1 1 0,-1-1 0,1 1 0,-1-1 0,1 0 0,-1 1 0,1-1 0,-1 0 0,1 1 0,-1-1 0,1 0 0,0 0 0,-1 0 0,1 0 0,-1 1 0,1-1 0,1 0 0,2 1 0,-4 0 0,1-1 0,-1 0 0,0 0 0,1 1 0,-1-1 0,1 0 0,-1 1 0,0-1 0,0 0 0,1 1 0,-1-1 0,0 0 0,0 1 0,1-1 0,-1 1 0,0-1 0,0 1 0,0-1 0,0 0 0,0 1 0,0-1 0,1 1 0,-1-1 0,0 1 0,0-1 0,0 1 0,-1 0 0,5 9 0,36 3 0,-38-12 0,0-1 0,0 1 0,0-1 0,0 0 0,0 0 0,0 0 0,0 0 0,0 0 0,0 0 0,0 0 0,0-1 0,0 1 0,0-1 0,0 1 0,0-1 0,-1 0 0,1 0 0,0 0 0,0 0 0,-1 0 0,1 0 0,2-3 0,10-10 0,-12 13 0,-1 1 0,0-1 0,0 0 0,0 0 0,0 0 0,1-1 0,-1 1 0,-1 0 0,1 0 0,0 0 0,0-1 0,0 1 0,-1 0 0,1-1 0,0 1 0,-1-1 0,0 1 0,1-1 0,-1 1 0,0-1 0,1-1 0,17-73 0,-18 63 0,-1 9 0,0 0 0,1 0 0,0 0 0,0 0 0,0 0 0,0 0 0,1 0 0,-1 0 0,1 0 0,0 0 0,3-6 0,12 3 0,-16 7 0,0 0 0,0 0 0,0 0 0,1 0 0,-1 0 0,0 0 0,0 0 0,0 0 0,1 0 0,-1 0 0,0 0 0,0 0 0,1 0 0,-1 0 0,0 0 0,0 0 0,1 0 0,-1 0 0,0 0 0,0 0 0,0 0 0,1 0 0,-1 0 0,0 0 0,0 1 0,0-1 0,1 0 0,-1 0 0,0 0 0,0 0 0,0 0 0,0 1 0,0-1 0,1 0 0,-1 0 0,0 0 0,0 1 0,0-1 0,0 0 0,0 0 0,0 1 0,0-1 0,0 0 0,0 0 0,0 0 0,0 1 0,0 0 0,0 0 0,1 0 0,-1 0 0,0 0 0,0 1 0,0-1 0,1 0 0,-1 0 0,1 0 0,-1 0 0,1 0 0,-1 0 0,1-1 0,-1 1 0,1 0 0,0 0 0,-1 0 0,2 0 0,-1 0 0,0 0 0,0 0 0,0 0 0,-1 0 0,1 0 0,0 0 0,0 1 0,-1-1 0,1 0 0,-1 0 0,1 0 0,-1 1 0,0-1 0,1 0 0,-1 0 0,0 1 0,0-1 0,0 2 0,0 0 0,1-1 0,-1 1 0,1 0 0,0-1 0,-1 1 0,1-1 0,0 0 0,1 1 0,-1-1 0,0 0 0,1 1 0,-1-1 0,4 3 0,9 18 0,-11-18 0,0-1 0,0 0 0,0 1 0,0-1 0,1 0 0,-1 0 0,1-1 0,6 5 0,22 24 0,-29-28-2,1-1-1,0 1 1,1-1 0,-1 0-1,1 0 1,-1 0 0,1-1 0,0 1-1,5 1 1,57 19-107,-40-15 12,-21-6 38,0-1 1,0 0 0,0 0-1,0-1 1,0 0 0,0 0-1,0 0 1,0-1 0,0 0-1,0 0 1,0 0 0,7-3-1,4-2 3,0-1-1,27-16 0,-39 20 70,-1 0 0,1-1 0,-1 1 1,0-1-1,0 0 0,4-6 0,11-10 133,-17 17-104,1 0 0,-1 0 1,0 0-1,0 0 1,0-1-1,0 1 1,-1-1-1,0 1 0,1-1 1,-1 1-1,0-1 1,-1 0-1,1 1 0,-1-1 1,1 0-1,-1 1 1,0-1-1,-1 0 1,0-7-1,0-6 30,1 15-72,0 0 0,1 0 0,-1 0 0,0 0 0,1 0 0,-1 1 0,1-1 0,-1 0 0,1 0 0,0 1 0,0-1 0,0 0 0,0 1 0,0-1 0,0 1 0,3-3 0,-3 2 0,1 1 0,-1-1 0,0 1 0,0-1 0,1 0 0,-1 0 0,0 1 0,-1-1 0,1 0 0,0 0 0,-1 0 0,1 0 0,-1 0 0,1 0 0,-1 0 0,0 0 0,0-2 0,0 4 0,0 1 0,0 0 0,0-1 0,0 1 0,0-1 0,-1 1 0,1 0 0,0-1 0,0 1 0,-1-1 0,1 1 0,0-1 0,-1 1 0,1-1 0,-1 1 0,1-1 0,0 0 0,-1 1 0,1-1 0,-1 1 0,1-1 0,-1 0 0,0 0 0,1 1 0,-1-1 0,1 0 0,-1 0 0,1 0 0,-1 1 0,0-1 0,1 0 0,-1 0 0,1 0 0,-1 0 0,0 0 0,1 0 0,-1 0 0,1 0 0,-1-1 0,0 1 0,1 0 0,-1 0 0,1 0 0,-1-1 0,0 1 0,1 0 0,-1-1 0,1 1 0,-1 0 0,1-1 0,0 1 0,-1-1 0,1 1 0,-1 0 0,1-1 0,0 1 0,-1-1 0,1 1 0,0-1 0,-1 0 0,1 1 0,0-1 0,0 1 0,0-1 0,-1 0 0,1 0 0,0 3 0,0 0 0,0 0 0,-1 0 0,1 0 0,-1-1 0,1 1 0,-1 0 0,0 0 0,0 0 0,0 0 0,0-1 0,-1 2 0,1-1 0,0 0 0,0 0 0,0 0 0,0 0 0,0 0 0,0 0 0,1 0 0,-1 0 0,0 0 0,1 0 0,0 0 0,-1 2 0,1 0 0,0 0 0,0-1 0,-1 1 0,0 0 0,0-1 0,0 1 0,0-1 0,-1 0 0,1 1 0,-5 5 0,4-6 0,1 0 0,-1 0 0,0 1 0,1-1 0,0 1 0,0-1 0,0 1 0,0-1 0,0 1 0,0 6 0,1 330 0,1-332 0,0 0 0,0 0 0,0-1 0,1 1 0,0 0 0,4 8 0,-3-8 0,0 0 0,-1 0 0,0 0 0,0 1 0,-1-1 0,0 11 0,-1 252-13043,0-271 12870,0 0-1,0-1 1,-23-2-12225,22 0 12099,0 0 1,0 0-1,0 1 1,0-1 0,0 0-1,1 0 1,0 0-1,-1 0 1,1 0-1,0 0 1,0 0 0,1 0-1,0-4 1,-1 1-116,0-21-615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4.6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2 283 656,'19'-34'1652,"-14"26"-879,0-1 0,0 0 1,-1 0-1,0 0 0,4-19 0,-6 21-487,0 1 0,1-1 0,0 1 0,0 0 0,0 0 0,5-7 0,15-31 748,-21 39-909,0 0 1,0 0-1,1 0 0,0 1 0,0-1 0,0 1 0,0-1 1,0 1-1,1 0 0,0 0 0,6-5 0,-5 7 127,-2-1-93,1 1 0,0 0 1,0 0-1,0 0 0,0 0 0,0 0 1,0 1-1,0 0 0,1 0 1,-1 0-1,0 0 0,1 1 0,-1 0 1,1 0-1,-1 0 0,0 0 0,1 1 1,-1-1-1,0 1 0,5 2 1,-1 3 517,0 0 1,-1 0 0,1 1-1,-2 0 1,1 1-1,-1 0 1,0-1 0,7 14-1,-12-17-483,1 0-1,-1 1 1,0-1 0,0 0-1,-1 0 1,1 1-1,-1-1 1,0 0-1,0 0 1,-2 7-1,2 5 250,0 9 231,1-17-360,0 1-1,-1 0 1,0 0-1,-1-1 1,0 1 0,0 0-1,-3 9 1,-1-7 50,1-1-85,0 1-1,-1-1 1,-1 0-1,1-1 1,-10 12 0,6-13-255,-1-1 0,0 0 0,-1-1 0,0 0 0,1 0 0,-2-2 0,1 1 0,-21 4 1,-33 0-3147,58-9 1966,0 0 1,1-1-1,-1 0 0,0 0 1,0 0-1,-8-4 0,1 1-3805,14 4 4817,-1 0-1,1 0 1,-1 0 0,1-1 0,-1 1 0,1 0 0,-1 0-1,1 0 1,-1 0 0,1-1 0,0 1 0,-1 0 0,1 0-1,-1-1 1,1 1 0,0 0 0,-1-1 0,1 1-1,-1 0 1,1-1 0,0 1 0,0-1 0,-1 1 0,1-1-1,0 1 1,0-1 0,-1 1 0,1-1 0,0 1 0,0-1-1,0 1 1,0-1 0,0 1 0,0-1 0,0 1-1,0-1 1,0 1 0,0-1 0,0 1 0,0-1 0,0 1-1,0-1 1,1 1 0,-1-1 0,0-7-1482,0-7-762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5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553 187 3922,'8'-8'1324,"-1"0"-1,0 0 1,11-18 0,-15 21-1339,-2 1 323,1 0 0,-1 0 0,0-1 0,0 1 1,0-1-1,0 1 0,-1-1 0,0 1 0,0-1 1,0 1-1,0-1 0,-2-6 0,0-6 2481,2 15-2501,0-1 1,0 1 0,-1 0 0,1 0 0,-1 0-1,1 0 1,-1 0 0,0-1 0,0 1-1,0 0 1,0 1 0,0-1 0,0 0-1,-1 0 1,1 0 0,0 1 0,-1-1 0,0 1-1,1-1 1,-1 1 0,0 0 0,0-1-1,0 1 1,1 0 0,-1 0 0,0 0-1,-1 1 1,1-1 0,0 0 0,0 1 0,0 0-1,0-1 1,0 1 0,-1 0 0,-3 0-1,-3 0 285,-1 0 0,1 0-1,-1 1 1,1 0-1,0 1 1,-17 5 0,-12 7-100,2 1 0,-1 2 0,2 1 1,-35 24-1,67-39-473,-1 1 0,1-1 0,0 0 0,0 1 0,0 0 0,0 0 0,0 0 0,1 0 0,0 0 0,0 0 0,0 1 0,1-1 0,-1 0 0,1 1 0,-1 6 0,-6 14 0,8-19 0,-1 0 0,1-1 0,0 1 0,1 0 0,-1-1 0,1 1 0,0 0 0,1-1 0,-1 1 0,1-1 0,0 0 0,0 1 0,4 5 0,-2-2 0,1 1 0,1-1 0,0 1 0,0-1 0,10 10 0,13 19 0,-16-24 0,-1 1 0,2-2 0,0 0 0,0 0 0,1-1 0,1-1 0,25 14 0,58 45 0,-74-50 0,-25-19 0,1 0 0,-1 0 0,1-1 0,-1 1 0,1 0 0,-1 0 0,1 0 0,-1 0 0,0 0 0,1 0 0,-1-1 0,0 1 0,0 0 0,0 0 0,0 0 0,0 0 0,0 0 0,0 0 0,0 0 0,0 0 0,0 0 0,0 0 0,-1 0 0,1 0 0,0 0 0,-1 0 0,1-1 0,-1 1 0,1 0 0,-1 0 0,1 0 0,-1-1 0,1 1 0,-1 0 0,-1 1 0,-5 3 0,-1 0 0,1 0 0,-1 0 0,0-1 0,0 0 0,0-1 0,-1 0 0,1 0 0,-1-1 0,-10 2 0,-6 0 0,0-1 0,-37 0 0,-60 13 0,80-15-1741,-25 3-5090,-35 2-3358,97-6 6252,33-11-6068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5.5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190 117 1921,'25'-33'5932,"-8"9"-2759,-16 23-3053,0 1 0,-1-1 0,1 0 0,-1 0 0,1 1 0,0-1 0,-1 0 0,1 0 0,-1 0-1,1 0 1,-1 0 0,0 1 0,1-1 0,-1 0 0,0 0 0,0 0 0,0 0 0,0 0 0,0 0-1,0 0 1,0 0 0,0 0 0,0 0 0,0 0 0,0 0 0,-1 0 0,1 0 0,0 0 0,-1 0-1,1 0 1,0 0 0,-1 1 0,1-1 0,-1 0 0,0 0 0,0-1 0,-20-15 2001,17 14-491,0 2-187,1-1-1275,-1 2 0,1-1-1,-1 0 1,1 1-1,-1-1 1,1 1 0,-1 0-1,0 1 1,1-1-1,-1 0 1,0 1 0,1 0-1,-1 0 1,1 0-1,0 0 1,-1 1 0,1-1-1,0 1 1,0 0-1,0 0 1,0 0 0,0 0-1,0 0 1,0 1-1,1 0 1,-1-1 0,-1 4-1,-1 1-11,1-1-1,-1 0 1,-1 0 0,1-1-1,-12 10 1,10-9-90,1-1 0,0 1 1,0 0-1,0 1 0,-7 11 1,8-6-41,0 2 0,1-1 0,1 0 0,0 1 1,0 0-1,2-1 0,0 1 0,0 0 0,3 22 1,-2-6-36,1-28 0,-1 1 1,0-1-1,1 1 0,0-1 1,-1 1-1,1-1 0,0 0 1,0 1-1,1-1 0,-1 0 0,0 0 1,1 0-1,-1 0 0,1 0 1,0 0-1,-1 0 0,1 0 1,0-1-1,0 1 0,3 1 1,16 18-373,-19-19 357,0 0 0,0-1-1,0 1 1,1 0 0,-1-1 0,0 1-1,1-1 1,-1 1 0,1-1 0,-1 0-1,1 0 1,0 0 0,-1-1 0,5 2-1,47 2-206,-28-4 146,-1-1 1,34-5-1,-50 4 84,-1 0 0,1 0 0,-1-1 0,1 0 0,-1-1 0,0 1 1,0-2-1,0 1 0,-1-1 0,12-9 0,-15 10 7,-1 0 0,0 0 0,0-1 0,0 1 0,0-1 0,-1 1 0,3-8 0,16-24 215,-15 29-111,2 0 29,-1-1 0,-1 0 1,1 0-1,-1 0 0,-1-1 1,1 0-1,-2 0 0,5-10 1,8-20 943,-15 37-910,0-1 0,0 0-1,-1 0 1,0 0 0,1 0 0,-1 0-1,0 0 1,-1-1 0,1 1-1,0 0 1,-1-4 0,0 5-84,0 1 0,0 0 0,0-1 0,1 1 0,-1 0 0,0 0-1,1-1 1,-1 1 0,0 0 0,1 0 0,0-1 0,-1 1 0,1 0 0,0 0 0,-1 0 0,1 0 0,0 0 0,1-1 0,-1 1-48,0 0-1,0 0 1,-1 0 0,1 1 0,0-1 0,-1 0-1,1 0 1,-1 0 0,1 0 0,-1 0 0,1 0-1,-1 0 1,0 0 0,0-1 0,1 1 0,-1 0-1,0 0 1,0-1 0,0-6-41,0 12 0,-3 15 0,0-12 0,0 1 0,0 0 0,1 0 0,0-1 0,0 1 0,1 1 0,0-1 0,1 0 0,0 0 0,1 13 0,-1 0 0,0-17 0,0-1 0,0 1 0,-1-1 0,1 0 0,-1 1 0,0-1 0,0 1 0,0-1 0,0 0 0,-1 0 0,1 0 0,-4 5 0,3-6 0,0 1 0,1 1 0,-1-1 0,1 0 0,0 0 0,0 1 0,0-1 0,0 0 0,0 1 0,1-1 0,-1 1 0,1 4 0,-2 31 0,1-28 0,0-1 0,0 1 0,1-1 0,0 1 0,1 0 0,0-1 0,1 0 0,4 14 0,3-8 0,-7-13 0,0 0 0,-1 0 0,1 0 0,-1 0 0,1 0 0,-1 0 0,0 0 0,-1 0 0,1 1 0,0-1 0,-1 0 0,0 1 0,0 6 0,0 8-2571,0 46-16767,0-38 14603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5.6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29 148 5939,'0'-26'8179,"0"-1"-2976,-28 1-2786,28 10-1953,0 5-880,0-4-224,0 4-193,0-5-6866,0 32 1584,0-5-304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6.2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1 216 2417,'0'1'171,"1"1"-1,0-1 1,0 0 0,-1 0-1,1 0 1,0 0-1,0 0 1,1 0 0,-1 0-1,0 0 1,0 0-1,0 0 1,0 0 0,1-1-1,-1 1 1,0 0 0,1-1-1,-1 1 1,1-1-1,-1 0 1,1 1 0,-1-1-1,0 0 1,1 0-1,-1 0 1,1 0 0,-1 0-1,4-1 1,50-4 1983,-51 4-2035,1 0 354,1 0 0,-1 0 0,0 0 0,0-1 0,1 0 0,-1 0 0,-1 0 0,1-1 0,0 0 0,-1 0 0,1 0 0,-1 0 0,0-1 0,0 1 0,0-1 0,0 0 0,3-6 0,5-10 1596,-10 16-1563,1 1 0,-1-1 1,0 0-1,0 0 0,-1 0 0,1 0 1,-1-1-1,0 1 0,0 0 0,0 0 1,0-1-1,-1 1 0,0-6 0,0 6-208,-1 0-1,1 1 0,-1-1 1,0 0-1,0 1 0,-1-1 0,1 1 1,-1 0-1,0-1 0,1 1 1,-1 0-1,-1 0 0,1 0 0,0 0 1,-5-4-1,-9-12 405,15 18-702,0-1 0,-1 1 0,1 0 0,-1 0 0,0-1 0,1 1 0,-1 0 0,0 0 0,0 1 0,0-1 0,0 0 0,1 0 0,-1 1 0,0-1 0,0 1 0,0 0 0,0 0 0,0 0 0,0 0 0,0 0 0,-1 0 0,1 0 0,0 0 0,1 1 0,-1-1 0,0 1 0,0 0 0,0 0 0,0-1 0,0 1 0,0 0 0,1 0 0,-1 1 0,0-1 0,-1 2 0,-6 3 0,1 0 0,-1 1 0,1 0 0,0 1 0,-12 15 0,15-16 0,0 0 0,1 1 0,0-1 0,0 1 0,1 0 0,0 0 0,0 0 0,1 0 0,-2 13 0,1 8 0,1 50 0,3-70 0,0 1 0,1-1 0,0 0 0,1 1 0,0-1 0,0 0 0,1-1 0,0 1 0,1-1 0,0 1 0,12 14 0,-14-20-26,0 1 0,0-1 0,0 0 1,1 0-1,0 0 0,-1-1 0,1 0 0,0 1 0,0-1 0,0 0 1,1-1-1,-1 1 0,0-1 0,1 0 0,-1 0 0,6 1 1,11 0-177,0 0 0,27-3 0,-23 1 148,-13-1 63,1-1 1,-1-1-1,0 0 0,1 0 1,-1-1-1,16-8 1,5-1 129,-21 7-52,0 0 0,-1-1 0,0 0 0,-1 0 0,0-1 1,0-1-1,0 0 0,-1 0 0,12-17 0,-10 13-64,39-54-23,-40 56 0,1 3 0,-9 27 0,7 16 0,-7-30 0,0 0 0,-1 0 0,1 0 0,-1 0 0,0 0 0,0 9 0,-1 173 0,0-186 0,0 1 0,0-1 0,0 0 0,0 1 0,0-1 0,-1 0 0,1 0 0,-1 1 0,1-1 0,-1 0 0,1 0 0,-1 0 0,1 1 0,-1-1 0,0 0 0,0 0 0,0 0 0,-1 1 0,1-1 0,1-1 0,-1 1 0,0 0 0,0 0 0,1 0 0,-1 0 0,1 0 0,-1 0 0,1 0 0,-1 0 0,1 0 0,0 0 0,-1 0 0,1 0 0,0 0 0,0 0 0,0 0 0,-1 1 0,1-2 0,0 1 0,0-1 0,0 0 0,1 0 0,-1 0 0,0 1 0,0-1 0,0 0 0,0 0 0,0 0 0,0 1 0,0-1 0,0 0 0,0 0 0,0 0 0,1 0 0,-1 1 0,0-1 0,0 0 0,0 0 0,0 0 0,0 0 0,1 0 0,-1 1 0,0-1 0,0 0 0,0 0 0,1 0 0,-1 0 0,0 0 0,0 0 0,0 0 0,1 0 0,-1 0 0,0 0 0,0 0 0,0 0 0,1 0 0,-1 0 0,0 0 0,0 0 0,0 0 0,1 0 0,-1 0 0,0 0 0,0 0 0,0 0 0,1 0 0,-1-1 0,0 1 0,0 0 0,0 0 0,0 0 0,1 0 0,-1 0 0,0 0 0,0-1 0,0 1 0,0 0 0,0 0 0,0 0 0,1-1 0,-1 1 0,0 0 0,0 0 0,1-2 0,0 1 0,0-1 0,0 0 0,0 1 0,0-1 0,-1 0 0,1 0 0,0 0 0,-1 1 0,1-1 0,-1 0 0,0 0 0,0 0 0,0 0 0,0-2 0,0 2 0,0 0 0,1 1 0,-1-1 0,0 0 0,1 0 0,0 0 0,-1 1 0,1-1 0,0 0 0,0 1 0,0-1 0,0 0 0,0 1 0,0-1 0,0 1 0,0 0 0,1-1 0,-1 1 0,1 0 0,2-2 0,-2 1 0,0 0 0,0 0 0,1 0 0,-1 0 0,-1 0 0,1 0 0,0-1 0,0 1 0,-1-1 0,3-5 0,5-11 0,1 0 0,1 1 0,1 1 0,0-1 0,1 2 0,1 0 0,21-19 0,-13 12 0,35-47 0,-54 66 0,0 0 0,0 1 0,0-1 0,1 1 0,-1-1 0,8-4 0,6-6 0,-11 7 0,-6 7 0,0-1 0,0 1 0,0-1 0,1 1 0,-1 0 0,0-1 0,0 1 0,0 0 0,0 0 0,0-1 0,1 1 0,-1 0 0,0-1 0,0 1 0,1 0 0,-1 0 0,0-1 0,0 1 0,1 0 0,-1 0 0,0 0 0,1-1 0,-1 1 0,0 0 0,1 0 0,-1 0 0,0 0 0,1 0 0,-1 0 0,0 0 0,1 0 0,-1 0 0,0 0 0,1 0 0,-1 0 0,0 0 0,1 0 0,-1 0 0,1 0 0,-1 0 0,0 0 0,0 0 0,1 1 0,-1-1 0,0 0 0,1 0 0,-1 0 0,0 0 0,1 1 0,-1-1 0,0 0 0,0 0 0,1 1 0,-1-1 0,0 0 0,0 1 0,0-1 0,0 0 0,1 1 0,-1-1 0,0 0 0,0 1 0,0-1 0,0 1 0,6 6 0,-3-5 0,-1 1 0,0-1 0,0 1 0,0 0 0,0-1 0,0 1 0,-1 0 0,1 0 0,-1 0 0,0 0 0,0 1 0,0-1 0,0 0 0,0 0 0,-1 1 0,1-1 0,-1 0 0,0 1 0,0-1 0,-1 7 0,1 72-2736,0 112-9858,0-153 680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6.6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79 241 624,'95'-132'9258,"-88"122"-8006,-1 1 0,-1-1 0,8-19 0,-2 6 1866,-10 22-2628,0 0 0,-1 0-1,1 0 1,0-1 0,-1 1-1,0 0 1,1 0-1,-1 0 1,0-1 0,1 1-1,-1 0 1,0 0 0,0-1-1,0 1 1,0 0 0,0 0-1,-1-3 1,1 4-350,0 0-1,-1-1 1,1 1-1,0 0 1,-1-1-1,1 1 1,-1 0 0,1-1-1,-1 1 1,1 0-1,0 0 1,-1 0-1,1 0 1,-1-1 0,1 1-1,-1 0 1,1 0-1,-1 0 1,1 0-1,-1 0 1,1 0 0,-1 0-1,1 0 1,-1 0-1,1 1 1,-1-1-1,1 0 1,-2 0 0,-1 1 16,0 1 0,0-1 1,0 0-1,0 1 0,0 0 1,0-1-1,0 1 0,0 1 1,1-1-1,-1 0 0,-3 4 1,-58 47-136,32-19-21,-15 15 0,45-46 0,-1 0 0,1 0 0,0 1 0,0-1 0,0 1 0,0-1 0,1 1 0,-1 0 0,1 0 0,0-1 0,0 1 0,0 7 0,-1 16 0,1-20 0,1 0 0,-1 0 0,1 0 0,0 0 0,1 0 0,0 0 0,0 0 0,0 0 0,4 9 0,-3-11 0,1 1 0,0 0 0,-1-1 0,2 0 0,-1 1 0,1-1 0,0 0 0,0 0 0,0-1 0,0 1 0,1-1 0,0 0 0,0 0 0,0-1 0,8 5 0,-4-4 0,1 0 0,0 0 0,-1-1 0,1 0 0,1-1 0,-1 0 0,0 0 0,1-1 0,-1-1 0,15 0 0,2 1 0,-17 0 0,-1 0 0,1-1 0,0 0 0,0-1 0,-1 0 0,1 0 0,-1-1 0,1 0 0,12-5 0,21-11 0,-39 17 0,0-1 0,0 1 0,0-1 0,0 0 0,0 0 0,0 0 0,-1 0 0,1-1 0,-1 1 0,1-1 0,-1 0 0,6-6 0,15-17 0,-16 19 0,1-1 0,-2-1 0,1 1 0,-1-1 0,-1-1 0,1 1 0,6-15 0,1-13 0,-11 31 0,0 0 0,-1 0 0,0 0 0,0 0 0,-1 0 0,1 0 0,-1-1 0,0-11 0,-1 16 0,0 0 0,1 0 0,-1 0 0,0 0 0,0 0 0,-1 0 0,1-1 0,0 1 0,-1 0 0,1 0 0,-1 0 0,0 0 0,0 0 0,0 1 0,0-1 0,-2-3 0,1 4 0,0 0 0,0 1 0,0-1 0,0 1 0,0-1 0,0 1 0,0 0 0,0 0 0,0-1 0,-1 2 0,1-1 0,0 0 0,0 0 0,0 1 0,0-1 0,0 1 0,-3 0 0,-7 3 0,-1 0 0,1 1 0,0 0 0,0 0 0,0 2 0,1-1 0,0 1 0,-14 12 0,15-8 0,0 0 0,1 0 0,0 1 0,1 0 0,0 1 0,1 0 0,0 0 0,1 1 0,1 0 0,-6 23 0,-5-6 0,15-29 0,-1 0 0,1 0 0,0 0 0,-1 0 0,1 0 0,0 1 0,0-1 0,1 0 0,-1 0 0,0 1 0,1-1 0,-1 0 0,1 1 0,0-1 0,0 1 0,0-1 0,0 1 0,0-1 0,0 0 0,1 1 0,0 2 0,7 8 0,-6-11 0,0 0 0,-1 0 0,0 0 0,1 0 0,-1 0 0,0 0 0,0 0 0,0 1 0,0-1 0,-1 0 0,1 1 0,0-1 0,-1 1 0,0-1 0,0 5 0,1-4 0,-1 1 0,1-1 0,0 1 0,0-1 0,0 1 0,0-1 0,1 0 0,-1 1 0,1-1 0,0 0 0,0 0 0,0 0 0,0-1 0,1 1 0,-1 0 0,1-1 0,-1 0 0,1 1 0,0-1 0,0 0 0,0 0 0,6 2 0,5 3 0,0-1 0,0 0 0,1-1 0,21 4 0,-20-7-933,1 0 1,-1-1-1,1-1 1,-1 0-1,1-2 1,0 0-1,22-5 1,110-37-8925,-114 30 5049,8-10 153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8.6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312 98 3298,'1'-3'348,"-1"0"1,0 0 0,1 0 0,-2-1 0,1 1 0,0 0 0,-1 0 0,1 0-1,-1 0 1,0 0 0,0 0 0,0 0 0,0 0 0,-1 0 0,1 0 0,-1 0 0,0 1-1,1-1 1,-1 0 0,-1 1 0,-2-3 0,4 4-180,1 1 1,-1-1-1,0 0 1,1 1-1,-1-1 0,1 0 1,-1 1-1,1-1 1,-1 0-1,1 1 0,0-1 1,-1 0-1,1 0 1,0 0-1,0 1 0,-1-1 1,1 0-1,0 0 1,0 0-1,0 1 0,0-1 1,0 0-1,0-1 1,-2-5 644,-16 5 1253,4 2-1400,11-1-514,0 1 0,1-1-1,-1 1 1,0 0 0,1 0 0,-1 0-1,0 0 1,1 0 0,-1 1 0,0-1 0,1 1-1,-1 0 1,1 0 0,-1 0 0,1 0-1,-1 0 1,1 0 0,0 1 0,-1-1-1,1 1 1,0 0 0,-3 3 0,3-2-15,0-1 1,-1 0 0,1 1-1,-1-1 1,1 0 0,-1 0-1,0 0 1,1 0-1,-1-1 1,0 1 0,0-1-1,-6 2 1,5-1 3,0-1-1,0 1 1,0 0 0,0 0-1,1 0 1,-1 0 0,1 1 0,-1 0-1,1 0 1,0 0 0,0 0-1,-5 6 1,0 4 256,0 1-1,0 0 1,2 0-1,0 0 1,-8 27-1,-3 1 97,13-34-401,0 0-1,1 0 1,0 1 0,0-1 0,1 1 0,0 0-1,0 0 1,0 13 0,1 12 98,0-19-152,0 1 1,2-1 0,-1 1 0,5 19-1,0-14-29,1 0 0,1-1 0,1 1 0,0-1 0,18 28 0,-20-39-22,0 0 0,0 0 0,1-1-1,0 0 1,1 0 0,0-1-1,0 0 1,1 0 0,-1-1-1,2 0 1,-1-1 0,0 0 0,18 6-1,-1-2-264,0-1 0,1-2 0,46 5 0,-60-9 212,0-2 0,1 1-1,-1-2 1,0 0 0,0-1 0,1 0-1,-1-1 1,-1 0 0,24-9-1,-21 3 61,-1-1-1,0-1 0,0 0 0,-1 0 0,0-1 0,19-25 0,-27 31-6,2-2 49,-1-1-1,-1-1 1,1 1-1,4-14 0,0 3-15,-5-9 117,-2 5 116,2 10-79,-3 11-71,-1 0 1,1 0-1,-1 0 1,1 0-1,-1 0 1,0-1-1,-1 1 1,1 0-1,0 0 1,-1-1 0,0 1-1,0-1 1,0 1-1,0 0 1,0-1-1,-1 1 1,0 0-1,1-1 1,-3-3-1,-3 0 291,5 7-326,0-1 0,0 0-1,1 0 1,-1 1 0,0-1 0,1 0-1,-1 0 1,1 0 0,-1 0 0,1 0-1,-1 0 1,1 0 0,0 0 0,-1 0-1,1 0 1,0 0 0,0 0 0,0 0-1,-1 0 1,1 0 0,1-2 0,-1 0 8,0 17-58,1-11-21,-1 0 0,0-1 1,-1 1-1,1 0 0,0 0 0,-1-1 0,1 1 0,-1 0 0,-2 4 0,1-5 2,-1 0 0,1 1 0,0-1 0,0 0 0,0 1 0,1 0 0,-1-1 0,1 1 0,-1 0 0,1 0 0,0 0 0,0 0 0,0 0 0,1 0 0,-1 0 0,1 0 0,-1 0 0,1 0 0,0 0 0,0 0 0,0 0 0,1 5 0,0-5 0,-1 0 0,0 1 0,0-1 0,1 0 0,0 1 0,0-1 0,0 0 0,0 0 0,0 0 0,1 1 0,-1-1 0,4 4 0,-3-5 0,-1 1 0,1 0 0,-1 0 0,1 0 0,-1 0 0,0 0 0,0 0 0,0 0 0,-1 1 0,1-1 0,-1 0 0,1 5 0,-1-2 0,1 0 0,0-1 0,1 1 0,0 0 0,-1-1 0,2 1 0,-1-1 0,1 0 0,6 10 0,34 41 0,-33-46 0,1 0 0,0-1 0,16 10 0,14 11 0,-37-27 0,0 0 0,0 0 0,0 0 0,1-1 0,-1 1 0,1-1 0,0 0 0,0 0 0,-1-1 0,1 0 0,0 0 0,0 0 0,1 0 0,-1-1 0,0 1 0,0-1 0,0-1 0,0 1 0,0-1 0,0 0 0,0 0 0,0 0 0,0-1 0,0 1 0,0-1 0,-1-1 0,1 1 0,-1-1 0,0 1 0,1-1 0,-1 0 0,0-1 0,6-7 0,-7 9 0,12-15 0,-15 17 0,1-1 0,-1 1 0,1-1 0,-1 1 0,0-1 0,1 1 0,-1-1 0,0 1 0,0-1 0,1 0 0,-1 1 0,0-1 0,0 1 0,0-1 0,0 0 0,0 1 0,0-1 0,0 0 0,0 1 0,0-1 0,0 1 0,0-1 0,0 0 0,0 1 0,0-1 0,-1 1 0,1-1 0,0 0 0,0 1 0,-1-1 0,1 1 0,-1-1 0,-7-6 0,7 6 0,0 1 0,0-1 0,0 0 0,0 0 0,0 0 0,0 0 0,0 0 0,0 0 0,0 0 0,0 0 0,1-1 0,-1 1 0,0 0 0,1 0 0,-1-1 0,1 1 0,-1 0 0,1-1 0,0 1 0,0 0 0,0-1 0,0 1 0,-1 0 0,2-3 0,-1 1 0,-1 1 0,1-1 0,-1 0 0,1 1 0,-1-1 0,0 0 0,0 1 0,0-1 0,0 1 0,-1 0 0,1-1 0,0 1 0,-1 0 0,0 0 0,1 0 0,-1 0 0,-4-3 0,-12-18 0,9 2 0,9 18 0,-1 1 0,0 0 0,0-1 0,0 1 0,0 0 0,0 0 0,0 0 0,-1 0 0,1 0 0,-1 0 0,-2-4 0,-22-16 0,2-2 0,-42-51 0,50 54 0,14 19 0,0 0 0,1 0 0,-1 0 0,1 0 0,-1 0 0,1 0 0,0 0 0,0 0 0,0-1 0,0 1 0,1 0 0,-1-1 0,1 1 0,-1-1 0,1 1 0,0-1 0,0 1 0,0-1 0,0-2 0,1 3 0,-1 0 0,1 0 0,0 1 0,-1-1 0,1 0 0,0 0 0,0 1 0,0-1 0,1 1 0,-1-1 0,0 1 0,1 0 0,-1-1 0,0 1 0,1 0 0,0 0 0,-1 0 0,1 0 0,0 0 0,-1 1 0,1-1 0,0 0 0,0 1 0,-1-1 0,1 1 0,0 0 0,0-1 0,3 1 0,54-5 0,-52 5 0,0 1 0,-1 0 0,1 1 0,0-1 0,0 1 0,-1 0 0,1 1 0,-1 0 0,0 0 0,0 0 0,0 1 0,0 0 0,7 6 0,7 8 0,-1 0 0,19 24 0,-25-27 0,-6-8 0,-1 1 0,0 1 0,0-1 0,0 1 0,-1 0 0,-1 0 0,5 14 0,-5-13 0,14 13 0,-16-21 0,1 0 0,-1 0 0,-1 0 0,1 0 0,0 0 0,-1 0 0,1 1 0,-1-1 0,1 0 0,-1 1 0,0-1 0,0 1 0,0 0 0,0-1 0,-1 1 0,1 0 0,-1 3 0,0-4 0,0 0 0,1-1 0,-1 1 0,0 0 0,0-1 0,1 1 0,-1 0 0,1-1 0,-1 1 0,1-1 0,0 1 0,-1-1 0,1 1 0,0-1 0,0 0 0,0 1 0,0-1 0,0 0 0,1 0 0,-1 0 0,0 0 0,2 1 0,3 4 0,3 12 0,-5-11 0,11-18 0,-13 9 0,0 1 0,0-1 0,-1 1 0,1-1 0,0 0 0,-1 0 0,1 0 0,-1 0 0,1 0 0,-1 0 0,0 0 0,0-1 0,0 1 0,0 0 0,0-1 0,-1 1 0,1-1 0,-1 1 0,0-1 0,1 1 0,-1 0 0,0-1 0,0 1 0,-1-1 0,0-2 0,2-2 0,0 1 0,0-1 0,1 1 0,0-1 0,0 1 0,0-1 0,1 1 0,0 0 0,4-6 0,-4 6 0,0 0 0,0-1 0,0 1 0,0 0 0,-1-1 0,0 0 0,-1 1 0,1-1 0,-1-8 0,-1 5 0,1 0 0,-1 0 0,1 1 0,1-1 0,0 0 0,0 1 0,6-14 0,-7 17 0,1 0 0,-1 0 0,-1 0 0,1 0 0,-1-1 0,0 1 0,-1-7 0,0 4 0,1 10 0,0 0 0,0-1 0,1 1 0,-1 0 0,0 0 0,0-1 0,1 1 0,-1 0 0,0-1 0,1 1 0,-1-1 0,1 1 0,-1 0 0,1-1 0,-1 1 0,1-1 0,-1 1 0,1-1 0,-1 0 0,1 1 0,0-1 0,-1 1 0,1-1 0,0 0 0,0 1 0,0-1 0,0 1 0,0-1 0,0 0 0,0 1 0,0-1 0,0 1 0,-1-1 0,1 1 0,0 0 0,0-1 0,-1 1 0,1 0 0,0 0 0,-1-1 0,1 1 0,-1 0 0,1 0 0,-1 0 0,1 0 0,-1 0 0,0 0 0,0 0 0,1 0 0,-1-1 0,0 1 0,0 2 0,1 3 0,0-1 0,1 0 0,-1 1 0,1-1 0,0 0 0,0 0 0,1 0 0,-1 0 0,1-1 0,0 1 0,0-1 0,5 5 0,1 4 0,1 8 0,-10-18 0,1-1 0,0 0 0,0 1 0,0-1 0,0 0 0,0 0 0,0 0 0,1 0 0,-1 0 0,1 0 0,1 2 0,28 22-1932,0-1 1,54 32-1,-34-38-2810,-45-18 4082,-1 1 0,0 0 0,1-1 0,-1 2 0,0-1-1,0 1 1,6 3 0,-9-5 541,0-1-1,1 0 1,-1 0-1,1 0 1,-1 0-1,0 0 1,1 0-1,-1-1 1,1 1-1,-1-1 0,0 1 1,1-1-1,-1 0 1,0 0-1,4-2 1,17-5-429,-20 7 547,0 0 0,0 0-1,1-1 1,-1 0-1,0 1 1,-1-1 0,1 0-1,0 0 1,0 0-1,-1-1 1,1 1 0,-1-1-1,0 1 1,0-1-1,0 0 1,0 0 0,0 0-1,-1 0 1,1 0-1,-1 0 1,0 0 0,1-7-1,-1 6 130,-1 0-1,0 0 0,1 0 0,0 0 0,0 0 1,0 0-1,4-8 0,-4 8 242,1 0-1,-1 0 1,1 0 0,-1 0-1,0 0 1,-1-1 0,1-7-1,-1-43 5214,0 53-4825,1-6-185,-2 18-533,2-7-34,-1 0 0,1 0-1,-1 0 1,1 0 0,0 0 0,0 0-1,0 0 1,1 0 0,-1-1 0,1 1-1,-1-1 1,4 5 0,9 16 48,-12-20-50,-1 0 1,1-1-1,0 1 1,-1-1-1,1 1 1,0-1-1,0 0 1,0 0-1,4 3 1,-3-3-1,0 1 0,0 0 1,0 0-1,-1 0 0,1 0 0,-1 0 1,0 0-1,2 4 0,1 0-10,-1-1 0,1 0 0,1 0 0,-1-1 0,1 1 1,0-1-1,0-1 0,0 1 0,1-1 0,-1 0 0,12 5 0,82 31-67,-98-39 68,10 2-146,2 1 1,-1-2-1,0 0 0,0 0 0,1-1 0,-1-1 0,1 0 0,-1-1 1,0 0-1,1-1 0,-1-1 0,20-6 0,-29 7 162,-1 0 0,1 0 0,-1-1 1,1 1-1,-1-1 0,0 0 0,0 1 0,0-2 0,0 1 0,0 0 0,-1 0 1,1-1-1,3-7 0,20-24 320,-23 32-118,1-1-1,-2 0 0,1 0 1,0 0-1,-1-1 1,0 1-1,0 0 0,0-1 1,0 1-1,-1-1 1,0 0-1,0 0 0,0 1 1,0-7-1,-1-76 4522,-2 46-3758,2 37-975,0 3 0,-4 29 0,-6-16 0,9-11 0,-1 0 0,1 1 0,0-1 0,0 0 0,0 1 0,0-1 0,0 1 0,0-1 0,0 1 0,1 0 0,-1-1 0,1 1 0,-1 0 0,1-1 0,-1 1 0,1 0 0,0 0 0,0-1 0,0 1 0,0 2 0,1 18 0,0-12 0,-1 0 0,0 0 0,0 0 0,-1 0 0,0 0 0,-3 12 0,-5-3 0,7-14 0,-1 1 0,1-1 0,0 1 0,1-1 0,-1 1 0,1-1 0,0 1 0,1 0 0,-1 6 0,1 600-608,0-606 82,0-1 0,-1 1 1,0-1-1,0 1 0,0-1 1,-1 1-1,-2 5 0,3-6-194,-1 0 0,0 0 0,1 0-1,0 0 1,0 1 0,1-1 0,-1 6-1,1-9 401,0-1-1,0 1 0,0 0 0,0 0 0,0-1 0,-1 1 1,1 0-1,-1 0 0,1-1 0,-1 1 0,0 0 0,0-1 1,0 1-1,0-1 0,0 1 0,0-1 0,0 0 0,0 1 1,0-1-1,-1 0 0,-2 2 0,-1 2-760,4-4 756,1 0 1,-1 0-1,0 0 0,1 0 1,-1 0-1,1 0 1,0 0-1,-1 0 0,1 0 1,0 0-1,-1 0 1,1 0-1,0 0 1,0 0-1,0 0 0,0 0 1,0 1-1,0-1 1,1 1-1,-1 1-605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8.9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103 121 1265,'-9'-37'4185,"7"33"-3861,0-1-1,1 1 0,-1-1 0,1 0 0,0 1 0,1-1 1,-1-6-1,0 9-265,1 1 1,0-1-1,0 0 1,-1 1-1,1-1 1,0 1-1,0-1 1,1 0-1,-1 1 1,0-1-1,1 1 1,-1-1 0,0 0-1,1 1 1,0-1-1,-1 1 1,1 0-1,0-1 1,0 1-1,0-1 1,0 1-1,0 0 1,0 0-1,0 0 1,3-2-1,-1 2 25,1 1-1,-1 0 1,1 1 0,-1-1-1,0 1 1,1-1-1,-1 1 1,1 0-1,-1 0 1,5 3-1,3 0 159,11 3 347,-12-5-222,-1 1 1,0 0-1,0 1 1,0 0 0,-1 0-1,16 11 1,-13-4 302,-1 0 1,0 1 0,-1 0-1,0 0 1,-1 1-1,0 1 1,-1-1 0,8 23-1,-11-27-191,-3-5-86,1 0-1,-1 0 1,0 1-1,0-1 1,0 0-1,-1 1 1,0-1-1,0 0 1,0 1-1,0-1 1,0 0-1,-1 1 1,-2 7-1,-22 47 3234,20-50-3183,2-4-345,0-1-1,-1 0 1,1 0 0,-1-1-1,0 1 1,0-1-1,0 0 1,-1 0-1,1 0 1,-1 0-1,1-1 1,-1 0-1,0 0 1,-10 3-1,-24 12 17,23-9-753,-1-2-1,0 1 1,-1-2 0,1-1 0,-1 0-1,0-1 1,-25 1 0,35-4-173,-23 0-4325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9.3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27 6915,'17'-12'3358,"-15"10"-2696,-1 1-1,1-1 0,0 1 0,0 0 1,0 0-1,-1 0 0,1 0 0,1 0 1,-1 0-1,0 0 0,7 0 3223,-9 29 1204,-9 3-3928,7-28-1088,1 0-1,-1 0 0,1 0 0,0 1 0,0-1 0,1 0 0,-1 1 0,0 5 1,2 1 31,-1 0 1,2 0-1,0 0 0,3 12 1,4 31-72,-9-51-31,0-1 1,0 1-1,0 0 0,1 0 0,-1 0 1,0-1-1,1 1 0,0 0 0,-1 0 0,1-1 1,0 1-1,0-1 0,0 1 0,0-1 1,0 1-1,0-1 0,0 1 0,2 0 1,6 10-2,0 5 34,-8-13-179,1 0 0,0-1 0,0 1 0,0 0 0,1-1 0,-1 1 0,1-1 0,0 0 0,0 1 0,0-1 0,0-1 0,0 1 1,6 3-1,11 10-1451,-19-15 1484,0 0-1,0 0 1,0 0 0,0 0-1,0 0 1,0 0-1,0-1 1,0 1-1,0 0 1,0-1 0,0 1-1,1-1 1,-1 1-1,0-1 1,0 0 0,0 0-1,1 1 1,-1-1-1,0 0 1,0 0 0,3 0-1,60 0-3819,-62 0 3877,-1 0 0,0-1 1,1 1-1,-1 0 0,1 0 1,-1-1-1,0 1 1,1-1-1,-1 1 0,0-1 1,1 0-1,-1 1 0,0-1 1,0 0-1,2-1 0,4-3-33,-1 4 80,-1-1 1,1 0 0,0-1-1,-1 0 1,0 0 0,1 0-1,-1 0 1,-1-1 0,1 0-1,0 0 1,-1 0 0,0 0-1,0-1 1,0 1 0,0-1-1,-1 0 1,0-1 0,0 1-1,2-6 1,13-35 600,-12 34 104,-1 0 1,0-1-1,-1 1 0,-1-1 1,0 0-1,-1 0 1,0 0-1,0-14 1,-2 17 329,0-3 911,0 23-1456,0-9-479,0 0 0,0 0 0,0 1 1,1-1-1,-1 0 0,0 0 0,1 1 1,-1-1-1,0 0 0,1 0 0,0 0 1,-1 0-1,1 0 0,0 0 0,-1 0 1,1 0-1,0 0 0,0 0 1,0 0-1,0 0 0,1 1 0,-1-2-3,1 1 0,-1 1-1,0-1 1,0 0 0,0 0-1,0 0 1,0 0 0,0 1-1,0-1 1,-1 1-1,1-1 1,0 0 0,-1 1-1,1-1 1,-1 1 0,0-1-1,1 1 1,-1 0 0,0-1-1,0 1 1,0 2 0,5 16-57,-3-16-7,0-1 0,0 1 1,0 0-1,-1-1 0,0 1 1,0 0-1,0 0 1,1 5-1,-2-7 5,0 0 0,0 0-1,0 0 1,1-1 0,-1 1 0,1 0 0,-1 0 0,1-1-1,-1 1 1,1 0 0,0-1 0,0 1 0,0 0 0,0-1-1,0 1 1,0-1 0,1 0 0,0 2 0,7 8-447,-2 6-352,-7-16 720,0 1 0,1-1 0,-1 1 0,1-1 0,-1 0 0,1 1 0,0-1 0,0 0 0,0 1 0,-1-1 0,1 0 0,0 0 0,0 0 0,1 0 0,-1 0 0,0 0 0,0 0 0,0 0 0,2 1 0,-1-1-142,0-1 1,0 1-1,0 1 0,-1-1 0,1 0 0,0 0 0,-1 1 1,1-1-1,-1 1 0,1-1 0,-1 1 0,0-1 0,0 1 1,0 0-1,0 0 0,0 0 0,0 0 0,1 2 0,0 2-411,-1-5 519,-1 0-1,1 0 0,0 0 1,-1 0-1,1 0 1,0 0-1,0 0 0,0 0 1,0 0-1,0-1 1,0 1-1,0 0 1,0-1-1,0 1 0,0 0 1,0-1-1,0 1 1,1-1-1,-1 0 1,0 1-1,0-1 0,2 0 1,-1 0-108,-1 1 0,0-1 0,1 0 0,-1 1 1,1-1-1,-1 1 0,0-1 0,1 1 0,-1 0 0,0 0 1,0-1-1,1 1 0,-1 0 0,0 0 0,0 0 0,1 2 0,0-2 114,-1 1 0,1-1 0,0 1 0,0-1-1,-1 0 1,1 0 0,0 0 0,0 0 0,0 0-1,0 0 1,1-1 0,-1 1 0,0-1 0,0 1-1,0-1 1,1 0 0,-1 0 0,0 0-1,4 0 1,22 0-3969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9.5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29 372 432,'0'-304'19913,"0"301"-19538,0 1-1,0 0 1,-1 0-1,1-1 1,-1 1-1,1 0 1,-1 0-1,0 0 1,0 0-1,0 0 1,0 0-1,0 0 1,0 0-1,-1 0 1,-1-2-1,1 2 22,1 1 0,0-1 1,-1 0-1,1 1 0,0-1 0,0 0 0,0 0 1,1 0-1,-1 1 0,0-1 0,1 0 0,-1 0 1,1 0-1,0 0 0,-1-3 0,1 13-321,0-4-73,-1 0-1,1 0 1,1 0 0,-1 1 0,1-1 0,-1 0-1,1 0 1,2 5 0,3 3-2,-3-9 0,-1 1 0,0 0 0,0 0 0,-1 0 0,1 0 0,-1 0 0,0 0 0,0 1 0,0-1 0,0 0 0,-1 0 0,0 6 0,2 28 0,12 70 0,-9-65-283,-2 1 0,-6 77 0,1-36-728,2 5-5606,0-3-3728,0-83 9693,-1 0 1,1 0-1,-1 0 1,0 0-1,0 0 0,0 0 1,0-1-1,-1 1 0,-3 7 1,2-7 76,0 9-2405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09.7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64 3362,'0'-64'20737,"24"64"-14131,49 11-4544,65 5-2062,-74-16-3336,87 0-11184,-149 0 14250,-1 0 0,0 0 1,0 0-1,0 0 0,1 0 1,-1 0-1,0 0 0,0 0 0,0-1 1,1 1-1,-1 0 0,0-1 1,0 1-1,0-1 0,0 1 0,0-1 1,0 1-1,0-1 0,0 0 1,0 0-1,1-1 0,4-3-1875,9 3-1213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0.1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521 120 5458,'0'-3'759,"0"1"0,-1-1 0,1 0 0,-1 1 0,0-1 0,0 1 0,0-1 0,0 1 0,0-1 0,0 1 0,-1 0 0,1 0 0,-1-1 0,-2-1 0,-10-19 3077,11 20-3586,1 0 0,-1 0 0,0 0 0,1 0 1,-2 0-1,1 1 0,0-1 0,0 1 0,-1 0 0,1 0 1,-1 0-1,0 0 0,0 1 0,-5-2 0,-50-12 2574,47 12-2430,-1 2 0,1 0-1,-1 0 1,0 1 0,0 1-1,1 0 1,-1 1 0,1 0-1,-1 0 1,1 2 0,0 0 0,0 0-1,-15 8 1,26-11-394,-1 0 0,0 0 0,1 1 0,0-1 0,-1 0 0,1 1 0,0-1 0,-1 1 0,1-1 0,0 1 0,0 0 0,0-1 0,1 1 0,-1 0 0,0 0 0,1 0 0,-1 3 0,-7 15 0,4-12 0,1-5 0,1 1 0,0-1 0,0 1 0,0 0 0,1 0 0,-1-1 0,1 1 0,0 1 0,0-1 0,0 0 0,1 0 0,-1 0 0,1 0 0,0 0 0,0 1 0,0-1 0,1 0 0,0 0 0,1 7 0,9 22 0,-6-17 0,0 0 0,1 0 0,11 21 0,-10-27 0,1 0 0,-1 0 0,2-1 0,10 10 0,25 30 0,-3-2 0,-34-41 0,0 1 0,0 1 0,-1-1 0,0 1 0,9 15 0,-14-21 0,-1 0 0,1-1 0,0 1 0,0 0 0,0-1 0,0 1 0,0-1 0,0 0 0,0 1 0,0-1 0,1 0 0,-1 0 0,1 1 0,1 0 0,5 4 0,-7-5 0,-1-1 0,0 0 0,0 0 0,0 0 0,1 0 0,-1 1 0,0-1 0,0 0 0,0 0 0,0 1 0,0-1 0,0 0 0,0 0 0,0 1 0,1-1 0,-1 0 0,0 0 0,0 1 0,0-1 0,0 0 0,0 0 0,0 1 0,0-1 0,0 0 0,-1 0 0,1 1 0,0-1 0,0 0 0,0 0 0,0 0 0,0 1 0,0-1 0,0 0 0,0 0 0,-1 1 0,1-1 0,0 0 0,0 0 0,0 0 0,-1 0 0,1 1 0,0-1 0,0 0 0,0 0 0,-1 0 0,1 0 0,0 0 0,-1 1 0,-20 7 0,-24-1 0,-109-7-4593,-2 0-3172,140 0 3840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0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434 91 3041,'-2'-1'541,"-1"0"-1,1-1 1,0 1-1,-1 0 0,1-1 1,0 0-1,0 1 0,0-1 1,0 0-1,1 0 1,-1 0-1,0 0 0,1-1 1,0 1-1,-1 0 1,-1-5-1,-7-10 1679,-11 1 1285,8 7-493,6 7-2181,0-1 1,1 1 0,-1 0 0,0 1 0,-1-1 0,1 1 0,0 1 0,0 0-1,-12 0 1,15 0-410,-8 0-259,0 0 0,0 1 0,0 1 0,0 0-1,0 0 1,0 1 0,0 1 0,1 0 0,0 0 0,0 1 0,0 1 0,0 0 0,1 0 0,0 1-1,0 0 1,1 1 0,0 0 0,-11 12 0,18-17-162,1-1 0,-1 1 0,1-1 0,-1 1 0,1-1 0,0 1 0,0 0 0,0 0 0,0 4 0,-11 25 0,9-26 0,0 0 0,0 0 0,0 0 0,0 0 0,1 0 0,0 1 0,1-1 0,-1 1 0,1-1 0,1 1 0,-1-1 0,1 1 0,1 9 0,-2-3 0,0-9 0,1 1 0,0-1 0,0 0 0,0 1 0,0-1 0,1 1 0,-1-1 0,1 0 0,0 0 0,2 6 0,6 7 0,35 57 0,-40-68 0,0-1 0,0 0 0,0 0 0,1-1 0,0 1 0,0-1 0,0 0 0,1 0 0,-1-1 0,1 1 0,9 3 0,55 19 0,-63-23 0,-1 0 0,1 0 0,0 0 0,0-1 0,0-1 0,0 1 0,11 0 0,15 4 0,-22-5 0,1-1 0,1 0 0,-1 0 0,-1-1 0,1 0 0,0-2 0,13-2 0,73-25 0,-94 29 0,-1 0 0,1-1 0,0 0 0,0 1 0,-1-1 0,1-1 0,-1 1 0,0 0 0,0-1 0,0 1 0,0-1 0,4-5 0,18-16 0,-14 14 0,0 0 0,-1 0 0,0-1 0,-1 0 0,0-1 0,-1 0 0,8-15 0,0-5 0,20-57 0,-22 56 0,-11 26 0,0 1 0,-1-1 0,0 1 0,0-1 0,0 0 0,-1 1 0,0-1 0,0 0 0,-1-10 0,0 248 0,1-227 0,-1 1 0,1-1 0,-1 0 0,1 1 0,1-1 0,-1 0 0,3 5 0,-2-4 0,-1-1 0,1 0 0,-1 0 0,0 0 0,0 1 0,-1-1 0,1 6 0,-1 4-332,-1-9-300,1 0-1,0 0 1,0-1-1,0 1 1,1 0-1,-1 0 1,1 0-1,3 7 1,7 0-2834,-10-11 3115,0 0 0,0 0 0,0 0-1,0 0 1,0 0 0,-1 0 0,1 0 0,0 0-1,0 0 1,-1 0 0,1 0 0,-1 0 0,1 1 0,-1-1-1,0 0 1,1 0 0,-1 1 0,0-1 0,0 0-1,0 0 1,0 3 0,0-4 126,0 1 0,0 0-1,0-1 1,0 1 0,0 0 0,0-1 0,0 1-1,0 0 1,0-1 0,0 1 0,0-1 0,1 1-1,-1 0 1,0-1 0,0 1 0,1 0-1,-1-1 1,0 1 0,1-1 0,-1 1 0,0-1-1,1 1 1,0 0 0,22 1-4495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1.3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146 333 3089,'31'-22'3098,"-25"18"-2400,0 0 0,0 0 0,-1 0 0,0-1 0,6-6 0,18-43 4491,17-13 2388,-44 62-6943,0 1 0,-1-1 1,0 0-1,0 1 0,-1-1 0,1 0 0,-1 1 0,0-1 0,0 0 0,-2-7 0,1-8 1654,1 17-2265,-1 0 0,0 0-1,1 0 1,-1 0 0,0 0-1,-1 0 1,1 0 0,0 0-1,-1 1 1,0-1 0,0 0-1,1 1 1,-2 0 0,1-1-1,0 1 1,0 0 0,-1 0-1,1 0 1,-6-3 0,4 2-32,-1 0 1,0 1 0,1-1 0,-1 1-1,-1 0 1,1 0 0,0 0 0,0 1-1,-1 0 1,-8-1 0,6 2 8,0 0 0,0 0 0,0 1 0,0 0 0,1 0 0,-1 1 0,1 0 0,-1 1 0,1-1 0,-1 1 0,1 1 0,0-1 0,1 1 0,-1 0 0,1 1 0,-1 0 0,-9 10 0,10-9 0,1 1 0,0 1 0,1-1 0,-1 1 0,-5 15 0,1-5 0,7-11 0,0 0 0,0 1 0,1-1 0,0 1 0,0-1 0,1 1 0,0-1 0,0 1 0,3 13 0,-1 12 0,-2-25-244,1-1 0,0 0 0,0 0 0,1 0-1,0 0 1,0 0 0,1 0 0,-1 0 0,2-1 0,-1 1 0,1-1 0,0 0 0,0 0-1,1-1 1,-1 1 0,1-1 0,1 0 0,-1 0 0,1 0 0,-1-1 0,10 5 0,-6-3-157,1-1 0,-1-1 0,1 1 1,0-2-1,0 1 0,0-1 1,0-1-1,0 0 0,1-1 1,-1 1-1,1-2 0,-1 0 1,1 0-1,-1-1 0,14-2 1,0-2-1045,-1-1 0,35-13 0,-49 14 1390,1 1-1,-1-1 0,0-1 0,0 0 0,-1 0 0,0 0 0,0-1 1,9-11-1,12-9 524,-23 23-176,0-1 0,-1 0 1,0 0-1,0-1 0,0 0 1,0 0-1,6-11 0,-10 13 19,1 0 0,0 0-1,-1 1 1,2-1-1,-1 1 1,0 0 0,1-1-1,-1 1 1,1 0 0,0 0-1,0 1 1,0-1-1,6-3 1,-9 6-233,0 0 0,1 0-1,-1 0 1,1 0 0,-1 0 0,0-1 0,1 1-1,-1 0 1,0 0 0,0-1 0,1 1 0,-1 0 0,0 0-1,1-1 1,-1 1 0,0 0 0,0-1 0,0 1-1,1 0 1,-1-1 0,0 1 0,0 0 0,0-1-1,0 1 1,0-1 0,0 1 0,0 0 0,1-1-1,-1 0 1,2-5 403,-1 6-367,0-1 0,0 1 1,0 0-1,0-1 1,-1 1-1,1 0 0,0-1 1,0 1-1,0 0 0,0 0 1,0 0-1,0 0 1,0 0-1,0 0 0,0 0 1,0 0-1,0 0 1,0 1-1,0-1 0,0 0 1,0 1-1,0-1 1,0 0-1,0 1 0,0-1 1,-1 1-1,1 0 0,0-1 1,0 1-1,-1-1 1,2 2-1,-1 0 85,1 0 0,-1 0 1,0 0-1,0 0 0,0 0 0,0 1 0,0-1 1,0 0-1,0 0 0,-1 1 0,1-1 0,-1 0 1,0 1-1,0 3 0,0-4-199,1 1 0,-1 0 0,1-1 0,-1 1 0,1 0 0,0-1 0,0 1 0,0-1 0,0 1 0,0-1 0,0 0 0,4 5 0,-3-5 0,-1 0 0,1 1 0,-1-1 0,1 1 0,-1 0 0,0-1 0,0 1 0,0 0 0,0 0 0,-1 0 0,1-1 0,-1 1 0,0 3 0,0 140 0,0-144 0,0-1 0,1 1 0,-1 0 0,0-1 0,0 1 0,1 0 0,-1-1 0,1 1 0,-1 0 0,1-1 0,0 1 0,0-1 0,0 0 0,1 3 0,0-2 0,-1-1 0,0 1 0,0-1 0,0 1 0,-1 0 0,1-1 0,0 1 0,-1 0 0,1 0 0,-1 0 0,1-1 0,-1 1 0,0 0 0,0 3 0,0-3 0,0-1 0,0 1 0,0-1 0,0 0 0,0 1 0,1-1 0,-1 0 0,0 1 0,1-1 0,-1 0 0,1 1 0,-1-1 0,1 0 0,1 2 0,-2-2 0,1-1 0,0 1 0,-1-1 0,1 0 0,-1 1 0,1-1 0,0 0 0,-1 0 0,1 1 0,0-1 0,-1 0 0,1 0 0,0 0 0,-1 0 0,1 0 0,0 0 0,-1 0 0,1 0 0,0 0 0,-1 0 0,1 0 0,0-1 0,-1 1 0,1 0 0,1-1 0,-2 1 0,1-1 0,-1 1 0,0 0 0,1-1 0,-1 1 0,1-1 0,-1 1 0,0-1 0,1 1 0,-1-1 0,0 0 0,0 1 0,1-1 0,-1 1 0,0-1 0,0 1 0,0-1 0,0 0 0,0 1 0,0-1 0,0 1 0,0-1 0,0-1 0,2-8 0,25-16 0,-24 24 0,0-1 0,0 1 0,0-1 0,0 0 0,-1 0 0,1 0 0,-1 0 0,0 0 0,0 0 0,0-1 0,3-6 0,0-2 0,0 0 0,1 0 0,1 1 0,0 0 0,0 0 0,16-16 0,15-23 0,-15 23 0,1 0 0,1 2 0,2 1 0,37-27 0,-58 47 0,-1 0 0,0 1 0,0 0 0,0 0 0,0 0 0,1 0 0,-1 1 0,1 0 0,11-2 0,-14 3 0,0 1 0,0-1 0,-1 1 0,1 0 0,0 0 0,0 0 0,0 0 0,-1 1 0,1-1 0,0 1 0,0-1 0,-1 1 0,1 0 0,-1 0 0,1 1 0,-1-1 0,1 0 0,-1 1 0,4 2 0,-1 11 0,-1-1 0,-1-9 0,0-1 0,0 2 0,0-1 0,-1 0 0,0 1 0,0-1 0,0 1 0,-1-1 0,0 1 0,0 0 0,0 0 0,-1-1 0,0 1 0,-1 8 0,10 28 0,-7-35 0,0 0 0,0 0 0,0 0 0,-1 0 0,0 11 0,-1 39-4331,0 82-15664,0-121 11682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1.6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268 95 5587,'0'-17'4217,"-3"-34"9316,3 49-13237,0 1-1,-1-1 1,0 0 0,1 0 0,-1 0 0,0 1 0,0-1 0,0 0 0,0 1-1,0-1 1,0 1 0,-3-3 0,1 1 1131,-2 3 260,-1 1-1574,0 0 0,0 1 0,0 0 1,0 0-1,0 0 0,0 1 1,0 0-1,1 0 0,-1 0 1,1 0-1,0 1 0,0 0 0,0 0 1,-6 9-1,-11 10 272,-31 43 1,35-44-386,12-16 0,0 0 0,1 1 0,0-1 0,1 1 0,-1 0 0,1 0 0,0 1 0,1-1 0,0 1 0,0 0 0,1 0 0,-1 0 0,0 10 0,2 4 0,0-13 0,0 0 0,0-1 0,1 1 0,0 0 0,1-1 0,0 1 0,0 0 0,5 15 0,3-15 0,0 1 0,1-1 0,0-1 0,0 0 0,1 0 0,20 10 0,-21-14 0,0-1 0,0-1 0,0 1 0,0-1 0,0-1 0,0 0 0,0-1 0,1 0 0,-1 0 0,14-3 0,23 1 0,-35 2 0,1-1 0,-1 0 0,0-1 0,-1-1 0,1 0 0,0 0 0,-1-2 0,0 1 0,0-1 0,0-1 0,0 0 0,-1 0 0,0-1 0,0 0 0,12-13 0,24-20 0,-40 36 0,-1 0 0,1 0 0,-1 0 0,0-1 0,0 1 0,-1-1 0,0 0 0,1-1 0,-2 1 0,1-1 0,-1 1 0,0-1 0,4-9 0,9-28 0,-14 38 0,1-1 0,-1 1 0,0-1 0,0 0 0,-1 0 0,0 0 0,0 1 0,0-1 0,-1-8 0,0 7 0,1 5 0,0-1 0,-1 0 0,0 0 0,0 0 0,0 0 0,0 0 0,0 0 0,-1 0 0,1 0 0,-1 0 0,0 1 0,0-1 0,-2-4 0,-6 2 0,7 3 0,1 1 0,-1 0 0,0 0 0,1 0 0,-1 0 0,0 1 0,0-1 0,0 0 0,0 1 0,0-1 0,0 1 0,0 0 0,0 0 0,0-1 0,0 1 0,-2 1 0,-7 2 0,4-1 0,0 0 0,0 1 0,0 0 0,0 0 0,0 0 0,0 1 0,1 0 0,0 0 0,0 1 0,-10 9 0,-2 5 0,13-15 0,1 0 0,0 0 0,1 1 0,-1-1 0,1 1 0,0 0 0,0 0 0,0 0 0,1 0 0,-4 10 0,-33 77 0,37-87 0,1 0 0,0-1 0,0 1 0,0 0 0,0 0 0,1 0 0,0 0 0,0 0 0,0 0 0,1 0 0,-1 0 0,1 0 0,1 0 0,-1 0 0,0-1 0,1 1 0,0 0 0,0-1 0,1 0 0,-1 1 0,1-1 0,5 6 0,10 23 0,-17-31 0,1 1 0,-1-1 0,1 1 0,-1-1 0,1 0 0,0 0 0,0 0 0,0 0 0,0 0 0,0 0 0,1 0 0,-1 0 0,0-1 0,1 0 0,3 2 0,45 11 0,-10-4 0,-34-8-548,1 0 0,-1 0-1,1-1 1,0 0 0,10 0 0,67-11-9476,-64 6 8045,9-7-3699,20-13 572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1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197 238 2721,'0'-27'5171,"-28"1"223,28 15-1152,0-15-1345,-19 10-816,19 6-112,0-6-320,-28 16-432,28-16-369,0 5-1056,-28-4-849,9 4-4881,19-5 1071,-28-10-687,-19 15 480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4.1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648 27 9300,'-3'0'908,"0"0"-1,1-1 0,-1 1 1,0-1-1,1 1 1,-1-1-1,1 0 0,-1 0 1,1-1-1,0 1 1,-5-3-1,4 2-572,1 0 1,-1 1-1,1-1 1,-1 1-1,1 0 1,-1 0-1,0 0 1,0 0-1,0 0 1,1 1-1,-1-1 0,-4 1 1,-10 1 587,-1 1 0,0 1 0,1 1 1,0 0-1,0 1 0,-20 9 0,14-6-291,17-5-579,-1-1 1,1 1-1,0 0 1,0 0-1,0 1 1,0 0-1,1 0 1,-1 0-1,1 1 1,0-1-1,0 1 1,1 1-1,0-1 1,0 1-1,0-1 1,0 1-1,1 0 1,0 0-1,0 1 1,-2 7-1,1 0-53,1-7 0,1 0 0,0 0 0,0 0 0,1 0 0,0 0 0,0 0 0,1 1 0,0-1 0,0 0 0,1 0 0,2 12 0,0-3 0,-2-6 0,0 0 0,1 0 0,1 0 0,-1-1 0,2 1 0,-1-1 0,1 0 0,1 0 0,0 0 0,9 12 0,-6-12 0,2 1 0,-1 0 0,0 1 0,0 0 0,10 18 0,-14-21 0,0 0 0,1-1 0,0 1 0,1-2 0,0 1 0,12 9 0,26 28 0,-44-42 0,6 8 0,0 0 0,1-1 0,0 0 0,1 0 0,0-1 0,10 8 0,-16-14 0,-1 0 0,0 0 0,0 0 0,0 0 0,0 1 0,0-1 0,0 1 0,-1-1 0,1 1 0,-1-1 0,0 1 0,0 0 0,0 0 0,0 0 0,0 0 0,0 0 0,-1 0 0,0 0 0,1 0 0,-1 0 0,0 0 0,-1 4 0,0-6 0,0 1 0,0-1 0,0 1 0,-1-1 0,1 0 0,0 0 0,-1 0 0,1 0 0,0 0 0,-1 0 0,1 0 0,-1 0 0,0 0 0,1-1 0,-1 1 0,0-1 0,1 1 0,-1-1 0,-2 1 0,-43 9 0,-4-2 0,7-1 0,-74 3 0,-143 0 0,245-9-2615,13 0 1646,1-1-1,0 1 0,-1-1 0,1 1 0,0 0 0,-1 0 0,1 0 0,0 0 1,0 0-1,0 0 0,0 1 0,-3 2 0,33-4-12684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4.5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53 5122,'1'-1'426,"0"0"0,1 0 0,-1 0 0,0 0 0,0 0 0,0 0 0,0 0 0,0 0 0,-1 0 0,1 0 0,0-1 0,0 1 0,-1 0 0,1-1 0,-1 1 0,1-3-1,-1 3-139,0 0 0,-1 0 0,1 0-1,0 0 1,-1 0 0,1 0 0,-1 0-1,1 0 1,-1 0 0,1 0-1,-1 0 1,0 0 0,1 1 0,-1-1-1,0 0 1,0 0 0,0 1-1,-1-2 1,0 1 284,0-1-1,-1 1 0,1-1 1,-1 1-1,1 0 1,-1 0-1,1 0 0,-1 0 1,0 1-1,0-1 1,1 1-1,-1-1 1,0 1-1,0 0 0,-3 0 1,3 1-309,-1-1 0,1 1 0,0-1 0,-1 1 0,1 0 0,0 0 1,0 0-1,0 1 0,0-1 0,0 1 0,0-1 0,0 1 0,0 0 0,1 0 0,-1 1 0,1-1 0,-1 0 1,1 1-1,0-1 0,0 1 0,-2 4 0,-21 22-114,21-25-150,1-1 1,-1 1-1,1 0 0,0 0 0,-1 0 1,2 0-1,-1 0 0,1 1 1,-5 9-1,-8 38 3,7-28 0,1 0 0,1 1 0,1-1 0,1 1 0,-1 27 0,5-41 0,1-1 0,0 1 0,0-1 0,1 1 0,0-1 0,5 13 0,-5-18 0,0 0 0,0 0 0,1-1 0,-1 1 0,1-1 0,0 0 0,1 0 0,-1 0 0,1 0 0,0 0 0,-1-1 0,2 1 0,-1-1 0,6 3 0,12 8 0,-18-11 0,-1 0 0,1-1 0,0 1 0,0-1 0,0 0 0,0-1 0,0 1 0,1-1 0,-1 1 0,0-1 0,1-1 0,-1 1 0,1 0 0,-1-1 0,5 0 0,31 2 0,-29-1 0,-1 0 0,1 0 0,0-1 0,-1 0 0,1-1 0,0 0 0,-1-1 0,0 0 0,1-1 0,12-5 0,17-11 0,-32 15 0,0 1 0,0-1 0,0 0 0,-1-1 0,0 0 0,0 0 0,0 0 0,12-14 0,29-44 0,-43 59 0,-1 0 0,0 0 0,0 0 0,0 0 0,-1-1 0,1 0 0,-1 1 0,0-1 0,-1 0 0,1-1 0,2-8 0,2-8 0,0 0 0,16-31 0,-13 31 0,-5-29 0,-6 39 0,0 34 0,2 15 0,0-20 0,0 1 0,-1-1 0,-2 1 0,-2 17 0,0-20 0,0-1 0,1 0 0,1 1 0,0 0 0,1 21 0,1 15-593,0 246-11729,0-290 10406,0 10-9676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4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1 401 1697,'28'-53'4178,"-28"-5"176,19 21-945,-19-5-896,0 5-752,0-5 144,0 16-112,0-1-625,0 11-543,0 6-497,0-6-400,0 5-721,0-4-1216,0 4-1280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2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293 153 3554,'0'-105'12304,"0"104"-12177,0 0 1,0 0-1,0 0 1,-1 0-1,1 0 0,0 0 1,-1 0-1,1 0 0,-1 0 1,1 0-1,-1 0 1,1 0-1,-1 0 0,1 0 1,-1 0-1,0 0 1,0 1-1,1-1 0,-1 0 1,0 1-1,0-1 1,0 0-1,0 1 0,0-1 1,0 1-1,0 0 1,0-1-1,0 1 0,0 0 1,-1-1-1,0 0 193,1 1-222,1 0 0,-1 0 0,1 0 0,0 0 0,-1-1 0,1 1 0,0 0 0,-1 0 0,1 0 0,0-1 0,-1 1 0,1 0 0,0-1 0,0 1 0,-1 0 0,1 0 0,0-1 0,0 1 0,0-1 0,-1 1 0,1 0 0,0-1 0,0 1 0,0 0 0,0-1 0,0 1 0,0-1 0,0 1 0,0-1 0,-3-5 400,0 5-296,-1-1 0,1 1 1,-1 0-1,1 0 0,-1 1 0,0-1 0,1 1 0,-1 0 0,0-1 0,0 2 0,1-1 0,-1 0 0,0 1 0,1 0 0,-1-1 0,0 1 0,1 1 0,0-1 0,-1 1 0,1-1 0,0 1 0,-1 0 0,1 0 0,-3 3 0,-5 3 172,1 1 0,-1 0 0,2 0 0,-1 1 0,-10 16-1,11-14-217,1 0-1,0 0 0,1 1 1,1 0-1,0 0 0,1 1 0,0 0 1,1 0-1,-2 16 0,-8 18-14,10-37-121,1 0 0,0 0 0,0 0 1,1 0-1,-1 18 0,3-8 5,-1-12-16,1-1 0,0 1 0,0-1 0,1 1 0,0-1 0,3 13 0,-4-20-9,12 34 1,1-1 0,2 0 1,36 60-1,-46-87-27,0-1 0,1 1 0,0-1 0,0-1-1,1 1 1,-1-1 0,9 5 0,22 18-213,-30-23 162,0-1 0,0 1 1,0-2-1,0 1 1,1-1-1,0 0 0,-1 0 1,11 1-1,6 3-212,-18-5 232,-1 0 0,1-1 0,-1 0 0,1-1 0,0 1 0,-1-1 1,1 0-1,0 0 0,6-2 0,24 0-183,-28 2 226,0-1-1,-1-1 0,1 1 0,0-1 1,-1-1-1,1 1 0,-1-1 0,0 0 1,0-1-1,0 0 0,0 0 0,-1 0 1,9-8-1,10-10-52,41-47 1,-56 57 64,-4 4 14,0-2 1,0 1-1,-1-1 1,7-17-1,-3 8 67,-7 11 145,0 0-1,-1 0 1,1 0-1,-1 0 0,-1 0 1,0 0-1,0 0 1,-2-15-1,0-8 202,2 241-425,0-204 0,1 1 0,0-1 0,0 0 0,0 0 0,0 0 0,5 9 0,-1 1 0,29 79 0,-33-93 0,0 0 0,0 0 0,-1 0 0,2 0 0,-1 0 0,0-1 0,0 1 0,0 0 0,1 0 0,-1-1 0,1 1 0,0-1 0,-1 1 0,1-1 0,3 2 0,10 10 0,-8 2 0,-6-13 0,-1-1 0,1 1 0,-1-1 0,1 0 0,-1 1 0,1-1 0,0 0 0,0 1 0,0-1 0,0 0 0,0 0 0,0 0 0,0 0 0,0 1 0,0-2 0,1 1 0,1 2 0,12 5 0,48 23 0,-59-30 0,0 1 0,1-1 0,0 0 0,-1-1 0,1 1 0,0-1 0,-1 0 0,1 0 0,0 0 0,-1-1 0,1 1 0,-1-1 0,6-2 0,-9 3 0,0-1 0,0 1 0,0 0 0,0-1 0,0 1 0,0-1 0,0 1 0,-1-1 0,1 0 0,0 1 0,0-1 0,-1 0 0,1 0 0,0 1 0,-1-1 0,1 0 0,-1 0 0,1 0 0,0-1 0,8-12 0,-5 11 0,-1 0 0,1 0 0,-1 0 0,0 0 0,0-1 0,0 0 0,-1 1 0,1-1 0,-1 0 0,0 0 0,0 0 0,-1-1 0,1 1 0,-1 0 0,1-1 0,-2 1 0,1-1 0,0-8 0,1-50 0,-1 23 0,-1 0 0,-6-44 0,4 72 0,0 1 0,-1-1 0,0 0 0,-1 1 0,0 0 0,-1 0 0,0 0 0,0 0 0,-1 1 0,-1 0 0,-11-13 0,4 7-508,0 1 1,-2 1-1,0 0 1,-31-21-1,38 30 87,-1 0 0,0 0 0,1 1 0,-2 0 0,1 0 0,0 1 0,-1 1 0,1-1 0,-1 2 0,-18-1 0,51 2-14892,21 2 9737,-38 6 3444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3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0 448,'63'11'8868,"-62"-7"-8161,0-1 0,-1 1 0,1 0 0,-1 0 0,1 0-1,-1 0 1,0 0 0,-1 4 0,1-5-18,0 371 14127,0-279-13232,0-93-1584,0-1 0,0 0 0,0 1 0,0-1 0,1 1 0,-1-1 0,0 0 0,1 1 0,-1-1 0,1 0 0,-1 1 0,1-1 0,0 0 0,0 0 0,-1 0 0,1 0 0,0 1 0,0-1 0,0 0 0,0-1 0,3 3 0,-3-2 0,0-1 0,0 1 0,0 0 0,0 0 0,-1 0 0,1-1 0,0 1 0,0 0 0,-1 0 0,1 0 0,0 0 0,-1 0 0,1 1 0,-1-1 0,1 0 0,-1 0 0,0 0 0,0 0 0,1 1 0,-1-1 0,0 2 0,0-3 0,0 1 0,0-1 0,-1 0 0,1 0 0,0 1 0,0-1 0,0 0 0,0 1 0,0-1 0,0 0 0,0 1 0,0-1 0,0 0 0,0 1 0,0-1 0,0 0 0,0 1 0,0-1 0,0 0 0,0 1 0,0-1 0,1 0 0,-1 0 0,0 1 0,0-1 0,0 0 0,0 1 0,1-1 0,-1 0 0,0 0 0,0 0 0,1 1 0,-1-1 0,0 0 0,0 0 0,1 0 0,-1 1 0,0-1 0,1 0 0,-1 0 0,0 0 0,1 0 0,-1 0 0,0 0 0,1 0 0,13-13 0,10-25 0,-1-19 0,5-10 0,-18 45 0,-1-1 0,-2 0 0,8-35 0,13-40 0,-15 53 0,-12 39 0,0 0 0,1-1 0,0 1 0,0 0 0,5-10 0,1 3 0,-6 10 0,0 1 0,0-1 0,-1 1 0,0-1 0,1 0 0,-1 0 0,0 1 0,0-1 0,0 0 0,-1 0 0,1 0 0,-1 0 0,1-5 0,-2 8 0,1-1 0,0 1 0,0 0 0,0 0 0,0-1 0,0 1 0,0 0 0,0-1 0,0 1 0,0 0 0,0 0 0,0-1 0,0 1 0,0 0 0,0-1 0,0 1 0,0 0 0,0 0 0,0-1 0,0 1 0,1 0 0,-1-1 0,0 1 0,0 0 0,0 0 0,0 0 0,1-1 0,-1 1 0,0 0 0,0 0 0,1 0 0,-1-1 0,0 1 0,0 0 0,0 0 0,1 0 0,-1 0 0,0 0 0,1-1 0,-1 1 0,0 0 0,0 0 0,1 0 0,-1 0 0,0 0 0,1 0 0,13 11 0,8 15 0,-21-25 0,0 1 0,-1-1 0,1 0 0,0 1 0,-1-1 0,1 1 0,-1-1 0,1 1 0,-1-1 0,0 1 0,1-1 0,-1 1 0,0-1 0,0 1 0,0-1 0,-1 3 0,3 10 0,0-6 0,1-1 0,0 1 0,0 0 0,1-1 0,0 0 0,0 0 0,0 0 0,1 0 0,6 6 0,-7-10 0,-1 1 0,0 0 0,0 0 0,0 0 0,-1 1 0,0-1 0,1 1 0,-1-1 0,2 10 0,16 28 0,-3-13 0,-15-24 0,1 1 0,0-1 0,0 0 0,0-1 0,1 1 0,8 8 0,10 10 0,-19-18 0,1 0 0,1 0 0,-1-1 0,1 0 0,0 0 0,0 0 0,0 0 0,0-1 0,1 1 0,-1-1 0,1-1 0,7 4 0,10 2 0,-21-7 0,-1 0 0,1 0 0,0 0 0,-1-1 0,1 1 0,0 0 0,-1-1 0,1 1 0,0-1 0,0 0 0,-1 1 0,1-1 0,0 0 0,0 0 0,0 0 0,0 0 0,-1-1 0,1 1 0,0 0 0,0-1 0,-1 1 0,1-1 0,0 0 0,-1 0 0,1 1 0,-1-1 0,1 0 0,-1 0 0,1 0 0,-1-1 0,3-1 0,11-6 0,-14 9 0,1-1 0,-1 0 0,1 1 0,-1-1 0,0 0 0,1 0 0,-1 1 0,0-1 0,1 0 0,-1 0 0,0-1 0,0 1 0,0 0 0,0 0 0,0-1 0,0 1 0,0 0 0,0-1 0,-1 1 0,1-1 0,0 1 0,-1-1 0,1 1 0,-1-1 0,0 1 0,0-1 0,1-3 0,-1 3 0,0-1 0,0 1 0,1-1 0,-1 1 0,1-1 0,0 1 0,0-1 0,0 1 0,0-1 0,0 1 0,0 0 0,1 0 0,1-3 0,-1 3 0,0-1 0,-1 1 0,1-1 0,-1 0 0,0 1 0,0-1 0,0 0 0,0 0 0,0 0 0,0 0 0,-1 0 0,0 0 0,1-4 0,8-48 0,-6 44 0,-1 0 0,0-1 0,1-18 0,-2 11 0,0 14 0,-1 0 0,1 0 0,-1 0 0,0 0 0,-1 0 0,1 0 0,-1 0 0,0 0 0,-3-9 0,-9-6 0,16 25 0,-1-1 0,0 0 0,0 0 0,0 0 0,-1 0 0,0 0 0,0 1 0,0-1 0,1 6 0,-2-7 0,0 1 0,1 0 0,0-1 0,0 1 0,0-1 0,0 1 0,0-1 0,1 0 0,0 1 0,3 4 0,11 26 0,-14-29 0,0-1 0,1 1 0,-1-1 0,1 1 0,0-1 0,1 0 0,7 7 0,-8-7 0,1 0 0,0 0 0,-1 0 0,1 1 0,-1-1 0,-1 1 0,4 6 0,-1-1-46,-1-1 1,2 0-1,-1 0 1,1 0-1,1-1 0,-1 0 1,1 0-1,1 0 1,0-1-1,0 0 0,0-1 1,16 10-1,-1 1-228,-16-13-11,-1 0 0,1-1-1,0 0 1,0 0 0,0 0 0,0-1 0,0 0 0,1 0 0,-1-1-1,1 0 1,-1 0 0,16-1 0,-13 0 92,0-1 0,1 0 0,-1-1 1,0 0-1,0-1 0,-1 0 0,1 0 0,16-9 0,-19 7 239,-1-1 0,1 0 0,-2 0-1,1 0 1,-1-1 0,0 0-1,0 0 1,0 0 0,-1-1-1,0 1 1,-1-1 0,5-15-1,-6 17 60,3-5 16,-2 4 178,0-1-1,0 1 0,-1-1 0,0 0 0,0 0 0,0 0 0,-1 0 0,0-14 0,-1-108 2509,0 131-2807,-1-1 0,1 1 0,0 0 0,0-1 0,0 1 0,0-1 0,-1 1 0,1 0 0,0-1 0,0 1 0,-1-1 0,1 1 0,-1-1 0,1 1 0,0-1 0,-1 1 0,1-1 0,-1 0 0,1 1 0,-1-1 0,1 0 0,-1 1 0,1-1 0,-1 0 0,0 1 0,1-1 0,-1 0 0,1 0 0,-1 0 0,0 0 0,1 0 0,-1 1 0,1-1 0,-1 0 0,0 0 0,1-1 0,-1 1 0,0 0 0,1 0 0,-1 0 0,1 0 0,-1 0 0,0-1 0,1 1 0,-1 0 0,1-1 0,-1 1 0,1 0 0,-1-1 0,1 1 0,-1 0 0,1-1 0,0 1 0,-1-1 0,1 1 0,-1-1 0,1 1 0,0-1 0,-1 1 0,1-1 0,0 0 0,-1 0 0,1 1134-622,0-1130 280,0 0 0,0 0-1,-1 1 1,0-1 0,0 0-1,0 0 1,0 0 0,-3 5 0,-2 8-2867,3 5-5370,1-63-4709,1 16 12383,1 1 1,6-45-1,6 19 364,-9-7-113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3.7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0 318 1857,'6'-15'1069,"-1"-1"-1,0 0 1,2-20 0,-5 22-116,1 1-1,0-1 1,1 1 0,10-21 0,28-73 3398,-41 105-4226,1-1 0,-1 0 0,1 1 0,-1 0 0,1-1 0,0 1 0,0 0-1,0 0 1,1 0 0,-1 0 0,0 0 0,1 0 0,-1 1 0,1-1 0,-1 1 0,1 0 0,0 0 0,0 0 0,0 0 0,-1 0 0,1 0 0,0 1 0,0 0 0,0-1-1,0 1 1,0 0 0,0 0 0,0 1 0,0-1 0,0 1 0,0-1 0,0 1 0,-1 0 0,4 1 0,-1 0 203,0 0 1,0 0-1,0 0 1,-1 1 0,1 0-1,-1-1 1,1 2-1,-1-1 1,0 0-1,0 1 1,-1 0-1,1 0 1,-1 0-1,0 0 1,0 0-1,0 1 1,0-1 0,-1 1-1,3 7 1,16 50 1659,-16-51-1605,0 0-1,-1 1 0,0 0 1,-1 0-1,-1 0 0,1 0 0,-2 0 1,0 0-1,0 1 0,-1-1 1,-3 22-1,-3-4-382,-2-1 0,-17 46 0,21-65 0,-1 0 0,0 0 0,0 0 0,-1-1 0,0 1 0,-1-1 0,0-1 0,-1 1 0,1-1 0,-16 11 0,-41 25-4370,58-39 2236,1-1-1,-1-1 1,0 1 0,0-1-1,-12 6 1,-9-7-4765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5.1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479 122 176,'0'-2'181,"0"1"1,0 0-1,-1 0 0,1 0 0,1-1 1,-1 1-1,0 0 0,0 0 1,0 0-1,1-1 0,-1 1 0,0 0 1,1 0-1,-1 0 0,1 0 1,0 0-1,-1 0 0,1 0 0,0 0 1,-1 0-1,1 0 0,1-1 1,-1 1 173,0 0 1,0 0 0,0 0-1,0 0 1,-1 0 0,1 0-1,0 0 1,-1 0 0,1-1 0,-1 1-1,1 0 1,-1 0 0,1-1-1,-1 1 1,0 0 0,0-1-1,0 1 1,0 0 0,0-1 0,0 1-1,0-3 1,0-27 6774,0-2 3671,-21 31-8208,-47 11-2521,58-7-72,1 0 0,-1 1 0,1 0 0,0 0 0,0 1 0,-9 5 0,-27 12 0,21-10 0,1 1 0,1 2 0,0 0 0,1 1 0,0 2 0,1 0 0,1 0 0,-20 26 0,31-35 0,1 0 0,0 1 0,0 0 0,1 0 0,0 1 0,1 0 0,0 0 0,0 0 0,-5 18 0,6-7 0,0 0 0,2 0 0,0 0 0,2 24 0,0-35 0,2-1 0,-1 1 0,1-1 0,0 0 0,1 0 0,0 0 0,0 0 0,1 0 0,0-1 0,1 0 0,0 1 0,0-2 0,1 1 0,7 7 0,-5-5 0,1-1 0,1 0 0,0-1 0,0 0 0,0 0 0,1-1 0,0-1 0,1 1 0,-1-2 0,21 7 0,0-1 60,-15-5-165,1 0 0,-1-1-1,1-1 1,0-1 0,26 2 0,-22-5-881,22 1-3617,0-2 0,0-1 0,-1-3 1,69-15-1,-65 5 1081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5.3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498 21 2593,'-40'-18'9175,"37"17"-8715,-1 0 0,1 1 0,-1 0 0,1 0 0,-1 0 0,1 0 0,-1 0 0,1 1 0,-1-1 0,1 1 0,-1 0 0,1 0 0,-4 2 0,-28 7 3644,29-8-3663,0-1 1,0 1 0,1-1-1,-1 2 1,1-1 0,-1 0 0,1 1-1,0 0 1,0 1 0,0-1 0,0 1-1,1 0 1,-8 8 0,2-1-1,1 1 1,0 0 0,0 1-1,2 0 1,-9 18 0,14-25-341,-1 0 0,1 0 1,0 0-1,0 0 0,1 0 1,0 1-1,0-1 0,0 1 1,1-1-1,0 1 0,1-1 1,-1 1-1,1-1 0,0 0 1,2 7-1,5 8-101,11 40 0,5 7 0,-1-7 0,-21-55 0,0-1 0,0 1 0,1-1 0,0 0 0,0 0 0,5 7 0,16 29 0,-19-31 0,-4-8 0,0-1 0,0 1 0,0-1 0,0 1 0,0-1 0,-1 1 0,1 0 0,0-1 0,-1 1 0,1 0 0,-1 0 0,0-1 0,1 1 0,-1 0 0,0 0 0,0 0 0,0 0 0,-1-1 0,1 1 0,0 0 0,-1 0 0,0 2 0,-2-1 0,-1 1 0,1-1 0,-1 0 0,0-1 0,0 1 0,0-1 0,0 0 0,0 0 0,-1 0 0,1 0 0,-1-1 0,1 1 0,-1-1 0,1-1 0,-1 1 0,0-1 0,-8 1 0,-9 1 0,-47 3-2698,37-6-1986,1-2 1,-53-9-1,53-1-2498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8.1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59 9044,'-12'0'1755,"-10"0"6228,13 0-1801,21 0-5641,26-8-31,-33 6-405,-1 1-1,1-1 1,0 1 0,-1 0-1,1 1 1,0-1 0,5 1-1,154-16 3220,120 5-912,-37 11-2604,-193 0-3237,2 0-3344,-55 0 6503,0 0 1,1 0-1,-1 0 0,1 0 1,-1 0-1,1-1 0,-1 1 1,0-1-1,1 1 0,-1-1 0,0 1 1,1-1-1,-1 0 0,0 0 1,1 0-1,0 0-124,-1 0 0,0 0 1,0 0-1,1 0 0,-1 1 0,1-1 1,-1 1-1,0-1 0,1 1 0,-1-1 0,1 1 1,-1 0-1,1 0 0,-1 0 0,2 0 1,5 0-717,1 0-227,4 0-2563,3 0 1405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8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95 3442,'0'-2'417,"0"0"1,1 0 0,-1 0 0,0 0 0,1 0 0,0 0 0,-1 0 0,1 0 0,0 0 0,0 1 0,0-1 0,0 0 0,0 0-1,0 1 1,3-3 0,-3 2 15,1 0-1,-1 1 0,0-1 1,1 0-1,-1 0 0,0 0 0,0 0 1,0 0-1,-1 0 0,1 0 1,0-1-1,-1 1 0,1 0 1,-1 0-1,0-4 0,0 5-326,0 1 0,0-1-1,0 0 1,0 1 0,0-1-1,0 0 1,0 1 0,0-1 0,0 1-1,-1-1 1,1 1 0,0-1 0,0 0-1,-1 1 1,1-1 0,0 1-1,-1-1 1,1 1 0,-1-1 0,1 1-1,0 0 1,-1-1 0,1 1 0,-1-1-1,1 1 1,-1 0 0,1 0-1,-1-1 1,0 1 0,1 0 0,-1 0-1,1-1 1,-1 1 0,0 0 0,1 0-1,-1 0 1,1 0 0,-1 0-1,-1 0 1,2 0 37,-1 0 0,1 0 0,0 0 0,-1 0-1,1 0 1,-1 0 0,1 0 0,-1 0 0,1 0 0,0 0 0,-1 0-1,1 0 1,-1 0 0,1 0 0,0-1 0,-1 1 0,1 0 0,-5-10 8212,6 12-8311,-1 0-1,0 0 1,0 0-1,0 0 1,0 0-1,0 0 1,-1 0-1,1-1 1,0 1-1,-1 0 1,1 0-1,-2 2 1,-2 8-44,0 0 0,1 0 0,0 1 0,1-1 0,0 1 0,1-1 0,0 1 0,1 0 0,3 21 0,-2 9 0,1-26 0,0 1 0,0-1 0,2 0 0,0 0 0,12 30 0,4 20 0,-17-57 15,0-1 0,1 0 0,0 0 0,7 13 0,11 25-405,14 34-8808,-30-71 6036,1 0 1,-1 0-1,2 0 1,15 16-1,-18-13-165,-5 1-712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8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49 296 2609,'0'-58'9010,"-23"61"-6081,21-3-2823,1 1 0,-1 1-1,1-1 1,-1 0 0,1 0 0,0 0 0,0 1-1,-1-1 1,1 1 0,0-1 0,0 1 0,0-1 0,1 1-1,-1-1 1,0 1 0,1 0 0,-1 0 0,0 1-1,-2 40 1723,3-33-1635,0 15 309,-1-15-423,0 1-1,1 0 1,1 0 0,-1 0-1,2 0 1,-1-1 0,2 1-1,-1 0 1,1-1 0,1 0-1,9 20 1,9 16 10,-21-42-83,1 1 1,-1-1-1,1 0 1,0 0 0,0 0-1,1 0 1,-1-1-1,1 1 1,-1-1-1,1 1 1,0-1-1,0 0 1,1 0 0,-1 0-1,1-1 1,6 5-1,-1-1 5,1 0 0,0 0 0,0-1 0,0 0 0,1 0 0,-1-2 0,1 1-1,0-1 1,0-1 0,0 0 0,23 2 0,-24-4 15,-3 0-18,1 0-1,-1 0 0,0 0 0,1-1 0,-1 0 0,0 0 0,0-1 1,14-5-1,16-10 162,-32 15-97,0 0 0,0-1 0,0 1 1,0-1-1,0 0 0,0 0 0,-1-1 0,0 1 0,0-1 1,6-6-1,-2 1 289,0 0 1,-1-1-1,0 0 0,0 0 1,-1-1-1,-1 1 1,1-1-1,-2-1 1,0 1-1,0-1 0,-1 1 1,0-1-1,-1 0 1,-1 0-1,0 0 1,0-17-1,-1 8-12,1 13-155,0-1 1,-2 1-1,1-1 1,-1 1-1,0-1 1,-3-11-1,3 17-149,-5-19 531,-1-1 1,-1 1-1,-1 1 0,0-1 1,-23-33-1,22 41-576,5 6 0,0 0 0,-1 0 0,0 1 0,0 0 0,-1 1 0,0-1 0,0 1 0,-10-7 0,11 10 0,-57-24 0,57 25 0,1 0 0,0 1 0,-1-1 0,1 1 0,-1 1 0,0-1 0,1 1 0,-1 0 0,0 0 0,-5 1 0,-5 3 11,11-4-21,0 0-1,1 1 0,-1 0 1,1 0-1,-1 0 0,1 0 0,-1 1 1,1 0-1,0 0 0,-1 0 1,1 0-1,0 1 0,0 0 0,1 0 1,-1 0-1,-4 4 0,-18 45-4794,25-51 4668,1-1 0,0 1 0,-1-1 0,1 1-1,0-1 1,-1 1 0,1 0 0,0-1 0,0 1 0,0-1-1,0 1 1,-1 0 0,1-1 0,0 1 0,0 0-1,0-1 1,0 1 0,0 0 0,1-1 0,-1 1 0,0 0-1,0-1 1,0 1 0,0-1 0,1 1 0,-1 0-1,0-1 1,1 1 0,-1-1 0,1 1 0,13 29-3652,-10-19 2131,1 1-1,1-1 0,0 0 0,1 0 1,0-1-1,0 0 0,10 10 0,27 13-1556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9.0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450 175 1777,'0'-8'1367,"0"0"0,0 0 0,-1 0 0,0 0-1,-1 0 1,0 0 0,0 0 0,0 0 0,-6-10 0,6 14-742,-1 0 1,0-1-1,0 1 1,-1 1-1,1-1 0,-1 1 1,0-1-1,0 1 0,0 0 1,0 0-1,-1 1 1,1-1-1,-1 1 0,1 0 1,-1 0-1,0 0 1,-5 0-1,7 1-449,-1 0 0,0 0 0,0 1 0,0-1 0,0 1 0,1 0 0,-1 0 0,0 1 1,0-1-1,0 1 0,0 0 0,1 0 0,-1 0 0,0 0 0,1 1 0,-1-1 0,1 1 0,-1 0 0,-4 3 0,-2 4 327,0 0 0,1 0-1,-1 1 1,-9 13 0,14-16-474,1-2-29,1 1 0,-1 1 0,1-1 0,0 0 0,1 1 0,0-1 0,0 1 0,0 0 0,1-1 0,0 1 0,0 0 0,0 0 0,1 0 0,0 0 0,2 12 0,-1 8 0,-1-19 0,1-1 0,0 1 0,0 0 0,1 0 0,0-1 0,1 1 0,0-1 0,0 0 0,4 8 0,44 64 0,-30-50 0,-16-22 0,0-1 0,1 0 0,-1 0 0,1-1 0,1 1 0,-1-1 0,1-1 0,0 1 0,0-1 0,0 0 0,15 5 0,5 4 0,-13-7 0,0 1 0,0-2 0,1 0 0,-1-1 0,1 0 0,16 1 0,-22-4 0,-1 0 0,1-1 0,0 0 0,0-1 0,-1 0 0,1-1 0,-1 1 0,1-2 0,-1 1 0,1-1 0,-1 0 0,11-7 0,-15 7 0,-1 1 0,0-1 0,0 0 0,0 0 0,0 0 0,0 0 0,0-1 0,-1 1 0,0-1 0,3-4 0,14-21 0,-15 24 0,-1 0 0,0-1 0,-1 1 0,1-1 0,-1 1 0,0-1 0,0 0 0,-1 0 0,0 0 0,0 0 0,0 0 0,-1-9 0,0-1 0,0 0 0,-1 0 0,-5-27 0,1 30 0,0-1 0,-1 1 0,0 1 0,-1-1 0,0 1 0,-16-20 0,-11-18 0,28 41-4,-1-1 0,0 1 1,-1 1-1,0 0 0,-1 0 0,0 0 1,0 1-1,0 0 0,-1 1 0,0 0 1,0 1-1,0 0 0,-1 0 0,0 1 1,0 1-1,-12-3 0,-14-2-308,1 2 0,-1 2 0,-67 0-1,93 4-725,1 1-1,0 0 0,0 0 1,0 1-1,-11 4 0,-1 2-3656,2 1-1,-37 22 0,37-20 2362,-24 14-1649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9.5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523 1 2513,'-97'8'7351,"-6"0"-4337,90-8-2800,-25 0 1807,-72 9-1,-26 6 3505,111-11-2687,50-6-1524,256-11 4350,-42 4-5298,-28 2-439,329-6 73,-418 13 0,149 16 0,-267-16 0,13 0 0,0 1 0,1 0 0,20 6 0,68-5 3,-72-3-118,-29 1-1043,-23 0-11412,8 0 5376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0.2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498 380 1873,'6'-7'1587,"0"1"-1,0-1 1,0 1 0,7-14-1,1 0 136,-4 8-838,-8 10-689,-1 1-1,1-1 1,-1 0-1,0 0 1,0 1 0,0-1-1,0 0 1,0 0-1,0 0 1,0 0-1,-1 0 1,1 0 0,-1-1-1,0 1 1,1 0-1,-1 0 1,0 0-1,0 0 1,0 0 0,-1-4-1,1-7 1124,1 8-641,-1 0 0,0 0 0,0 0 0,0 0 0,0 0 0,-1 0 0,0 0 0,-3-9 1,-51-74 7747,50 80-8388,-1 1 0,0 0 1,0 0-1,-1 1 0,0 0 0,0 0 1,0 0-1,-1 1 0,0 0 1,0 1-1,-11-6 0,2 2-52,7 4 15,-1 1 0,0 0 0,0 1 0,0 0 0,0 1 0,0 0 0,0 1 0,0 0 0,-1 1 0,1 0 0,-13 3 0,14-3 0,1 0 0,1 0 0,-1 0 0,1 1 0,0 0 0,0 0 0,-1 1 0,2 0 0,-1 0 0,0 1 0,1 0 0,-11 8 0,-16 8 0,29-18 0,1 0 0,0 0 0,0 0 0,0 0 0,0 0 0,1 1 0,-1 0 0,1 0 0,-1 0 0,1 0 0,0 0 0,0 1 0,-4 7 0,-7 26 0,7-20 0,1-1 0,0 0 0,1 1 0,1 0 0,1 1 0,-2 31 0,4-42 0,1 0 0,0 1 0,1-1 0,0 0 0,0 0 0,0 0 0,1 1 0,0-2 0,1 1 0,-1 0 0,1 0 0,1-1 0,-1 1 0,1-1 0,0 0 0,0 0 0,1-1 0,0 1 0,0-1 0,0 0 0,8 5 0,-6-6 0,0 0 0,0-1 0,0 0 0,1 0 0,11 2 0,-2 0 0,-10-3 0,0-1 0,0 0 0,0 0 0,0 0 0,0-1 0,0 0 0,0-1 0,0 1 0,0-1 0,0-1 0,0 1 0,11-5 0,27-4 0,-36 8 0,-1 0 0,1-1 0,-1 0 0,1 0 0,-1-1 0,0 0 0,0 0 0,-1-1 0,1 0 0,-1-1 0,0 1 0,-1-1 0,7-8 0,17-13 0,-26 25 0,-1 0 0,0-1 0,0 1 0,0-1 0,0 1 0,-1-1 0,1 0 0,-1 0 0,0-1 0,0 1 0,2-4 0,0-3 0,1 0 0,-1 1 0,1 0 0,1-1 0,9-10 0,-7 8 0,-7 10 0,0-1 0,0 1 0,0-1 0,-1 1 0,1 0 0,-1-1 0,1 1 0,-1-1 0,0 1 0,0-4 0,-2 2 0,1 23 0,1 704-10442,0-714 6776,0 8-8366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0.9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244 436 1553,'0'-14'4561,"-5"11"-1311,-1 0-2568,-1 0-1,1-1 1,0 0-1,0 0 1,0 0-1,0-1 1,1 0-1,0 0 1,-6-7-1,-38-56 6478,30 40-4907,18 27-2163,0 0 0,1 0 0,-1 0 0,1 0-1,-1-1 1,1 1 0,-1 0 0,1 0 0,0 0-1,0 0 1,0-1 0,-1 1 0,1 0 0,0 0 0,1-3-1,-4-11 362,-5 4-106,6 10-309,1 0 0,-1-1 0,1 0-1,0 1 1,0-1 0,-1 0 0,1 1-1,0-1 1,0 0 0,1 0 0,-1 0-1,0 0 1,1 0 0,-1 0 0,1 0-1,-1 0 1,1 0 0,0 0 0,0-1-1,0 1 1,0 0 0,1 0 0,-1 0-1,0 0 1,1 0 0,-1 0 0,1 0-1,0 0 1,1-2 0,9-16 111,0 0 0,1 1 0,23-26 0,-26 38-145,0 1-1,1 1 0,-1-1 1,1 1-1,0 1 1,1 0-1,-1 1 1,19-5-1,4-1-17,-26 7 18,0 0-1,-1 1 1,1 0 0,-1 1 0,1-1-1,0 1 1,0 1 0,7 0 0,18 1 139,9 7-73,-39-9-25,-1 0 0,1 1 0,-1-1 0,1 1 0,0-1-1,-1 1 1,0 0 0,1 0 0,-1 0 0,1-1 0,-1 1 0,0 0 0,0 1-1,0-1 1,1 0 0,-1 0 0,0 0 0,-1 1 0,1-1 0,0 1-1,0-1 1,0 0 0,0 2 0,-1 8 152,1-1-1,-2 1 1,0-1-1,0 1 1,0-1-1,-2 0 1,1 0-1,-1 0 1,-1 0-1,-8 18 1,-85 172-194,88-182 0,0-1 0,-18 23 0,16-23 0,0-1 0,-15 35 0,9-12 0,-4 13 0,-35 61 0,51-103 0,0 1 0,1 0 0,1 0 0,-1 0 0,2 0 0,0 0 0,0 1 0,1-1 0,0 1 0,1-1 0,2 20 0,-2 4 0,0-32 0,1 0 0,-1 0 0,1-1 0,0 1 0,-1 0 0,1 0 0,0-1 0,1 1 0,-1 0 0,0-1 0,1 1 0,-1-1 0,1 0 0,0 1 0,0-1 0,0 0 0,0 0 0,0 0 0,0 0 0,1-1 0,-1 1 0,1 0 0,4 1 0,0 0 0,0 0 0,1 0 0,-1-1 0,0 0 0,1 0 0,0-1 0,-1 0 0,14 0 0,-9-1 0,1-1 0,0-1 0,-1 0 0,1 0 0,-1-2 0,1 1 0,-1-2 0,0 1 0,-1-2 0,1 1 0,17-13 0,-28 17 0,1-1 0,0 1 0,0 0 0,-1-1 0,1 0 0,-1 1 0,0-1 0,1 0 0,-1 1 0,0-1 0,0 0 0,0 0 0,0 0 0,0 0 0,-1 0 0,2-4 0,5-14 0,9-5 0,-13 20 0,0 0 0,0 0 0,0 0 0,-1 0 0,1 0 0,-1-1 0,0 1 0,-1 0 0,1-1 0,-1 0 0,-1 1 0,1-1 0,0-6 0,-1-17 0,1 19 0,0 0 0,-1 0 0,0 0 0,-1 0 0,0 0 0,0 0 0,-1 1 0,0-1 0,-1 0 0,0 1 0,-7-14 0,-1 6 0,7 11 0,1-1 0,-2 1 0,1 0 0,-1 1 0,0-1 0,0 1 0,-1 0 0,1 0 0,-12-7 0,-21-13 0,35 21 0,-1 1 0,-1 0 0,1 0 0,0 1 0,-1 0 0,1-1 0,-1 1 0,0 1 0,1-1 0,-9-1 0,-63-6-3945,-98 0-13562,130 9 12259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1.4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0 2961,'1'37'5954,"0"-19"-4869,-1 0 0,0 0-1,-5 28 1,-4 5-889,3 2 0,2-1 1,5 101-1,1-51-234,-2-74-13,0 37-1219,2-1-1,12 75 0,-11-114-98,-2 0 0,-1 35-1,-1-24-181,1 8-463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1.8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1191 378 5523,'-4'-11'672,"-1"1"0,0 0 0,-1 1 1,0-1-1,0 1 0,-1 0 0,0 1 1,-13-13-1,-8-3 512,-36-26-1,63 49-1162,-8-5 156,-1 1 1,1 0-1,-1 0 0,0 0 1,0 2-1,0-1 0,0 1 1,-1 1-1,-16-3 0,-31-7 1332,46 8-1031,0 1 0,-1 0 1,0 1-1,1 1 0,-1 0 1,0 0-1,0 2 1,0-1-1,1 2 0,-1-1 1,0 2-1,-22 7 0,-2 4 298,0 2-1,2 2 1,0 1-1,1 2 1,1 1-1,1 1 1,1 2-1,1 2 1,2 0-1,0 2 1,-36 50-1,40-45-775,-4 4 0,-35 64 0,30-7 0,6-21 0,13-40 0,1 1 0,2 0 0,1 0 0,2 1 0,2 0 0,-4 53 0,11-60 0,2 1 0,0-1 0,2 0 0,1 0 0,2-1 0,0 0 0,2 0 0,1 0 0,1-2 0,2 1 0,19 28 0,-8-18 0,2-2 0,2-1 0,0-1 0,3-1 0,0-2 0,65 45 0,0-10 0,190 95 0,-240-140 0,0-2 0,86 20 0,-50-16 0,-14-4 0,118 14 0,-160-30 0,1-1 0,0-1 0,0-2 0,-1 0 0,1-2 0,-1-1 0,0-2 0,0 0 0,-1-2 0,0 0 0,33-18 0,-30 10 0,-1 0 0,0-2 0,-2-1 0,0-2 0,-1 0 0,-1-1 0,-1-2 0,35-49 0,-42 48 0,-2-2 0,0 0 0,-2-1 0,-1 0 0,-1 0 0,-2-2 0,6-36 0,1 1 0,2-18 0,8-127 0,-24 149 0,-2 0 0,-19-118 0,-28-28 0,27 130 0,15 55 0,-1 0 0,-1 0 0,-1 1 0,-1 0 0,-1 0 0,-1 1 0,0 1 0,-2 0 0,-16-18 0,-8-1 0,-3 3 0,0 1 0,-62-38 0,72 51 0,-3 1 0,0 1 0,-1 1 0,-1 3 0,-53-19 0,67 27 0,-5 0-727,1 2 0,-1 0 0,0 1-1,-33 0 1,-33-6-2120,62 7-1338,-1 2 0,-54 4 0,16-1-3635,27-1 1975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6.0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498 27 544,'0'-21'4297,"-3"15"285,-9 6-3482,0 1 0,0 0 0,0 0 0,1 1 0,-1 1 0,1 0 0,-1 1 0,1 0 0,0 0 0,0 1 0,1 1 0,-17 10 0,-11 12 2085,31-24-2791,1 0 1,0 1-1,0 0 1,0 0 0,0 0-1,1 1 1,-9 12-1,0 1 74,-5 8 277,1 1 0,-22 45 0,39-68-745,-1 0 0,1-1 0,0 1 0,1 0 0,-1 0 0,1 0 0,0 0 0,0 0 0,1 6 0,0 5 0,0-8 0,0 1 0,1-1 0,0 1 0,0-1 0,1 0 0,0 0 0,0 0 0,1 0 0,0-1 0,1 1 0,0-1 0,0 0 0,0 0 0,1-1 0,0 0 0,0 0 0,0 0 0,1-1 0,10 7 0,10 6 0,0-1 0,2-1 0,57 22 0,-47-22 0,42 23 0,-49-29 0,-30-9 0,0-1 0,0 0 0,0 1 0,0-1 0,0 1 0,0 0 0,0-1 0,0 1 0,0 0 0,0 0 0,-1 0 0,1 1 0,0-1 0,-1 0 0,3 3 0,-3-3 0,-1 0 0,0-1 0,0 1 0,0 0 0,0-1 0,-1 1 0,1 0 0,0-1 0,0 1 0,0 0 0,0-1 0,-1 1 0,1 0 0,0-1 0,-1 1 0,1-1 0,0 1 0,-1 0 0,1-1 0,-1 1 0,1-1 0,-1 1 0,1-1 0,-1 0 0,1 1 0,-1-1 0,1 1 0,-1-1 0,0 0 0,1 0 0,-1 1 0,0-1 0,1 0 0,-2 0 0,-27 9 0,-4-6 0,0 0 0,-45 11 0,-14 2 0,-48-1 0,111-13 3,1 0 0,-37-3-1,21 0-149,41 1-1021,64-23-19836,-27 17 16036,-7-7 2377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6.4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0 130 672,'118'-106'12910,"-118"82"4963,0 24-17572,-3 2-238,0-1 0,0 1 0,1 0 0,-1 0 0,1 0 0,0 0 0,0 0 0,-1 1 0,1-1 0,1 0 0,-1 1 0,0 0 0,1-1 0,-1 1 0,0 3 0,-10 15-60,7-15-3,3-3 0,0 0 0,0 1 0,0-1 0,0 0 0,0 1 0,1-1 0,0 1 0,-1-1 0,1 1 0,1 0 0,-1-1 0,0 1 0,1 0 0,0 0 0,0-1 0,0 5 0,-1 12 0,1-15 0,-1 0 0,1 0 0,0 0 0,0 0 0,0 1 0,1-1 0,0 0 0,0 0 0,3 8 0,6 9 0,-7-14 0,1 1 0,0-1 0,0 0 0,1 0 0,9 10 0,58 36 0,-68-51 0,1 0 0,0 0 0,0-1 0,1 0 0,-1 0 0,1 0 0,-1-1 0,8 2 0,8 2 0,-17-3 0,0-1 0,1 0 0,-1-1 0,0 1 0,1-1 0,-1 0 0,1 0 0,-1 0 0,5-1 0,7 0 0,-1-1-87,0 0 1,0-1-1,0-1 0,0 0 1,0-1-1,-1 0 1,18-11-1,-1 3-95,26-16-138,-41 19 285,-12 7 78,1 1 0,-1-1-1,-1 0 1,1 0 0,0-1-1,-1 1 1,0-1 0,1 0 0,-1 0-1,-1 0 1,1 0 0,-1 0-1,1 0 1,-1-1 0,0 1 0,-1-1-1,1 0 1,-1 1 0,1-6 0,-1 3 19,1 0 1,1 1-1,-1-1 1,1 0-1,6-9 1,-4 8-63,-2 5 0,-1 0 0,0 0 0,-1 0 0,1-1 0,0 1 0,-1 0 0,0-1 0,0 1 0,0-1 0,0 1 0,0-1 0,-1 1 0,1-1 0,-1 0 0,0 1 0,-1-6 0,1-11 0,0 33 0,-4 36 0,-6-34 0,9-13 0,-1 0 0,1 0 0,-1 1 0,1-1 0,0 0 0,0 1 0,0-1 0,0 1 0,0-1 0,0 1 0,1-1 0,0 1 0,-1 0 0,1 3 0,0 175 0,0-177 0,0-1 0,0 1 0,1 0 0,-1-1 0,1 1 0,0-1 0,0 1 0,0-1 0,0 0 0,1 1 0,0-1 0,2 5 0,-2-5 0,0 0 0,0 0 0,-1 0 0,0 0 0,1 0 0,-1 0 0,0 1 0,-1-1 0,1 0 0,0 1 0,-1-1 0,0 6 0,0-5 5,1 1-1,-1-1 1,1 0 0,0 1-1,0-1 1,1 0 0,2 5-1,-3-5-27,1 1 0,-1-1-1,1 0 1,-1 0 0,-1 1-1,1-1 1,0 6 0,-1-7-177,0-1 0,0 1 0,1-1 1,-1 1-1,1 0 0,0-1 0,-1 1 0,1-1 1,0 0-1,0 1 0,1-1 0,-1 0 1,0 0-1,3 3 0,6 11-4528,-6 9-6063,-4-10 4805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7.0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191 174 4018,'3'-3'529,"-1"0"0,1 1 1,-1-1-1,0 0 0,0-1 0,0 1 1,0 0-1,0 0 0,-1-1 0,0 1 1,1-1-1,-1 1 0,0-5 1,2-52 10878,-4 34-6127,1 25-5153,-1-1 0,1 0 1,-1 1-1,1-1 0,-1 0 1,0 1-1,1-1 0,-1 1 1,0 0-1,0-1 0,0 1 1,0-1-1,0 1 0,-1 0 1,1 0-1,0 0 0,0 0 0,-1 0 1,1 0-1,-1 0 0,1 0 1,-1 0-1,-2 0 0,1 0-16,0-1 1,0 1-1,0 0 0,0 1 0,0-1 0,-1 0 1,1 1-1,0 0 0,0 0 0,-1 0 0,1 0 1,0 0-1,-4 1 0,-1 2-112,1-1 0,-1 1 0,1 1 0,-1-1 0,1 1 0,0 1 0,1-1 0,-1 1 0,1 0 0,0 1 0,-8 7 0,-4 24 0,13-29 0,1-1 0,0 1 0,1 0 0,0 0 0,0 0 0,0 0 0,1 0 0,1 1 0,-1-1 0,1 1 0,0 9 0,1 7 0,-1-19 0,0 1 0,0 0 0,1-1 0,0 1 0,1 0 0,-1-1 0,1 1 0,0-1 0,1 1 0,0-1 0,0 1 0,0-1 0,1 0 0,0 0 0,4 6 0,18 27 0,-23-34 0,1 0 0,-1-1 0,1 1 0,0-1 0,0 0 0,0 1 0,1-1 0,0-1 0,0 1 0,0-1 0,8 6 0,7 3 27,-14-9-54,0 0 0,0 0 0,0 0 0,0-1 0,1 1 1,-1-1-1,1 0 0,0-1 0,-1 0 0,1 0 0,0 0 0,10 0 0,-11-1-28,6 1-812,0-1 0,0 0 0,0-1 0,0-1-1,0 1 1,-1-1 0,1-1 0,-1 0 0,1-1 0,13-6-1,-2-5 34,-1-1-1,0 0 1,-2-2-1,0 0 0,26-32 1,-45 50 834,6-9 109,0 1 1,0-1-1,-1 0 1,0-1-1,6-16 1,14-25 2496,-22 35-979,2-7 6337,14 34-6278,-19-11-1674,0 0 0,1 0 1,-1 0-1,0 1 0,1-1 0,-1 0 1,0 0-1,1 1 0,-1-1 0,0 0 1,1 1-1,-1-1 0,0 1 1,0-1-1,0 0 0,1 1 0,-1-1 1,0 0-1,0 1 0,0-1 0,0 1 1,0-1-1,0 1 0,0-1 1,0 0-1,0 1 0,0-1 0,0 1 1,0-1-1,0 1 0,0-1 0,0 0 1,0 1-1,-1 2-45,20 157 33,-19-146 0,1 0 0,0-1 0,1 1 0,1-1 0,0 0 0,1 0 0,5 15 0,-7-23 0,-1 0 0,0 1 0,0-1 0,0 1 0,-1 0 0,0 7 0,2 22 0,2-16 0,1 0 0,0 0 0,1-1 0,13 27 0,-14-17 0,-2-5 0,-1-20 0,0-1 0,0 1 0,0-1 0,0 1 0,0-1 0,0 0 0,1 1 0,4 2 0,-6-5 0,-1 1 0,0-1 0,0 0 0,1 1 0,-1-1 0,0 0 0,1 1 0,-1-1 0,1 0 0,-1 0 0,0 1 0,1-1 0,-1 0 0,1 0 0,-1 0 0,1 1 0,-1-1 0,1 0 0,-1 0 0,0 0 0,1 0 0,-1 0 0,1 0 0,-1 0 0,1 0 0,-1 0 0,1 0 0,-1 0 0,1-1 0,-1 1 0,1 0 0,-1 0 0,0 0 0,1 0 0,-1-1 0,1 1 0,-1 0 0,0-1 0,1 1 0,-1 0 0,0-1 0,1 1 0,-1 0 0,0-1 0,1 1 0,-1 0 0,0-1 0,0 1 0,0-1 0,1 1 0,-1-1 0,0 1 0,0-1 0,0 1 0,0 0 0,0-1 0,0 1 0,0-1 0,0 1 0,0-1 0,0 1 0,0-1 0,1-8 0,1 1 0,0-1 0,1 1 0,-1 0 0,2 0 0,-1 0 0,7-10 0,5-15 0,104-234 0,-113 255 0,56-101 0,-56 103 0,0 1 0,1 0 0,0 0 0,1 0 0,0 1 0,0 0 0,1 1 0,15-11 0,-20 17 0,-1 0 0,0 0 0,0 1 0,1 0 0,-1-1 0,0 1 0,1 0 0,-1 1 0,0-1 0,1 1 0,-1-1 0,0 1 0,0 0 0,1 0 0,-1 1 0,0-1 0,0 0 0,0 1 0,3 2 0,-3 2 0,0-1 0,1 1 0,-2 0 0,1 0 0,-1 0 0,0 1 0,0-1 0,-1 0 0,0 1 0,1 11 0,-2 77 0,-2-44 0,2-44 0,-1 0 0,0 1 0,0-1 0,-1 0 0,0 0 0,0 0 0,0-1 0,-1 1 0,-6 11 0,-10-2-832,7 1-2581,11-14 2392,-1 0-1,1-1 0,-1 0 1,0 1-1,1-1 0,-1 0 1,0 0-1,-1 0 0,1 0 1,0 0-1,0 0 1,-1-1-1,1 1 0,-1-1 1,0 0-1,1 0 0,-4 1 1,-21 12-3718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17.1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142 148 14823,'-47'-26'7667,"28"-1"-3377,-9 1-2193,9 10-1489,-9 6-848,28-6-1616,0 5-4836,28 11 1474,-9-15-5347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4.8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11 3522,'0'-10'7269,"-1"42"-4914,1-15-2003,0-1 1,1 0-1,4 19 1,34 98 1418,-4-13-647,11-1-911,-42-108-196,0-1 1,0 1-1,1-1 0,0 0 1,1 0-1,0-1 0,0 0 1,1 0-1,14 14 0,-21-22 31,1 0-1,0 0 0,-1 0 0,1 0 0,0 0 0,-1 0 0,1 0 0,-1 0 1,0 0-1,1 1 0,-1-1 0,0 0 0,0 0 0,0 0 0,0 3 0,-1-1 1403,0-14-887,1-287 1372,0 168 1391,8 135-3267,-7-5-59,-1 0 1,0 0 0,1 0 0,-1 0-1,1 0 1,-1 0 0,1 0 0,-1 0-1,0 0 1,1 0 0,-1 0 0,1 1-1,-1-1 1,0 0 0,1 0-1,-1 1 1,1-1 0,-1 0 0,0 0-1,0 1 1,1-1 0,-1 0 0,0 1-1,1-1 1,-1 1 0,0-1 0,0 0-1,0 1 1,1-1 0,-1 0-1,0 1 1,0 0 0,0 1 0,0 0 0,1-1 0,-1 1 1,1 0-1,-1-1 0,1 1 0,-1-1 1,1 1-1,0 0 0,0-1 0,0 0 0,0 1 1,0-1-1,0 1 0,0-1 0,0 0 0,1 0 1,-1 0-1,0 0 0,1 0 0,1 1 0,0 0 4,-1 0 0,0-1 0,0 1 0,0 0-1,0 0 1,0 1 0,0-1 0,0 0 0,2 5 0,1 2 7,0-1 1,0 0 0,1 0 0,0-1 0,1 0 0,0 0 0,12 10 0,1-1-62,0-2 1,25 14-1,-37-24-20,-1 0 0,1-1 0,0 0-1,0 0 1,0-1 0,0 0 0,0 0 0,1-1 0,-1 0 0,12-1 0,-4-5-131,-11 5 146,0-1 0,-1-1 1,1 1-1,-1-1 0,1 0 1,-1 0-1,0 0 0,0 0 1,4-4-1,47-48-365,-50 48 434,-1 0 0,1 0-1,-1-1 1,-1 1 0,1-1-1,-1 0 1,0 0 0,-1 0-1,1-1 1,-2 1 0,1 0-1,-1-1 1,1-13 0,-2-54 2727,-42 100 185,17 14-1676,22-37-1190,0 1 0,0 0 0,0 0 0,0 1 0,1-1-1,-1 0 1,1 1 0,0 0 0,0-1 0,0 1 0,1 0 0,-1 0 0,-1 7-1,-13 31 158,7-28-208,8-12-8,-1 0 0,0 0 0,1 0 0,0 0 1,0 1-1,-1-1 0,1 1 0,1-1 1,-1 1-1,0-1 0,1 1 0,-1 0 0,1-1 1,-1 4-1,1-2 4,0 0 0,-1 0-1,1 0 1,-1 0 0,0-1 0,0 1 0,-3 7 0,2-7-13,0 0 1,1 0-1,-1 1 1,1-1-1,0 1 0,1-1 1,-1 10-1,1 34-1913,0-48 1907,0-1 0,0 1 0,0 0 0,0-1 0,0 1-1,0-1 1,0 1 0,0 0 0,0-1 0,0 1 0,1 0 0,-1-1 0,0 1 0,0 0 0,0-1 0,0 1 0,1 0 0,-1 0 0,0-1 0,1 1 0,-1 0 0,0 0 0,0-1 0,1 1 0,-1 0 0,0 0 0,1 0 0,-1-1 0,0 1 0,1 0 0,-1 0 0,0 0 0,1 0 0,0 0 3,0 0-1,-1-1 0,1 1 1,-1 0-1,1 0 0,-1-1 1,1 1-1,0 0 1,-1-1-1,1 1 0,-1 0 1,0-1-1,1 1 1,-1-1-1,1 1 0,-1-1 1,0 1-1,1-1 1,-1 1-1,0-1 0,1 0 1,-1 1-1,0-1 1,0 1-1,0-1 0,1 0 1,-1 1-1,0-1 1,0 1-1,0-1 0,0 0 1,0 1-1,0-1 0,-1 0 1,1-9-83,0 7 74,-1 0 0,1 0-1,0 0 1,0-1 0,1 1 0,-1 0 0,1 0-1,-1 0 1,1 0 0,2-6 0,3 1-24,-1 0 1,0-1-1,-1 1 1,0-1-1,0 0 1,-1-1-1,0 1 1,0-1 0,-1 1-1,-1-1 1,1-13-1,-2 18 32,1 1 0,-1-1 0,1 0 1,0 0-1,0 0 0,1 1 0,-1-1 0,1 1 0,4-8 0,-4 8 17,0 0 0,0 0 0,-1-1 0,1 1-1,-1-1 1,0 0 0,0 1 0,0-1 0,-1-7-1,1 6 4,-1 0-1,1 1 0,0-1 0,0 0 0,4-10 0,-2 10 31,-1-1-1,-1 1 1,1 0 0,-1-1 0,-1 1 0,1-8 0,-1 120 1241,0-100-1263,1-1 0,0 1 0,0 0 1,0 0-1,0-1 0,1 1 0,0-1 0,4 9 0,-4-10-15,0 1 0,0 0 0,0 0 1,-1 0-1,1 0 0,-1 0 0,-1 0 0,1 7 1,-2 35-48,0-31 5,0 0-1,2 1 0,0-1 0,3 21 1,2-15-167,4 33-1190,-10-51 1158,0-1 0,0 1 0,1 0 0,-1-1 0,1 1-1,0-1 1,0 1 0,0-1 0,0 0 0,0 1 0,1-1 0,3 6 0,-3-6-144,0 0 0,0 0 1,-1 0-1,0 0 0,1 0 0,-1 1 1,0-1-1,0 0 0,-1 1 1,1-1-1,-1 1 0,0 6 0,1-4-621,-1 1-1,1 0 0,0 0 0,1-1 0,-1 1 0,1-1 0,1 1 0,-1-1 0,1 0 0,0 0 0,1 0 1,0 0-1,-1-1 0,9 9 0,-7-2-1738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5.1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283 166 3618,'0'-119'11714,"0"117"-11445,0 0 0,0 0 0,-1 0 0,1 0 1,0 0-1,-1 0 0,1 0 0,-1 0 0,0 1 0,0-1 0,1 0 0,-1 0 0,0 1 0,-1-1 0,1 1 0,0-1 0,0 1 0,-1-1 0,1 1 0,-1 0 0,1-1 0,-1 1 0,1 0 0,-1 0 0,0 0 0,1 0 0,-1 1 0,0-1 0,0 0 0,0 1 0,0-1 0,0 1 0,0 0 0,0 0 0,1-1 1,-1 1-1,0 1 0,0-1 0,0 0 0,-3 1 0,-2-1 235,0 1 0,0 1 0,1-1 0,-1 1 0,0 0 0,0 0 0,1 1 1,-1 0-1,1 0 0,-10 8 0,-106 99 355,120-108-859,0 0 0,0 1 0,0-1 0,0 1 0,0 0 0,1-1 0,0 1 0,-1 0 0,1 0 0,0 0 0,0 0 0,1 0 0,-1 0 0,0 5 0,1 49 0,1-30 0,-1-26 0,0 0 0,0 0 0,1 0 0,-1 0 0,0 0 0,1-1 0,-1 1 0,1 0 0,-1 0 0,1 0 0,0 0 0,-1-1 0,1 1 0,0 0 0,0 0 0,-1-1 0,1 1 0,0-1 0,0 1 0,0-1 0,0 1 0,0-1 0,0 1 0,0-1 0,0 0 0,0 1 0,0-1 0,0 0 0,0 0 0,0 0 0,0 0 0,0 0 0,0 0 0,0 0 0,0 0 0,0 0 0,0-1 0,0 1 0,1-1 0,51-11 0,-45 9 0,-6 3 0,0-1 0,0 1 0,0-1 0,-1 1 0,1-1 0,0 0 0,-1 0 0,1 0 0,0 0 0,-1 0 0,1 0 0,-1-1 0,0 1 0,1 0 0,-1-1 0,0 1 0,0-1 0,1-1 0,17-18 0,3 5 0,-15 11 0,1-1 0,-1 1 0,0-1 0,-1-1 0,0 1 0,7-10 0,-12 15 0,-1 0 0,0 1 0,1-1 0,-1 0 0,1 0 0,0 0 0,-1 0 0,1 1 0,-1-1 0,1 0 0,0 0 0,0 1 0,-1-1 0,1 1 0,0-1 0,0 1 0,0-1 0,0 1 0,0-1 0,0 1 0,0 0 0,0-1 0,0 1 0,-1 0 0,1 0 0,0 0 0,0 0 0,0 0 0,0 0 0,0 0 0,0 0 0,0 0 0,0 0 0,0 0 0,0 1 0,0-1 0,0 1 0,0-1 0,0 0 0,0 1 0,0-1 0,0 1 0,-1 0 0,1-1 0,0 1 0,0 0 0,-1-1 0,1 1 0,0 0 0,-1 0 0,1 0 0,-1-1 0,1 1 0,-1 0 0,0 0 0,1 0 0,-1 0 0,0 0 0,1 0 0,-1 0 0,0 0 0,0 0 0,0 0 0,0 0 0,0 0 0,0 0 0,0 0 0,0 0 0,-1 1 0,10 29 0,-7-28 0,-1 0 0,0 0 0,1 1 0,-1-1 0,0 1 0,-1-1 0,1 1 0,0 4 0,0 1 0,0-1 0,1 1 0,0-1 0,0 0 0,1 1 0,0-1 0,1 0 0,5 9 0,8 21 0,-15-32-262,1 0 1,0 0-1,1 0 0,-1 0 1,8 8-1,9 19-2234,-1-8-2923,-18-24 5158,0 0 0,0 0 0,0 0 0,0 0 0,0 0 0,0 0 0,-1 0 0,1 0 0,0 0 0,-1 0-1,1 0 1,0 0 0,-1 1 0,0-1 0,1 0 0,-1 0 0,0 1 0,0-1 0,1 0 0,-1 2 0,4 4-3725,-1-5 2905,8 6-321,2-5-3302,3-3 1759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5.3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93 784,'0'-71'6477,"0"50"5759,-1 66-11293,0-18-824,1-1 1,6 46 0,-1-46-348,-1 1 1,-1 0 0,0 33-1,-3 28-2586,0 48-5828,0-127 7955,-1 1-1,0-1 1,-1 0 0,0-1-1,-3 11 1,1-5-42,0 15-994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5.7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19 402 1457,'1'-3'441,"-1"-1"1,0 1 0,0 0-1,-1 0 1,1 0-1,0 0 1,-1 0 0,0-1-1,0 1 1,0 0-1,0 1 1,-1-1 0,1 0-1,-1 0 1,1 0-1,-3-2 1,3 4-204,1 0 0,-1 0 0,1 0 0,0 0-1,-1 1 1,1-1 0,0 0 0,-1 0 0,1 0 0,0-1-1,0 1 1,0 0 0,0 0 0,0 0 0,0 0 0,0 0 0,1 0-1,-1 0 1,0 0 0,0 0 0,1 0 0,-1 0 0,1 1-1,-1-1 1,1 0 0,-1 0 0,1 0 0,-1 0 0,1 0 0,1 0-1,6-8 362,0 3 320,-7 5-903,-1 1 1,0-1-1,1 0 0,-1 1 1,1 0-1,0-1 0,-1 1 1,1-1-1,-1 1 0,1 0 0,0-1 1,-1 1-1,1 0 0,0 0 1,-1-1-1,1 1 0,0 0 1,-1 0-1,1 0 0,0 0 1,-1 0-1,1 0 0,1 0 0,1 0 66,-2 0-76,0 0 0,0 0 0,0 0 0,0 0 0,0 0 0,0-1-1,0 1 1,0 0 0,0-1 0,-1 1 0,1 0 0,0-1 0,0 1 0,0-1-1,0 0 1,-1 1 0,1-1 0,1-1 0,5-3 10,27 1 69,-29 4-78,0 0-1,-1 0 1,1-1-1,0 0 1,-1 1 0,1-1-1,-1-1 1,1 1 0,-1-1-1,5-2 1,74-38 161,-80 39-46,1 0-1,-1 0 1,1 0 0,-1-1 0,0 1-1,0-1 1,-1 0 0,1 0-1,-1 0 1,0 0 0,0 0 0,0 0-1,0-1 1,-1 1 0,2-8-1,-3 9 79,1-1 1,-1 0-1,1 1 0,0-1 0,0 0 0,0 1 0,1-1 0,-1 1 0,4-6 0,-3 6 92,0-1 1,0 0 0,0 0 0,-1 0-1,1 0 1,-1 0 0,0 0 0,0 0-1,0-8 1,-1 2-255,-1 8 215,1-1 1,0 1-1,-1-1 1,1 0-1,0 0 1,1 1-1,-1-1 0,0 1 1,1-1-1,-1 0 1,1 1-1,0-1 1,0 1-1,0-1 0,0 1 1,0-1-1,1 1 1,-1 0-1,1 0 0,3-4 1,-2 4 285,-4 27 448,2-10-763,-1 174-224,1-181 0,0-1 0,0 1 0,1-1 0,0 1 0,0-1 0,1 0 0,0 0 0,4 7 0,-3-6 0,0-1 0,-1 1 0,0 0 0,0 0 0,-1 0 0,0 1 0,-1-1 0,2 12 0,-3-17 0,0-1 0,1 1 0,-1 0 0,1 0 0,0-1 0,0 1 0,0 0 0,0-1 0,0 1 0,0-1 0,1 1 0,-1-1 0,1 0 0,0 0 0,0 1 0,0-1 0,0 0 0,3 1 0,12 17 0,-16-19 0,0 0 0,-1 0 0,1-1 0,0 1 0,0 0 0,0 0 0,0-1 0,-1 1 0,1-1 0,0 1 0,0-1 0,0 1 0,0-1 0,0 0 0,0 1 0,0-1 0,0 0 0,0 0 0,1 0 0,-1 0 0,0 0 0,0 0 0,0 0 0,0 0 0,0 0 0,0-1 0,0 1 0,0 0 0,0-1 0,0 1 0,0 0 0,0-1 0,0 1 0,0-1 0,0 0 0,37-29 0,-37 29 0,50-51 0,-48 50 0,0 0 0,-1-1 0,1 1 0,-1-1 0,0 0 0,0 0 0,0 1 0,2-5 0,-3 4 0,1 1 0,-1-1 0,1 1 0,-1 0 0,1 0 0,0 0 0,0 0 0,0 0 0,0 0 0,0 0 0,5-2 0,4-3 0,29-12 0,-39 19 0,1 0 0,-1-1 0,1 1 0,-1 0 0,1 0 0,-1 0 0,1 0 0,-1 0 0,1 1 0,-1-1 0,1 0 0,-1 1 0,0-1 0,1 1 0,-1-1 0,1 1 0,-1 0 0,0-1 0,0 1 0,1 0 0,-1 0 0,0 0 0,0 0 0,0 0 0,0 0 0,0 0 0,1 2 0,1 25 0,-3-25 0,0 0 0,0 1 0,0-1 0,0 0 0,0 1 0,1-1 0,0 0 0,-1 0 0,3 4 0,0-1 0,0 0 0,0 0 0,0 0 0,0 0 0,-1 0 0,0 1 0,-1-1 0,0 1 0,0-1 0,0 1 0,0 0 0,-1-1 0,-1 9 0,1 30-2656,0 69-11010,0-74 6745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1.8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311 17 832,'-6'2'675,"0"-1"0,0 1-1,0-1 1,0-1-1,-12 1 1,-29 5 3340,-24 8-840,23-6-369,26 2-71,20-9-2585,1 0 0,0 0 0,-1 0 0,1-1 0,0 1 0,-1 0-1,1-1 1,-1 0 0,1 1 0,-1-1 0,1 0 0,-1 1 0,1-1 0,-4 0 0,3 0-12,1 0 0,-1 0 1,1 0-1,-1 0 0,0 1 1,1-1-1,-1 1 0,1-1 0,-1 1 1,1-1-1,-1 1 0,1 0 1,0 0-1,-3 1 0,-15 6 744,15-8-381,3 0-488,1 0-1,0 0 0,0 0 1,0 1-1,0-1 0,0 0 1,0 0-1,0 0 0,0 1 0,0-1 1,-1 0-1,1 0 0,0 1 1,0-1-1,0 0 0,0 0 1,0 1-1,0-1 0,1 0 1,-1 0-1,0 1 0,0-1 1,0 0-1,0 0 0,0 0 1,0 1-1,0-1 0,0 0 0,0 0 1,1 0-1,-1 1 0,0-1 1,0 0-1,0 0 0,0 0 1,1 0-1,-1 0 0,0 1 1,0-1-1,0 0 0,1 0 1,-1 0-1,0 0 0,0 0 0,1 0 1,-1 0-1,0 0 0,0 0 1,1 0-1,-1 0 0,0 0 1,13 2 182,-1 0 0,1-1 0,0-1 0,21-2 0,-2 1-18,264-22 2530,-142 7-1105,225-11 81,-246 24-1454,-26 2-220,109-21 49,-196 19-2082,28 2 6198,-31 2-8344,-3-1-3985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2.3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572 185 2977,'0'-8'1401,"-1"1"0,0-1 0,0 1 0,-1 0 0,0-1 0,0 1-1,-5-10 1,3 9-581,0 0-1,0 0 1,-1 0-1,-1 0 1,1 1-1,-9-8 0,9 10-477,0 0-1,-1 0 0,1 1 0,-1-1 1,0 1-1,0 1 0,-1-1 0,1 1 1,-1 0-1,0 0 0,1 1 1,-1 0-1,0 0 0,0 1 0,-1 0 1,1 0-1,0 1 0,0 0 0,-13 1 1,5 0-67,-1 1 0,1 0 0,0 1 1,1 1-1,-1 0 0,1 1 0,-1 1 0,2 0 1,-1 1-1,1 0 0,-16 12 0,8-5-1,14-10-175,1 0-1,0 0 1,0 1-1,0 0 1,1 0-1,-8 9 1,-56 87 338,63-91-419,0 0 1,1 0-1,0 1 1,1 0-1,-4 12 1,0 0 14,7-20-31,1-1-1,-1 1 1,1 0 0,0 0-1,0 0 1,0 0 0,0 0-1,1 0 1,-1 0 0,1 0-1,-1 0 1,1 0 0,0 0-1,3 5 1,24 40 24,-15-27-42,-10-18 7,0-1 1,1 1 0,-1-1-1,1 0 1,0 0 0,0 0-1,-1-1 1,1 1 0,0-1-1,0 0 1,6 1 0,4 2 65,-4-1-60,0-1 0,0 0-1,0 0 1,0-1 0,0 0 0,1-1 0,-1 0-1,0 0 1,0-1 0,1-1 0,11-3-1,0-1 15,-1-2 0,0 0 0,0-1 0,22-14 0,-39 20-7,0 0 1,0 0-1,-1-1 0,0 1 1,1-1-1,-1 1 0,-1-1 1,1 0-1,0 0 0,-1 0 1,3-8-1,13-20 144,21-21 770,-38 52-914,0 1-1,-1-1 1,1 0-1,0 0 1,-1 0-1,1 0 1,-1-1-1,1 1 1,-1 0-1,0 0 1,0 0-1,1 0 1,-1 0-1,0 0 1,0-1-1,0 0 1,-1-1-10,0 13 0,1-8 6,0 0 0,-1 0 0,1 0 0,0-1 0,-1 1 0,1 0 0,-1 0 0,0 0 0,0-1 0,0 1 0,1 0 0,-2-1 0,1 1 0,0-1 0,-3 3 0,3-2 0,0-1 0,-1 1 0,1 0 0,0-1 0,0 1 0,0 0 0,0 0 0,0 0 0,0 0 0,0 0 0,1 0 0,-1 0 0,1 0 0,-1 0 0,1 0 0,0 2 0,0 22 0,-1-1 0,-1 1 0,-11 46 0,10-45 0,0 0 0,2 0 0,3 48 0,0-19 0,-1-19 0,1-28 0,-2 0 0,0 0 0,0 0 0,0 0 0,-1 1 0,-1-1 0,-3 12 0,-2-4-351,4-11-343,1 0 0,-1 0 0,1 0 0,1 1 0,-1-1 0,1 1 0,0-1 0,0 1 0,1 12 0,0-12-291,-3 30-6319,3-36 6990,-1 1-1,1-1 0,-1 0 0,1 0 0,-1 1 0,1-1 0,-1 0 1,0 0-1,0 0 0,0 0 0,0 0 0,0 0 0,0 0 0,0 0 1,0 0-1,0-1 0,0 1 0,0 0 0,-1-1 0,1 1 1,-1 0-1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2.6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34 3265,'-3'-3'10255,"-12"8"-5641,11-3-4298,0 0 0,1 0 0,-1 1 0,1 0 1,-1 0-1,1 0 0,-5 6 0,-8 8 634,12-13-733,-1 1-1,1-1 0,0 1 1,0 0-1,1 0 1,-4 6-1,1 5-24,1 0-1,1 0 1,0 1 0,2-1 0,-1 1-1,2-1 1,0 1 0,1 0 0,1-1-1,1 1 1,0-1 0,1 1-1,0-1 1,12 30 0,-11-39-178,1-1 0,0 0 0,1 0 0,-1 0 0,1-1 0,0 0 0,10 7 0,3 3 53,-16-12 16,1 1 0,0-1 0,-1-1 1,1 1-1,0-1 0,1 1 0,-1-1 1,0 0-1,1-1 0,-1 1 0,1-1 0,-1 0 1,1 0-1,0 0 0,-1 0 0,1-1 1,0 0-1,0 0 0,0 0 0,-1-1 1,1 0-1,0 0 0,-1 0 0,9-3 0,2-3 605,1-1-1,-1-1 0,0 0 0,-1-1 0,17-15 0,-21 17-370,-5 4-311,0-1 0,-1 0 1,0 0-1,0 0 0,0 0 0,-1-1 1,0 0-1,0 0 0,0 0 0,2-7 1,2-4-12,-4 5 5,-1 1 0,0-1 0,-1 0 0,0 0 0,-1 0 0,0 0 0,-2-14 0,0-10 0,1 28 0,0 1 0,0-1 0,-1 1 0,1 0 0,-2 0 0,1-1 0,-1 1 0,0 1 0,-5-9 0,0 0 0,4 8-284,0 1-1,0 0 1,0 0-1,-1 1 1,0-1-1,0 1 1,-1 0 0,1 0-1,-1 1 1,0-1-1,-1 1 1,1 1-1,-1-1 1,1 1-1,-1 0 1,0 1 0,0 0-1,0 0 1,-1 0-1,1 1 1,0 0-1,-1 0 1,-11 1 0,-14 0-2152,1 2 0,-1 2 0,-59 13 0,41-5-3234,4 3 569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3.1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211 106 2897,'-120'-11'18497,"29"11"-7580,165 11-10461,236-30-456,-76 3 0,-96 8 0,124-2 0,169-6 0,205 6 0,-538 11 0,-27 2 0,-1-4 0,120-16 0,-179 16 24,-1 0 0,1 0 1,-1 1-1,13 1 0,-17 0-77,0 0 1,0-1-1,-1 0 0,1 0 0,0 0 0,0-1 1,0 0-1,0 0 0,-1-1 0,1 1 1,6-4-1,-39 3-18682,7 2 11090,5 0 1802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3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141 401 5394,'1'-8'1391,"-2"1"-1,1-1 0,-1 0 1,0 1-1,0-1 0,-1 1 0,0-1 1,-6-12-1,7 16-1002,0 0 0,0 0 1,0 0-1,1-1 0,-1 1 1,1 0-1,0-1 0,1 1 1,0-6-1,0 6-55,-1 0 1,1-1-1,-1 1 0,0 0 1,0 0-1,-1-1 1,1 1-1,-1 0 0,0 0 1,0 0-1,-2-6 0,-5-1 331,7 10-593,0 0 1,-1 0-1,1 0 0,0 0 1,0 0-1,0-1 1,1 1-1,-1-1 0,0 1 1,0 0-1,1-1 1,-1 1-1,1-1 0,-1 0 1,1 1-1,0-1 1,0 1-1,-1-1 0,1 0 1,0 1-1,1-1 1,-1 1-1,0-1 0,0 1 1,1-1-1,-1 0 1,1-1-1,6-9 202,-5 8-107,0 0 0,0 0 1,0-1-1,0 1 0,0 0 1,-1-1-1,0 1 0,0-1 1,0 1-1,0-7 0,-1 8-139,1-1 0,0 1 0,-1 0 0,2-1 0,-1 1 0,0 0 0,1 0 0,-1 0 0,1 0 0,0 0 0,0 1 0,0-1 1,0 0-1,0 1 0,5-4 0,-3 2-17,0 1 0,0-1 1,0 1-1,0 1 0,1-1 1,-1 1-1,1-1 1,6-1-1,16-3 25,-16 4 1,-1 1-1,1 0 1,0 0 0,13 0-1,-22 2 14,0 0 0,0 1 0,0-1-1,0 0 1,0 1 0,-1-1 0,1 1-1,0 0 1,0-1 0,0 1 0,-1 0-1,4 2 1,15 6 545,-19-9-586,0 1 0,0-1 0,0 1 0,1-1 0,-1 1 0,0 0 0,0-1 0,0 1 0,0 0 0,0 0 0,0 0 0,0 0 0,-1 0 0,1 0 0,0 0 0,0 0 0,-1 0 0,1 0 0,-1 0 0,1 0 0,-1 1 1,1-1-1,-1 0 0,0 0 0,0 1 0,1 1 0,-1 40 23,-1-27-34,-1 3 3,-1 0 0,-1-1 0,-1 1 0,0-1 0,-1 0 0,-1 0 0,-1-1 0,-1 0 0,-10 17 0,-5 12 0,0 1 0,-47 70 0,65-109 0,0 1 0,1 0 0,1 0 0,-1 0 0,2 1 0,-1-1 0,1 1 0,-2 13 0,2 1 0,1 0 0,1 31 0,1-54 0,0 1 0,0 0 0,0-1 0,0 1 0,0 0 0,0-1 0,1 1 0,-1-1 0,1 1 0,0 0 0,-1-1 0,1 1 0,0-1 0,0 1 0,0-1 0,1 3 0,4 4 0,-5-6 0,0-1 0,-1 0 0,1 0 0,0 0 0,0 1 0,-1-1 0,1 0 0,0 0 0,0 0 0,1 0 0,-1-1 0,0 1 0,0 0 0,0 0 0,0-1 0,1 1 0,-1 0 0,0-1 0,1 1 0,-1-1 0,0 0 0,1 1 0,-1-1 0,1 0 0,1 0 0,-2 0 0,1 0 0,0 1 0,0-1 0,0 0 0,-1 1 0,1-1 0,0 1 0,-1 0 0,1 0 0,-1-1 0,1 1 0,2 2 0,-1 0 0,1 0 0,0-1 0,-1 1 0,1-1 0,0 0 0,0 0 0,0 0 0,0-1 0,1 1 0,-1-1 0,0 0 0,1-1 0,-1 1 0,0-1 0,1 1 0,-1-1 0,1-1 0,-1 1 0,1 0 0,-1-1 0,0 0 0,8-3 0,-9 3 0,1 0 0,-1-1 0,1 0 0,-1 1 0,0-1 0,1-1 0,-1 1 0,0 0 0,0-1 0,-1 0 0,1 1 0,0-1 0,-1 0 0,0 0 0,0-1 0,0 1 0,0 0 0,0-1 0,-1 1 0,1-1 0,-1 0 0,0 1 0,0-1 0,0 0 0,-1 0 0,1 0 0,-1-4 0,0-11 0,-1 0 0,-4-30 0,4 44 0,0 0 0,-1 0 0,1 0 0,-1 0 0,0 0 0,0 0 0,0 1 0,-1-1 0,0 1 0,1 0 0,-2 0 0,1 0 0,0 0 0,-5-4 0,-13-9 0,-1 1 0,0 1 0,-1 1 0,0 1 0,-1 0 0,-1 2 0,0 1 0,0 1 0,-28-5 0,9 12-1526,40 2-2321,52 0-18651,-21 0 17714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4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404 30 4178,'0'-1'691,"0"0"0,0 0 1,0-1-1,0 1 0,-1 0 1,1 0-1,0-1 0,-1 1 0,1 0 1,-1 0-1,1 0 0,-1 0 1,1 0-1,-1 0 0,0 0 0,0 0 1,1 0-1,-1 0 0,0 0 1,0 0-1,0 0 0,0 1 0,0-1 1,0 0-1,0 1 0,0-1 1,0 1-1,-1-1 0,1 1 0,0-1 1,0 1-1,0 0 0,-3-1 1,-13 8 2072,15 1-1180,2-7-1556,0 0 1,0-1-1,0 1 0,0-1 1,0 1-1,0-1 0,0 1 1,0-1-1,0 1 0,0 0 1,-1-1-1,1 1 0,0-1 1,0 1-1,0-1 0,-1 1 1,1-1-1,0 0 1,-1 1-1,1-1 0,0 1 1,-1-1-1,1 0 0,-1 1 1,0 0-1,-1-1-28,0 1 0,0-1 0,0 1 0,0 0 0,0 0 0,0 0 0,0 0 0,0 0 0,0 1 0,1-1 0,-1 0 0,0 1 0,1 0 0,-1-1 0,1 1 0,-1 0 0,1-1 0,0 1 0,-2 4 0,-8 10 0,4-4 0,0-1 0,1 1 0,-9 23 0,13-29 0,0-1 0,0 1 0,1-1 0,0 1 0,0-1 0,1 1 0,0 0 0,0 0 0,0-1 0,0 1 0,1 0 0,0-1 0,2 9 0,4 4 0,-3-3 0,1 0 0,1-1 0,0 1 0,1-1 0,1-1 0,13 20 0,32 12 0,-42-36 0,0 0 0,0 0 0,-1 1 0,10 12 0,-2 1 0,0 6 0,-13-20 0,-4-6 0,1-1 0,-1 0 0,0 0 0,0 1 0,1-1 0,-2 0 0,1 1 0,0-1 0,0 1 0,-1-1 0,1 1 0,-1 0 0,0-1 0,0 1 0,0 0 0,0-1 0,0 1 0,-1-1 0,1 1 0,-1-1 0,1 1 0,-2 3 0,-5 1 0,6-7 0,1 1 0,-1 0 0,0-1 0,0 1 0,1 0 0,-1 0 0,1 0 0,-1 0 0,1 0 0,-1 0 0,1 0 0,-1 0 0,1 0 0,0 0 0,-1 0 0,1 0 0,0 0 0,0 0 0,0 0 0,0 1 0,0-1 0,0 0 0,0 0 0,-1 0 0,1 0 0,0 0 0,0 0 0,-1 0 0,1 0 0,-1-1 0,1 1 0,-1 0 0,1 0 0,-1 0 0,1 0 0,-1-1 0,0 1 0,0 0 0,1-1 0,-1 1 0,0 0 0,0-1 0,0 1 0,1-1 0,-3 1 0,-28 10 0,0-1 0,-41 17 0,59-21 0,-1 0 0,0-1 0,0 0 0,-30 5 0,28-6 0,10-3 0,0-1 0,0 1 0,0-1 0,0 0 0,-11-1 0,12 0 0,0 0 0,0 1 0,-1 0 0,1 0 0,0 1 0,0-1 0,0 1 0,-7 2 0,-10 4-2076,-10-1-6125,30-6 7445,-1 0 0,0 0 0,1 0 0,-1 0 0,0 0 0,1-1 0,-1 1-1,1-1 1,-1 0 0,1 0 0,-1 0 0,1 0 0,0 0 0,-1 0 0,1 0 0,-3-3-1,-10 1-3981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24.1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1 158 3954,'6'-21'6657,"17"4"-1123,-2 2-805,-20 13-4267,0 0 1,1 0 0,-1 1-1,1-1 1,0 0 0,0 1-1,0 0 1,-1-1 0,1 1-1,4-2 1,35-4 1412,-19 5-1137,77-20 510,70-5-4302,-123 18-1137,5-1-4896,-8 1 3230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6.5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413 0 2929,'-281'0'14954,"155"0"-350,121 0-14431,14 0-66,38 0-37,66 0-140,369 0 70,-227 16 0,-11-3-187,-82-3-4665,106-6-14005,-198-4 14836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6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27 5987,'0'0'11232,"0"-1"-11030,-1 1 0,1-1 0,0 1 0,0-1 0,0 1 0,0-1 0,0 1 0,-1-1 0,1 1 0,0-1 0,0 1 0,0-1 0,0 1 0,1-1 0,-1 1 0,0-1 0,0 1 0,0-1 1,0 1-1,0-1 0,1 1 0,-1 0 0,0-1 0,0 1 0,1-1 0,-1 1 0,0 0 0,1-1 0,-1 1 0,0-1 0,1 1 0,-1 0 0,2-1 0,14-3 656,14-3 288,177 7-100,-204 0-1004,0 0 1,0 0 0,0 0-1,0 1 1,0-1 0,0 1-1,-1-1 1,1 1 0,0 0-1,0 0 1,0 1 0,-1-1-1,1 0 1,0 1 0,-1 0-1,1-1 1,-1 1 0,4 4-1,16 10 989,-20-14-944,0 0 0,0 1 0,0-1 0,0 0 1,0 1-1,-1-1 0,1 1 0,-1-1 0,0 1 1,0 0-1,0 0 0,0 0 0,0 0 0,0-1 0,-1 1 1,1 0-1,-1 0 0,0 6 0,-1 69 1723,-1-50-1488,2 146-322,0-166 0,1-1 0,0 1 0,0 0 0,1-1 0,0 1 0,0-1 0,3 8 0,-2-8 0,0 0 0,-1 0 0,0 0 0,-1 0 0,0 1 0,1 14 0,-2 60-2365,0 116-8935,0-189 8206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37.2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48 353 2881,'0'-1'221,"0"0"0,0 0 0,-1 0-1,1 0 1,-1 0 0,1 0-1,-1 0 1,1 1 0,-1-1 0,1 0-1,-1 0 1,0 0 0,1 1 0,-1-1-1,0 0 1,0 0 0,0 1 0,0-1-1,1 1 1,-1-1 0,0 1-1,0-1 1,0 1 0,0 0 0,0-1-1,0 1 1,0 0 0,0 0 0,0 0-1,0 0 1,-1 0 0,0 0 0,-15-5 2782,14 3-503,3-7 1471,0 8-3783,-1 0 1,1 0-1,0 1 0,0-1 0,0 0 1,-1 0-1,1 0 0,0 0 0,0 1 0,0-1 1,0 0-1,1 0 0,-1 0 0,0 1 1,0-1-1,0 0 0,1 0 0,-1 0 1,0 1-1,1-1 0,-1 0 0,1 1 1,0-2-1,3-1-145,1 1 0,0 0 0,0 0 1,0 0-1,0 0 0,0 1 0,0 0 0,10-1 1,17-6 31,-22 5-59,0-1 1,0 1-1,1 1 0,20-2 1,23-6 10,181-46 595,-93 27 1595,-121 25-1447,-15 3-408,-1 0 1,1 0-1,-1 0 0,1-1 1,-1 0-1,1 0 0,-1 0 1,6-4-1,-11 6-353,1-1 1,-1 1-1,0 0 0,0 0 1,0-1-1,1 1 0,-1 0 1,0 0-1,0 0 0,1 0 1,-1 0-1,0-1 0,0 1 1,1 0-1,-1 0 0,0 0 1,0 0-1,1 0 0,-1 0 1,0 0-1,1 0 0,-1 0 1,0 0-1,0 0 0,1 0 1,-1 0-1,0 0 0,1 0 0,-1 0 1,0 0-1,0 0 0,1 1 1,-1-1-1,0 0 0,0 0 1,1 0-1,-1 0 0,0 0 1,0 1-1,0-1 0,1 0 1,-1 0-1,0 1 0,0-1 1,0 0-1,1 1 0,3 19 335,-4 31 22,0-45-348,-2 29-18,1-28 0,0 0 0,1 1 0,-1-1 0,2 1 0,-1-1 0,1 0 0,0 0 0,0 1 0,5 11 0,48 64 0,-47-79 0,1 0 0,-1-1 0,0 1 0,1-2 0,0 1 0,0-1 0,0 0 0,0-1 0,12 1 0,-15-3 0,0-1 0,0 0 0,0 0 0,-1 0 0,1-1 0,-1 0 0,1 0 0,-1 0 0,0 0 0,0 0 0,-1-1 0,1 0 0,-1 0 0,1 0 0,-1 0 0,2-5 0,2 3 0,-6 4 0,0 1 0,1 0 0,-1 0 0,0-1 0,1 1 0,-1-1 0,0 1 0,0-1 0,0 1 0,0-1 0,-1 0 0,1 1 0,0-1 0,-1 0 0,1 0 0,-1 0 0,0 1 0,1-1 0,-1 0 0,0 0 0,0-2 0,0-13 0,1 7 0,0 1 0,-1-1 0,0 0 0,-1 1 0,0-1 0,-4-13 0,-9-3 0,-31-43 0,35 54 0,5 8 0,0 1 0,0 0 0,-1 1 0,0-1 0,0 1 0,0 0 0,0 0 0,-1 1 0,0 0 0,-9-4 0,-20-13 0,-22-10-2162,42 26 5,-1-1 0,0 2 0,-31-4 0,21 6-1395,-1 0-1,0 3 0,-48 5 0,51 3-4181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49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44 3346,'1'-22'7345,"1"17"-7007,688 5 9268,-622 0-7996,-27-7-662,11-2 62,-31 9-789,-6 0-45,0 0 1,0 0-1,0 1 1,0 1 0,-1 1-1,17 5 1,-18-6 8,-1 0 0,1 0 0,0-1 0,0-1 0,-1 0 0,17-3 0,18 1 345,-31 2-420,15 0 395,-1 0 0,50 9-1,-60-6-132,0-2-1,0 0 1,36-3-1,-3 1 302,-34 1-465,-1 0 0,0 2 0,0 0 0,28 7 0,-42-7-175,1-1-1,-1 0 1,1 0 0,0 0 0,-1 0-1,1-1 1,0 0 0,0 0-1,-1 0 1,10-2 0,23 0 66,-15 1-99,45 1 0,73 9 0,-96-5 0,0-2 0,52-4 0,-17 0 0,-65 2 0,0 0 0,0 1 0,0 1 0,-1 0 0,23 6 0,-26-6 0,0 0 0,0-1 0,1 0 0,-1-1 0,1 0 0,12-2 0,3 1 0,45 9 0,8 0 0,-46-8 0,54 9 0,-14-6 0,-58-3 0,1 0 0,-1 0 0,1 2 0,-1 0 0,19 5 0,-27-5 0,-1 0 0,1-1 0,-1 0 0,1-1 0,0 1 0,-1-1 0,1-1 0,7 0 0,24-1 0,120 2 0,-115 0 0,65 9 0,-88-8 0,0 0 0,25-3 0,-24 1 0,0 0 0,-1 1 0,1 1 0,21 4 0,13 2 0,104-1 0,2 5 0,-121-13 0,-31 1 0,1 0 0,-1 1 0,1 0 0,-1 1 0,1 0 0,16 4 0,-1 1 0,1-2 0,0 0 0,0-1 0,0-2 0,36-2 0,-22 0 0,56 7 0,-44-2 0,104-4 0,-67-3 0,17 19 0,-64-16 0,64 9 0,-55-7 0,-44-3 0,-1 1 0,0 0 0,1 0 0,-1 0 0,0 1 0,7 1 0,30 5 0,1-3 0,58-1 0,31 7 0,-115-10 0,-5-1 0,-1 1 0,0 1 0,1 0 0,-1 0 0,0 1 0,22 7 0,-23-6 0,1-1 0,-1-1 0,0 0 0,1-1 0,-1 0 0,17-2 0,20 0 0,-34 2 0,1 1 0,-1 0 0,0 1 0,26 7 0,-30-7 0,0 0 0,0-1 0,0 0 0,0 0 0,0-1 0,15-2 0,27 1 0,-11 7 0,-26-4 0,1 1 0,-1 0 0,17 5 0,-27-6 0,0-1 0,0 0 0,0 0 0,0-1 0,0 0 0,0 0 0,1 0 0,6-1 0,-6 0 0,0 1 0,0-1 0,0 1 0,0 1 0,11 1 0,141 20 0,-49-11 0,-3-6 0,-81 0 0,-1-2 0,1 0 0,0-1 0,26-2 0,96 10 0,178-10 0,-182 16 0,91 5 0,-109-7 0,36 9 0,-36-3 0,0-1 0,-70-9 0,101 4 0,-14-3 0,-37-1 0,-40-2 0,15 3 0,-45-6 0,55 3 0,60 3 0,-9 5 0,116-6 0,-111 6 0,-100-15 0,76 11 0,-16-5 0,-24-2 0,-7-1 0,94-4 0,-60-3 0,-67 3 0,20 1 0,84-10 0,-40-6 0,-70 5 0,-28 8 0,0 0 0,1 0 0,-1 1 0,1 0 0,15 0 0,90-9 0,-99 9 0,-1 0 0,1-1 0,27-7 0,-27 5 0,0 0 0,0 2 0,29-2 0,68-12 0,12 6 0,-100 8 0,45-9 0,-45 6 0,46-4 0,-66 10 0,-1-2 0,1 1 0,-1 0 0,0-1 0,1 1 0,-1-1 0,0 0 0,0 0 0,6-3 0,-6 3 0,-1 0 0,1 0 0,0 0 0,0 0 0,0 0 0,-1 1 0,1-1 0,0 1 0,5 0 0,159-11 0,-71-5 0,74 6 0,-151 10 0,-1-1 0,1 0 0,-1-2 0,25-5 0,-31 5 0,0 1 0,0 1 0,-1 0 0,1 0 0,0 1 0,20 3 0,6-1 0,-16-2 0,-7 1 0,0-1 0,0-1 0,0 0 0,0-1 0,0-1 0,17-4 0,-22 5 0,0 0 0,0 1 0,1 0 0,-1 0 0,0 2 0,14 1 0,9-1 0,-15-1 0,0-1 0,0 0 0,22-6 0,-32 6 0,0 0 0,1 0 0,-1 1 0,0 0 0,12 2 0,-14-1 0,0 0 0,1-1 0,-1 0 0,0 0 0,0-1 0,1 1 0,10-4 0,-9 1 0,-2 1 0,0 0 0,0 0 0,0 1 0,1 0 0,-1 0 0,0 0 0,12 1 0,54-11 0,-67 11 0,-3 1 0,1-1 0,-1 0 0,0 0 0,0 0 0,0 0 0,0 0 0,0 0 0,1 0 0,-1-1 0,0 1 0,0-1 0,0 1 0,0-1 0,0 0 0,0 0 0,0 0 0,0 0 0,-1 0 0,1-1 0,0 1 0,1-2 0,0 2 0,0 0 0,0 0 0,0 0 0,0 0 0,0 1 0,1 0 0,-1-1 0,0 1 0,0 0 0,0 1 0,6 0 0,18-1 0,36-5 8,-55 5-12,-1 1 0,1-1 0,0-1 0,-1 1-1,1-1 1,-1-1 0,1 0 0,-1 0 0,0 0 0,13-6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1:54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 26 5186,'-23'-18'6766,"-7"11"-6081,25 7-610,21 7-61,4-1 417,0-1 0,0-1 0,1-1 1,38 0-1,12 3 958,12-1 938,107-6-1,-55-2-34,216 17 1811,-137-7-2734,-44-3-620,-25-3-260,25 2-161,67 9-84,163 15 67,-72-1 6,-18 2 67,-146-14-117,-14-1 56,91 10-11,-168-18-200,116 14 37,64 3-55,99 17-94,-51-3 0,219 20 0,-237-29 0,-31-7 0,-6 0 0,-22-2 0,26 3 0,12 9 0,-99-13 0,-82-10 0,160 5 0,-5 3 0,73-4 0,-147-6 0,76 5 0,-66-2 0,-30-5 0,-48-2 0,48 3 0,310 20 0,-234-9 0,109-6 0,-166-7 0,11 1 0,71 10 0,62 3 0,31-6 0,-22 6 0,-4-6 0,-79 6 0,6-7 0,-132-8 0,-78-2 0,-1 1 0,35 4 0,46 9 0,163-2 0,-128 5 0,-107-16 0,-12-1 0,1 1 0,0 1 0,38 8 0,10-5 0,-60 0 0,-7-2 0,1 0 0,0 0 0,0-1 0,0 0 0,0 0 0,0-1 0,0 1 0,7-2 0,4 3 0,-1 0 0,0 0 0,0 2 0,0 0 0,21 9 0,-21-8 0,0 1 0,0-2 0,0 0 0,0-1 0,24 1 0,-33-3 0,1 0 0,-1 0 0,1 0 0,-1 1 0,14 6 0,16 3 0,127 34 0,-125-31 0,-6-1 0,40 20 0,-63-30 0,-1 0 0,0 0 0,0 1 0,0 0 0,0 0 0,11 9 0,26 10 0,1 4 0,-1-1 0,7 3 0,-10-3 0,-41-25 0,1 0 0,-1 1 0,1 0 0,-1-1 0,0 1 0,1 0 0,-1 0 0,0 0 0,2 4 0,19 15 0,0-10 0,-17-9 0,0 0 0,-1 0 0,1 1 0,-1 0 0,1 0 0,-1 1 0,0 0 0,0-1 0,-1 2 0,1-1 0,3 5 0,-6-5 0,0-1 0,-1 1 0,1-1 0,1 0 0,-1 0 0,0 1 0,1-2 0,0 1 0,-1 0 0,1 0 0,0-1 0,1 0 0,-1 1 0,0-1 0,1 0 0,6 2 0,-8-2 0,0-1 0,1 1 0,-1 0 0,0-1 0,0 1 0,0 0 0,-1 0 0,1 0 0,0 1 0,-1-1 0,1 0 0,-1 1 0,0-1 0,2 5 0,-2-3 0,1-1 0,0 1 0,0 0 0,0-1 0,0 0 0,1 1 0,-1-1 0,4 3 0,10 12 0,-1 1 0,-1 1 0,13 23 0,-5-9 0,-21-32 0,-1 0 0,1 0 0,0 0 0,-1 0 0,1 0 0,-1 0 0,1 0 0,-1 0 0,0 0 0,0 1 0,0 1 0,2 18 0,58 101 0,-42-76 0,-12-36 0,-1 1 0,-1 1 0,0-1 0,0 1 0,-1-1 0,-1 1 0,0 0 0,0 18 0,-2-26 0,1 0 0,-1 0 0,1 0 0,1 0 0,-1 0 0,1-1 0,0 1 0,2 5 0,-1-5 0,-1 0 0,0 0 0,0 0 0,-1 1 0,1-1 0,-1 1 0,0-1 0,0 8 0,-1 270 0,0-274 0,1 1 0,0-1 0,1 1 0,3 11 0,-2-12 0,-1 0 0,0 1 0,-1-1 0,1 13 0,-2 152 0,0-164 0,1 0 0,1 1 0,0-1 0,6 19 0,-4-18 0,-1 0 0,-1 0 0,0 0 0,0 0 0,0 11 0,-2 1211 0,0-1231 0,0 0 0,0 0 0,0 0 0,-1-1 0,1 1 0,0 0 0,-1 0 0,1-1 0,-1 1 0,0 0 0,1-1 0,-1 1 0,0-1 0,0 1 0,0-1 0,0 1 0,0-1 0,-1 0 0,1 1 0,0-1 0,-3 2 0,-2 2 0,6-4 0,-1 0 0,0-1 0,0 1 0,1 0 0,-1 1 0,1-1 0,-1 0 0,1 0 0,-1 0 0,1 0 0,0 0 0,-1 0 0,1 1 0,0-1 0,0 0 0,0 0 0,0 0 0,0 1 0,0-1 0,0 0 0,0 0 0,1 0 0,0 2 0,-1-1 0,0-1 0,1 0 0,-1 0 0,0 1 0,0-1 0,0 0 0,0 1 0,0-1 0,0 0 0,0 0 0,0 1 0,-1-1 0,1 0 0,0 0 0,-1 1 0,1-1 0,-1 1 0,-6 5 0,6-6 0,1 0 0,-1 0 0,0-1 0,0 1 0,1 0 0,-1 0 0,1 0 0,-1-1 0,1 1 0,-1 0 0,1 0 0,-1 0 0,1 0 0,0 0 0,-1 0 0,1 0 0,0 0 0,0 0 0,0 2 0,0-2 0,0-1 0,0 1 0,0 0 0,0 0 0,0 0 0,0-1 0,-1 1 0,1 0 0,0 0 0,0-1 0,-1 1 0,1 0 0,-1 0 0,1-1 0,0 1 0,-1 0 0,1-1 0,-1 1 0,0-1 0,1 1 0,-1-1 0,1 1 0,-1-1 0,0 1 0,1-1 0,-1 1 0,0-1 0,1 0 0,-1 1 0,-1-1 0,1 0 0,0 1 0,1-1 0,-1 0 0,0 0 0,0 1 0,1-1 0,-1 1 0,0-1 0,1 1 0,-1-1 0,0 1 0,1-1 0,-1 1 0,1-1 0,-1 1 0,1 0 0,-1-1 0,1 1 0,0 0 0,-1-1 0,1 1 0,0 0 0,-1 0 0,1 0 0,0-1 0,0 1 0,0 0 0,0 0 0,0-1 0,0 2 0,0 1 0,0 0 0,0-1 0,0 1 0,-1-1 0,1 1 0,-1-1 0,1 1 0,-1-1 0,0 1 0,0-1 0,0 0 0,0 1 0,0-1 0,-1 0 0,1 0 0,-1 0 0,1 0 0,-1 0 0,0 0 0,0 0 0,0-1 0,0 1 0,0-1 0,0 1 0,-4 1 0,-23 22 0,27-23 0,0 0 0,0 0 0,0 0 0,-1 0 0,1-1 0,0 1 0,-1-1 0,1 1 0,-1-1 0,0 0 0,0 0 0,1 0 0,-4 0 0,-48 8 0,19-3 0,-6-4 0,33-3 0,0 1 0,0 0 0,1 0 0,-1 1 0,-9 2 0,-28 4 0,0-2 0,0-2 0,-74-4 0,37 0 0,41 1 0,-1-2 0,-56-9 0,18 2 0,35 6 0,-96-12 0,106 11 0,-61 1 0,-9-1 0,28-1 0,-41-5 0,94 7 0,0 2 0,-30 1 0,-11-1 0,-242-26 0,232 17 0,-2 3 0,1 3 0,-122 10 0,149 0 0,-68 6 0,94-11 0,0 2 0,-36 7 0,40-6 0,0 0 0,-25 0 0,-6-3 0,24 0 0,0-1 0,0-2 0,-45-7 0,25 3 0,-1-3 0,0 4 0,21-2 0,1 2 0,-27-3 0,37 6 0,-50-8 0,-82-23 0,114 25 0,-62-6 0,66 12 0,1-2 0,0-1 0,-53-17 0,31 6 0,-1 2 0,-83-10 0,-9-2 0,-502-92 0,246 49 0,-173 3 0,396 47 0,-74-4 0,52 3 0,38 3 0,-14 6 0,-461-33 0,207 18 0,42-1 0,33 1 0,203 14 0,-16-3 0,-3 0 0,7 2 0,-191-13 0,-4 0 0,1-1 0,-116-13 0,364 26 0,-192-17 0,-146-25 0,225 23 0,-44 8 0,-21-2 0,65 3 0,-60-9 0,44 7 0,138 14 0,-7-2 0,85 10 0,0 0 0,0 2 0,-37 1 0,-16-2 0,-22-6 0,-106 4 0,167 5 0,-107 16 0,-168-16 0,308 0 0,-1 0 0,1 0 0,-1-1 0,0 1 0,1-1 0,-1 0 0,1 0 0,0 0 0,-1 0 0,-2-1 0,-18-7 0,22 9 0,0 0 0,0-1 0,0 1 0,0 0 0,0 0 0,1 0 0,-1-1 0,0 1 0,0 0 0,0-1 0,0 1 0,0-1 0,0 1 0,1-1 0,-1 0 0,0 1 0,0-1 0,1 0 0,-1 1 0,1-1 0,-1 0 0,0 0 0,1 1 0,-1-1 0,1 0 0,0 0 0,-1 0 0,1 0 0,0 0 0,-1 0 0,1 0 0,0-1 0,11-30 0,-1 5 0,-10 24 0,0 1 0,1-1 0,0 1 0,-1 0 0,1 0 0,0-1 0,0 1 0,0 0 0,1 0 0,-1 0 0,0 0 0,1 0 0,-1 0 0,1 0 0,3-2 0,37-30 0,-3 2 0,-15 4 0,-15 17 0,0 0 0,1 0 0,0 1 0,0 1 0,1 0 0,20-13 0,-23 18 0,0-1 0,-1 0 0,1 0 0,-1 0 0,-1-1 0,1 0 0,-1 0 0,11-14 0,-13 14 0,1 0 0,0 1 0,0-1 0,0 1 0,1 1 0,-1-1 0,1 1 0,0 0 0,1 0 0,12-5 0,26-19 0,-7 0 0,-26 20 0,-1-1 0,0 0 0,14-16 0,-7 8 0,1 1 0,1 1 0,0 0 0,0 2 0,45-22 0,14-10 0,-55 33 0,1 0 0,1 2 0,31-9 0,0 1 0,-26 10 0,0 1 0,0 2 0,50-2 0,29-5 0,-82 9 0,-1 1 0,48 3 0,-12 0 0,147 15 0,235 4 0,-315-12 0,191 34 0,-167-18 0,223 39 0,-91-22 0,-67-12 0,22 3 0,38 6 0,190 42 0,-316-56 0,466 46 0,-337-43 0,-16 6 0,-250-32 0,149 16 0,106 12 0,-129-19 0,186 17 0,-84-16 0,9 4 0,-3-4 0,-105-9 0,32 1 0,287 11 0,-94-6 0,-129-4 0,2 9 0,84-2 0,-18 5 0,-20-1 0,635-15 0,-732 11 0,-184-11 0,53 0 0,114 13 0,-149-10 0,1-1 0,48-3 0,36 2 0,53 7 0,-134-6 0,56 9 0,-56-5 0,58 2 0,53 8 0,103-6 0,346-10 0,-549-2 0,54-10 0,-58 7 0,50-2 0,-64 6 0,1-1 0,-1-2 0,1 0 0,42-13 0,44-10 0,2 0 0,-44 5 0,-9 11 0,0-3 0,112-43 0,-129 32 0,-39 23 0,0 0 0,0 0 0,1 0 0,-1 0 0,0 0 0,1 1 0,-1-1 0,7-1 0,-9 3 0,0 0 0,0-1 0,0 1 0,0 0 0,0-1 0,0 1 0,0-1 0,0 1 0,0-1 0,-1 0 0,1 1 0,0-1 0,0 0 0,0 0 0,-1 1 0,1-1 0,0 0 0,-1 0 0,1 0 0,-1 0 0,1 0 0,-1 0 0,0 0 0,1 0 0,-1 0 0,0 0 0,1 0 0,-1-2 0,5-11 0,6 3 0,-10 10 0,0 0 0,0 1 0,0-1 0,0 0 0,0 0 0,0 0 0,-1 0 0,1-1 0,0 1 0,-1 0 0,1 0 0,0 0 0,-1-1 0,0 1 0,1 0 0,-1 0 0,0-1 0,1 1 0,-1 0 0,0-1 0,0 1 0,0 0 0,0-1 0,0 1 0,-1-2 0,2-2 0,-1 0 0,0-1 0,0 1 0,0 0 0,-1 0 0,0 0 0,0-1 0,0 1 0,0 0 0,-1 0 0,0 0 0,0 1 0,-1-1 0,1 0 0,-1 1 0,-5-8 0,-14-10 0,-1 1 0,0 0 0,-48-29 0,21 14 0,25 20 0,0 1 0,-1 1 0,-46-17 0,7 3 0,-483-185 0,388 163 0,-57-21 0,200 64-483,0 0 0,0 1-1,-1 1 1,1 0 0,-1 2 0,-1 0-1,-33-1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15.0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0 5154,'0'0'9333,"-28"0"-8293,9 0-2657,-9 0-8947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18.3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19 152 4130,'0'-50'7478,"0"47"-6008,-1 3-1446,0 0 0,0 0 0,0 0 1,0 0-1,0 0 0,0 0 0,0 0 0,0 0 1,0 0-1,0 0 0,0 0 0,0 1 0,0-1 0,0 0 1,0 1-1,-1 0 0,2 10 160,0 0 0,1 1 0,1-1 0,0 0 0,0 0 0,6 14 0,-7-21-124,0 0-1,0 0 1,0-1-1,-1 1 1,1 0-1,-1 0 1,0 0-1,-1 0 1,0 6-1,0-6-9,1 0 0,-1 0 0,1-1 0,0 1 0,0 0 0,1 0 0,-1-1-1,1 1 1,-1 0 0,1-1 0,0 1 0,2 3 0,9 23 526,15 59 0,8 4 374,-33-85-833,0-1 1,1 1-1,1 0 1,-1-1-1,1 0 0,0 0 1,1 0-1,10 12 0,-1-5 314,-13-12-352,0-1 1,0 1-1,0-1 0,0 0 0,0 0 0,1 1 1,-1-1-1,1 0 0,-1 0 0,0 0 1,1-1-1,0 1 0,-1 0 0,1 0 0,-1-1 1,1 1-1,0-1 0,-1 0 0,1 1 0,0-1 1,0 0-1,-1 0 0,1 0 0,0 0 1,0 0-1,-1 0 0,1-1 0,0 1 0,-1-1 1,1 1-1,0-1 0,-1 0 0,3-1 1,-2 2-51,8-3 144,0 0 0,0-1 0,0 0-1,-1-1 1,1 0 0,-1 0 0,0-1 0,-1 0 0,10-9 0,175-141 1389,-125 104-1001,26-10 325,1 1-208,-45 28-495,1 2-1,79-35 1,13-6-411,-137 69 55,1 0-1,-1 1 1,1 0 0,0 0-1,0 0 1,13-1 0,-18 3-100,1-1 1,0 1-1,-1 0 1,1 0-1,0 0 1,-1 0-1,1 1 1,0-1-1,-1 1 1,1-1-1,0 1 1,-1 0-1,1 0 0,-1 0 1,1 0-1,-1 0 1,0 1-1,1-1 1,-1 1-1,0 0 1,2 1-1,-3 2-821,1 1-1,-1-1 1,0 0-1,0 0 0,-1 1 1,0-1-1,0 0 1,0 1-1,-2 9 1,1 2-1159,-2 8-898,-13-7-1248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18.7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20 140 6275,'0'-2'497,"-1"1"1,1-1-1,0 1 1,-1-1-1,1 1 0,-1-1 1,1 1-1,-1 0 1,1-1-1,-1 1 1,0 0-1,0 0 0,0-1 1,-1-1-1,-7-15 2108,9 17-1885,0-13 1302,0 46-1506,2 0 0,1-1-1,8 34 1,-4 17 332,0-61-665,-3-10-83,-1-1 0,0 1 1,-1 0-1,0 0 0,1 16 0,-3-13-7,1-1 0,1 1 0,4 17 0,4 35 229,-10-61-281,0 0 0,1 0 0,-1 0 0,2 0 0,-1 0 0,0-1 0,1 1 0,0 0 0,3 6-1,-3-7 18,0 0-1,0 0 1,0 0 0,-1 1-1,0-1 1,0 1-1,0-1 1,0 1-1,0 6 1,-1-9 2,0 0 1,0 1 0,0-1 0,1 1 0,-1-1 0,1 0 0,0 0 0,0 1-1,0-1 1,0 0 0,0 0 0,0 0 0,2 2 0,1 4 167,-3-7-155,-1 0 0,1-1 0,-1 1 0,1 0 0,-1 0 0,1-1 0,0 1 0,0 0 0,-1-1 0,1 1 0,0-1 0,0 1 0,-1-1 0,1 1 0,0-1 0,0 1 0,0-1 0,0 0 0,0 0 0,0 1-1,0-1 1,0 0 0,0 0 0,0 0 0,1 0 0,30-9 2197,31-30-136,-58 35-2406,3-2 328,0-1 0,-1 0 0,0-1 0,0 0 0,-1 0 0,0 0 0,5-10 0,26-30 91,142-146-63,26-23-1934,-161 173 266,13-11-2057,-50 49 2606,0 1 0,1 0-1,0 0 1,0 0 0,0 1-1,13-5 1,-17 8 320,1 0 0,-1 0 1,1 0-1,-1 1 0,1-1 0,0 1 0,-1 0 1,1 1-1,-1-1 0,1 1 0,0 0 0,4 1 1,-2 9-2314,17-9 322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19.2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48 296 4066,'-11'0'1115,"9"-1"-357,0 1-1,0 0 1,0 0-1,0 0 1,0 0-1,0 0 1,0 1-1,0-1 1,1 0-1,-1 1 1,0-1-1,0 1 1,-2 1-1,-2 13 4445,5 3-4924,1-4 91,1 0 0,1 0 0,0 0 0,1 0 0,4 13 0,-5-3-207,-2-20-133,-1-1 1,1 1 0,1 0 0,-1-1-1,0 1 1,1-1 0,0 1-1,0-1 1,2 7 0,36 85 658,-24-65-471,-13-26-188,0-1 0,0 0 0,0 1 0,0 0 0,-1-1 0,0 1 0,0 0 0,0 0 1,0 0-1,0 0 0,-1 4 0,0-6-5,1 0 0,-1 0 0,0 0 0,0-1 0,1 1 0,-1 0 0,1 0 0,-1 0 0,1-1 0,0 1 0,0 0 0,0-1 0,-1 1 0,2-1 0,-1 1 0,0-1 0,2 3-1,-1-3 18,-1 1 0,0-1 0,1 1 0,-1-1 0,0 1 0,0 0 0,0-1 0,0 1 0,-1 0 0,1 0 0,0 0 0,-1 0 0,1 0 0,-1 0 0,0-1 0,1 1-1,-1 4 1,0-6-13,-1 0 0,1 1 0,0-1 0,0 0 0,0 1 0,0-1-1,0 1 1,0-1 0,0 0 0,0 1 0,0-1 0,0 0 0,1 1-1,-1-1 1,0 0 0,0 1 0,0-1 0,0 0 0,0 1-1,1-1 1,-1 0 0,0 0 0,0 1 0,1-1 0,-1 0 0,0 0-1,0 1 1,1-1 0,-1 0 0,0 0 0,0 0 0,1 1 0,-1-1-1,0 0 1,1 0 0,-1 0 0,0 0 0,1 0 0,-1 0 0,1 0-1,-1 0 1,0 0 0,1 0 0,-1 0 0,0 0 0,1 0 0,-1 0-1,0 0 1,1 0 0,-1 0 0,0 0 0,1 0 0,-1 0 0,0-1-1,1 1 1,-1 0 0,0 0 0,1-1 0,23-16 1027,-16 11-784,3-3-58,-1 0-1,0-1 1,0 0 0,-1-1 0,0 0-1,-1 0 1,0-1 0,7-16 0,14-18 46,166-214 589,-150 204-770,-27 34-121,30-47 0,-40 56-146,1 0 0,1 0-1,0 1 1,1 0-1,0 1 1,24-18 0,-12 2-1510,-22 25 1433,0 0 0,0 0 1,0 1-1,1-1 0,-1 0 1,1 0-1,-1 1 1,1-1-1,-1 1 0,1 0 1,0-1-1,0 1 0,0 0 1,0 0-1,0 0 0,0 0 1,0 0-1,0 1 1,0-1-1,0 0 0,0 1 1,1 0-1,-1-1 0,3 1 1,8 0-4462,1 0 2008,-8 10-4024,-5-6 5487,15 25-2265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19.6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170 170 4722,'-65'77'13960,"29"-32"-10765,-8 21 1201,43-65-4253,0 0 0,1 0 0,-1 0 0,0 1-1,1-1 1,-1 0 0,1 1 0,-1-1 0,1 1-1,0-1 1,-1 1 0,1-1 0,0 0 0,0 1 0,0-1-1,0 4 1,-1 9 607,0-11-620,-2 5 35,0 0-1,1 1 1,0-1-1,0 1 0,0-1 1,1 1-1,1 0 1,-1-1-1,2 1 0,-1 0 1,1 0-1,2 8 1,2-1-146,-3-10-10,0 0-1,0 0 0,-1 0 0,1 0 0,-2 1 1,1 6-1,-1-10-4,1 1 1,-1-1-1,0 1 1,1-1 0,0 1-1,0-1 1,0 0-1,0 1 1,0-1-1,1 0 1,-1 0-1,4 4 1,-4-4-1,1 0 0,0 0 1,-1 1-1,1-1 0,-1 0 1,0 0-1,0 1 0,0-1 0,0 1 1,-1-1-1,0 1 0,1 4 1,-1-6-1,0-1 0,0 1 0,0 0 1,0 0-1,1-1 0,-1 1 0,0 0 1,1-1-1,0 1 0,-1 0 0,1-1 1,0 1-1,0-1 0,0 1 0,0-1 1,0 1-1,0-1 0,0 0 0,1 0 1,-1 1-1,0-1 0,1 0 0,-1 0 1,1 0-1,2 1 0,14 12 43,-17-12-32,1-1-1,-1 1 1,1 0 0,0-1-1,0 1 1,-1-1 0,1 1-1,0-1 1,0 0 0,0 0-1,1 0 1,-1 0 0,0 0-1,0 0 1,0 0 0,1-1-1,-1 0 1,0 1 0,1-1-1,-1 0 1,1 0 0,-1 0 0,0 0-1,1 0 1,-1-1 0,0 1-1,1-1 1,-1 0 0,0 1-1,0-1 1,0 0 0,1 0-1,-1 0 1,0-1 0,2-1-1,23-17 32,37-36-1,-14 5-4,-26 28-28,-1-1 0,28-39 0,-23 27-13,2 2 0,49-46 0,-51 50 0,34-49 0,-34 43 0,-13 16 1,9-13-9,3 2 1,32-31 0,-53 56-36,-5 6 15,0-1 0,0 0-1,0 1 1,0-1 0,0 0 0,0 0-1,-1 0 1,1 0 0,0 0-1,0 0 1,-1 0 0,1 0-1,-1 0 1,1 0 0,-1 0-1,1 0 1,-1 0 0,0 0-1,1 0 1,-1-1 0,0 1-1,0-1 1,0 0-114,0 1-1,1 0 1,-1 0 0,0 0-1,1 0 1,-1-1-1,0 1 1,1 0 0,0 0-1,-1 0 1,1 0 0,0 0-1,-1 0 1,1 0-1,0 0 1,0 1 0,0-1-1,0 0 1,0 0 0,0 1-1,0-1 1,0 0 0,0 1-1,0-1 1,0 1-1,0-1 1,1 1 0,-1 0-1,0 0 1,0-1 0,0 1-1,2 0 1,-3-8-3119,0 5 2649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23.1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9952 391 960,'0'0'1831,"0"-1"-1731,0 1 0,0-1 1,0 1-1,0-1 0,0 1 1,0-1-1,0 1 0,0-1 1,0 1-1,0-1 1,0 1-1,0-1 0,0 1 1,0-1-1,0 1 0,0-1 1,-1 1-1,1-1 0,0 1 1,0-1-1,-1 1 0,1-1 1,0 1-1,-1-1 0,0 1 1,-19-3 837,20 3-920,-1 1 1,0-1-1,1 0 1,-1 0 0,0 0-1,0 0 1,0 1-1,1-1 1,-1 0-1,0 0 1,0-1-1,1 1 1,-1 0-1,0 0 1,0 0 0,0 0-1,1-1 1,-1 1-1,0 0 1,1-1-1,-1 1 1,0 0-1,1-1 1,-1 1 0,0-1-1,1 1 1,-1-1-1,1 1 1,-1-1-1,1 0 1,-1 1-1,1-1 1,-1-1 0,-26 0 194,-448 2 2916,361-15-2216,20 4 109,40 2-317,15 2-349,17 6-134,1-1-1,-39-8 0,40 6-82,-1 0 0,-38-1 0,17 2 107,1-1 1,-50-13-1,7 1-27,22 3-33,43 8-108,0 1-1,-39-3 1,25 6 39,-1-2 0,-51-12 0,-10-1-7,11 5-89,32 3 38,-78-1 0,-49-7 325,2 7 163,57 8-221,77 2-225,-49-5 0,-151-22 692,58 14-380,-8-3-109,54 4-128,-36-4-53,125 10-88,-52 3-1,-21-3 70,-70-9-160,-22 2 96,-133 8 19,193 6-48,-111-17 39,-203 15 359,276 15-385,131-15 24,-237 9 21,119 6 115,133-11-98,-50-1-1,-26 2 200,96-4-244,-46-2-1,50 0-31,0 1 0,1 0 0,-26 5 1,0 1 75,-91 1 0,-77 4 148,-278-11 460,327-11-421,-2-5-170,-101 6 469,90-6-494,-427 16-138,567 7 102,-14 2 16,-82 1-70,128-9 21,1 0 1,0 0-1,-1 0 1,1 1-1,-9 3 1,-6 2-12,-2-4-22,-16 5 13,34-3 13,6-4-2,-1-1 0,0 1 0,0 0 0,1 0 0,-1-1 0,0 1 0,0-1 0,0 1-1,0-1 1,0 1 0,0-1 0,0 0 0,0 1 0,0-1 0,0 0 0,0 0 0,0 1 0,0-1 0,0 0-1,-2-1 1,-3 8-73,4-5 82,-4 1-2,5-3-6,1 0 0,-1 0-1,1 0 1,-1 0 0,1 0 0,0 0 0,-1 1-1,1-1 1,-1 0 0,1 0 0,0 0-1,-1 1 1,1-1 0,0 0 0,-1 0-1,1 1 1,0-1 0,0 0 0,-1 1-1,1-1 1,0 0 0,0 1 0,-1-1 0,1 1-1,0-1 1,0 0 0,0 1 0,0-1-1,0 1 1,0-1 0,-1 0 0,1 1-1,0-1 1,0 1 0,0-1 0,0 1-1,1-1 1,-1 1 0,-5 4-16,2-3 14,2-2 3,0 1 0,0-1 0,-1 0 0,1 1 0,0-1 0,0 1-1,0-1 1,1 1 0,-1 0 0,0-1 0,0 1 0,0 0-1,0 0 1,1 0 0,-1 0 0,0 0 0,1-1 0,-1 1 0,0 0-1,1 0 1,-1 0 0,1 1 0,0-1 0,-1 0 0,1 0-1,0 2 1,0-2-1,0 0-1,-1 0 0,1 0 0,0 0 1,0 0-1,0 0 0,-1 0 1,1-1-1,0 1 0,-1 0 0,1 0 1,-1 0-1,1 0 0,-1-1 1,1 1-1,-1 0 0,0-1 0,1 1 1,-2 1-1,1-1 1,0-1 0,0 1 0,1 0 0,-1 0 0,0-1 0,0 1 0,1 0 0,-1 0 0,1 0 0,-1 0 1,1 0-1,-1 0 0,1 0 0,0 0 0,-1 0 0,1 0 0,0 0 0,0 0 0,0 0 0,0 2 0,0-1 4,0 0 0,0 0 0,0 0 1,-1 0-1,1 0 0,-1 0 0,1 0 0,-1 1 0,0-2 0,0 1 1,0 0-1,0 0 0,0 0 0,0 0 0,0-1 0,0 1 0,-3 2 1,3-3-7,-1 1 1,1-1 0,0 0-1,0 1 1,0-1 0,0 1-1,0 0 1,1-1 0,-1 1-1,0 0 1,1-1 0,-1 1-1,1 0 1,-1 0 0,1-1-1,0 1 1,0 2 0,-2 9-2,0 0 0,-1 0 0,0 0 1,-1 0-1,-1-1 0,-10 22 1,-14 43 61,29-74-56,-2 4 7,1 1 0,-1-1 0,0 0 0,-1 1 0,0-1 0,0 0 0,0-1 0,-9 13 0,8-12-12,0 0 0,1 0-1,0 0 1,0 0 0,0 0 0,1 0 0,-2 15-1,2-14 21,0 1 0,0 0-1,-1-1 1,0 0-1,-7 15 1,6-18-3,1 0 1,0 0-1,0 1 0,0-1 1,1 1-1,0 0 0,0 0 1,1 0-1,-1 0 1,1 0-1,0 9 0,0-5-7,0 1 0,0-1 0,-2 0-1,1 0 1,-1 0 0,0 0 0,-8 14 0,7-16 12,1 0 0,-1 1 0,2-1 1,-1 0-1,1 1 0,1 0 0,-2 11 0,3-12 3,-1 0-1,0 0 1,0 0 0,-1 0-1,-3 10 1,3-12-11,0 1 1,1 1-1,-1-1 1,1 0 0,0 8-1,1-8 8,-1 0 0,0 0 0,0 0 0,0-1 0,-1 1 1,-5 12-1,4-12-1,0-1 1,1 1 0,0 0 0,1 0 0,-1 0-1,1 1 1,0 6 0,0-1 24,0-1 0,-1 0 0,0 0 0,-1 0 0,-1 0 0,-7 17 0,-7 27 88,-10 118-4,18-130-138,4-17 5,0-1-1,-16 39 0,21-61 7,-4 4 10,2 0 0,-1 1 0,1 0 0,0 0 0,1 0 0,0 0 0,-1 19 0,2-23-11,1 0 0,-1 1 0,0-1 0,0 0 0,0 1 0,-1-1 0,1 0 0,-1 0 0,-3 5 0,3-6-3,0 0 1,0 1 0,0-1 0,1 0 0,0 1 0,0-1 0,0 1 0,0 8 0,1-4 12,-1-1 1,0 1 0,0 0-1,0-1 1,-1 1-1,0-1 1,-6 13-1,8-20-9,-3 35 160,4-32-149,-1 0 1,0-1-1,0 1 1,0-1 0,0 1-1,-1 0 1,0-1-1,1 1 1,-1-1-1,-2 5 1,-1-1 20,1-1-17,1-1-1,-1 1 1,1 0 0,0 0-1,0 0 1,0 1 0,1-1-1,0 0 1,0 1 0,1 8-1,-1-6-4,1 0-1,-1 0 0,0 0 1,-1 0-1,0 0 0,-7 16 0,6-11-17,1-1 0,1 0-1,0 1 1,0-1-1,2 1 1,1 13-1,0 12 84,-3-25-11,1-11-40,0-1 0,-1 1 0,1 0 0,0 0 1,0 0-1,1 0 0,-1-1 0,0 1 0,1 0 0,0 0 0,1 3 0,6-2 18,-8-4-39,1 1-1,-1-1 1,0 0 0,1 0 0,-1 0 0,1 0 0,-1 1 0,0-1 0,1 0 0,-1 0 0,0 1 0,1-1 0,-1 0 0,0 1-1,1-1 1,-1 0 0,0 1 0,0-1 0,1 0 0,-1 1 0,0-1 0,0 1 0,0-1 0,0 0 0,0 1 0,1-1 0,-1 1 0,0-1-1,0 1 1,0-1 0,0 0 0,0 1 0,0 0 0,23 2 113,21 0 305,-39-2-401,0 0-1,1-1 1,-1 1 0,0-1 0,1-1-1,-1 1 1,0-1 0,9-2 0,27 3 24,-36 0-42,-1 1-1,1-1 1,-1 0 0,1 0 0,0 0 0,-1 0 0,1-1 0,-1 0 0,8-2 0,24-7 61,73-8 0,-90 15-50,4 0 30,-5 1-28,-1 0-1,0-2 1,28-9 0,-38 11-6,0 0 0,0 0 1,0 0-1,0 1 1,0 0-1,1 0 1,-1 1-1,9 0 0,28-3 11,45-8 27,160-1 0,-104-4-18,113 5-110,-131 11 135,318 9 50,-330-4-140,53 5 72,-22-3-25,14 2 8,-18 5-54,150-4-1,-56 5 43,248 20-33,-444-30 55,249 11-59,-174-3 17,196 13 88,-119-15-108,-14 2 32,1 0 16,-16 0 45,-39-1-74,161 14-104,-101-8 167,39-2 17,9-6-80,5 3 10,-181-8 65,93-5 0,-71-2-85,-25 2 59,66 9 0,-39-4-31,101-6-1,-58-2-31,-65 3 60,10-1-6,134 16 1,-159-11-20,0-1 1,73-5-1,-27-1 44,-21 2 33,-16 0-13,0 2 1,62 9-1,-66-5 19,0-3 1,61-5 0,-13 1 145,570 2 1609,-663 0-1587,-3 0-249,0-1 0,0 1 0,0 0 0,-1 0 0,1 0 0,0-1 1,0 1-1,0 0 0,0 0 0,0 0 0,0-1 0,0 1 0,0 0 0,0 0 0,0-1 1,0 1-1,0 0 0,0 0 0,0-1 0,0 1 0,0 0 0,0 0 0,0-1 0,0 1 1,1 0-1,-1 0 0,0 0 0,0-1 0,0 1 0,0 0 0,0 0 0,0 0 0,1 0 0,-1-1 1,0 1-1,0 0 0,0 0 0,1 0 0,-1 0 0,0 0 0,0 0 0,0-1 0,1 1 1,-1 0-1,0 0 0,0 0 0,1 0 0,-1 0 0,0 0 0,0 0 0,1 0 0,8 0 76,-6 1-69,0-1 1,-1 0-1,1 0 0,-1 0 0,1 0 0,0 0 1,-1 0-1,1-1 0,-1 1 0,1-1 0,-1 0 1,5-1-1,1-2-3,0 2 1,0-1-1,1 1 0,-1 0 1,1 1-1,-1 0 1,10 0-1,-5 0-27,0 0-1,0-1 1,15-5-1,-9 1 28,1 1 1,-1 1-1,1 1 0,0 0 0,23 1 1,-40 2-14,0-1 0,1 1 0,-1 0 0,0-1 0,0 0 0,0 1 0,0-1 0,0 0 0,3-2 0,-3 1 1,0 1 1,0 0 0,0 0 0,0 0-1,0 0 1,0 1 0,0-1 0,1 1-1,3 0 1,-2 0-15,-2 0 13,0 0 1,0 1-1,0-1 0,0 0 0,0-1 0,0 1 0,-1 0 0,1-1 0,0 0 0,0 0 0,0 1 0,-1-2 1,1 1-1,0 0 0,-1 0 0,1-1 0,2-1 0,-3 2-4,-1 0 1,1 0-1,0 0 1,0 1-1,0-1 1,1 1-1,-1 0 1,0-1-1,0 1 1,0 0-1,0 0 1,0 1-1,0-1 1,3 1-1,26-2 30,-29 1-13,0 0 0,0-1 0,1 1-1,-1-1 1,0 1 0,0-1 0,0 0-1,0 0 1,0 0 0,0 0 0,0 0-1,0 0 1,0-1 0,-1 1 0,1-1 0,0 1-1,-1-1 1,1 0 0,-1 1 0,0-1-1,1 0 1,-1 0 0,0 0 0,1-3-1,21 0-55,-20 3 39,-1 0 1,1-1-1,-1 0 1,0 1 0,0-1-1,-1 0 1,1 0-1,0 0 1,-1 0-1,0 0 1,2-5-1,-3 7 3,-1 0 0,1 0 0,0 1 0,0-1 0,-1 0 0,1 0 0,0 0 0,0 1 0,0-1-1,0 0 1,0 0 0,0 0 0,0 0 0,1 1 0,-1-1 0,0 0 0,0 0 0,1 1-1,-1-1 1,0 0 0,1 0 0,-1 1 0,1-1 0,-1 0 0,1 1 0,-1-1 0,1 0 0,-1 1-1,1-1 1,0 1 0,-1-1 0,1 1 0,0-1 0,-1 1 0,1 0 0,0-1 0,0 1 0,-1 0-1,1 0 1,0-1 0,1 1 0,6-2 23,-7 1-24,0 0 0,0-1 0,-1 1 0,1 0 0,0 0 0,-1 0 1,1 0-1,-1-1 0,0 1 0,1 0 0,-1-1 0,0 1 0,0 0 0,0-1 0,0 1 0,0 0 0,0-2 0,1-7-19,6-1 19,-6 10 10,0 0-1,0 0 1,0-1 0,-1 1-1,1 0 1,0 0-1,-1-1 1,1 1-1,-1 0 1,1-1 0,-1 1-1,0 0 1,0-1-1,1-1 1,-1 2-10,0-1 0,0 1 0,0 0 0,0 0 0,0 0 0,0 0 0,1-1 0,-1 1 0,0 0 0,1 0 0,-1 0 0,1 0 0,-1 0 0,1 0 0,0 0 0,-1 0 0,1 0 0,0 0 0,0 0 0,0 0 0,0 1-1,0-1 1,1-1 0,-1 1 3,0 1-1,0-1 0,1 0 0,-1 0 1,-1 0-1,1 0 0,0 0 0,0 0 1,0 0-1,0 0 0,-1 0 0,1-1 1,-1 1-1,1 0 0,-1 0 0,1-1 1,-1 1-1,0 0 0,1-1 0,-1 1 0,0 0 1,0-1-1,0-2 0,0-3 8,0-1-1,1 0 1,0 0 0,0 1-1,0-1 1,1 0-1,1 1 1,3-11 0,-3-11-44,-3 25 31,0 1 1,0 0 0,0 0 0,0-1 0,1 1-1,-1 0 1,1 0 0,-1 0 0,3-5 0,6-6 3,-7 12-2,-1 0 0,1 0 0,-1 0 1,0-1-1,1 1 0,-1-1 0,0 1 0,0 0 1,-1-1-1,1 0 0,0 1 0,-1-1 1,0 1-1,1-4 0,-1 3 4,0 0 0,0 0 1,1 1-1,-1-1 0,1 0 0,0 1 0,0-1 0,0 0 0,0 1 1,0-1-1,1 1 0,-1-1 0,3-2 0,-2 3 6,-1 0-1,1-1 1,-1 1-1,0-1 1,0 1 0,1-1-1,-2 1 1,1-1-1,0 0 1,0 1-1,-1-1 1,0 0 0,1-3-1,-1-14-17,2 0-1,0 1 0,1-1 1,5-20-1,-6 35 16,-1 0 1,-1 1-1,1-1 1,-1 0-1,0 0 1,0 0-1,-1-8 1,0 9-1,0 0 1,1 0-1,0 1 1,0-1-1,0 0 0,0 0 1,1 0-1,0 1 1,-1-1-1,1 0 1,1 1-1,0-4 1,6-8-2,-6 12-6,0 0 0,0 0 1,0-1-1,-1 1 0,1-1 0,-1 1 0,0-1 1,0 1-1,-1-1 0,1 1 0,-1-1 1,1-4-1,-1-188 199,0 191-191,-1 1 0,1 0 0,-1 0 0,0 0 0,0-1 0,0 1 0,0 0 0,-1 0-1,0 1 1,-3-7 0,3 7-9,0-1-1,1 1 1,-1 0-1,1-1 1,0 0-1,-1 1 1,2-1-1,-1 0 1,0 1-1,1-6 1,0-192-72,0 198 71,0-1-1,0 1 0,0-1 1,1 1-1,-1 0 0,1-1 1,0 1-1,0 0 0,0-1 0,1 1 1,-1 0-1,5-6 0,-5 6 9,1 0 0,0 0 0,0 0 0,-1 0 0,0-1 0,0 1-1,0-1 1,0 1 0,0-1 0,-1 1 0,1-1 0,-1-6 0,-2-29-54,0 22 62,2 0 0,-1 0 0,2 0-1,0 1 1,5-21 0,1 3 3,-1 0 0,-2-1 0,-1 0 0,-2 0 0,-4-54 0,0 3-1,3-245-14,1 329-2,-2 0 0,1 1 0,0-1 0,0 0 0,0 1 0,-1-1 0,1 0 0,-1 1-1,0-1 1,1 1 0,-1-1 0,0 1 0,0-1 0,-2-2 0,2 3 0,0-1 0,0 1-1,0-1 1,0 1 0,1-1 0,-1 0 0,0 0-1,1 1 1,-1-1 0,1 0 0,-1 0 0,1 0-1,0 1 1,0-5 0,0-180 7,0 183-63,0 1-169,0 2 193,0-1-1,0 1 0,0 0 0,0 0 0,0 0 1,0-1-1,0 1 0,0 0 0,0 0 0,1-1 1,-1 1-1,0 0 0,0 0 0,0 0 0,0-1 1,0 1-1,-1 0 0,1 0 0,0-1 0,0 1 1,0 0-1,0 0 0,0 0 0,0-1 0,0 1 1,0 0-1,0 0 0,-1 0 0,1 0 0,0-1 1,0 1-1,0 0 0,0 0 0,0 0 0,-1 0 1,1-1-1,0 1 0,0 0 0,0 0 0,-1 0 1,1 0-1,0 0 0,0 0 0,-1 0 0,1 0 1,0 0-1,0 0 0,0 0 0,-1 0 0,-12 0-1139,3 0-1982,6 11-4957,-33 49 2188,29-43 5317,0-1-1,2 2 1,-10 33 0,-23 46-1588,35-34 227,4 5-450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25.2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8029 499 6707,'0'2'5412,"-5"12"2838,-793-14-7505,595-16-1036,-99-7 261,83 2 20,-93-12 87,-519-60 113,810 90-206,-162-29-23,-42-5 8,-884-110 18,697 108 109,-26 3-183,327 29 113,19 2 2,-142-12-96,144 11 56,-103 7 0,62 1 49,-649-2 230,572 16-126,147-16-77,-73 9 0,-7 10-5,-75 15-16,207-33-43,-34 5-43,0 2-1,1 2 1,-64 24-1,78-29 78,24-5-33,0 1-1,0-1 1,0 1 0,0-1 0,0 1 0,0 1 0,1-1-1,-1 0 1,0 1 0,0 0 0,1 0 0,-1 0 0,-4 4 0,4-2-6,0 0 1,1-1 0,-2 0 0,1 1-1,0-1 1,-1-1 0,1 1 0,-1-1 0,0 0-1,0 0 1,-8 3 0,-25 11 22,35-15-11,0 1 0,0 0 0,0 0 0,0 0 0,1 0 0,-1 0 0,1 0 0,-1 1 0,1 0 0,0-1 0,-1 1 0,2 0 0,-4 5-1,-7 10 148,-10 6-41,18-21-109,1 0 1,0 0 0,0 0-1,0 0 1,1 0-1,-1 1 1,1-1-1,-1 1 1,1 0-1,-2 6 1,0 0 30,2-4 5,-1 0 0,2-1 0,-1 1 0,1 0 0,0 0 0,-1 10 0,2-10-10,0-1 1,-1 1-1,0-1 0,0 1 1,0-1-1,-1 0 0,0 0 1,-4 10-1,4-11-15,-1 1 1,1 1-1,1-1 0,-1 0 1,1 0-1,0 1 0,0-1 0,0 11 1,1 288 330,1-287-291,0 0 0,2 0-1,6 28 1,-5-29 4,0 1 1,-2-1-1,2 28 1,-4 20 146,16 127 1,-11-138-62,-3 1-1,-4 65 0,0-27 40,2 443 160,-19-346-190,18-182-138,0 1-1,0-1 0,-1 0 1,0 0-1,0 0 0,-5 10 1,5-13-2,0 1 0,-1-1 0,2 1 1,-1-1-1,1 1 0,-1 0 0,1 0 1,1-1-1,-1 1 0,1 0 0,-1 0 1,2 0-1,-1 0 0,0 0 0,1-1 1,0 1-1,0 0 0,0 0 0,3 4 1,3 4 35,-5-9-52,0-1 0,0 0 0,0 1 1,-1-1-1,1 1 0,-1 0 0,0-1 0,0 1 1,0 0-1,-1 0 0,1-1 0,-1 9 0,0-10-1,1 1 1,0-1-1,0 1 0,-1-1 0,1 1 0,0-1 0,1 0 1,-1 0-1,0 1 0,1-1 0,-1 0 0,1 0 0,0 0 1,0 0-1,0-1 0,0 1 0,0-1 0,0 1 0,0-1 1,0 1-1,0-1 0,1 0 0,-1 0 0,1 0 0,-1 0 1,1-1-1,-1 1 0,5 0 0,9 5 16,-7 1 26,7 1-51,152 14-20,-124-18 36,1-2 1,56-4-1,-34 1-4,297 1-43,468 23 129,-710-18-76,42 4-55,72 9 50,43 6 41,-20-3-4,-199-18 1,409 28-86,-251-9 83,152 4 34,157 2-78,-208-12-34,-10-5-44,32 11 89,-114-4 135,109 13 253,-196-9-19,150 10-21,-128-11 77,-111-14-199,38 3 358,-49-8-312,-1 2 0,0 2 0,43 12-1,-35-8-195,-26-7-16,-1-1-1,39-2 1,-38-1-51,1 1 0,-1 1 0,26 5 0,-31-3-8,0-2 0,0 0 0,0 0 0,20-3-1,5 0 40,27-9 289,-62 11-266,-1 0-1,0 0 1,0-1 0,0 0 0,0 0 0,0-1-1,0 1 1,0-1 0,0 0 0,0-1-1,4-2 1,26-10 195,-34 15-260,0 0 1,0 0-1,0-1 1,0 1-1,0 0 1,0 0-1,0-1 1,0 1-1,0-1 1,-1 1-1,1-1 1,0 1-1,0-1 1,0 1-1,-1-1 1,1 0-1,0 1 1,-1-1-1,1 0 1,-1 0-1,1 0 1,-1 1-1,1-1 1,-1 0-1,0 0 0,1 0 1,-1 0-1,0 0 1,0 0-1,1 0 1,-1 0-1,0 0 1,0 1-1,0-3 1,0 3-2,0-1 1,0 1-1,0-1 1,0 1-1,0-1 1,0 1-1,1-1 1,-1 0-1,0 1 1,0-1-1,1 1 1,-1 0-1,0-1 1,0 1-1,1-1 1,-1 1-1,1-1 0,-1 1 1,0 0-1,1-1 1,-1 1-1,1 0 1,-1-1-1,1 1 1,-1 0-1,1 0 1,-1-1-1,1 1 1,-1 0-1,1 0 1,-1 0-1,1 0 1,0 0-1,-1 0 1,1 0-1,0 0 0,8-3 28,-7-1-30,0 1 0,0 0 1,0 0-1,0-1 0,-1 1 0,0-1 0,1 1 0,-1-1 0,0-4 0,11-26-20,-2 22 6,-9 11 13,1 0 1,-1-1-1,0 1 0,0 0 0,0-1 1,0 1-1,0-1 0,0 1 0,-1-1 1,1 1-1,0-1 0,-1 0 0,1 1 1,-1-1-1,0 0 0,1 1 1,-1-1-1,0 0 0,0-1 0,0-4 2,1 0-1,0 0 1,0 0-1,1 1 1,3-9-1,4-29 26,-9 36-40,0 0-1,1 0 1,0 0 0,0 0 0,1 0-1,0 0 1,1 1 0,5-14-1,-3 10 12,-4 8 8,1-1 1,-1 0-1,-1 0 0,1 0 0,0 0 1,-1 0-1,0 0 0,0-5 1,2-17 43,57-188-144,-57 201 91,1 0 0,0 1-1,1-1 1,1 1 0,9-22 0,-8 22 5,0-1 1,-2 0 0,0-1 0,5-21 0,11-38-37,-9 45 49,-4 13 28,-1-1 0,0 0 0,6-31 0,-7 20 40,1-1-1,1 1 0,2 0 0,16-35 1,-20 48-40,0-1 1,-1 0-1,5-27 1,-7 27-16,1-1-1,1 1 1,10-27 0,-9 33-11,-1-1 1,0 0-1,-1 1 1,0-1-1,0 0 0,-1-1 1,-1 1-1,1-17 0,17-136 100,-19 151-111,2 0 0,-1-1 0,2 1 1,5-19-1,-4 20-14,-1-1-1,-1 0 1,0 0 0,1-19 0,-3-386-140,0 415 138,0 1 0,0-1 0,0 0 0,-1 0-1,1 0 1,0 1 0,-1-1 0,1 0 0,-1 1 0,0-1 0,1 0-1,-1 1 1,0-1 0,0 1 0,0-1 0,0 1 0,0 0 0,0-1 0,-1 1-1,1 0 1,-3-2 0,-2-2-35,6 4 25,-1 1 0,1-1 0,-1 0 0,1 1 0,-1-1 0,1 0 0,-1 1 0,1-1 1,0 0-1,-1 0 0,1 1 0,0-1 0,0 0 0,0 0 0,0 0 0,-1 0 0,1 1 0,0-1 1,0 0-1,0 0 0,1 0 0,-1 1 0,0-1 0,0-1 0,1 1-32,-1 0-1,0 0 1,0 0 0,0 0-1,0 0 1,0 0-1,0 0 1,0 0 0,0 0-1,0 0 1,0 0 0,-1 0-1,1 0 1,0 0-1,0 1 1,-1-1 0,1 0-1,-1-1 1,-26-27-3389,-21-1-8852,34 22 9578,-7-3-2059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31.7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2333 992 496,'1'-3'237,"-1"1"-1,0 0 0,0 0 1,0 0-1,0 0 1,-1 0-1,1-1 0,0 1 1,-1 0-1,0 0 1,1 0-1,-1 0 0,0 0 1,0 0-1,0 0 1,0 1-1,0-1 1,-1 0-1,1 0 0,-1 1 1,-1-2-1,-4-5-120,5 4 156,1-1-1,0 1 0,-1-1 0,2 1 0,-1-1 0,0 1 1,1-1-1,0 1 0,0-1 0,0 0 0,2-7 1,-1-6 750,0 11-699,-1 4-132,1-1 0,-1 0 0,0 1 0,0-1 0,0 0 0,-1 0 0,1 1 0,-1-1 0,-2-6 0,-3 7-46,6 2-122,-1 1 0,0 0 0,0-1 0,1 1 0,-1-1 0,0 1 0,1-1 0,-1 0 0,1 1 0,-1-1 0,0 0 0,1 1 0,0-1 0,-1 0 0,1 1 0,-1-1 0,1 0 0,0 0 0,-1 0 0,1 1 0,0-1 0,0 0 0,0 0 0,0 0 0,0 0 0,0 0 0,0 1 0,0-1 0,0 0 0,0 0 0,0 0 0,1 0 0,-1 1 0,1-2 0,-1 1-4,-1 0 1,1 0 0,0 0-1,0 0 1,0 0-1,-1 0 1,1 0-1,0 0 1,-1 0 0,1 0-1,-1 0 1,1 0-1,-1 0 1,1 0 0,-1 1-1,0-1 1,1 0-1,-1 0 1,0 1 0,0-1-1,1 0 1,-1 1-1,0-1 1,0 1 0,-2-1-1,3 0 3,-1 1 0,0 0 0,0-1 0,1 1 0,-1-1 0,0 1 0,1-1 0,-1 1 0,0-1 0,1 1 0,-1-1 0,1 0 0,-1 1 0,1-1 0,-1 0 0,1 0 0,-1 1 0,1-1 0,0 0 0,-1 0 0,1 0 0,0 1 0,0-1 0,-1-2 0,1 2-6,-1 0 1,1 0-1,-1 0 0,0 0 1,1-1-1,-1 1 1,0 0-1,0 0 0,0 1 1,0-1-1,0 0 0,0 0 1,0 0-1,-2 0 1,2 0 20,-4-5 53,0 1-1,0-1 1,-1 2 0,0-1 0,0 1 0,-9-6 0,-17-13 94,19 11-96,0 1-1,-1 0 1,-18-10-1,23 15-63,0 0-1,1-1 1,-1 0 0,-11-12 0,12 10 29,-1 0 0,0 1 0,-1 1 0,-18-12 0,-44-33 238,48 32-53,-48-29 1,3 8 28,-73-39 448,56 37-1,48 23-287,-49-19 1,-63-18 500,76 34-470,17 3 43,0 4 0,-88-15 0,96 25-97,3 0 283,-46 0-1,42 9 524,-65 12 0,111-14-1086,-1 0 0,1 0 0,-1 0 0,1 1 1,-1 0-1,1 0 0,0 0 0,0 0 0,-6 5 0,-11 5 273,-22 10 1078,-79 53 1,105-62-1385,1 1 0,0 0 0,2 2 0,-21 25 0,-8 9-69,32-36 18,0-1-1,2 2 1,-13 22 0,-3 5-39,15-29 0,1 1 1,1 0-1,0 0 0,1 1 0,1 0 0,0 0 0,1 0 0,1 1 1,0 0-1,1 0 0,1 0 0,0 0 0,1 18 0,-8 23 7,7-48 9,0 0 0,0 0 1,1 0-1,0 0 1,0 0-1,1 0 1,2 18-1,2-7-9,0-3 11,-1-1-1,-1 1 1,1 18 0,-2-21 19,0-1 0,1 1 0,1 0 1,7 20-1,4 23 32,-10-43-43,1 0 1,0 0-1,0-1 0,2 0 0,14 23 1,2 6-21,-12-19-1,9 21 43,2-1-1,2-1 0,2 0 0,2-2 1,34 38-1,50 38-48,-80-84 0,8 4 0,40 21 0,56 35 0,-84-64 0,106 41 0,-54-20 0,75 4 0,-107-26 0,2-2 0,0-4 0,141 20 0,-156-29 0,-45-8 0,0-1 0,1-1 0,23 2 0,10-4 0,-18 2 0,0-2 0,-1-2 0,1 0 0,47-11 0,-3-2 0,-55 12 0,0-1 0,-1 0 0,1-1 0,20-9 0,6-5 0,-23 11 0,0-1 0,0-2 0,31-19 0,-15 1 0,-27 21 0,0 0 0,0-1 0,14-16 0,23-18 0,-41 38 0,-1 0 0,1-1 0,-1 0 0,0 0 0,-1 0 0,7-10 0,4-4 0,-13 16 0,0 1 0,0-1 0,0-1 0,0 1 0,-1 0 0,1-1 0,-1 1 0,3-9 0,41-122 0,-30 80 0,-13 45 0,0 0 0,0 0 0,-1 0 0,0 0 0,1-17 0,-3-217 0,-2 232 0,1 0 0,-2 0 0,0 0 0,0 0 0,-1 0 0,-7-14 0,-6-21 0,12 33 0,0 0 0,-1 0 0,0 0 0,-1 1 0,-1 0 0,-12-16 0,-64-69 0,51 62 0,21 24 0,-1 0 0,-1 1 0,0 1 0,-1 0 0,-22-11 0,19 11 0,1 0 0,-30-24 0,41 29 0,0 1 0,0 0 0,-1 0 0,1 0 0,-1 1 0,0 0 0,0 1 0,-9-3 0,-38-17 0,-69-28 0,84 46 0,31-3 0,7 6 0,1 1 0,-1-1 0,1 1 0,-1-1 0,1 1 0,-1-1 0,1 1 0,-1-1 0,1 1 0,-1 0 0,0-1 0,1 1 0,-1 0 0,0 0 0,1 0 0,-1-1 0,0 1 0,1 0 0,-1 0 0,0 0 0,1 0 0,-1 0 0,0 0 0,0 0 0,0 1 0,-10-1 0,1 0 0,0-1 0,0 0 0,0 0 0,-18-5 0,16 5 0,-15-3 0,26 3-24,-1 0-1,1-1 1,-1 1 0,1 0-1,-1 0 1,0 0 0,0 0-1,0 0 1,0 0 0,1 0-1,-1 1 1,0-1 0,0 1-1,0-1 1,0 1 0,-1 0 0,1 0-1,0 0 1,0 0 0,0 0-1,0 0 1,-2 1 0,-5-1-79,-23 0-4209,-27 0-10787,33 0 9144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2.3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24 1729,'-23'-13'2750,"23"13"-2603,-1 0-1,1 0 0,0 0 0,-1 0 0,1-1 1,0 1-1,-1 0 0,1 0 0,0 0 0,0 0 1,-1 0-1,1-1 0,0 1 0,0 0 0,0 0 1,-1 0-1,1-1 0,0 1 0,0 0 0,0 0 1,0-1-1,-1 1 0,1 0 0,0-1 0,0 1 1,0 0-1,0 0 0,0-1 0,0 1 1,0 0-1,0-1 0,0 1 0,0 0 0,0-1 1,0 1-1,0 0 0,0-1 0,0 1 0,0 0 1,0 0-1,1-1 0,-4 9 890,1-5-949,0-1 0,1 1 0,-1 0-1,0 0 1,1 0 0,0 0 0,0 0 0,0 0 0,0 0 0,0 0 0,1 0-1,-1 0 1,1 1 0,0-1 0,0 5 0,0-2 29,-1-1 1,1 1-1,-1-1 1,-1 1-1,1-1 1,-1 1-1,0-1 1,-3 5-1,3-4-38,0-1 1,0 0-1,0 0 0,0 1 1,1-1-1,0 1 0,0-1 0,0 7 1,-9 92 430,7-84-487,0-1 1,1 1-1,1 0 0,1 1 0,4 29 1,2-13-286,-1 0-1,-1 48 1,-3-66-220,1 0-1,1 0 1,8 33-1,3 13-1458,-11-52 1513,2 17-1452,-1 1 0,0 45-1,-4-21-276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2.8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426 539 4002,'-21'5'1645,"0"1"0,0 1 1,1 1-1,-27 15 0,26-11-1125,1 0 0,1 2 0,-30 27 0,25-18-507,2 1-1,1 2 1,1 0-1,1 1 1,1 1-1,-17 37 1,29-54 37,2 1 0,0 0 0,0 0 0,1 1 0,1-1 0,-2 26 0,5 77 323,1-51-181,-2-49-171,1-1-1,0 1 1,1-1-1,0 1 1,1-1-1,1 0 1,0 0-1,1 0 1,1-1-1,0 1 1,1-1-1,0-1 1,1 1-1,0-1 1,1-1-1,0 0 1,1 0-1,12 10 1,11 10 11,1-1 1,1-2 0,1-2 0,2-1 0,0-2 0,2-2 0,69 28 0,-21-18 20,1-4 1,162 28 0,-178-47 0,0-2 1,1-4 0,0-3-1,-1-3 1,107-20 0,-140 15-19,0-3 0,-1-1 1,-1-1-1,64-35 0,-93 44-25,0-1-1,-1 0 0,1 0 0,-2-1 1,1 0-1,-1 0 0,1-1 1,-2 0-1,1 0 0,-1 0 0,-1-1 1,0 0-1,5-12 0,8-9 14,-2 3-12,-6 11-7,0 0 0,-1-1 1,-1 0-1,8-23 0,-16 38-3,12-33 21,-2-1 1,-2 0 0,-1-1-1,4-73 1,-10 60-16,0 2 46,-8-67 1,-11 11 97,5 6 6,-49-98 786,51 173-637,0 2 1,-1-1-1,-1 2 0,-30-37 1,20 27 52,-3-5 297,-3 2 1,0 0-1,-2 2 0,-48-37 1,61 55-357,-2 1-1,0 0 1,0 2 0,-25-9 0,4 1 81,9 4-94,-1 2 0,-1 2 0,0 1 0,0 1 1,-1 2-1,0 1 0,-62 1 0,76 4-215,0 2-1,0 0 1,1 2-1,-1 0 1,-25 9-1,-91 43 164,136-55-235,-18 8-1,0 1 0,1 2-1,0 0 1,0 0-1,1 2 1,1 0 0,0 1-1,1 0 1,1 2-1,-17 24 1,22-29-99,2 0 0,0 1 0,0 0 0,1 0 0,1 0-1,0 1 1,1 0 0,0 0 0,1 0 0,1 0 0,0 0 0,1 1 0,1-1 0,0 1 0,1-1 0,4 22 0,1-10-948,1 0 1,18 40 0,-15-42-290,2-1 0,1 0 0,1-1 0,1 0 0,1-1 0,1-1 0,1 0 0,0-2 0,22 17 0,33 23-3090,-6-4-1227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3.0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51 24 17064,'0'-1'311,"0"0"0,0 0 0,0 0 0,0 0 0,0 0 0,0 0 0,0 1 0,-1-1 0,1 0 1,0 0-1,-1 0 0,1 0 0,-1 0 0,1 0 0,-1 1 0,1-1 0,-1 0 0,1 0 0,-1 1 0,0-1 0,1 0 0,-1 1 1,0-1-1,0 1 0,1-1 0,-1 1 0,0-1 0,0 1 0,0 0 0,0-1 0,0 1 0,1 0 0,-1 0 0,0-1 0,0 1 0,0 0 1,0 0-1,0 0 0,0 0 0,0 0 0,0 0 0,-1 1 0,-13 9 2016,13-7-2327,1 1 0,0 0 0,0 0 0,0 0 0,1-1 0,-1 1 0,1 0 0,0 0 0,0 0 0,0 0 0,1 5 0,0 5 0,-2 48 0,-1-36 0,1 1 0,2-1 0,7 46 0,0-34 0,23 127 0,-11-39-725,-8-60-919,6 127 1,-17-171 349,1 0 0,9 43 0,-6-43-345,-1 0 0,1 44 0,-5 143-8873,-5-151 7252,-18-5 358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3.3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1 553 4146,'5'-20'1905,"0"-1"1,-1-1-1,-1 1 0,-1-1 1,-1 1-1,-2-31 0,0 13-1110,2 32-741,0 1 0,0 0 0,1 0 1,-1 0-1,1 0 0,0 0 0,1 0 1,0 1-1,0-1 0,0 1 0,0 0 1,1 0-1,0 0 0,0 0 0,0 1 1,1-1-1,-1 1 0,1 0 0,0 0 1,0 1-1,8-4 0,12-8 157,1 2 1,0 1-1,40-13 0,20-3 136,2 3 0,1 4-1,0 4 1,95-6 0,36-3-382,-169 21-262,-23 1-1080,0 1 0,1 2 0,-1 1 0,49 6 0,-73-5 898,0 0-1,-1 0 0,1 1 1,0-1-1,0 1 1,-1 0-1,1 0 0,3 3 1,-6-4 292,0-1-1,0 1 1,0 0 0,-1 0 0,1-1 0,0 1 0,-1 0 0,1 0 0,0 0 0,-1 0 0,1 0 0,-1 0 0,1 0 0,-1 0 0,0 0 0,1 0 0,-1 0 0,0 0 0,0 0 0,0 0 0,0 0 0,0 0 0,0 0 0,0 0 0,0 0-1,0 0 1,0 0 0,-1 0 0,1 0 0,0 0 0,-1 0 0,1 0 0,-1 0 0,1 0 0,-2 1 0,-21 23-3532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3.5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477 1 2385,'-174'103'9485,"113"-70"-6162,-61 44-1,61-43-2415,53-30-700,0-1 1,0 1 0,0 1 0,0 0-1,-8 7 1,16-12-193,-1 1 0,1-1 0,0 1 0,0-1 0,-1 1 0,1 0 0,0-1 0,0 1 0,0-1 0,0 1 0,-1-1 0,1 1 0,0-1-1,0 1 1,0 0 0,0-1 0,0 1 0,0-1 0,1 1 0,-1 0 0,0-1 0,0 1 0,0-1 0,0 1 0,1-1 0,-1 1 0,0-1 0,1 1 0,-1-1 0,0 1 0,1-1 0,-1 1 0,0-1 0,1 1 0,1 0 15,-1 0 1,0 0-1,0 0 1,1 0-1,-1 0 1,1 0-1,-1 0 1,1-1-1,-1 1 1,1 0-1,-1-1 1,1 1-1,0-1 1,-1 0-1,1 1 1,0-1-1,1 0 1,19 0 40,0-1 0,0-1 0,0-1-1,26-7 1,64-16-380,115-10-1,-23 4-1160,-160 23 996,113-17-593,-136 24 1062,0 1 0,1 1 0,-1 0 0,0 2 0,28 5 0,-45-7 131,0 1 0,0 0 0,0-1 0,-1 1-1,1 1 1,0-1 0,0 1 0,-1-1 0,1 1 0,-1 0 0,1 0-1,-1 1 1,0-1 0,0 1 0,0 0 0,0-1 0,0 1-1,-1 0 1,1 1 0,-1-1 0,0 0 0,2 6 0,35 37 2326,-29-9-1377,0-17-530,-8-17-476,0 1-1,-1-1 0,1 0 1,-1 0-1,0 1 0,0-1 1,0 1-1,0-1 1,-1 1-1,1 0 0,-1 5 1,19 111 395,-19-113-463,1 0 0,0 0 0,0 0 0,1 0 0,0 0 0,5 11 0,-4-11-2,-1 0 1,0-1-1,0 1 0,0 0 1,-1 0-1,1 14 1,17 106-3125,-19-121 2507,0 0-1,1 0 1,0 0-1,0 0 0,1 0 1,-1 0-1,1-1 1,5 11-1,-5-12 40,0 1 0,0-1 0,0 1 0,-1 0 0,0-1 0,0 1 0,0 0 0,0 8 0,2 16-3705,13-3 311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3.9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66 10053,'0'-1'296,"-1"0"0,1 0 1,0 1-1,0-1 1,0 0-1,0 0 1,0 0-1,0 0 0,0 0 1,0 1-1,0-1 1,1 0-1,-1 0 1,0 0-1,0 0 0,1 1 1,-1-1-1,1 0 1,-1 0-1,1 1 1,-1-1-1,1 0 0,-1 0 1,1 1-1,-1-1 1,1 1-1,0-1 1,-1 1-1,1-1 1,0 1-1,0-1 0,-1 1 1,1 0-1,0-1 1,7-5 6660,-9 6-6939,1 0 0,-1 0 0,0 0 0,0 0 0,1 0 0,-1 0 0,0 0 0,0 0 0,1 1 0,-1-1 0,0 0 0,0 0 0,1 0 0,-1 1 0,0-1 0,1 0 0,-1 1 0,0-1 0,1 1 0,-1-1 0,1 1 0,-1-1 0,1 1 0,-1-1 0,1 1 0,-1 0 0,1-1 0,-1 1 0,1-1 0,0 1 0,-1 0 0,1 0 0,0-1 0,0 1 0,0 0 0,-1-1 0,1 1 0,0 0 0,0 0 0,0-1 0,0 1 0,0 0 0,0 0 0,0-1 0,1 2 0,-2 18 206,0-12-184,1 1 0,0-1 0,1 0 0,-1 0 0,1 1 0,3 10 0,1-6-20,0 0 0,-1 0-1,-1 0 1,-1 0 0,0 1-1,0-1 1,-1 16 0,18 107 396,-19-129-407,1 0 0,0 0 0,0 0 0,1 0 0,0 0 0,0 0 1,3 7-1,-2-8-6,-1 0 1,0 0 0,0 0-1,0 1 1,-1-1 0,1 13-1,-3-16 1,1 0 0,-1 0-1,1-1 1,0 1-1,0 0 1,0 0-1,0 0 1,1-1-1,-1 1 1,1 0-1,0 0 1,-1-1-1,1 1 1,0 0-1,1-1 1,-1 1-1,0-1 1,1 1-1,0-1 1,-1 0-1,1 0 1,0 0-1,0 0 1,3 3-1,0 13 339,-5-13-174,0-14-197,0 6 31,0 0 0,1 0-1,-1 1 1,1-1 0,-1 0 0,1 0 0,0 1 0,0-1 0,3-4 0,-3 4 3,1 0 0,-1 0 1,0 0-1,0 0 0,0-1 1,0 1-1,0-1 0,-1 1 0,1-6 1,-1-1 9,1 1 0,0-1 0,1 1 0,0 0 0,0-1 0,5-8 0,9-39 267,-10 35-32,2 1 1,0-1-1,1 2 1,14-23-1,-12 24-30,-2 0-1,0-1 1,-1 1-1,7-28 1,-13 37-220,1 1 0,0 1 0,0-1 0,1 0 0,0 1 0,1-1 0,0 1 0,0 1 0,1-1 0,0 1 0,0 0 0,13-12 0,-15 16 0,-1 0 0,1 0 0,0 0 0,0 1 0,0-1 0,0 1 0,0 0 0,1 0 0,-1 1 0,1-1 0,-1 1 0,1 0 0,-1 0 0,1 0 0,0 1 0,0 0 0,-1 0 0,1 0 0,0 0 0,-1 1 0,1 0 0,0 0 0,-1 0 0,1 0 0,-1 1 0,1 0 0,4 2 0,8 6 0,-1 1 0,0 0 0,0 1 0,16 17 0,-26-22 0,1-1 0,-1 2 0,0-1 0,-1 1 0,0-1 0,0 2 0,0-1 0,-1 0 0,-1 1 0,5 14 0,-5-12-11,0-1 0,0 0-1,0 0 1,1 0 0,1 0 0,0-1 0,0 0-1,1 0 1,9 11 0,23 42-1836,-2 3-3999,37 62-9584,-53-98 11052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4.3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543 921 6883,'0'-4'769,"0"-16"3335,-1 0 0,-4-31 0,3 44-3477,1 0 0,-2 0 0,1 1 0,-1-1 0,0 0 0,0 1 0,-1 0 0,1 0-1,-1 0 1,-8-8 0,12 14-572,-5-7 280,0 1 0,0 0 0,0 0-1,-1 0 1,0 1 0,0 0 0,0 0 0,-1 1-1,1 0 1,-1 0 0,0 0 0,-1 1 0,1 0 0,0 0-1,-1 1 1,-10-2 0,7 2-327,-1 1 1,0 0-1,0 0 1,-1 2-1,1-1 0,0 1 1,1 1-1,-1 0 1,0 1-1,0 1 1,1-1-1,0 2 0,0-1 1,0 2-1,0-1 1,1 2-1,0-1 1,-18 16-1,16-11-8,1 1 0,0 0 0,0 0 0,1 1 0,1 1 0,0 0 0,1 0 0,1 0 0,0 1 0,1 0 0,-7 24 0,-14 54 0,27-90 0,-1 0 0,0 0 0,1 0 0,0 0 0,0 0 0,0 1 0,0-1 0,0 0 0,0 0 0,1 0 0,0 0 0,-1 0 0,1 1 0,0-1 0,1-1 0,-1 1 0,3 5 0,6 15 0,-3 9 0,-7-26 0,1 0 0,0 0 0,1-1 0,-1 1 0,1 0 0,0-1 0,0 1 0,5 7 0,4 2-21,1 4-136,1-1 0,16 17-1,-24-30 109,0-1-1,0 1 0,0-1 1,0 0-1,0 0 0,1-1 1,0 0-1,0 0 0,0 0 1,0-1-1,10 3 0,-12-4 8,0 0-1,1-1 1,-1 0-1,0 1 1,1-2-1,-1 1 1,0 0-1,1-1 1,-1 0-1,0 0 1,0 0-1,0-1 1,0 1-1,0-1 1,0 0-1,0 0 1,0 0-1,-1-1 1,1 1-1,-1-1 1,0 0-1,0 0 1,0 0-1,3-4 1,6-8 16,-1-1 0,-1-1 1,0 1-1,8-21 0,-10 21 25,5-9 9,-8 17 0,-1-1 1,0 1-1,0-1 0,-1 0 1,0 0-1,3-14 1,6-41 47,-6 37 1,-1-1 0,3-52-1,1-20 262,-5 76-131,-2 0 1,0-1-1,-3-43 1,-3 37 89,-8-109 337,11 118-607,-1 1 0,-1 0 0,-1-1 0,-9-30 1,-8-40-15,20 83 7,0-2 0,-1 0 0,1 0 0,-2 1 0,0-1 0,0 1 0,-1 0 0,-7-15 0,1-7 0,9 27 0,0 0 0,-1 0 0,1 0 0,-1 0 0,0 0 0,-4-8 0,5 13 0,-18-27 0,18 26 0,1 0 0,-1 0 0,0 0 0,1 0 0,-1 0 0,0 0 0,0 0 0,1 1 0,-1-1 0,0 0 0,0 0 0,0 1 0,0-1 0,0 1 0,0-1 0,0 1 0,0-1 0,0 1 0,-2-1 0,1 6 0,1 0 0,0 0 0,0 1 0,0-1 0,1 0 0,0 0 0,0 0 0,0 1 0,2 5 0,-2-3 0,0 58 0,3-1 0,2 0 0,4 0 0,20 78 0,-20-100 7,4 45-1,-7-43-39,13 47 0,11 33-2049,-9-1-5233,-16-99 4798,0-1 0,2 0-1,10 23 1,-9-22 469,13 33-3549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5.1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16 8292,'-30'0'17429,"22"0"-14339,3 0-3725,1 0 2289,4 31-504,0-29-1101,0 0 1,1 1-1,-1-1 1,1 0 0,0 0-1,0 0 1,0 1 0,0-1-1,0 0 1,0 0 0,1 0-1,1 2 1,15 31 572,-1 21-342,13 60-40,-28-105-240,1 0 0,1-1 0,9 20 0,4 14 0,-9-3 0,-7-32 0,1 0 0,0 0 0,0 0 0,1 0 0,4 9 0,17 47 0,-20-51 0,0-1 0,1 0 0,11 20 0,28 57 0,-41-83 0,0-2 0,0 0 0,0 0 0,-1 1 0,1-1 0,-1 1 0,-1-1 0,2 9 0,-3-14 0,0 1 0,1-1 0,-1 1 0,0 0 0,0-1 0,0 1 0,1-1 0,-1 1 0,0-1 0,0 1 0,1-1 0,-1 1 0,1-1 0,-1 1 0,0-1 0,1 1 0,-1-1 0,1 0 0,-1 1 0,1-1 0,-1 0 0,1 1 0,-1-1 0,1 0 0,-1 0 0,1 0 0,0 1 0,-1-1 0,1 0 0,-1 0 0,1 0 0,0 0 0,-1 0 0,1 0 0,-1 0 0,1 0 0,0 0 0,-1 0 0,1 0 0,0-1 0,1 1 0,0 0 0,-1-1 0,1 1 0,0-1 0,-1 1 0,1-1 0,0 0 0,-1 1 0,1-1 0,-1 0 0,1 0 0,-1 0 0,3-2 0,15-18 0,-16 19 0,0-1 0,0 0 0,-1 0 0,1 0 0,-1 0 0,0 0 0,1 0 0,-1-1 0,-1 1 0,3-5 0,8-32 0,23-92 0,-21 67 0,-9 46 0,-1 0 0,-1-1 0,2-29 0,-4 28 0,1 0 0,7-35 0,-5 35 0,13-43 0,-14 56 0,0 0 0,-1-1 0,0 1 0,-1 0 0,1-1 0,-1-11 0,-1 17 0,0 0 0,0 1 0,0-1 0,1 0 0,-1 1 0,1-1 0,0 0 0,0 1 0,0-1 0,0 1 0,0-1 0,1 1 0,-1-1 0,3-2 0,-2 3 0,-1-1 0,1 1 0,-1 0 0,0 0 0,1-1 0,-1 1 0,0-1 0,-1 1 0,1-1 0,0 1 0,-1-1 0,1 1 0,-1-1 0,0-4 0,0 7 0,0 0 0,0 0 0,0 0 0,-1 0 0,1 0 0,0-1 0,0 1 0,0 0 0,0 0 0,0 0 0,0 0 0,0-1 0,0 1 0,0 0 0,0 0 0,0 0 0,0 0 0,0-1 0,0 1 0,0 0 0,0 0 0,0 0 0,0 0 0,0-1 0,0 1 0,0 0 0,0 0 0,0 0 0,1 0 0,-1 0 0,0-1 0,0 1 0,0 0 0,0 0 0,0 0 0,0 0 0,0 0 0,1 0 0,-1 0 0,0-1 0,0 1 0,0 0 0,0 0 0,0 0 0,1 0 0,-1 0 0,0 0 0,0 0 0,0 0 0,0 0 0,1 0 0,-1 0 0,0 0 0,0 0 0,0 0 0,0 0 0,1 0 0,-1 0 0,0 0 0,0 0 0,0 0 0,0 0 0,1 0 0,-1 0 0,0 1 0,12 13 0,12 28 0,-23-39 0,24 52 0,137 219 0,-136-229 0,-22-38 0,2 0 0,-1 0 0,1-1 0,0 0 0,0 0 0,1 0 0,11 7 0,-12-9 0,0 0 0,0 1 0,0 0 0,-1 0 0,0 0 0,0 1 0,0-1 0,-1 1 0,7 11 0,-10-15 0,1 1 0,-1 0 0,1-1 0,0 0 0,0 0 0,0 1 0,0-1 0,0 0 0,0 0 0,1-1 0,-1 1 0,1 0 0,-1-1 0,1 0 0,0 1 0,-1-1 0,1 0 0,0 0 0,0-1 0,0 1 0,0-1 0,0 1 0,0-1 0,0 0 0,0 0 0,0 0 0,4-1 0,-4 1 0,1-1 0,-1 0 0,0 1 0,1-1 0,-1 0 0,0 0 0,0-1 0,0 1 0,0-1 0,0 1 0,0-1 0,0 0 0,0 0 0,-1 0 0,1-1 0,-1 1 0,1-1 0,-1 1 0,0-1 0,0 0 0,0 0 0,-1 0 0,3-5 0,12-28 0,-14 32 0,0 0 0,0 0 0,0-1 0,0 1 0,-1-1 0,1 1 0,-1-1 0,-1 1 0,1-1 0,0-7 0,-1-471 0,-1 489 0,1 3 0,-1 0 0,1 0 0,1 1 0,-1-1 0,2 0 0,-1 0 0,1 0 0,0 0 0,1 0 0,0-1 0,5 10 0,-1-6 0,-1-1 0,0 2 0,5 15 0,12 27 0,46 75-3620,-64-120 2800,1-1 0,1 1 1,-1-1-1,1 0 0,10 9 1,-7-8-753,-1 1 0,0 1 0,9 14 1,-11-15-62,1 0 0,1-1 0,19 18 0,-12-11-170,14 15-2359,20-5-1155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5.5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478 370 3970,'5'-17'1144,"0"0"0,-2 0 1,0 0-1,0-1 0,-2 1 1,0-1-1,-1 1 0,-1-1 1,-1 1-1,0 0 0,-2-1 1,1 1-1,-10-25 0,6 31-283,-1 0-1,0 1 0,0 0 0,0 0 1,-2 1-1,-10-10 0,15 16-656,0 0 1,-1 0 0,1 1-1,0 0 1,-1 0-1,1 0 1,-1 1-1,0-1 1,0 1-1,0 0 1,1 1 0,-1 0-1,0 0 1,0 0-1,0 1 1,0-1-1,-8 3 1,-12 3 436,1 0 0,-30 12 0,39-9-564,1 0-1,0 2 0,0 0 1,1 1-1,0 0 0,1 1 1,-22 28-1,32-37-76,0 0 1,1 0-1,0 0 1,0 0-1,0 0 1,1 0-1,-1 1 0,1-1 1,-2 9-1,-4 17 25,-1-10-6,5-14-26,0 0 0,1 0 1,0 1-1,0-1 0,1 1 0,0-1 0,0 1 1,0 8-1,1 123-812,1-127 697,0-1 0,0 0 0,1 0 0,0 0 0,1 0 0,6 16 0,3 9-318,-9-30 368,-1 1 0,1-1 0,0 1 0,0-1 1,0 0-1,1 0 0,0 0 0,0-1 0,0 1 1,0-1-1,1 0 0,0 0 0,6 4 0,1-1-35,0 0 0,0 0-1,1-1 1,16 6 0,-23-12 84,0 0 0,0-1-1,0 1 1,0-1 0,0 0 0,0 0 0,0-1 0,0 0 0,-1 0 0,1 0-1,7-5 1,1 1 31,-6 3 1,-1 0 0,1-1 0,-1 0 0,0 0 0,-1-1 0,1 0 0,-1 0 0,0 0 0,0-1 0,9-12 0,0-2 244,-1 0 1,12-26-1,-18 31 25,8-13 181,-3 5 261,0-1 0,-1 0 1,10-33-1,-17 41-720,-2 10 0,-1-1 0,0 0 0,-1 0 0,0 0 0,1-12 0,-2 19 0,0-1 0,-1 1 0,1-1 0,0 1 0,0-1 0,0 1 0,0-1 0,0 0 0,0 1 0,0-1 0,0 1 0,0-1 0,0 1 0,1-1 0,-1 1 0,0-1 0,0 1 0,0-1 0,1 1 0,-1-1 0,0 1 0,0-1 0,1 1 0,-1-1 0,0 1 0,1 0 0,-1-1 0,1 1 0,-1-1 0,1 1 0,-1 0 0,1 0 0,-1-1 0,0 1 0,1 0 0,0 0 0,-1 0 0,1-1 0,-1 1 0,1 0 0,-1 0 0,1 0 0,-1 0 0,1 0 0,-1 0 0,2 0 0,-1 1 0,0-1 0,0 1 0,0 0 0,0 0 0,0-1 0,0 1 0,-1 0 0,1 0 0,0 0 0,0 0 0,-1 0 0,1 0 0,-1 0 0,1 0 0,-1 0 0,1 0 0,-1 0 0,0 1 0,1-1 0,-1 0 0,0 0 0,0 0 0,0 0 0,0 1 0,0 0 0,0 0 0,1 0 0,-1 1 0,1-1 0,-1 0 0,1 0 0,0 0 0,0 0 0,0 0 0,0 0 0,0 0 0,0 0 0,0 0 0,1-1 0,-1 1 0,1 0 0,0-1 0,2 3 0,-2-2 0,1 0 0,-1 0 0,0 1 0,0-1 0,0 1 0,0 0 0,0 0 0,-1 0 0,1 0 0,1 4 0,0 5 0,1 0 0,0-1 0,1 1 0,0-1 0,1 0 0,0-1 0,12 17 0,-11-18-106,0 1 0,-1 1 1,0-1-1,-1 1 0,7 19 0,-9-18-1022,2 1 0,0-1 1,0 0-1,1 0 0,1 0 0,11 15 0,-5-9-2720,2 0 1,31 29-1,-2-18-3878,-40-14 2806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5.7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22 275 7107,'0'-20'2852,"-3"-99"11256,-10 45-9242,8 18-2400,5 50-2294,1 8-107,0 33-116,1-16 62,0-1 0,2 0 1,0 1-1,1-1 0,1-1 0,0 1 0,10 17 0,-6-12-6,0 0-1,-2 1 0,10 46 1,-4 3-1226,36 110 1,-28-113-3437,20 114 0,-21-99 91,-16-69 3576,0-1 0,-1 1 0,-1 1 0,-1-1 0,1 20 0,-3 28-2222,0-22 371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6.4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66 808 5266,'-26'-42'11049,"9"14"-5842,14 23-5109,0 0 0,1 0-1,-1 0 1,1 0 0,0-1 0,0 1 0,0 0-1,1-1 1,0 0 0,0 1 0,0-12 0,2 16-183,-1 0 1,1 0-1,0 0 1,-1 0-1,1 1 0,0-1 1,0 0-1,-1 0 1,1 1-1,0-1 1,0 1-1,0-1 1,0 0-1,0 1 1,0 0-1,0-1 0,2 0 1,0 0-232,18-11-1172,1 1 1,0 0 0,0 2-1,1 1 1,39-10-1,202-25-4612,9 16 5122,-211 21 1376,114-9 931,-160 13-991,0 0 0,-1 1 0,27 2 0,-23 0 2911,3-1 3323,-24 1-6385,1-1 0,0 0 1,-1 1-1,1-1 0,-1 1 0,1-1 1,0 1-1,-1-1 0,1 1 0,0 0 1,0 0-1,-1 0 0,1 0 0,0 0 1,0 0-1,0 0 0,0 0 0,0 0 1,1 1-1,-2 1 0,0-1-86,1 0 0,-1 0 0,0 0 0,0 0 0,1 0 0,-1 0-1,0 0 1,-1-1 0,1 1 0,-5 2 0,-9 2 241,0 2-1,0 0 1,1 1-1,0 0 1,-21 17-1,18-10-272,1 1 0,1 1-1,0 0 1,1 1 0,1 0 0,1 1-1,1 1 1,1 0 0,0 1 0,2 0-1,0 0 1,-5 25 0,10-29-73,1-10-2,1 1 0,0 0-1,0 0 1,1 0 0,0 0-1,1 0 1,0 0 0,0 0-1,3 14 1,-1-12-158,0 0 1,1-1-1,1 1 1,-1-1-1,2 1 0,-1-1 1,2 0-1,-1-1 0,1 1 1,1-1-1,10 12 1,-12-16 52,0 0 0,1 0 1,-1 0-1,1 0 0,0-1 1,0 0-1,1-1 0,-1 1 1,1-1-1,0 0 1,0-1-1,0 0 0,10 2 1,-5-2-245,0-1 0,0 0-1,0-1 1,1 0 0,-1-1 0,0-1 0,19-4 0,-4-2-210,-1-1 1,0-1-1,0-1 0,-1-1 1,-1-2-1,39-27 0,-39 22 745,0-1 0,-2-1 0,0-2 0,-1 0 0,-1-1 0,-2-1 0,0 0 0,25-51 0,-12 8 588,-2-2 0,28-109 0,-38 120 323,-11 37-288,-1 0 0,-1 0 0,-1-1 1,-1 0-1,2-36 0,-6-169 6763,0 227-7566,0 0 0,0-1 0,0 1 0,0-1 0,0 1 0,0 0 0,-1-1 0,1 1 0,0 0 0,-1-1 0,1 1 0,-1 0 0,0 0 0,1-1 0,-1 1 0,0 0 0,0 0 0,1 0 0,-1 0 0,0 0 0,0 0 0,0 0 0,0 0 0,-2-1 0,-6-4 0,3 0 0,6 9 0,1-1 0,-1 0 0,0 0 0,0-1 0,1 1 0,-1 0 0,0 0 0,-1-1 0,1 1 0,0 0 0,0 0 0,-1-1 0,1 1 0,-1 0 0,1-1 0,-2 3 0,-2 4 0,0 1 0,1-1 0,0 1 0,0 0 0,1 0 0,0 0 0,0 0 0,1 0 0,1 1 0,-1-1 0,3 16 0,-2 224 0,1-218 0,2 0 0,2-1 0,9 36 0,-5-21 0,31 152 0,-39-187 0,0 0 0,1 0 0,0 0 0,1 0 0,0 0 0,1-1 0,0 0 0,5 10 0,10 30 0,-18-44 0,0-1 0,0 0 0,0 1 0,1-1 0,0 0 0,0 0 0,0 0 0,0 0 0,0-1 0,1 1 0,0-1 0,3 5 0,13 17 0,2 2 0,-20-27 0,0 1 0,1-1 0,-1 0 0,0 1 0,0-1 0,0 0 0,0 0 0,0 0 0,0 0 0,0 0 0,0 0 0,1 0 0,-1 0 0,0-1 0,0 1 0,0 0 0,0-1 0,0 1 0,0-1 0,0 1 0,0-1 0,0 1 0,0-1 0,0 0 0,0 1 0,-1-1 0,1 0 0,0 0 0,1-1 0,8-7 0,-1 0 0,0-1 0,0 1 0,-1-2 0,0 1 0,-1-1 0,0 0 0,-1-1 0,7-17 0,-12 25 0,1-8 0,1 1 0,0-1 0,0 1 0,1 0 0,11-21 0,-8 19 0,0 0 0,-1 0 0,0-1 0,-1 0 0,-1 0 0,0-1 0,-1 1 0,2-20 0,-5 33 0,0-1 0,0 1 0,0-1 0,0 1 0,0 0 0,0-1 0,0 1 0,1 0 0,-1-1 0,1 1 0,-1 0 0,1-1 0,-1 1 0,1 0 0,0 0 0,-1-1 0,1 1 0,0 0 0,0 0 0,0 0 0,0 0 0,0 0 0,0 0 0,2-1 0,-2 2 0,0-1 0,0 0 0,0 1 0,0-1 0,-1 0 0,1 0 0,0 0 0,0 0 0,-1 0 0,1 0 0,0 0 0,-1 0 0,1 0 0,-1 0 0,1 0 0,-1 0 0,0 0 0,1 0 0,-1 0 0,0-1 0,0 1 0,0 0 0,0 0 0,0-2 0,3-7 0,4 15 0,-6-2 0,0-1 0,1 1 0,-1 0 0,0 0 0,-1-1 0,1 1 0,0 0 0,-1 0 0,1 4 0,0-3 0,-1-1 0,1 0 0,0 1 0,1-1 0,-1 0 0,1 0 0,-1 1 0,1-1 0,0 0 0,0-1 0,0 1 0,4 4 0,15 25 0,-12-10 0,1 0 0,1 0 0,1-1 0,1 0 0,1-1 0,1-1 0,24 25 0,-23-26-103,0-1 1,2 0-1,-1-2 0,2 0 0,39 24 1,-52-36-772,1-1 1,-1 0 0,1 0-1,0 0 1,0-1 0,0 0-1,12 1 1,-6-2-2924,-1 0 1,1 0-1,23-6 1,-9-2-932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6.6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27 3874,'-7'-4'2619,"-35"-16"13858,20 17-15057,22 3-1413,-1 0 0,0 0 1,0 0-1,0 0 0,0 0 1,0 0-1,1 0 0,-1 1 1,0-1-1,0 0 0,0 0 0,1 1 1,-1-1-1,0 0 0,0 1 1,1-1-1,-1 1 0,0-1 0,1 1 1,-1-1-1,0 1 0,1 0 1,-1-1-1,1 1 0,-1 0 1,1-1-1,-1 1 0,0 1 0,-1 28 94,2-21-152,0 80-2938,0-1-7735,5-58 6899,18-3 378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6.9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0 148 8180,'4'-3'1479,"-3"2"-889,0 1 1,0-1-1,0 0 1,0 0 0,0 0-1,0 0 1,0 0-1,0 0 1,0 0-1,0 0 1,-1 0-1,1 0 1,0 0-1,1-9 7789,-2 14-7760,0 0 0,0 0 0,0 0 0,0 0 0,1 0 0,0 0 0,2 7 0,1-3-516,0 1 1,0 0-1,-1 0 0,0 0 1,-1 0-1,0 0 1,0 0-1,-1 0 0,0 1 1,-1-1-1,0 1 0,0-1 1,-2 10-1,1 16-40,2-25-63,0-1 0,0 1 0,1-1 0,0 0 0,5 13 0,-4-11 0,0-1 0,0 1 0,-1-1 0,-1 1 0,1 17 0,-2-23 0,0 1 0,0-1 0,0 0 0,0 1 0,0-1 0,1 0 0,0 1 0,0-1 0,0 0 0,1 0 0,0 0 0,0 0 0,4 8 0,-5-9 0,0 0 0,0 1 0,0-1 0,-1 1 0,1-1 0,-1 0 0,0 1 0,-2 8 0,2-14 0,0 1 0,0 0 0,1-1 0,-1 1 0,0-1 0,0 1 0,0 0 0,1-1 0,-1 1 0,0-1 0,0 1 0,1 0 0,-1-1 0,0 1 0,1 0 0,-1-1 0,0 1 0,1 0 0,-1 0 0,1-1 0,-1 1 0,0 0 0,1 0 0,-1 0 0,1 0 0,-1 0 0,1-1 0,-1 1 0,1 0 0,-1 0 0,1 0 0,0 0 0,0 0 0,0 0 0,0 0 0,0-1 0,0 1 0,0 0 0,0-1 0,0 1 0,0-1 0,0 1 0,0-1 0,-1 1 0,1-1 0,0 0 0,0 1 0,0-1 0,-1 0 0,1 0 0,-1 1 0,1-1 0,0 0 0,-1 0 0,1 0 0,-1-1 0,12-24 0,-9 19 0,0-1 0,0 1 0,1 0 0,0 0 0,10-13 0,-12 18 0,0-1 0,0 0 0,0 0 0,-1 0 0,1 0 0,-1 0 0,1 0 0,-1 0 0,0 0 0,0-1 0,0-4 0,6-15 0,5-5 0,30-50 0,-6 13 0,-19 31 0,1 1 0,1 1 0,2 0 0,26-29 0,-26 31 0,-20 27 0,0 0 0,1 0 0,-1 0 0,1 0 0,0 1 0,0-1 0,0 1 0,0-1 0,0 1 0,1-1 0,-1 1 0,1 0 0,-1 0 0,1 1 0,0-1 0,0 0 0,0 1 0,0 0 0,0 0 0,0-1 0,0 2 0,0-1 0,0 0 0,1 1 0,-1-1 0,6 1 0,-8 0 0,1 0 0,-1 0 0,0 0 0,1 0 0,-1 1 0,1-1 0,-1 0 0,0 1 0,1-1 0,-1 1 0,0-1 0,1 1 0,-1-1 0,0 1 0,0 0 0,0 0 0,0 0 0,1 0 0,-1 0 0,0 0 0,-1 0 0,1 0 0,0 0 0,0 0 0,1 2 0,13 14 0,-13-14 0,1-1 0,-1 1 0,1 0 0,-1-1 0,0 1 0,0 0 0,-1 0 0,1 1 0,0-1 0,-1 0 0,0 0 0,1 6 0,0-4 0,0 1 0,0-1 0,0 0 0,0 0 0,1 0 0,6 8 0,64 106 0,-69-112 10,0 0 1,0 0-1,-1 0 0,0 0 1,0 1-1,2 10 0,-2-8-83,0-1 0,0 0 0,1 0 0,5 11 0,5 3-663,60 93-9793,-65-105 8422,1 1-1,-1-2 1,2 1 0,-1-1 0,1-1 0,1 0 0,16 10-1,-1-8-2163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7.2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385 354 2129,'12'-21'2004,"-6"12"-592,-1 0 0,0 0-1,-1 0 1,0 0-1,4-17 1,18-66 8310,-25 87-9313,0 0 0,-1 0 0,0 0 0,0 0 0,-1 0 0,0 0 0,1 0 0,-2 0 0,1 0 0,0 0 0,-1 0 0,0 1 0,0-1 0,-4-6 0,-4-11 1017,7 17-1282,0 0 0,0 1 0,0 0 0,-1-1 0,0 1 0,1 1 0,-2-1 0,1 0 0,0 1 0,-1 0 0,1 0 0,-1 0 1,0 1-1,0 0 0,0-1 0,0 2 0,0-1 0,0 1 0,-7-2 0,2 2-144,0 0 0,0 0 0,0 1 0,0 0 0,0 0 0,0 1 0,0 1 0,0 0 0,0 0 0,0 1 0,1 0 0,-1 0 0,1 1 0,-9 6 0,-6 3 0,1 2 0,0 1 0,-39 35 0,60-48 0,-1 0 0,1 1 0,-1-1 0,1 1 0,0-1 0,1 1 0,-1 0 0,1 0 0,-1 0 0,1 0 0,0 0 0,1 0 0,-1 0 0,0 8 0,1-9 0,0-1 0,0 1 0,0 0 0,0 0 0,0 0 0,1-1 0,-1 1 0,1 0 0,-1 0 0,1-1 0,0 1 0,0-1 0,1 1 0,-1-1 0,0 1 0,1-1 0,-1 1 0,1-1 0,0 0 0,0 0 0,4 4 0,17 5 0,-15-8 0,-1 1 0,1 0 0,-1 0 0,0 1 0,8 7 0,-11-9 0,0-1 0,1 1 0,-1-1 0,0 1 0,1-1 0,-1-1 0,1 1 0,0 0 0,0-1 0,0 0 0,-1 0 0,7-1 0,-5 1 0,0 0 0,0 0 0,0 1 0,0-1 0,0 1 0,9 4 0,55 36 0,-57-36 0,-1 1 0,0 0 0,0 1 0,-1 0 0,0 1 0,-1 0 0,1 1 0,15 19 0,-11-8 0,0 0 0,-2 1 0,21 46 0,-25-45 0,-1 1 0,7 41 0,-3-14 0,-9-34 0,0-1 0,-1 1 0,-1-1 0,-1 1 0,-2 23 0,0 11 0,1-35 0,-1 0 0,0 0 0,-1 0 0,-6 20 0,-5 22 0,11-46-31,-1 0 0,0-1 0,0 1 0,-1-1 0,-1-1 0,1 1 0,-2-1 0,0 0 0,0 0 0,0 0 0,-1-1 0,-1-1 0,0 1-1,0-1 1,0-1 0,-1 0 0,0 0 0,-1-1 0,1 0 0,-1-1 0,0 0 0,-1-1 0,1 0 0,-1 0 0,0-2 0,0 1 0,0-1 0,0-1 0,-18 0 0,9-1-2413,0-1 0,1-1 1,-1-1-1,0 0 0,0-2 0,-22-8 0,-32-13-3913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7.4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375 254 6995,'-19'-37'10453,"-28"-5"-3250,-9 15-3809,9 1-2834,0-1-1744,1 1-881,27 10-961,-28-10-960,19 10-832,9 6 48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8.5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434 1 7908,'-109'27'7777,"80"-19"-7049,0 2-1,1 2 1,-39 20-1,46-21-321,1 1 0,1 1 0,0 0 0,0 2 0,-32 32 0,49-43-344,-1 0-1,0 0 1,1 1 0,0-1 0,0 1-1,0-1 1,1 1 0,-1 0-1,1 0 1,0 0 0,0-1-1,1 1 1,0 0 0,0 0 0,0 0-1,0 0 1,1 0 0,0 0-1,0 0 1,0-1 0,0 1 0,4 7-1,3-2 22,0-1 1,1 0-1,0 0 0,1-1 0,0-1 0,15 11 0,3-2 49,49 23 0,-6-6-53,-20-10-64,85 29 0,123 38 127,-231-82 17,-2 1 1,1 1 0,-2 2-1,1 0 1,30 21 0,-18-8 740,-29-20 74,-1 0 0,-1 0 0,1 1 0,-1 0 0,0 0 0,11 13 0,-18-19-959,0 1 1,0 0 0,0 0-1,0 0 1,1 0 0,-1 0-1,0 0 1,0 0 0,-1 0 0,1-1-1,0 1 1,0 0 0,0 0-1,-1 0 1,1 0 0,0 0-1,-1-1 1,1 1 0,0 0-1,-1 0 1,1 0 0,-1-1-1,0 1 1,1 0 0,-1-1-1,1 1 1,-1-1 0,0 1-1,0 0 1,1-1 0,-1 0-1,0 1 1,0-1 0,0 1-1,0-1 1,1 0 0,-3 1-1,-2 2-66,-11 11 51,1-2 0,-2 0 0,1 0 0,-2-2 0,1 0 0,-2-1 0,1-1 0,-1-1 0,-20 6 0,-177 70 0,155-61 0,50-17 0,-1-2 0,0 1 0,0-2 0,-15 3 0,-17 4 0,14 0 0,27-8 0,0-1 0,0 1 0,-1-1 0,1 1 0,1 0 0,-1 0 0,0 1 0,0-1 0,0 1 0,0-1 0,1 1 0,-5 4 0,11-9 0,0 0 0,0 0 0,0 1 0,0 0 0,1 0 0,-1 0 0,9-2 0,34-17 0,-18 5-121,9-4-739,-1-1 0,-1-2 0,-1-2 0,51-46 0,-18 10-174,-48 44 805,0 0 1,-1-1 0,22-28 0,131-215 198,-125 184 561,11-30 660,20-34 2855,-76 138-4001,1 0 0,-1 0 0,0 0 0,0 0 0,-1-1 0,1 1 0,-1 0 0,0-1 0,0 0 0,0 1 0,0-1 0,0 0 0,-1-5 0,0 8-45,0 0 0,0 0 0,0 0 0,1 0 0,-1 0 0,0 0 0,0 0 0,0 0 0,1 0 0,-1 0 0,0 0 0,1 0 0,-1 0 0,1 0 0,-1 0 0,1 1 0,0-1 0,-1 0 0,1 0 0,0 1 0,-1-1 0,1 0 0,0 1 0,0-1 0,0 1 0,0-1 0,-1 1 0,3-1 0,5-4 0,-3-4 0,-5 18 0,0-8 0,-1 0 0,1 0 0,0 0 0,0 0 0,0 0 0,0-1 0,-1 1 0,1 0 0,-1 0 0,1 0 0,0 0 0,-1 0 0,0 0 0,1 0 0,-1-1 0,1 1 0,-1 0 0,0 0 0,0-1 0,1 1 0,-1-1 0,0 1 0,-1 0 0,-9 9 0,9 0 0,0-1 0,0 1 0,1-1 0,0 1 0,1 0 0,0 0 0,2 14 0,-1 1 0,-1 24 0,-1-19 0,1-1 0,6 47 0,14 25 0,27 163 0,-22-157 0,-3-16 0,-8-17 0,-8-50 0,-2 0 0,0 0 0,-1 33 0,-3 116 0,1-173 0,-1 0 0,0-1 0,0 1 0,0-1 0,0 1 0,1 0 0,-1-1 0,0 1 0,0 0 0,1-1 0,-1 1 0,0 0 0,0-1 0,1 1 0,-1 0 0,0 0 0,1-1 0,-1 1 0,0 0 0,1 0 0,-1 0 0,1 0 0,-1-1 0,0 1 0,1 0 0,-1 0 0,1 0 0,-1 0 0,0 0 0,1 0 0,-1 0 0,1 0 0,-1 0 0,1 0 0,-1 0 0,0 0 0,1 0 0,-1 1 0,1-1 0,-1 0 0,0 0 0,1 0 0,-1 1 0,0-1 0,1 0 0,-1 0 0,0 1 0,1-1 0,-1 0 0,0 0 0,0 1 0,1-1 0,-1 0 0,0 1 0,0-1 0,1 1 0,-1-1 0,0 0 0,0 1 0,-1-19 0,1 13 0,-1 0 0,1-1 0,0 1 0,0 0 0,0 0 0,1-1 0,0 1 0,0 0 0,3-8 0,4-2 0,-1-1 0,-1 0 0,0 0 0,6-33 0,-7 24 0,2 0 0,1 1 0,0 0 0,15-28 0,-16 39 0,0-1 0,1 2 0,1-1 0,0 1 0,1 0 0,0 1 0,0 0 0,1 1 0,13-10 0,-11 11 0,-9 4 0,1 1 0,0 0 0,0 1 0,1-1 0,-1 1 0,1 0 0,0 0 0,0 1 0,-1-1 0,2 1 0,-1 1 0,0-1 0,0 1 0,1 0 0,9 0 0,7 8 0,0 2 0,-1 0 0,0 1 0,0 2 0,27 18 0,-43-25 0,-1 0 0,0 0 0,0 1 0,-1-1 0,1 1 0,-1 0 0,0 0 0,-1 0 0,0 1 0,0-1 0,0 1 0,3 11 0,15 31 0,23 41 0,-41-83 0,1 0 0,-1 1 0,0-1 0,-1 1 0,0 0 0,0-1 0,0 1 0,0 16 0,-2-24 0,1 0 0,-1 0 0,1 0 0,-1 0 0,1 0 0,-1 0 0,0 0 0,1 0 0,-1 0 0,1 0 0,-1 0 0,1 0 0,-1 0 0,1 0 0,-1 0 0,0 0 0,1 0 0,-1-1 0,1 1 0,-1 0 0,0 0 0,1 0 0,-1-1 0,0 1 0,1 0 0,-1-1 0,0 1 0,1 0 0,-1-1 0,0 1 0,1 0 0,-1-1 0,0 1 0,0-1 0,0 1 0,1 0 0,-1-1 0,0 1 0,0-1 0,2-1 0,-1 0 0,0 0 0,1 0 0,-1 0 0,0 0 0,0 0 0,0 0 0,0 0 0,0-1 0,-1 1 0,1 0 0,-1-1 0,1-3 0,0-5-198,1 0 0,0 0-1,1 0 1,0 0 0,0 0 0,1 1 0,6-12-1,4-12-1355,-10 20 220,0 0 0,-1 0 1,1-15-1,9-38-2935,-6 45 3285,-3 12 553,-1-1 0,0 1 0,-1-1 0,0 0 0,1-16 0,-3 16 335,1 0-1,0 1 1,1-1 0,0 1 0,0 0-1,1 0 1,1 0 0,0 0-1,0 0 1,1 0 0,9-14 0,-14 24 122,1-1 0,-1 0 1,1 0-1,0 0 0,-1 0 1,1 1-1,0-1 1,-1 0-1,1 0 0,0 1 1,0-1-1,-1 1 0,1-1 1,0 1-1,0-1 0,0 1 1,0-1-1,0 1 1,0 0-1,0 0 0,0-1 1,0 1-1,0 0 0,0 0 1,0 0-1,0 0 0,1 0 1,2 0 96,-3 1 38,0 0 0,-1 0 0,1 0 0,-1 0 0,1 0-1,-1 0 1,1 0 0,-1 0 0,0 0 0,1 1 0,-1-1-1,0 0 1,0 0 0,0 0 0,0 0 0,0 0 0,0 1 0,0-1-1,0 0 1,0 0 0,-1 1 0,1 1 302,0 211 4409,1-191-4801,2 0 1,1-1 0,0 1 0,2-1-1,13 34 1,6 28-617,-24-78 263,1 0 0,-1 0 0,1 0 0,0 0 0,0 0 0,1-1 0,0 1 0,0-1-1,0 0 1,5 7 0,13 26-3979,-19-34 3692,-1-1 1,1 1-1,0-1 1,-1 1-1,2-1 1,-1 0 0,0 1-1,1-1 1,5 5-1,9 6-3243,-14 1 301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8.8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0 207 4562,'1'-7'1405,"-1"1"0,1-1 0,1 1 0,-1-1 0,1 1 0,0-1 0,3-6 0,-2 7 601,-1-1 1,1 1 0,-1-1-1,-1 1 1,0-1-1,0 0 1,1-8 0,-4 76-1536,0-34-360,1 0-1,2 1 0,6 42 0,-4-54-110,1 3 0,0 1 0,0 30 0,-3-41 0,0-1 0,0 1 0,0 0 0,1 0 0,1-1 0,4 12 0,-5-13 0,1 0 0,-1 0 0,-1 0 0,1 0 0,-1 0 0,0 9 0,-1-10 0,1-1 0,-1 1 0,1 0 0,0 0 0,0 0 0,1-1 0,2 8 0,-2-8 0,0 0 0,-1 0 0,0-1 0,0 1 0,0 0 0,0 0 0,-1 7 0,1-8 0,1 1 0,-1-1 0,1 0 0,-1 0 0,1 0 0,1 0 0,-1 0 0,0 0 0,1-1 0,0 1 0,0-1 0,0 0 0,0 0 0,0 0 0,7 4 0,16-42 0,-20 26 0,-1-1 0,0 0 0,-1 0 0,6-20 0,10-24 0,-11 40 0,-1-1 0,-1 0 0,0-1 0,-1 1 0,-1-1 0,5-25 0,-4 21 0,0 0 0,1 0 0,1 0 0,1 1 0,1 1 0,13-19 0,-11 17 0,-1 0 0,0-1 0,-1 0 0,11-39 0,-18 48 0,-2 8 0,-1 1 0,1 0 0,-1-1 0,1 1 0,0 0 0,1 0 0,-1 0 0,0 0 0,1 0 0,0 0 0,0 0 0,0 0 0,0 1 0,0-1 0,5-4 0,5-4 0,23-20 0,-34 31 0,-1 0 0,0-1 0,1 1 0,-1 0 0,1-1 0,-1 1 0,1 0 0,-1 0 0,1-1 0,-1 1 0,1 0 0,-1 0 0,1 0 0,-1 0 0,1 0 0,-1 0 0,1 0 0,0 0 0,-1 0 0,1 0 0,-1 0 0,1 0 0,-1 0 0,1 0 0,-1 0 0,1 0 0,-1 1 0,1-1 0,-1 0 0,1 0 0,-1 1 0,1-1 0,-1 0 0,0 1 0,1-1 0,-1 0 0,1 1 0,-1-1 0,0 1 0,1-1 0,-1 1 0,0-1 0,0 1 0,1-1 0,-1 1 0,0-1 0,0 1 0,0-1 0,0 1 0,1-1 0,-1 1 0,0-1 0,0 1 0,0-1 0,0 1 0,0 0 0,0-1 0,-1 1 0,1-1 0,0 1 0,0-1 0,0 1 0,-1 0 0,1 0 0,0 1 0,1 0 0,-1-1 0,0 1 0,0-1 0,1 1 0,-1 0 0,1-1 0,-1 1 0,1-1 0,0 1 0,0-1 0,0 0 0,0 1 0,0-1 0,0 0 0,2 2 0,8 13 0,-3 6 0,-7-17 0,0 0 0,1 0 0,0 0 0,0 0 0,0-1 0,5 7 0,0 1 0,0 0 0,-1 1 0,0-1 0,7 27 0,-2-7 0,-5-18 0,2 1 0,0-1 0,12 16 0,10 17 0,-14-17-1546,2-2 0,0 0 0,2-1 1,2 0-1,0-2 0,27 24 0,-38-43 195,0 0 1,0 0-1,0-1 1,1 0-1,0-1 1,0 0-1,0-1 0,0 0 1,14 0-1,10 4-1238,-8-7 409,14-13 494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9.2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403 511 1633,'10'-13'1429,"0"1"0,0 0 1,23-19-1,-20 20 229,-2 0 1,19-23 0,-18 16-53,-1 0 0,9-23 0,9-16 1601,-24 48-2531,-1 0 0,0 0 0,-1 0 0,0-1 1,0 0-1,-1 1 0,0-1 0,-1 0 1,0 0-1,-1 0 0,-1-19 0,1 15 128,-1 9-717,1 1 0,-1 0 0,0 0 0,-1 0 0,1 0 0,-1 0 0,1 0 0,-1 0 0,0 0 0,-1 0 0,1 1 0,-1-1 0,0 1 0,1 0 0,-1 0 0,-1 0 0,1 0 0,0 0 0,-1 1 0,1-1 0,-1 1 0,0 0 0,0 0 0,-6-2 0,1 0 34,0 1-1,-1 0 0,1 0 0,0 1 1,-1 0-1,1 1 0,-1 0 0,0 0 1,1 1-1,-17 2 0,0 2-120,1 1 0,-1 1 0,1 2 0,0 0 0,1 2 0,0 0 0,0 2 0,1 1 0,1 0 0,0 2 0,1 1 0,-25 22 0,35-27 0,0 0 0,1 0 0,0 1 0,0 0 0,1 1 0,1 0 0,0 0 0,-10 26 0,18-37 0,-1 0 0,1 1 0,-1-1 0,1 1 0,0-1 0,0 1 0,0-1 0,0 0 0,0 1 0,1-1 0,-1 1 0,1-1 0,0 0 0,0 1 0,-1-1 0,1 0 0,1 0 0,-1 1 0,0-1 0,0 0 0,1 0 0,0-1 0,-1 1 0,3 2 0,1 0 0,-1 0 0,1 0 0,0 0 0,0-1 0,0 1 0,1-1 0,-1-1 0,8 4 0,15 2 0,1-1 0,-1-2 0,1 0 0,0-2 0,-1-2 0,37-1 0,-35 0 0,-1 2 0,0 0 0,0 2 0,-1 2 0,43 12 0,-59-14 0,1 1 0,-1 0 0,0 1 0,-1 0 0,1 1 0,-1 0 0,-1 0 0,1 2 0,-1-1 0,-1 1 0,1 1 0,-2-1 0,1 1 0,8 15 0,-6-4 0,-1 1 0,0 0 0,-2 0 0,-1 1 0,-1 0 0,-1 0 0,0 1 0,-2-1 0,-1 1 0,-2 41 0,2-8 0,-1-34 0,-1 0 0,0 0 0,-6 27 0,1-16 0,-3-2 0,0 1 0,-20 47 0,23-68 0,-1-1 0,0 1 0,-1-1 0,0 0 0,-1 0 0,0-1 0,-1 0 0,0-1 0,0 1 0,-1-2 0,-1 0 0,-10 8 0,18-15 0,-6 6 0,0-1 0,-1-1 0,0 1 0,0-2 0,0 1 0,0-2 0,-1 1 0,-20 3 0,11-4 0,1-1 0,-1-1 0,0-1 0,0-1 0,0-1 0,1 0 0,-1-2 0,-34-10 0,47 11-108,1 0 0,0-1 0,0 0 0,0 0 0,0-1 0,1 0 0,0 0 0,0 0 0,0 0 0,0-1-1,1 0 1,0 0 0,0 0 0,1 0 0,0-1 0,0 1 0,0-1 0,1 0 0,0 0 0,0 0 0,1 0 0,0 0 0,0 0 0,0 0 0,1 0 0,0-1 0,2-9 0,6-16-2765,1 0 0,2 1 0,1 0 0,1 0 0,2 2 0,31-49 0,-37 67 2077,1 1-1,0 1 1,1 0-1,12-9 1,11-11-1155,14-24-1699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09.5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451 1 4546,'32'0'6420,"-18"0"-685,-13 6-845,-6 19-699,1-23-3823,1 1 0,-1 0-1,1 1 1,0-1 0,0 1-1,0-1 1,1 1-1,-1 0 1,1 0 0,0 0-1,0 0 1,0 0-1,1 0 1,0 1 0,-1-1-1,1 1 1,1-1-1,-1 9 1,0-7-368,0 0 0,0-1 0,0 1 0,0-1 0,-1 0 0,0 1 0,-3 6 0,3-9 0,0 1 0,0-1 0,1 1 0,0-1 0,0 1 0,0 0 0,0 0 0,0 0 0,1 0 0,-1-1 0,1 1 0,0 0 0,0 0 0,1 0 0,-1 0 0,2 4 0,7 14 0,-7-17 0,1 0 0,-1 1 0,0-1 0,-1 1 0,1-1 0,-1 1 0,0 0 0,0 7 0,-1 0 0,2 1 0,0-1 0,1 0 0,0 0 0,1 0 0,6 15 0,-5-17 0,-1 0 0,-1 0 0,0 1 0,0 0 0,1 23 0,-4 45 0,0-78 0,-1 0 0,0 1 0,0-1 0,0 0 0,0 0 0,0 1 0,0-1 0,-1 0 0,1 0 0,-1 0 0,1 0 0,-1-1 0,0 1 0,0 0 0,0-1 0,0 1 0,0-1 0,0 0 0,0 0 0,0 0 0,-1 0 0,1 0 0,0 0 0,-1 0 0,1-1 0,-4 1 0,-5 2 0,-1 0 0,0-1 0,0 0 0,-13-1 0,-14-3-61,1-1 1,-48-11-1,-14-2-1227,40 4-6656,56 11 6886,0 0 0,0-1 0,0 1-1,1-1 1,-1 0 0,0 0 0,1-1-1,0 1 1,-1-1 0,1 1 0,0-1 0,-3-4-1,3-4-3639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10.3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291 285 3618,'-17'0'1812,"-1"0"41,-1 0 0,1 1 1,-33 7-1,10-7-694,36-2-947,1 0 1,-1 1-1,0 0 0,1 0 0,-1 0 1,0 1-1,1-1 0,-1 1 0,-6 2 1,-15 8 1370,-17 2 2383,39-13-2701,8 3-588,3 0-251,0 0 0,0-1 0,0 0 0,0 0 0,0 0 0,1-1 0,-1 0 0,9 0 0,71-3 2017,-36 0-1026,192-11-269,-9 0-839,1070 13-309,-1155-16-1755,-122 10-1211,-6 1-2827,-25-8 1,-36-3-1291,30 10 6052,-1-1 0,0 2 1,0-1-1,0 2 0,-16-5 0,-43-21-284,5 1 2159,50 23-103,0 0-1,0-1 1,1-1-1,-25-16 0,-61-42 3836,99 65-4386,-1 0-1,1 0 1,0-1 0,-1 1 0,1 0 0,0 0 0,-1-1-1,1 1 1,0 0 0,0-1 0,0 0 0,1 1 0,-1-1 0,0 1-1,0-1 1,1 0 0,-1 1 0,1-1 0,0 0 0,-1 0-1,1 0 1,0 1 0,0-1 0,0-2 0,0 1 477,18 5 644,0-1-1,29 8 1,-14-3-422,-29-5-760,0-1-1,0 1 1,-1 0 0,1 0 0,0 1 0,0-1 0,-1 1 0,1 0 0,-1 0 0,1 0-1,-1 0 1,4 4 0,14 8 311,11-1 151,-22-10-401,-1 1 0,1 0-1,-1 1 1,14 9 0,36 25 566,-38-26-318,-1 0 0,0 2-1,-1 0 1,0 1 0,16 18 0,32 48 2627,-62-75-2966,-1 1 0,0 0 1,0 0-1,-1 0 0,0 1 0,0-1 0,-1 1 1,0 0-1,0 0 0,0 15 0,-1-10-42,0 1-1,-1-1 1,-1 1-1,0-1 1,-7 29-1,2-29-56,0-1 0,-1 0 0,-1 0 0,-17 22 0,9-13 0,12-17 0,0 1 0,0-1 0,0 0 0,-1-1 0,0 1 0,0-1 0,0 0 0,0 0 0,-1 0 0,1-1 0,-13 5 0,-5 4 0,-50 28 0,46-26-6637,2-3-3926,53-11 1191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10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310 469 8228,'-33'-16'9270,"3"-5"-4121,-9-6-2416,-7-11-1861,44 36-844,0 1-1,1 0 1,-1 0 0,1-1 0,0 1-1,-1-1 1,1 1 0,0-1 0,0 0-1,0 1 1,0-1 0,0 0-1,0 0 1,0-3 0,-5-10 130,-2 5-83,6 7-66,0 1-1,1-1 0,-1 0 0,0 0 1,1 0-1,0 1 0,0-1 0,0 0 1,0-1-1,0 1 0,0 0 0,1 0 1,0 0-1,-1 0 0,1 0 0,1-6 1,-3-20 10,1 22-19,1-1 1,-1 1 0,1 0 0,0 0 0,1 0-1,-1 0 1,1 0 0,1 0 0,3-11-1,3 3 20,-6 8-12,1 1 0,0 0 1,1 0-1,0 0 0,0 0 1,0 1-1,0-1 1,1 1-1,0 0 0,0 1 1,0-1-1,8-4 0,-1 1 288,1 1-1,1 0 0,-1 1 0,1 0 1,1 1-1,-1 0 0,1 2 0,-1-1 1,1 2-1,0 0 0,21 0 0,-29 2-147,0 0-1,-1 1 0,1-1 0,-1 2 1,1-1-1,-1 0 0,8 4 0,-12-4-115,0-1-1,0 2 1,0-1-1,-1 0 1,1 0-1,0 0 1,0 1-1,-1-1 1,1 1-1,0-1 0,-1 1 1,0 0-1,1 0 1,-1 0-1,0-1 1,0 1-1,0 0 1,0 1-1,0-1 1,-1 0-1,1 0 1,-1 0-1,1 0 1,-1 0-1,0 1 1,0 3-1,1 25-31,0-18 0,-1-1 0,0 1 0,0 0 0,-2 0 0,1-1 0,-2 1 0,1 0 0,-2-1 0,-6 17 0,-131 261 0,108-238 0,27-44 0,1 0 0,-1 0 0,1 0 0,1 1 0,-7 16 0,-4 16 0,12-35 0,0 0 0,1 1 0,0-1 0,0 1 0,1 0 0,0 0 0,0-1 0,0 15 0,0-18 0,1 0 0,0-1 0,0 1 0,0 0 0,0 0 0,0 0 0,1-1 0,-1 1 0,1 0 0,-1 0 0,1-1 0,0 1 0,0-1 0,1 1 0,-1-1 0,0 1 0,1-1 0,0 0 0,-1 1 0,1-1 0,0 0 0,4 3 0,11 16 0,-17-19 0,1-1 0,0 0 0,-1 0 0,1 1 0,0-1 0,0 0 0,0 0 0,0 0 0,0 0 0,0 0 0,1 0 0,-1 0 0,0 0 0,0 0 0,1-1 0,-1 1 0,0-1 0,1 1 0,-1-1 0,0 1 0,1-1 0,-1 0 0,1 1 0,-1-1 0,1 0 0,-1 0 0,3 0 0,0 0 0,0 0 0,1 0 0,-1 0 0,0 0 0,0-1 0,0 1 0,1-1 0,-1 0 0,0 0 0,0-1 0,0 1 0,0-1 0,-1 0 0,1 0 0,0 0 0,4-5 0,-5 4 0,-1-1 0,1 0 0,-1 0 0,0 0 0,0-1 0,-1 1 0,1 0 0,-1-1 0,0 1 0,0-1 0,0 1 0,-1-1 0,0 1 0,0-1 0,0-6 0,0 2 0,0 0 0,1 0 0,-2 0 0,1 1 0,-1-1 0,0 0 0,-1 1 0,0-1 0,0 1 0,-1 0 0,-7-16 0,-3 1 0,6 10 0,0 1 0,-1 0 0,0 1 0,0 0 0,-11-10 0,12 15 0,-10-12 0,-1 2 0,0 0 0,-2 1 0,0 1 0,0 1 0,-27-12 0,25 16 0,16 6 0,-1 0 0,1 0 0,-1 1 0,0 0 0,0 0 0,0 1 0,0 0 0,-14-1 0,4 2-403,14 0-1865,18 3-6029,14 12-155,67 7-29,-49-19 3631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11.3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685 136 1729,'1'-15'1988,"0"11"-1013,-1-1 1,1 0-1,-1 1 0,0-1 1,-1 0-1,1 1 0,-1-1 1,0 0-1,-2-5 0,-1 4-345,-1 0 0,0 1 0,-1 0 0,1 0 0,-1 1 0,0-1 0,0 1-1,-1 0 1,1 1 0,-1 0 0,1 0 0,-1 0 0,0 1 0,0 0 0,-9-2 0,4 2 590,1 1 0,0 0 1,-1 0-1,1 2 0,-16 1 0,-30 11 677,41-5-1897,1 0 0,-1 1 0,1 0 0,1 2 0,0-1 0,-24 25 0,18-16 0,14-14 0,1 1 0,0-1 0,0 1 0,0 0 0,1 1 0,0-1 0,0 1 0,0 0 0,1 0 0,0 0 0,1 0 0,0 0 0,-3 14 0,-13 37 0,11-46 0,5-10 0,1 0 0,-1 0 0,1 0 0,0 0 0,-1 0 0,1 1 0,0-1 0,1 0 0,-1 1 0,0-1 0,1 0 0,-1 1 0,1-1 0,0 1 0,-1-1 0,1 1 0,1-1 0,-1 1 0,0-1 0,0 1 0,2 3 0,2 3 0,9 21 0,2 0 0,22 34 0,-26-47 0,2-1 0,0 0 0,0-1 0,2 0 0,31 25 0,16 11 0,-47-44 0,-9-4 0,-1 0 0,1 1 0,-1-1 0,1 1 0,-1 0 0,0 0 0,6 8 0,-7-9 0,1 1 0,-1 0 0,1-1 0,-1 0 0,1 0 0,0 0 0,0-1 0,0 1 0,10 2 0,-3-1 0,-10-3 0,0 0 0,0 0 0,0 1 0,0-1 0,0 0 0,0 1 0,-1-1 0,1 1 0,0 0 0,-1-1 0,1 1 0,-1 0 0,0 0 0,0 0 0,1 0 0,0 4 0,-1-4 0,0 0 0,0 0 0,0 0 0,0 0 0,1 0 0,-1 0 0,0 0 0,1-1 0,0 1 0,-1-1 0,1 1 0,3 2 0,5 1 0,-8-4 0,0-1 0,0 1 0,0 0 0,0 0 0,0 0 0,0 0 0,0 1 0,0-1 0,0 0 0,0 1 0,-1-1 0,1 1 0,0 0 0,-1-1 0,0 1 0,1 0 0,-1 0 0,0 0 0,0 0 0,0 0 0,0 0 0,0 1 0,-1-1 0,1 0 0,-1 0 0,1 1 0,-1-1 0,0 0 0,0 0 0,0 1 0,0-1 0,0 3 0,-1-4 0,1 0 0,0 0 0,0 0 0,-1 0 0,1 0 0,0 0 0,-1 0 0,1-1 0,-1 1 0,1 0 0,-1 0 0,1 0 0,-1 0 0,0-1 0,1 1 0,-1 0 0,0 0 0,0-1 0,0 1 0,1-1 0,-1 1 0,0-1 0,-2 1 0,-29 11 0,6-3 0,20-6 0,-1 0 0,0 0 0,1 0 0,-1-1 0,0-1 0,-1 1 0,-10 0 0,-14 4 0,-153 20 0,150-22 0,-1-2 0,-48-4 0,27 1 0,54 1-78,0 0 1,0 0-1,0 0 0,1 0 0,-1-1 1,0 1-1,0-1 0,0 0 1,1 1-1,-1-1 0,0-1 1,1 1-1,-1 0 0,1 0 0,-4-3 1,5 3-172,1 0 0,-1 1 1,1-1-1,-1 1 0,1-1 1,-1 1-1,1 0 0,-1-1 0,0 1 1,1 0-1,-1-1 0,0 1 1,1 0-1,-1 0 0,0-1 0,1 1 1,-1 0-1,0 0 0,0 0 1,1 0-1,-1 0 0,0 0 1,0 0-1,1 0 0,-1 1 0,-1-1 1,2 0 75,-1 0 1,1 0-1,-1 1 1,1-1-1,-1 0 1,1 0 0,-1 0-1,1 0 1,-1 0-1,1 0 1,-1-1-1,0 1 1,1 0-1,-1 0 1,1 0-1,-1 0 1,1-1 0,0 1-1,-1 0 1,1 0-1,-1-1 1,1 1-1,-1 0 1,1-1-1,0 1 1,-1 0 0,1-1-1,0 1 1,-1-1-1,1 1 1,0-1-1,-1 1 1,1-1-1,0 1 1,0-2 0,-5-2-914,4 3 534,0 0 0,0 0 0,0 0 0,1 0 0,-1 0-1,0 0 1,0 0 0,1 0 0,-1 0 0,1 0 0,-1 0-1,1 0 1,-1-1 0,1 1 0,0 0 0,-1 0 0,1 0 0,0-1-1,0-1 1,0-20-2382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11.5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96 2097,'0'-57'8877,"0"38"-2877,0 0 4009,28 19-4521,-25 1-5465,-1 1 1,1-1-1,-1 0 0,1 1 1,-1-1-1,1 0 1,0-1-1,0 1 0,-1 0 1,1-1-1,0 0 1,4 1-1,0 0-31,29 13 8,-28-11 0,1 0 0,0 0 0,0 0 0,0-1 0,11 1 0,139 30 0,-93-26 0,-36-3 0,1-1 0,-1-1 0,0-2 0,1-1 0,-1-1 0,31-7 0,-39 6-1646,-1 1-1,1 0 1,0 2 0,32 3 0,-6-1-1675,-47-2 3168,-1 0 1,0 0-1,1 1 1,-1-1-1,0 0 0,0 0 1,1 1-1,-1-1 1,0 0-1,0 0 0,0 1 1,0-1-1,1 0 1,-1 1-1,0-1 0,0 0 1,0 1-1,0-1 1,0 0-1,0 1 0,0-1 1,0 0-1,0 1 1,0-1-1,0 0 0,0 1 1,0-1-1,0 0 1,0 1-1,0-1 0,0 0 1,0 1-1,-1-1 1,1 0-1,0 1 0,0-1 1,0 0-1,0 0 1,-1 1-1,1-1 0,0 0 1,0 1-1,-1-1 1,1 0-1,0 0 0,-1 0 1,1 1-1,0-1 1,0 0-1,-1 0 0,-10 13-2589,3 4-686,-15 7 216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12.1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178 1 2945,'-24'11'5561,"-4"-7"-2045,-15 5 1619,31-7-4189,0-1 1,0 0-1,-20 0 0,18-3 1033,49 1 720,843 1 4448,-374 11-7147,543-11 0,-811 16 0,2-6 0,-228-10 0,1 1 0,-1 0 0,20 5 0,27 2 0,-46-8-4,15-3-460,-26-5-348,-15-8-624,7 9-741,-1-1-1254,0-4-3948,-7-2-97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0.3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42 2257,'3'-1'1723,"17"-21"668,-7 18-2112,-1 0 0,1 1 0,-1 0-1,1 1 1,0 1 0,0 0 0,0 0 0,0 2 0,0 0 0,0 0-1,0 1 1,0 0 0,-1 1 0,1 1 0,-1 0 0,0 1 0,0 0-1,20 12 1,-26-12-39,0 1 0,0 0-1,0 0 1,0 0-1,-1 0 1,0 1 0,-1 0-1,0 0 1,0 1-1,0-1 1,-1 1 0,0-1-1,0 1 1,-1 0-1,0 0 1,0 1 0,-1-1-1,0 0 1,-1 0-1,0 12 1,0-15-63,-1 0 0,0 0 0,1 0 0,-2-1 1,1 1-1,-1 0 0,1 0 0,-4 5 0,2-5 24,1 0 1,0 0-1,0 0 1,0 1-1,1-1 1,0 0-1,0 1 0,0 7 1,0-2 96,0 0 1,0 0 0,-1 0-1,-1 0 1,0 0-1,0 0 1,-1-1-1,-7 15 1,-9 10 873,-24 35-1,-5 8 450,-91 130 1352,97-148-1968,40-46-804,-2-4-63,1-7-122,-6 3 24,10-3-13,42-1 71,-22-2-139,-8 1-22,-1-1 0,0-1 1,1 0-1,-1 0 0,0-1 0,22-6 1,40-11-1667,-39 11-1633,48-18 1,-43 12-2869,59-15 1,-95 29 5809,0-1-1,0 0 1,0 0 0,0 0 0,0-1 0,0 1 0,0-1-1,0 1 1,-1-1 0,1 0 0,-1 0 0,0 0-1,4-4 1,-3-10-3499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1.1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1766 348 1937,'-28'-55'3527,"24"46"-3110,0-1 1,0 1-1,-1 0 1,-1 1-1,1-1 1,-1 1-1,-10-10 1,-23-13 284,28 19-598,5 5-66,-1 0-1,1 0 0,-2 1 0,1 0 1,-1 0-1,0 1 0,-9-5 1,-36-27 251,44 30-160,1 0 1,-1 1-1,-1 0 1,-15-8-1,-4 5 190,0 1 1,-1 1-1,0 2 0,0 0 1,-1 3-1,1 0 0,0 2 1,-1 1-1,-32 5 0,40-2 184,-1 0 0,1 1-1,0 2 1,-27 10-1,24-8-61,-92 42 1893,65-26-1327,1 1 0,2 3 0,-69 51 0,58-38-299,-4 4 599,-92 84-1,126-101-862,0 3 0,2 0-1,2 2 1,-33 51-1,41-48-84,0 0 0,-12 43 0,22-58-195,2 2-11,2 1 0,0 0 1,2 0-1,1 1 0,0-1 1,5 45-1,-2-13 52,0-29-97,1 0 0,2 0 0,1 0 0,1-1 0,1 0 0,19 47 0,-3-24 57,1-1 0,47 69 0,-7-16-117,87 123 0,-131-199-46,1-1-1,2 0 0,0-2 0,2 0 1,49 35-1,-3-9-1,-43-29 0,0-1 0,36 17 0,-51-29 0,39 19 0,0-1 0,2-3 0,109 29 0,-85-34 0,-51-9 0,0-2 0,0-2 0,55 4 0,-49-8 0,-1-1 0,1-2 0,48-9 0,-34-1 0,-3 1 0,81-32 0,-46 9 0,-31 14 0,-1-1 0,-1-3 0,47-33 0,-81 49 0,22-15 0,-2-1 0,0-1 0,29-35 0,-19 17 0,-21 23 0,-2 0 0,0-2 0,20-30 0,-34 45 0,0 1 0,1 0 0,0 0 0,11-9 0,-12 12 0,-1 0 0,0 0 0,1 0 0,-2-1 0,1 1 0,0-1 0,-1 0 0,0 0 0,0 0 0,0 0 0,-1-1 0,0 1 0,3-10 0,-2-1 0,-3 9 0,2 0 0,-1 0 0,1 0 0,0 1 0,0-1 0,1 0 0,0 1 0,0 0 0,7-10 0,-4 6 0,-1 0 0,0-1 0,0 0 0,-1 0 0,-1 0 0,0 0 0,3-19 0,1 0 0,-4 9 0,-1 0 0,0 0 0,-2 0 0,-2-28 0,0-2 0,2 10 0,2 26 0,-2 1 0,0-1 0,0 1 0,-1-1 0,-1 1 0,-1-1 0,0 1 0,-1 0 0,-6-15 0,-11-34 0,19 53 0,-1 1 0,0-1 0,0 1 0,-1 0 0,0 0 0,-1 1 0,-7-13 0,-4 1 0,1 0 0,-18-34 0,27 45 0,1 1 0,-1 0 0,0 0 0,-1 0 0,-8-7 0,-9-11 0,-2-10 0,22 29 0,-2-1 0,1 1 0,-1 0 0,0 0 0,-13-11 0,-83-54 0,57 38 0,30 24 0,1-1 0,0-1 0,-15-14 0,19 16 0,-1 1 0,-1 0 0,1 1 0,-1 0 0,-1 1 0,1 1 0,-28-11 0,-108-26 0,84 26 0,-34-1 0,56 11 0,27 6 0,0 0 0,0 1 0,0 1 0,0 0 0,-17 4 0,-53 3 0,-12 3 0,91-11-264,1 1-1,0 0 1,0-1 0,0 2 0,0-1-1,0 1 1,0-1 0,-8 5 0,9-4-99,1 0 0,-1 0 1,0-1-1,0 1 0,0-1 0,0 0 1,-1-1-1,-5 1 0,15 13-5258,4-13 4417,-9-1 928,1 0 0,-1 0 0,1 0 1,0 0-1,-1 0 0,1 0 1,-1 0-1,1 0 0,-1 0 0,1 0 1,-1 1-1,1-1 0,-1 0 1,1 0-1,-1 0 0,0 1 0,1-1 1,-1 0-1,1 0 0,-1 1 1,1-1-1,-1 0 0,0 1 0,1-1 1,-1 1-1,0-1 0,1 0 0,-1 1 1,0-1-1,0 1 0,1-1 1,-1 1-1,0-1 0,0 1 0,0 0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8.2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404 32 2129,'28'16'29814,"-28"-46"-29201,0 12-453,0 25-109,0-6-51,0 0 0,0 0 0,0 0 0,1 0 0,-1 0 0,0 0 0,0 0 0,1 0 0,-1 0 0,1 0 0,-1 0 0,1 0 0,-1 0 0,1 0 0,0 0 0,-1 0 0,1-1 0,1 2 0,-1-1 0,0 0 0,-1 0 0,1 0 0,0 0 0,0 0 0,0 0 0,-1 0 0,1 0 0,-1 1 0,1-1 0,-1 0 0,1 0 0,-1 1 0,0-1 0,0 0 0,1 0 0,-1 1 0,0 1 0,0-1 0,0 1 0,1 0 0,-1-1 0,1 1 0,-1 0 0,1-1 0,0 1 0,0-1 0,0 1 0,1-1 0,-1 0 0,3 5 0,-2-5 0,0 0 0,-1 1 0,1-1 0,-1 1 0,0 0 0,0-1 0,0 1 0,0 0 0,0 0 0,0 0 0,-1-1 0,1 1 0,-1 3 0,0 125 0,-2-124 0,1 0 0,-1 0 0,-1 0 0,1 0 0,-1-1 0,0 1 0,-1-1 0,1 1 0,-2-1 0,1-1 0,0 1 0,-1 0 0,-7 5 0,-9 14 0,13-13 0,-1-1 0,-1 0 0,0 0 0,0-1 0,-1-1 0,0 0 0,-1 0 0,0-1 0,0-1 0,-1 0 0,0 0 0,-26 8 0,11-4-710,-25 11-7744,-80 20-1,113-40 2207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9.5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373 106 4322,'0'-16'3025,"1"11"-1579,-1-1 1,0 0-1,0 1 0,-1-1 1,0 1-1,-1-7 1,2 10-1250,-1 1 1,0-1 0,1 1 0,-1-1-1,0 1 1,0 0 0,0-1 0,0 1 0,0 0-1,0-1 1,0 1 0,-1 0 0,1 0 0,0 0-1,-3-1 1,-3-2 65,5 2-18,-1 0 1,1 0-1,-1 0 0,0 1 0,0-1 0,1 1 1,-1-1-1,0 1 0,0 0 0,0 0 0,0 1 1,-1-1-1,1 1 0,0-1 0,0 1 0,0 0 1,0 0-1,-1 0 0,1 1 0,0-1 0,0 1 1,0 0-1,0 0 0,0 0 0,0 0 0,0 0 0,-3 3 1,-39 16 2198,35-16-2115,1 0 0,0 0 0,0 1 1,0 0-1,0 1 0,-15 12 1,10-5-302,1 1 0,1 0 0,0 0 0,0 1 0,2 0 1,0 1-1,0 1 0,-11 28 0,16-30-28,1 1 0,0 0 0,1 0 0,1 0 0,0 0 0,2 32 0,6-16 0,-6-24 0,1 0 0,0-1 0,1 1 0,0-1 0,0 1 0,1-1 0,0 0 0,0 0 0,0 0 0,1-1 0,0 1 0,9 10 0,12 9 0,10 12 0,43 36 0,-65-64 0,1 0 0,0 0 0,0-1 0,1-1 0,0 0 0,0-1 0,25 7 0,-13-6 0,0-2 0,1-1 0,0-1 0,31 0 0,-43-3 0,0-1 0,1-1 0,-1-1 0,0-1 0,0 0 0,0-1 0,0 0 0,19-9 0,38-28 0,-66 37 0,-1-1 0,0 1 0,0-2 0,-1 1 0,1 0 0,-1-1 0,8-12 0,7-6 0,51-71 0,-68 93 0,-1-1 0,-1 1 0,1-1 0,0 1 0,0-1 0,-1 0 0,0 0 0,1 0 0,-1 1 0,0-1 0,0 0 0,-1 0 0,1-1 0,-1 1 0,1-5 0,-1 5 0,0 1 0,0 0 0,1-1 0,-1 1 0,1 0 0,-1 0 0,1-1 0,0 1 0,0 0 0,0 0 0,0 0 0,1 0 0,-1 0 0,3-3 0,-3 3 0,1 0 0,-1 1 0,1-1 0,-1 0 0,0 0 0,0 0 0,0 0 0,0 0 0,-1-1 0,1 1 0,0 0 0,-1 0 0,0 0 0,1-5 0,-1 7 0,0 0 0,0-1 0,0 1 0,0 0 0,-1-1 0,1 1 0,0 0 0,0-1 0,0 1 0,0 0 0,-1-1 0,1 1 0,0 0 0,0-1 0,0 1 0,-1 0 0,1 0 0,0-1 0,-1 1 0,1 0 0,0 0 0,0-1 0,-1 1 0,1 0 0,0 0 0,-1 0 0,1 0 0,-1 0 0,1 0 0,0-1 0,-1 1 0,1 0 0,0 0 0,-1 0 0,1 0 0,0 0 0,-1 0 0,1 1 0,-1-1 0,1 0 0,0 0 0,-1 0 0,1 0 0,0 0 0,-1 0 0,1 1 0,0-1 0,-1 0 0,1 0 0,-1 1 0,0-1 0,0 1 0,0 0 0,0-1 0,0 1 0,1 0 0,-1-1 0,0 1 0,0 0 0,1 0 0,-1 0 0,0 0 0,1 0 0,-1-1 0,1 1 0,0 0 0,-1 0 0,1 0 0,0 0 0,-1 1 0,1-1 0,0 0 0,0 0 0,0 1 0,-9 60 0,-1 7 0,8-31 0,1-25 0,0 0 0,1 0 0,1 0 0,0 0 0,4 22 0,3-9 0,0 0 0,24 47 0,-25-61 0,0-1 0,1 0 0,0 0 0,1 0 0,0-1 0,1-1 0,0 0 0,12 9 0,-16-13 0,0 1 0,1-1 0,0-1 0,0 1 0,0-1 0,0-1 0,1 1 0,0-1 0,-1 0 0,1-1 0,0 0 0,1 0 0,-1-1 0,9 1 0,-14-2 0,0 0 0,0 0 0,0 0 0,0 0 0,0 0 0,0-1 0,0 1 0,0-1 0,0 0 0,0 0 0,0 0 0,0 0 0,-1-1 0,1 1 0,0-1 0,3-2 0,-4 1 0,0 0 0,-1 0 0,1 0 0,-1 0 0,1 0 0,-1 0 0,0 0 0,0 0 0,-1 0 0,1-1 0,-1 1 0,0 0 0,1 0 0,-1-1 0,-1-3 0,-1-5 0,0 0 0,0 0 0,-2 0 0,1 0 0,-1 1 0,-1-1 0,0 1 0,-1 0 0,0 1 0,-10-13 0,4 2 0,-4-7 0,-2 1 0,0 1 0,-2 1 0,0 0 0,-40-35 0,51 53 0,-1 0 0,2-2 0,-1 1 0,1-1 0,0 0 0,1 0 0,0-1 0,0 0 0,1-1 0,-8-18 0,8 14 0,-5-26 0,11 39 0,0 1 0,0-1 0,0 0 0,1 1 0,-1-1 0,0 1 0,1-1 0,-1 0 0,1 1 0,-1-1 0,1 1 0,0 0 0,0-1 0,0 1 0,0 0 0,0-1 0,0 1 0,0 0 0,0 0 0,0 0 0,0 0 0,1 0 0,-1 0 0,3-2 0,9-2 0,0-1 0,0 2 0,0 0 0,1 0 0,-1 2 0,1-1 0,0 2 0,-1 0 0,1 0 0,23 3 0,-24-1 0,-1 0 0,0 1 0,0 0 0,0 1 0,0 0 0,0 1 0,-1 0 0,1 1 0,-1 0 0,0 1 0,-1 0 0,14 10 0,71 62 0,-92-75 0,0-1 0,-1 2 0,1-1 0,-1 0 0,0 0 0,0 1 0,0-1 0,0 1 0,-1 0 0,1 0 0,-1-1 0,1 6 0,-1-4 0,1 1 0,0-1 0,0 1 0,0-1 0,1 0 0,0 0 0,3 5 0,1 0 0,-2-1 0,1 1 0,-2 0 0,1 0 0,-1 0 0,-1 1 0,0 0 0,0-1 0,-1 1 0,0 0 0,0 22 0,-2-31 0,0-1 0,0 1 0,0 0 0,0-1 0,0 1 0,1-1 0,-1 1 0,1-1 0,-1 1 0,1-1 0,0 1 0,-1-1 0,1 1 0,0-1 0,0 0 0,0 0 0,0 1 0,0-1 0,2 2 0,-1-2 0,-1 0 0,0 1 0,0-1 0,0 0 0,0 0 0,0 1 0,0-1 0,0 1 0,0-1 0,0 1 0,-1 0 0,1-1 0,-1 1 0,1-1 0,-1 1 0,1 0 0,-1 0 0,0-1 0,0 4 0,0-5 0,0 0 0,0-1 0,1 1 0,-1 0 0,0-1 0,0 1 0,1-1 0,-1 1 0,0 0 0,1 0 0,-1-1 0,0 1 0,1 0 0,-1 0 0,1-1 0,-1 1 0,0 0 0,1 0 0,-1 0 0,1 0 0,-1-1 0,0 1 0,1 0 0,-1 0 0,1 0 0,-1 0 0,1 0 0,-1 0 0,1 0 0,-1 0 0,0 0 0,1 1 0,-1-1 0,1 0 0,-1 0 0,1 0 0,-1 0 0,0 1 0,1-1 0,-1 0 0,0 0 0,1 1 0,-1-1 0,0 0 0,1 0 0,-1 1 0,0-1 0,1 1 0,-1-1 0,0 0 0,1 1 0,-1-2 0,0 0 0,0 1 0,0-1 0,0 0 0,0 0 0,0 0 0,1 0 0,-1 0 0,0 0 0,1 0 0,-1 0 0,1 0 0,-1 1 0,1-1 0,-1 0 0,1 0 0,0 0 0,-1 1 0,1-1 0,0 0 0,0 1 0,-1-1 0,1 1 0,2-2 0,15-17 0,-11 6 0,-2 3 0,1 0 0,-1 0 0,-1 0 0,0-1 0,0 0 0,-1 0 0,3-19 0,-6 20 0,1 0 0,1 1 0,0-1 0,0 1 0,1-1 0,0 1 0,1 0 0,0 0 0,0 0 0,1 0 0,7-9 0,-11 16 0,0 0 0,0 0 0,-1 0 0,1 0 0,0 0 0,-1 0 0,1 0 0,-1 0 0,0 0 0,0-1 0,0 1 0,0 0 0,0 0 0,0 0 0,0 0 0,-1 0 0,0-3 0,1 4 0,-1 0 0,1-1 0,0 1 0,-1 0 0,1 0 0,0-1 0,0 1 0,0 0 0,0-1 0,0 1 0,0 0 0,0-1 0,1 1 0,-1 0 0,0 0 0,1-1 0,-1 1 0,1 0 0,-1 0 0,1 0 0,1-2 0,-1 2 0,1 0 0,-1 0 0,1 0 0,-1 1 0,1-1 0,0 0 0,0 1 0,-1-1 0,1 1 0,0 0 0,0-1 0,3 1 0,-4 0 0,0 0 0,0 0 0,-1 0 0,1 0 0,0 1 0,0-1 0,-1 0 0,1 0 0,0 1 0,0-1 0,-1 0 0,1 1 0,0-1 0,-1 0 0,1 1 0,-1-1 0,1 1 0,0-1 0,-1 1 0,1 0 0,-1-1 0,0 1 0,1 0 0,-1-1 0,1 1 0,-1 0 0,0-1 0,1 1 0,-1 0 0,0 0 0,0-1 0,0 1 0,0 0 0,0 0 0,1-1 0,-1 1 0,-1 1 0,1 0 0,0-1 0,1 0 0,-1 0 0,0 0 0,0 0 0,1 0 0,-1 0 0,0 0 0,1 0 0,-1-1 0,1 1 0,-1 0 0,1 0 0,0 0 0,-1 0 0,1-1 0,0 1 0,-1 0 0,1 0 0,0-1 0,0 1 0,0-1 0,0 1 0,1 0 0,7 6 0,0 15 0,-8-20 0,-1 0 0,1 1 0,0-1 0,0 0 0,0 0 0,0 1 0,1-1 0,-1 0 0,0 0 0,1 0 0,2 2 0,-1-1 0,0 0 0,0 1 0,0 0 0,0-1 0,-1 1 0,1 0 0,2 7 0,17 23 0,-3-11 0,-12-13 0,1-1 0,1 1 0,0-1 0,0-1 0,1 0 0,12 9 0,1 0 6,-21-15-8,0 0 0,1 0-1,-1 0 1,0-1-1,1 1 1,-1-1 0,1 1-1,0-1 1,-1 0-1,1 0 1,0 0-1,0 0 1,0-1 0,-1 1-1,1-1 1,5 1-1,6-1-173,49-4-589,-60 3 746,1 0-1,-1 0 0,1-1 1,-1 1-1,0-1 1,0 1-1,0-1 1,0 0-1,0 0 1,0-1-1,0 1 1,-1 0-1,1-1 0,-1 0 1,3-3-1,14-17-6,-16 20 54,0-1-1,1 0 1,-2 0 0,1 0 0,0 0 0,-1 0 0,0 0 0,4-10 0,-1 1 113,-3 9-69,0 0 0,-1 1 0,0-1 0,0 0 0,0 1 0,0-1 0,0 0 0,-1-5 0,0 5-51,1 0 0,-1 0 0,1 1 0,0-1-1,0 0 1,0 1 0,0-1 0,0 1 0,1-1-1,3-5 1,-3 6-17,0-1 1,0 1-1,-1-1 0,1 0 0,-1 0 0,0 0 0,0 0 1,0 0-1,0 0 0,-1-7 0,0-22-4,0 20 0,0 17 0,0-2 0,0 0 0,1 0 0,-1 0 0,0-1 0,0 1 0,1 0 0,-1 0 0,1-1 0,0 1 0,-1-1 0,1 1 0,0 0 0,0-1 0,1 3 0,0-3 0,-1 1 0,0 0 0,0 0 0,0-1 0,0 1 0,-1 0 0,1 0 0,0 0 0,-1 0 0,1 0 0,-1 0 0,0 0 0,0 0 0,0 3 0,0-1 0,1-1 0,-1 1 0,1-1 0,0 1 0,0-1 0,0 0 0,0 0 0,1 1 0,-1-1 0,1 0 0,2 3 0,12 30 0,-9-17 0,0-1 0,1 0 0,1 0 0,0-1 0,2 0 0,0-1 0,0 0 0,2-1 0,0 0 0,28 24 0,-38-36 0,1-1 0,0 1 0,1-1 0,-1 1 0,0-1 0,1 0 0,8 2 0,13 6 0,-17-4 0,-4-2 0,0 0 0,1-1 0,-1 1 0,1-1 0,0-1 0,0 1 0,0-1 0,0 0 0,0 0 0,1-1 0,-1 0 0,12 1 0,-10-2 0,-1-1 0,1 1 0,-1-2 0,1 1 0,-1-1 0,0 0 0,1-1 0,-1 1 0,0-2 0,-1 1 0,9-6 0,-2 0 0,0-1 0,-1 0 0,-1 0 0,14-17 0,-19 20 0,-1-1 0,1 0 0,-2-1 0,1 1 0,-1-1 0,0 0 0,-1 0 0,0 0 0,0 0 0,-1 0 0,1-15 0,-2 14 0,0 0 0,0 0 0,1 0 0,3-12 0,4-33 0,-9-4 0,-2 111 0,0-4 0,1 0 0,11 87 0,16-1 0,13 29 0,-31-100 0,-6-37 0,2 0 0,7 31 0,12 58 0,-19-82 0,16 56 0,-14-72 0,0 1 0,-2 0 0,0 1 0,-1-1 0,1 30 0,-3-33-233,0 0 0,1 0 0,8 29 0,-6-30-431,-1 0 0,0 0 0,1 27 0,-4-37 198,0 0 0,-1 0 0,0 0 0,1 0 1,-1-1-1,0 1 0,-1 0 0,1 0 0,-1-1 0,0 1 1,-2 4-1,2-5-139,0-1 0,1 1 1,-1 0-1,1 0 0,0 1 1,0-1-1,0 0 0,0 0 1,1 0-1,-1 1 0,1 2 1,0-5 379,0 0 1,0 1-1,0-1 1,0 0-1,-1 0 0,1 0 1,0 0-1,0 0 1,-1 0-1,1 0 1,-1 0-1,1 0 0,-1 0 1,1 0-1,-1 0 1,1 0-1,-1 0 1,0-1-1,0 1 0,1 0 1,-1 0-1,0-1 1,0 1-1,0 0 1,0-1-1,0 1 0,-1 0 1,1-1 30,1 0 1,-1 0-1,0 1 0,0-1 1,1 1-1,-1-1 1,1 1-1,-1-1 1,0 1-1,1-1 0,-1 1 1,1-1-1,-1 1 1,1 0-1,-1-1 1,1 1-1,0 0 0,-1-1 1,1 1-1,0 0 1,-1 0-1,1-1 1,0 1-1,0 0 0,0 0 1,0 0-1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9.7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47 133 7892,'4'-9'1326,"0"-1"-1,-1 0 1,-1 0 0,0 0 0,0 0 0,-1 0 0,0-1 0,-1-15 0,0 25-1274,1-1 0,-1 1 0,0 0-1,1 0 1,-1-1 0,1 1 0,-1 0 0,1 0 0,0 0 0,-1 0-1,1 0 1,0 0 0,0 0 0,0 0 0,0 0 0,0 0 0,0 0-1,0 0 1,0 1 0,0-1 0,0 0 0,0 1 0,0-1 0,1 1-1,-1-1 1,0 1 0,0 0 0,1 0 0,-1-1 0,0 1-1,1 0 1,-1 0 0,2 0 0,0 0 99,0 0 0,0 0 0,0 0 0,0 0 0,0 1 0,0-1 0,0 1 0,0-1 0,0 1 0,-1 0 0,1 0 0,0 1 1,0-1-1,3 3 0,7 4 445,18 15 736,-26-17-1151,-1 1 0,0-1-1,0 1 1,0 1-1,0-1 1,-1 0 0,-1 1-1,1-1 1,-1 1-1,0 0 1,0 10 0,2 15 557,-2 49 1,-2-72-656,0-4-49,-1 0 0,1 0 0,-1 0 0,0 0 0,-1 0 0,0 0 0,0-1 0,0 1 0,0-1 0,-1 1 0,-6 8 0,-8 20 86,10-18-48,6-12-83,0 0 0,-1-1 0,1 1 0,-1 0 0,0-1 0,0 0 0,0 1 0,0-1 0,-1 0 0,1 0 0,-1-1 0,1 1 0,-1 0 0,0-1 1,0 0-1,-1 1 0,1-1 0,-4 1 0,-17 6-282,21-8 71,-1 0 0,0 0-1,1 0 1,-1 1-1,1-1 1,0 1 0,-1 0-1,1 0 1,0 0-1,0 1 1,0-1 0,0 1-1,1-1 1,-4 5-1,4-5-165,0-1-1,0 1 0,0-1 1,-1 1-1,1-1 1,0 0-1,-1 0 0,1 0 1,-1 0-1,1 0 1,-1-1-1,1 1 0,-1-1 1,0 1-1,1-1 0,-1 0 1,1 0-1,-1 0 1,-4-1-1,1 1-1224,3-18-11361,3 9 9156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0.4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446 64 5763,'0'-1'185,"-1"1"1,1-1-1,0 0 1,0 0-1,0 0 1,0 0-1,0 1 1,1-1-1,-1 0 1,0 0-1,0 0 1,0 1-1,1-1 1,-1 0-1,0 0 1,1 1-1,-1-1 1,1 0-1,-1 1 1,1-1-1,-1 0 1,1 1-1,-1-1 1,1 1-1,0-1 1,-1 1-1,1-1 1,0 1-1,-1 0 1,1-1-1,0 1 1,1-1-1,1-2 602,-15-10 282,3 3 30,8 9-944,0 0 0,0 0-1,0 0 1,0 0 0,0 0-1,0 0 1,0 0-1,-1 0 1,1 0 0,0 0-1,0 0 1,-1 1 0,1-1-1,0 1 1,-1-1-1,1 1 1,-1-1 0,1 1-1,-1 0 1,1 0 0,-1 0-1,1 0 1,-1 0-1,1 0 1,-1 0 0,1 0-1,0 0 1,-4 2 0,-67 18 7786,-2 10-4749,62-24-2999,1 0 1,-1 1 0,1 0-1,1 0 1,-1 2 0,1-1-1,1 1 1,0 0 0,-12 16-1,16-15-168,1 0 0,0 1 0,1-1 0,0 1 0,1 0 0,0 0 0,1-1 0,0 2 0,0-1-1,1 0 1,1 0 0,0 0 0,0 0 0,5 14 0,-4-16-25,1 0 0,1 0 0,0-1 0,0 1 0,1-1 0,0 0 0,0 0 0,10 11 0,57 53 0,-30-33 0,54 50 0,-66-61 0,-27-26 0,0 1 0,0-1 0,-1 0 0,1 1 0,-1-1 0,1 1 0,-1 0 0,0-1 0,0 1 0,0 0 0,-1 0 0,1 1 0,-1-1 0,1 0 0,-1 1 0,0-1 0,0 0 0,-1 1 0,1-1 0,-1 1 0,1 5 0,-2-7 0,1-1 0,0 1 0,0 0 0,-1-1 0,1 1 0,-1-1 0,0 0 0,1 1 0,-1-1 0,0 1 0,0-1 0,0 0 0,0 0 0,0 1 0,0-1 0,0 0 0,0 0 0,-1 0 0,1 0 0,0 0 0,-1-1 0,1 1 0,0 0 0,-1-1 0,1 1 0,-1-1 0,-1 1 0,-47 9 0,40-9 0,-61 21 0,-94 5 0,88-16 0,62-9 6,-12 2-3,27-4-4,0 0 1,1 1-1,-1-1 0,0 0 0,0 0 0,0 0 0,0 0 0,1 0 0,-1 0 0,0 1 0,0-1 0,0 0 0,0 0 1,0 0-1,0 0 0,1 0 0,-1 1 0,0-1 0,0 0 0,0 0 0,0 0 0,0 1 0,0-1 0,0 0 1,0 0-1,0 0 0,0 1 0,0-1 0,0 0 0,0 0 0,0 0 0,0 1 0,0-1 0,0 0 0,0 0 1,0 0-1,0 1 0,-1-1 0,1 0 0,0 0 0,0 0 0,0 0 0,0 1 0,0-1 0,0 0 0,0 0 1,-1 0-1,1 0 0,0 0 0,0 0 0,0 1 0,0-1 0,-1 0 0,1 0 0,0 0 0,0 0 0,0 0 1,-1 0-1,1 0 0,0 0 0,0 0 0,-1 0 0,12 2-550,-1-1 0,0 0 0,1 0 0,-1-1 1,11-2-1,-8 2 281,-3 0-225,-1-1 0,0 1 1,1-2-1,16-3 0,20-5-1292,-12 4 622,50-15-1,-69 17 1035,-1-1 0,0 0-1,0-1 1,-1-1 0,25-16 0,-19 8 131,0 2 1,40-22 0,-29 19 162,-18 8 61,0-1 1,-1 0-1,0 0 0,15-17 0,11-10 837,-23 22 134,-1 0-1,-1-1 1,-1 0-1,0-1 1,0 0-1,11-27 1,-18 14-829,-4 27-402,-1 23-1,1-5 37,-1 0 0,-1-1 0,0 1 0,-1 0 0,-5 15 0,8-26 0,-1-1 0,1 1 0,0 0 0,0 0 0,1 0 0,-1 0 0,1 0 0,0 0 0,1-1 0,2 8 0,4 29 0,-8-37 0,0 0 0,1 0 0,-1 1 0,1-1 0,0 0 0,0 0 0,1 0 0,-1 0 0,1 0 0,0-1 0,3 6 0,2 6 0,42 67 0,-47-76 0,0-1 0,1 1 0,-1-1 0,1 0 0,0 0 0,1 0 0,-1 0 0,1 0 0,0-1 0,0 0 0,1 0 0,-1 0 0,1 0 0,0-1 0,0 1 0,0-1 0,0-1 0,1 1 0,-1-1 0,1 0 0,8 2 0,-6-2 0,0-1 0,1 0 0,-1 0 0,1-1 0,-1 0 0,1-1 0,-1 0 0,1 0 0,-1-1 0,0 0 0,0-1 0,0 1 0,0-1 0,0-1 0,8-4 0,-13 5 0,1 1 0,-1-1 0,0 0 0,0 0 0,0 0 0,0-1 0,-1 1 0,1-1 0,-1 1 0,2-5 0,16-21 0,-9 17 0,0-1 0,0 1 0,-2-2 0,1 0 0,-2 0 0,0-1 0,-1 1 0,0-2 0,-1 1 0,5-21 0,10-14 0,-18 45 0,0 0 0,0-1 0,-1 0 0,1 1 0,-1-1 0,-1 0 0,1 0 0,-1 0 0,1-11 0,-1 7 0,-1 1 0,2-1 0,-1 0 0,5-14 0,-4 15 0,0 0 0,0 0 0,0-1 0,-1-13 0,-1 7 0,0 40 0,0 47 0,0 94 0,0-158-127,1 0 0,0 0 0,1 0 0,-1-1 0,1 1 0,5 11 0,-4-12-230,-1 1 1,1-1 0,-2 1 0,1 0 0,-1-1-1,1 13 1,-2 155-20755,0-145 17160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1.0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67 399 1809,'9'-9'1299,"-1"-1"1,-1 0 0,11-17-1,-8 12-316,-8 10-700,1 0-1,-1-1 1,0 1-1,-1-1 0,1 0 1,0-8-1,-1 9 3,0 1-1,0-1 1,0 0-1,0 0 1,1 1-1,0-1 0,3-5 1,5-1 520,-9 11-716,0-1-1,0 0 1,0 0-1,0 0 0,0 0 1,0 0-1,0 0 1,0 0-1,-1 0 0,1-1 1,0 1-1,-1 0 1,1 0-1,-1-1 0,0 1 1,1 0-1,-1-1 1,0 1-1,0 0 0,0-1 1,0 1-1,0-3 1,0 1 152,1 0 0,-1-1 0,1 1 1,0 0-1,0 0 0,0-1 0,0 1 1,3-5-1,-3 5-3,1 0 0,-1 0 0,0 0 0,0 0 0,0-1 0,0 1 0,-1 0 0,1-6 1,0-16 1156,-1-29 3516,0 52-4652,-1-1 0,1 1 0,0-1 0,-1 0 0,1 1 0,-1-1 0,0 1 0,0 0 0,0-1 0,0 1 0,-1 0 0,1-1 0,-1 1 0,1 0 0,-3-2 0,3 3-181,-1 0 1,0-1-1,0 1 1,0 0-1,0 1 1,0-1 0,0 0-1,0 0 1,0 1-1,0 0 1,0-1-1,0 1 1,-1 0-1,1 0 1,0 0 0,0 0-1,0 0 1,0 1-1,0-1 1,-1 0-1,1 1 1,-4 1 0,-2 2 106,1-1 1,-1 2 0,0-1-1,1 1 1,-8 6 0,11-7-186,0 0 0,1 1 0,-1-1 0,1 1 0,0-1 0,0 1 0,1 0 0,-1 0 0,-2 9 0,-13 50 0,13-45-47,1 0-1,1 0 1,0 0 0,2 1-1,0-1 1,1 1 0,5 32-1,42 68-1966,-45-116 1921,0 0 0,1 0 0,0 0 0,0 0 0,0 0 0,0-1 1,1 1-1,-1-1 0,1 0 0,0 0 0,0 0 0,7 3 0,57 26-1676,-66-32 1733,1 1 1,-1-1 0,1 0-1,-1 1 1,1-1 0,-1 0 0,1-1-1,-1 1 1,1 0 0,-1-1 0,0 1-1,1-1 1,-1 0 0,1 0 0,-1 0-1,3-2 1,19-5-403,-16 5 432,0 0 0,-1 0 0,1 0 0,-1-1 1,0 0-1,0 0 0,-1-1 0,1 0 0,-1 0 0,0-1 0,-1 1 1,1-1-1,-1-1 0,0 1 0,0-1 0,-1 0 0,0 0 1,0 0-1,-1 0 0,3-9 0,33-45 665,9-61 2484,-41 95-2026,-8 26-1081,1 0 1,0 0 0,0 0-1,0 1 1,0-1 0,0 0-1,0 0 1,0 0 0,0 1-1,0-1 1,1 0-1,-1 0 1,0 0 0,0 1-1,1-1 1,-1 0 0,0 0-1,1 1 1,-1-1 0,1 0-1,-1 1 1,1-1 0,-1 1-1,1-1 1,0 1-1,-1-1 1,1 1 0,0-1-1,-1 1 1,1-1 0,0 1-1,-1 0 1,1-1 0,0 1-1,0 0 1,-1 0-1,1 0 1,0-1 0,0 1-1,0 0 1,-1 0 0,1 0-1,1 0 1,-1 4-37,0-1 0,0 0 0,0 0 0,0 1 0,-1-1 0,1 0 0,-1 1 0,0-1 0,0 0 0,0 1 0,-1 4 0,1-3 0,0 407 0,-1-410 0,1 1 0,0-1 0,0 0 0,1 1 0,-1-1 0,0 1 0,1-1 0,-1 0 0,1 1 0,0-1 0,0 0 0,0 0 0,0 0 0,0 1 0,0-1 0,1 0 0,-1-1 0,1 1 0,2 3 0,-2-4 0,0 0 0,0-1 0,0 1 0,0 0 0,0-1 0,0 0 0,0 1 0,0-1 0,0 0 0,0 0 0,0 0 0,0 0 0,0 0 0,0-1 0,0 1 0,0-1 0,-1 1 0,1-1 0,0 0 0,0 0 0,0 1 0,0-1 0,-1 0 0,3-2 0,15-8 0,-1-2 0,-1 0 0,0-1 0,0 0 0,-2-1 0,20-24 0,-5 0 0,42-72 0,-30 48 0,-27 41 0,-1 0 0,14-28 0,-21 40 0,-6 9 0,-1 1 0,1-1 0,0 0 0,0 0 0,-1 0 0,1 0 0,-1 0 0,1 1 0,-1-1 0,1 0 0,-1 0 0,0-1 0,1 1 0,-1 0 0,0 0 0,0 0 0,0 0 0,1-1 0,-1 1 0,0 0 0,0 0 0,0 0 0,1 0 0,-1 0 0,0 0 0,1 0 0,-1 0 0,1 0 0,-1 0 0,1 0 0,0 0 0,-1 0 0,1 0 0,0 1 0,-1-1 0,1 0 0,0 1 0,0-1 0,0 0 0,2 0 0,-3 1 0,0-1 0,0 1 0,1 0 0,-1 0 0,0 0 0,1-1 0,-1 1 0,0 0 0,1 0 0,-1 0 0,0 0 0,1 0 0,-1 0 0,1 0 0,-1 0 0,0 0 0,1 0 0,-1 0 0,0 0 0,1 0 0,-1 0 0,1 0 0,-1 0 0,0 0 0,1 0 0,-1 1 0,0-1 0,1 0 0,-1 0 0,0 0 0,0 0 0,1 1 0,-1-1 0,0 0 0,1 0 0,-1 1 0,0-1 0,0 0 0,0 1 0,1-1 0,-1 0 0,0 1 0,0-1 0,0 0 0,0 1 0,0-1 0,1 0 0,-1 1 0,0-1 0,0 1 0,0-1 0,0 0 0,0 1 0,0-1 0,0 252 0,0-247-13,0 1-1,1-1 1,0 1 0,0-1-1,1 1 1,1 5-1,0-5-144,-1 1 0,-1-1 0,1 0 0,-1 0 0,0 1 0,-1 8-1,-1 3-1106,0-11 379,1-1-1,-1 1 1,1 0 0,1 0 0,-1 0 0,1-1 0,0 1-1,0 0 1,3 6 0,35 53-10839,-31-55 8273,15-9 568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1.5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203 365 704,'40'-88'4391,"-32"74"-3288,-1 0 1,0 0-1,-1 0 1,0-1 0,-1 0-1,-1 0 1,-1 0-1,0-1 1,1-21-1,-4-41 8107,0 77-9000,-1 0 0,0-1 0,0 1 1,0 0-1,0 0 0,0 0 1,0 0-1,0-1 0,0 1 0,0 0 1,0 1-1,-1-1 0,1 0 1,0 0-1,-1 1 0,1-1 0,-1 0 1,1 1-1,-1 0 0,1-1 1,-3 1-1,-11-7 790,13 6-942,0 1 1,1-1-1,-1 1 0,0-1 0,1 1 0,-1 0 0,0-1 0,1 1 1,-1 0-1,0 0 0,0 0 0,1 1 0,-1-1 0,0 0 1,1 1-1,-1-1 0,0 1 0,1-1 0,-1 1 0,1 0 1,-1 0-1,1-1 0,-1 1 0,1 0 0,-1 0 0,-1 3 1,-3-1 107,-22 12-102,21-11-64,0-1 0,0 1 0,0 0 0,1 1 0,0-1 0,0 1 0,0 1 0,-8 9 0,-5 4 0,14-14 0,0 0 0,-1 1 0,2-1 0,-1 1 0,1 0 0,0 0 0,0 0 0,0 1 0,1 0 0,-4 10 0,-7 27 0,11-35 0,-1 0 0,2 0 0,-1 1 0,1-1 0,1 1 0,-1 11 0,0 31 0,0-36 0,1 1 0,0 0 0,2-1 0,0 1 0,1-1 0,4 22 0,-3-29 0,0-1 0,0 1 0,1-1 0,0 0 0,1 0 0,0 0 0,0 0 0,0-1 0,1 1 0,0-2 0,0 1 0,10 7 0,-5-6 0,-4-2 0,0 0 0,0-1 0,1-1 0,0 1 0,0-1 0,0 0 0,0-1 0,1 0 0,8 2 0,-12-3 0,2 0 0,1 0 0,0 0 0,0 0 0,0-1 0,0 0 0,0-1 0,1 1 0,-1-2 0,0 1 0,0-1 0,0 0 0,0-1 0,0 0 0,0 0 0,8-4 0,56-20 0,-54 21 0,-1-1 0,1 0 0,-1-2 0,0 0 0,19-12 0,35-44 0,-36 30 0,-26 25 0,0-1 0,-1 0 0,12-21 0,12-14 0,-28 39 0,0 0 0,-1 1 0,0-1 0,0-1 0,-1 1 0,1 0 0,-1-1 0,-1 1 0,1-1 0,-1 1 0,0-1 0,-1 0 0,0 1 0,0-12 0,-1 17 0,1-1 0,-1 0 0,0 1 0,1-1 0,-1 1 0,0-1 0,0 1 0,0-1 0,0 1 0,0 0 0,0-1 0,-1 1 0,1 0 0,0 0 0,-1 0 0,1 0 0,-1 0 0,1 0 0,-1 0 0,1 0 0,-1 1 0,1-1 0,-1 1 0,0-1 0,1 1 0,-1 0 0,0-1 0,0 1 0,1 0 0,-1 0 0,-2 1 0,-3-2 0,0 0 0,0 1 0,0 0 0,0 1 0,0 0 0,-9 2 0,10-1 0,-1 1 0,1 0 0,0 0 0,0 0 0,0 1 0,0 0 0,1 0 0,-1 0 0,1 1 0,0 0 0,1 0 0,-1 0 0,-5 9 0,1 2 0,-1 1 0,2 0 0,-8 24 0,5-12 0,9-25 0,1 0 0,1 0 0,-1 0 0,0-1 0,1 1 0,0 0 0,0 0 0,0 0 0,0 0 0,1 0 0,-1-1 0,1 1 0,0 0 0,0 0 0,1-1 0,-1 1 0,1 0 0,0-1 0,3 6 0,2 5 0,5 20 0,-11-30 0,-1 0 0,1-1 0,0 1 0,1-1 0,-1 1 0,1-1 0,-1 0 0,1 1 0,0-1 0,0 0 0,0 0 0,1 0 0,-1-1 0,1 1 0,0-1 0,-1 1 0,6 2 0,30 20 0,-33-21 0,0 0 0,0 0 0,1-1 0,0 0 0,-1 0 0,1 0 0,0-1 0,0 0 0,1 0 0,-1-1 0,0 1 0,8-1 0,-11 0 0,18 2 0,1-1 0,0 0 0,25-3 0,-26-1 0,-10 2 0,1-1 0,-1-1 0,1 0 0,12-5 0,7-9 16,16-5-104,-35 16-683,1 1 0,-1-1 0,-1-1 0,1 0 1,-1-1-1,20-15 0,-19 12-1277,1-1 0,-1-1 0,-1 0 0,0 0 0,-1-1 1,0-1-1,-1 0 0,12-24 0,-16 3-1698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1.9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142 149 2689,'-1'-4'368,"1"-1"0,0 1 0,-1 0 1,0 0-1,0 0 0,0 0 0,0 0 0,0 0 0,-1 1 0,0-1 0,0 0 0,0 1 0,0-1 0,-1 1 0,1 0 0,-1 0 0,0 0 1,0 0-1,-6-5 0,6 6-193,-4-22 2730,0 21-1991,7 3-827,-1 0 0,1 0 0,-1 0 0,1 0 0,-1 0 0,1-1 0,-1 1 0,1 0 0,0 0 1,-1-1-1,1 1 0,-1 0 0,1-1 0,0 1 0,-1 0 0,1-1 0,0 1 0,-1-1 0,1 1 0,0 0 0,0-1 0,0 1 0,-1-1 1,1 1-1,0-1 0,0 1 0,0-1 0,0 1 0,0-1 0,0 1 0,0-1 0,0 1 0,0-1 0,0 1 0,0-1 0,0 0 1,0 1 0,0-1 0,0 1 1,0-1-1,0 1 1,0-1-1,-1 1 1,1-1-1,0 1 1,0-1-1,0 1 1,0-1-1,-1 1 1,1-1-1,0 1 0,-1-1 1,1 1-1,0 0 1,-1-1-1,1 1 1,0 0-1,-1-1 1,1 1-1,-1 0 1,1-1-1,-1 1 0,1 0 1,-1 0-1,1-1 1,-1 1-1,1 0 1,-1 0-1,1 0 1,-1 0-1,1 0 1,-1 0-1,1 0 0,-1 0 1,0 0-1,0 0-27,1 0 1,-1 0-1,1 0 0,-1 0 0,1 0 0,-1 0 0,1 0 0,-1 0 0,1 0 0,-1-1 0,1 1 0,-1 0 0,1 0 1,-1 0-1,1-1 0,-1 1 0,1 0 0,-1 0 0,1-1 0,0 1 0,-1 0 0,1-1 0,0 1 0,-1-1 0,1 1 1,0-1-1,-1 1 0,1 0 0,0-1 0,0 1 0,-1-1 0,1 1 0,0-7 5345,-1 7-5334,0 0-1,0 0 1,1 0 0,-1 0-1,0 0 1,0 0-1,1 1 1,-1-1-1,0 0 1,1 0 0,-1 1-1,0-1 1,1 0-1,-1 1 1,0-1-1,1 1 1,-1-1 0,0 1-1,1-1 1,-1 1-1,1-1 1,-1 1 0,1-1-1,0 1 1,-1 0-1,1-1 1,-1 1-1,1 0 1,0 0 0,0-1-1,-1 1 1,1 1-1,-1 32 1038,2-29-976,-1 0-1,0 1 1,0-1-1,0 0 0,-1 0 1,0 0-1,-2 8 0,-2 1-119,0 1-1,1 0 0,1 0 1,0 0-1,1 0 0,1 0 1,1 28-1,1-23-12,1 0 0,9 36 0,-7-36 0,0 1 0,2 40 0,-5-16 0,2-1 0,16 82 0,8 19 0,-24-129 0,0 0 0,1-1 0,8 19 0,5 21 0,-10-14 0,-6-27 0,1 0 0,1 0 0,9 27 0,26 77-2753,-27-67-428,-1 1 0,-3 0 0,1 88 1,-8-78-5862,0-44 5179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2.7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5 494 2817,'-2'-52'3839,"0"36"-2954,2-1 0,0 0 0,0 1 0,2-1 0,4-22-1,3 11-270,-6 20-476,0 1-1,-1-1 1,0 0 0,0-1-1,-1 1 1,1-10-1,-2 11-13,0-1 1,1 1-1,1 0 0,-1 0 0,1 0 0,0 0 0,1 0 0,-1 0 1,1 1-1,5-8 0,44-57 2051,-36 52-1498,-12 14-549,0 1 0,1-1 0,0 1 0,-1 0 0,1 1 0,1-1 0,-1 1 0,1 0 0,-1 0 0,1 0 0,0 1 0,0 0-1,0 0 1,0 1 0,8-2 0,-10 3-25,-1-1-1,0 1 1,0 0 0,0 0-1,0 1 1,0-1 0,0 0-1,0 1 1,0 0-1,0 0 1,0 0 0,0 0-1,0 0 1,-1 1-1,1-1 1,0 1 0,-1-1-1,1 1 1,-1 0-1,0 0 1,1 0 0,-1 1-1,0-1 1,0 1-1,-1-1 1,1 1 0,0-1-1,-1 1 1,1 0-1,-1 0 1,1 4 0,4 16 350,-1 0 1,-1 0-1,-2 1 1,0-1-1,-1 1 1,-2-1-1,-5 44 1,1-48-372,-1 0 0,0-1-1,-1 0 1,-14 25 0,-5 13 26,9-12 5,-3 0-1,-1-2 0,-36 54 0,36-62 31,18-28-122,0 0-1,0 0 0,-1 0 0,0 0 0,-1 0 0,1-1 0,-1 0 0,0 0 0,-7 5 0,12-10-17,1 0 0,-1 0 0,0 0 0,0 0 1,1 0-1,-1 0 0,0 0 0,0 0 0,1 0 0,-1 0 1,0 1-1,0-1 0,1 0 0,-1 0 0,0 0 0,0 0 0,1 0 1,-1 0-1,0 1 0,0-1 0,0 0 0,1 0 0,-1 0 1,0 1-1,0-1 0,0 0 0,0 0 0,0 1 0,1-1 0,-1 0 1,0 0-1,0 1 0,0-1 0,0 0 0,0 0 0,0 1 1,0-1-1,0 0 0,0 0 0,0 1 0,0-1 0,0 0 0,0 0 1,0 1-1,0-1 0,0 0 0,0 0 0,0 1 0,-1-1 1,1 0-1,0 0 0,0 1 0,0-1 0,0 0 0,0 0 0,-1 0 1,1 1-1,0-1 0,0 0 0,0 0 0,-1 0 0,1 0 1,0 1-1,0-1 0,-1 0 0,1 0 0,0 0 0,0 0 0,-1 0 1,3 1-4,-1-1 1,1 0-1,-1 1 1,1-1 0,-1 0-1,1 0 1,-1 0-1,1 0 1,-1 0-1,1 0 1,-1-1 0,1 1-1,-1 0 1,3-1-1,1-2-6,0 2 0,1-1 0,0 0 1,-1 1-1,1 0 0,0 0 0,0 1 0,-1 0 0,1 0 0,0 0 0,0 1 0,0-1 0,-1 2 0,1-1 0,-1 0 0,1 1 0,-1 0 0,6 3 0,0 0 3,0 0-1,0 1 0,-1 0 0,0 0 0,0 2 0,0-1 0,16 17 0,-20-17 5,1-1-1,-1 0 1,2 0 0,9 6-1,-11-8-8,0-1 0,-1 1 0,1 1 0,-1-1 0,0 1 0,0 0 0,6 10 0,-3-5 16,0 0-1,0-1 1,1 1-1,0-2 1,18 14 0,3 3 2,-14-12-12,-6-3-2,0-1-1,1-1 1,0 0 0,0 0-1,1-1 1,24 10 0,15 2-2,-31-10-226,0-1-1,1-1 1,1-1-1,-1-1 1,1 0 0,37 2-1,-43-7 11,-4 0 21,0 0 0,0 0 1,0-1-1,0-1 0,-1 0 1,1-1-1,14-4 1,-6 0-4,-4 2 59,0-1 0,0 0 1,-1-1-1,0-1 0,-1 0 1,15-10-1,-22 12 158,0 0 0,-1-1 0,1 0 0,-1 0 0,-1 0 0,1 0 0,-1-1 0,0 0 0,-1 0-1,0-1 1,0 1 0,4-17 0,-3 3 472,0 0-1,-2-1 1,-1 1-1,-1-33 1,-1 45-91,-1 1 1,-1-1-1,1 1 1,-1-1-1,-1 1 1,0 0-1,0-1 1,-1 2-1,0-1 1,-1 0-1,0 1 1,0 0 0,0 0-1,-1 0 1,-1 1-1,-10-11 1,1-3-316,15 19-79,0 0-1,0 1 1,0-1-1,0 1 1,0 0-1,0-1 1,0 1-1,-1 0 1,1 0-1,0 0 1,-1 0-1,1 0 1,-1 0-1,1 0 1,-1 0-1,1 1 1,-1-1-1,0 0 1,1 1-1,-4-1 1,-3-1 0,-1 0 0,1 1 0,-1 0 0,1 1 0,-1 0 0,-14 1 0,21-1 0,0 1 0,0-1 0,0 1 0,0-1 0,1 1 0,-1-1 0,0 1 0,0 0 0,1 0 0,-1 0 0,0 0 0,1 0 0,-1 0 0,1 0 0,0 1 0,-1-1 0,1 0 0,0 1 0,0-1 0,0 1 0,0 0 0,0-1 0,0 1 0,0 0 0,0-1 0,1 1 0,-1 0 0,1 0 0,-1 0 0,1 0 0,0 0 0,0-1 0,0 4 0,-1 22 0,0-21 0,0-1 0,1 1 0,0-1 0,0 1 0,0 0 0,1-1 0,0 1 0,0-1 0,0 1 0,0-1 0,1 0 0,0 0 0,0 1 0,1-1 0,-1 0 0,5 5 0,8 8 0,-9-10 0,0-1 0,0 0 0,0 0 0,1-1 0,0 1 0,0-2 0,10 7 0,24 6-222,0-2-1,2-1 1,0-2 0,0-3-1,1-1 1,0-2-1,1-2 1,0-2 0,49-3-1,-23-4-223,0-3 0,-1-3-1,0-4 1,132-43 0,-192 53 559,1-1 0,-1 0 1,0 0-1,-1-1 1,1-1-1,-1 0 1,0 0-1,-1 0 0,0-1 1,0-1-1,8-10 1,-9 11 157,-2 1 161,1 0 0,-1-1 0,-1 0 0,5-12-1,6-7 156,-14 25-583,0 0 0,-1-1 0,1 1 0,0 0 1,-1-1-1,1 1 0,-1 0 0,1-1 0,-1 1 1,0-1-1,0 1 0,0-1 0,-1 1 1,1 0-1,-1-1 0,1 1 0,-1 0 0,0-1 1,0 1-1,0 0 0,0 0 0,-2-3 0,3 4-4,0 1 0,0-1-1,-1 1 1,1-1 0,0 1-1,0-1 1,-1 1 0,1-1-1,-1 1 1,1-1 0,0 1-1,-1 0 1,1-1 0,-1 1-1,1 0 1,-1-1 0,1 1-1,-1 0 1,0 0-1,1-1 1,-1 1 0,1 0-1,-1 0 1,1 0 0,-1 0-1,0 0 1,0 0 0,0 1-1,0-1 1,1 1-1,-1 0 1,1 0-1,-1 0 1,0 0 0,1 0-1,-1 0 1,1 0-1,0 0 1,-1 0-1,1 0 1,0 0-1,0 1 1,0-1 0,-1 0-1,1 0 1,0 0-1,1 0 1,-1 0-1,0 2 1,0 424 0,1-406 0,1 0 0,1-1 0,8 34 0,3 17 0,33 198 0,-26-185 0,-15-68 0,-2 0 0,0 1 0,-1-1 0,0 1 0,0 17 0,-3 66-4095,0 134-13705,0-193 12963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3.0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137 130 8420,'0'-64'10225,"0"24"-7615,0 39-2583,1-1-1,-1 1 1,1-1-1,0 1 1,0-1 0,-1 1-1,1 0 1,0 0 0,0-1-1,1 1 1,-1 0-1,0 0 1,0 0 0,0 0-1,1 0 1,-1 1-1,0-1 1,1 0 0,-1 0-1,1 1 1,-1-1-1,1 1 1,-1 0 0,1-1-1,-1 1 1,1 0-1,0 0 1,-1 0 0,1 0-1,-1 0 1,4 1-1,3-2 122,0 1 0,0 1-1,0 0 1,1 0-1,14 4 1,-12 0 14,-1 1-1,0 0 1,0 0 0,0 1-1,0 0 1,-1 0 0,-1 1-1,9 10 1,28 24 704,-36-34-649,0 1 1,-1 0-1,0 1 1,-1 0-1,0 0 1,-1 0-1,0 1 0,0 0 1,-1 0-1,-1 1 1,1-1-1,3 20 1,-6-20-117,0-1 1,-1 1 0,0 0 0,0 0 0,-1-1-1,-1 1 1,0 0 0,0 0 0,-1-1 0,0 1-1,-1-1 1,0 1 0,-1-1 0,0 0 0,-5 9-1,2-7-118,0-1 0,0 0 0,-1 0 0,-1-1-1,1 0 1,-2-1 0,1 0 0,-22 16 0,17-15-148,1 0-469,-1 0 1,0 0-1,0-2 1,-1 0-1,0 0 1,-26 8-1,5-5-1713,-66 14-5460,73-19 4423,27-5 2976,0 0 1,0-1 0,-1 1-1,1-1 1,-1 1 0,1-1-1,-1 0 1,1 0 0,0 0 0,-1 0-1,1 0 1,-1-1 0,1 1-1,0-1 1,-1 0 0,-3-1-1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3.2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1 183 6179,'9'-71'6709,"-6"55"-4062,0-1 0,0-29-1,-3 14 7659,0 51-8671,0 249-1634,1-252 0,1-1 0,0 1 0,8 26 0,-6-28 0,-1 1 0,0-1 0,1 26 0,-3-16 0,8 45 0,-1 12 0,-7-64-994,0 1-1,6 29 1,28 72-9207,-7-23 3949,-26-87 5254,0-1 0,0 1 0,1-1 0,0 1 0,1-1 0,0 0 0,6 10-1,10 11-4283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3.6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545 307 2993,'2'-43'3935,"-2"-40"2453,0 76-5959,-1 1-1,0-1 0,0 1 1,-1 0-1,0-1 1,0 1-1,0 0 0,-1 0 1,-5-9-1,4 9 176,0-1 0,0 1-1,-1 0 1,0 1 0,0-1 0,0 1-1,-1 0 1,0 0 0,0 1 0,0 0-1,-1 0 1,-6-3 0,-4 1 488,1-1-211,-1 1 1,-1 1-1,1 1 1,-1 0-1,0 1 0,-19 0 1,24 3-879,0 0 0,1 1-1,-1 1 1,0 0 0,1 1 0,0 0 0,0 1-1,0 0 1,0 1 0,0 0 0,1 1 0,0 0-1,0 1 1,1 0 0,-1 1 0,2 0 0,-1 0-1,1 1 1,-14 18 0,7-6-3,13-17 0,0 0 0,-1 0 0,2 0 0,-1 0 0,0 1 0,1-1 0,0 1 0,0-1 0,0 1 0,1 0 0,-1 0 0,1-1 0,0 1 0,0 10 0,0 23 0,1 43 0,1-76 0,-1 0 0,1 1 0,1-1 0,-1 0 0,1 0 0,-1 0 0,2 0 0,-1 0 0,0 0 0,1-1 0,0 1 0,3 4 0,13 15 0,-15-19 0,0 0 0,0 0 0,0 0 0,0-1 0,9 7 0,-2-2-89,1 0-1,1-2 1,-1 1 0,1-2-1,0 0 1,1 0-1,-1-1 1,1-1 0,0 0-1,0-1 1,27 2 0,-10-5-170,-1-2 0,0-2 0,0-1 0,34-9 1,-59 12 260,1-1 0,0 0 0,-1 0 1,1-1-1,-1 1 0,0-1 0,0 0 1,7-7-1,9-8 95,-16 15-1,-1-1-1,1 1 1,-1-1-1,0 0 1,0 0-1,-1 0 1,1 0-1,2-7 1,8-13 754,-11 20-767,0 2-54,-1 0-1,0 0 1,0 0-1,0-1 1,0 1-1,-1-1 1,1 1-1,-1-1 1,0 0-1,0 0 1,0 1-1,-1-1 1,1 0-1,-1 0 1,0-7-1,0 4-28,-3-30 0,-4 31 0,-7 13 0,13-2 0,-1-1 0,1 1 0,-1 0 0,2-1 0,-1 1 0,0 0 0,1 0 0,0-1 0,0 1 0,0 0 0,1 0 0,0 4 0,1 9 0,-3 1 0,0-14 0,0 1 0,1-1 0,0 0 0,0 0 0,1 0 0,-1 0 0,1 0 0,0 1 0,3 7 0,5 0 61,-7-11-92,-1 0 1,1 1-1,-1-1 1,0 0 0,1 1-1,-1-1 1,0 0 0,0 1-1,-1 0 1,1-1 0,0 1-1,-1-1 1,0 1 0,1 3-1,-1 1-882,1 0 0,0 0 0,1 0 0,0 0 0,0 0 0,0 0 0,1 0-1,0-1 1,1 1 0,6 9 0,10 22-6974,-3-14 3517,9 3 174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4.0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573 172 4754,'-1'-10'1528,"1"0"0,-2 1 0,0-1 0,0 1 1,-4-11-1,3 10-548,3 8-803,-1-1-1,0 0 1,0 1 0,0-1 0,0 1 0,-1-1 0,1 1-1,-1 0 1,1-1 0,-1 1 0,0 0 0,0 0 0,0 0-1,0 0 1,0 0 0,0 1 0,0-1 0,-1 1 0,1-1-1,-1 1 1,-3-1 0,-6-4 247,0-1 123,0 1-1,-1 1 1,0 0 0,0 0 0,0 1-1,0 1 1,-1 1 0,1 0 0,-1 0 0,0 1-1,1 1 1,-1 0 0,0 1 0,1 1-1,-1 0 1,1 1 0,-24 8 0,23-6-368,0 1 1,0 0-1,1 2 1,0-1 0,1 2-1,0-1 1,0 2-1,1-1 1,0 2-1,0-1 1,1 2 0,1-1-1,0 1 1,1 1-1,-11 20 1,10-16-98,3-7-53,0 1 0,1 0 0,0 1 0,1-1 1,1 1-1,-1 0 0,2 0 0,-3 19 0,5-13-9,0 0 0,2 1 0,3 19 0,-3-30-17,0-1 0,0 0 0,1-1 0,0 1 1,0 0-1,1-1 0,0 1 0,0-1 0,0 0 1,10 9-1,4 3 16,1 0 1,1-2-1,0 0 0,2-1 1,0-1-1,0-2 1,1 0-1,0-1 0,1-1 1,44 11-1,-33-13-66,67 7-1,-89-15 45,-1 0 0,1-1 0,0 0 0,-1-1 0,0-1 0,1 0 0,-1 0 0,13-7 0,-21 9 10,76-36 48,-75 34-45,0 0 0,0 0 0,0-1-1,-1 1 1,1-1 0,-1 0 0,0-1 0,0 1 0,-1-1 0,1 1 0,5-11 0,-2-7 2,-1-1 1,-2 1-1,0-1 1,-1 0-1,-1 0 1,-1 0-1,-4-35 0,2 8-7,1 47-5,0 0 0,-1 1 0,1-1 0,-1 1 0,0-1 0,0 1 0,0-1 0,0 1 0,0 0 0,-1-1 0,1 1 0,-1 0 0,1 0 0,-1 0 0,0 0 0,0 0 0,0 1 0,0-1 0,0 0 0,0 1 0,0-1 0,-1 1 0,1 0 0,0 0 0,-6-2 0,5 2 0,0 0 0,1 0 0,-1 0 0,0 1 0,0-1 0,0 0 0,0 1 0,0 0 0,-1 0 0,1 0 0,0 0 0,0 0 0,0 1 0,0-1 0,0 1 0,0 0 0,0 0 0,1 0 0,-1 0 0,-3 2 0,-24 34 0,26-32 0,-1 0 0,1 0 0,0 0 0,0 0 0,1 1 0,-1-1 0,1 1 0,-4 11 0,2-5 0,3-8 0,0 0 0,1 0 0,0 0 0,0 0 0,0 0 0,0 0 0,1 1 0,0-1 0,-1 0 0,2 0 0,-1 1 0,0-1 0,1 0 0,1 6 0,24 54 0,-7-22 0,-16-34 0,1 0 0,0-1 0,0 1 0,1-1 0,0 1 0,0-1 0,1-1 0,-1 1 0,2-1 0,-1 0 0,1-1 0,0 1 0,12 7 0,-9-7 0,0-1 0,1 0 0,-1 0 0,1-1 0,0 0 0,0-1 0,0 0 0,0-1 0,0 0 0,17 0 0,7-2-618,-14 1-950,1 0 0,-1-2 1,1-1-1,-1 0 0,1-2 0,-1 0 0,30-11 0,22-11-8007,-29 15 5035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4.7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106 185 3169,'-54'-5'12376,"37"1"-11810,17 4-502,-1 0-1,1-1 0,-1 1 0,1 0 1,0-1-1,-1 1 0,1 0 1,-1-1-1,1 1 0,0 0 0,-1-1 1,1 1-1,0-1 0,0 1 1,-1-1-1,1 1 0,0-1 0,0 1 1,-1-1-1,1 1 0,0-1 0,0 1 1,0-1-1,0 0 0,-2-5 348,-3 3-487,4 2 256,0 0 1,-1 1-1,1-1 1,0 0-1,0 0 0,0 1 1,0-1-1,0 0 1,0 0-1,0 0 1,0 0-1,0-1 0,0 1 1,0 0-1,1 0 1,-1 0-1,0-1 0,1 1 1,-1 0-1,1-1 1,0 1-1,-1-1 0,1 1 1,0 0-1,0-1 1,0 1-1,0-1 1,0 1-1,0 0 0,0-1 1,0 1-1,1-1 1,-1 1-1,0 0 0,1-1 1,-1 1-1,1 0 1,0-1-1,-1 1 1,2-1-1,9-9 298,0 2 1,1-1-1,0 2 0,1 0 1,0 0-1,0 1 0,0 0 0,1 1 1,0 1-1,0 1 0,1 0 1,-1 0-1,28-2 0,200-3 168,-239 9-646,0 0 0,0 0 0,-1 0 0,1 1 0,0-1 0,0 1 0,-1 0 0,1-1 0,0 1 0,-1 0 0,1 1 0,-1-1 0,1 0 0,-1 1 0,1-1 0,-1 1 0,0 0 0,0 0 0,0 0 0,0 0 0,0 0 0,-1 0 0,1 0 0,0 1 0,-1-1 0,0 1 0,1-1 0,-1 1 0,0-1 0,-1 1 0,1 0 0,0 3 0,1 6 0,-1-1 0,0 1 0,-1-1 0,0 0 0,-1 1 0,-1-1 0,-3 15 0,-2-2 0,-2 0 0,-1 0 0,-21 37 0,-1 4 0,19-36 0,-69 140 0,74-154 0,1 0 0,1 0 0,0 0 0,1 1 0,1-1 0,0 1 0,2 1 0,-1-1 0,2 0 0,0 20 0,2-31 0,0 0 0,0 0 0,0 1 0,1-1 0,0-1 0,0 1 0,0 0 0,0 0 0,1-1 0,0 1 0,0-1 0,0 0 0,0 0 0,1 0 0,0 0 0,-1-1 0,1 1 0,1-1 0,3 3 0,-2-2 0,-1-1 0,1 1 0,0-1 0,0 0 0,0-1 0,0 1 0,1-1 0,-1 0 0,0-1 0,1 0 0,0 0 0,-1 0 0,1-1 0,-1 0 0,1 0 0,8-1 0,5-3 0,1-1 0,-1-1 0,-1-1 0,1-1 0,21-11 0,-23 11 0,-15 7 0,0 0 0,1-1 0,-1 1 0,0-1 0,0 0 0,0 1 0,0-2 0,0 1 0,0 0 0,0 0 0,-1-1 0,1 1 0,-1-1 0,0 0 0,4-5 0,0-15 0,-5 18 0,0 1 0,0 0 0,0-1 0,1 1 0,0 0 0,0 0 0,0 0 0,5-7 0,-3 4 0,0 1 0,0-1 0,-1 0 0,0-1 0,0 1 0,0 0 0,-1-1 0,0 0 0,-1 1 0,0-1 0,0 0 0,-1 0 0,0 0 0,0 0 0,0 1 0,-1-1 0,0 0 0,-4-11 0,-1 0 0,0 0 0,-1 1 0,-1 0 0,-1 0 0,0 1 0,-19-25 0,22 32 0,-2-1 0,1 1 0,-1 1 0,-1 0 0,0 0 0,0 1 0,-1 0 0,-17-12 0,14 13 0,1 0 0,-1 0 0,0 1 0,0 1 0,0 0 0,-1 1 0,0 1 0,0 0 0,0 0 0,-22 0 0,4 2-1181,19 0-310,0 0 1,0 1-1,1 1 1,-22 3 0,52 7-10820,-10-4 9672,-8-6 2490,1 0 1,-1-1-1,1 1 0,0-1 1,0 1-1,-1-1 1,1 1-1,0-1 1,0 1-1,-1-1 1,1 0-1,0 1 0,0-1 1,0 0-1,0 0 1,0 1-1,-1-1 1,1 0-1,0 0 0,0 0 1,0 0-1,0 0 1,0-1-1,0 1 1,1 0-1,48 0-2432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5.0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197 85 3778,'5'-6'890,"-1"1"0,1 0 0,1-1 0,-1 2 0,1-1 0,0 0 0,0 1 0,0 0 0,8-3 0,-14 6-590,1 1 0,-1-1 0,1 0 0,0 0 0,-1 0 0,0 1 0,1-1 0,-1 0 0,0 0 0,1 0 0,-1 0 0,0 0 0,0 0 0,0 0 0,0 0 1,0 0-1,0 0 0,0 0 0,0 0 0,0 0 0,0 0 0,0 0 0,-1-1 0,1 2-182,0-1 1,0 1 0,0-1-1,0 1 1,0 0-1,0-1 1,0 1-1,-1-1 1,1 1 0,0-1-1,0 1 1,0 0-1,0-1 1,-1 1-1,1 0 1,0-1-1,0 1 1,-1 0 0,1-1-1,0 1 1,-1 0-1,1-1 1,0 1-1,-1 0 1,1 0 0,0 0-1,-1-1 1,1 1-1,-1 0 1,1 0-1,0 0 1,-1 0 0,1 0-1,-1 0 1,1 0-1,-1 0 1,1 0-1,0 0 1,-1 0-1,1 0 1,-1 0 0,1 0-1,-1 0 1,1 0-1,0 0 1,-1 0-1,1 1 1,-1-1 0,1 0-1,0 0 1,-1 0-1,1 1 1,-1-1-1,-11 10 1534,9-8-1473,1 0 0,-1 0 1,0 0-1,1 0 0,-1 0 0,1 1 0,0-1 1,0 1-1,0 0 0,0-1 0,0 1 0,1 0 0,-1 0 1,1 0-1,-1 0 0,1 1 0,0-1 0,1 0 1,-1 0-1,1 1 0,-1-1 0,1 0 0,0 6 0,0 23-37,-2-23-110,2 1 1,0 0 0,0 0-1,1 0 1,0-1 0,0 1-1,1 0 1,0-1 0,1 1 0,0-1-1,6 12 1,10 12-33,-9-15 0,0-1 0,0-1 0,2 0 0,20 22 0,43 44 0,-32-34 0,54 46 0,-83-81 0,-1 1 0,-1 0 0,0 0 0,12 20 0,22 26 0,-44-58 0,0 1 0,0-1 0,0 1 0,-1 0 0,1-1 0,0 1 0,-1 0 0,0 0 0,0 0 0,0 0 0,0 0 0,0 1 0,-1-1 0,1 0 0,-1 0 0,0 0 0,0 1 0,0-1 0,0 0 0,-1 0 0,1 1 0,-1-1 0,0 0 0,0 0 0,0 0 0,0 0 0,0 0 0,-1 0 0,1 0 0,-1-1 0,0 1 0,0 0 0,-2 2 0,-18 14 0,18-15 0,-1 1 0,0-1 0,0 0 0,0 0 0,0-1 0,-1 0 0,1 0 0,-10 4 0,-29 12 0,32-13 0,-1-1 0,0 0 0,0 0 0,0-1 0,-16 2 0,-56 6-1716,-69 7-5815,137-19 6517,0 1 0,0-2 0,0 0-1,-1-1 1,1-1 0,-24-7 0,19-2-4607,-5 0 520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5.1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64 3634,'3'-16'8446,"8"3"-3044,-10 13-5018,0-1 1,0 0-1,0 0 0,0 1 1,0-1-1,0 0 0,0 0 0,-1 0 1,1 0-1,0 0 0,-1 0 1,1 0-1,-1 0 0,1 0 1,-1 0-1,1 0 0,-1 0 1,0-1-1,1 1 0,-1 0 1,0 0-1,0 0 0,0-2 1,0 2-308,0 1 1,1-1-1,-1 0 1,0 1-1,0-1 0,1 1 1,-1-1-1,0 1 1,1 0-1,-1-1 1,1 1-1,-1-1 1,0 1-1,1 0 1,-1-1-1,1 1 1,-1 0-1,1-1 1,0 1-1,-1 0 1,1 0-1,-1 0 1,1-1-1,-1 1 1,1 0-1,-1 0 1,1 0-1,0 0 1,-1 0-1,1 0 1,0 0-1,33 0 2867,-13 1-2306,171 8-638,-51 6-3447,93 15-18747,-187-21 18606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5.6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311 0 720,'-306'0'29480,"303"0"-27348,2 1-2115,1-1 0,0 1-1,0-1 1,0 1 0,0 0-1,0-1 1,0 1 0,0-1 0,0 1-1,0-1 1,0 1 0,0-1 0,0 1-1,0-1 1,1 1 0,-1-1-1,0 1 1,0-1 0,0 1 0,1-1-1,-1 1 1,0-1 0,1 0 0,-1 1-1,1 0 1,5 0-17,0 1 0,1-1 0,-1 0 0,1 0 0,-1-1 0,0 0 0,1 0 0,-1-1 0,8-1 0,5 1 0,905 1 0,-587 11 0,-24 5 0,212-6 0,-363 6 0,-160-16 0,29-1 0,-19-3 0,-12 4 0,0-1 0,0 1 0,0 0 0,0 0 0,1 0 0,-1-1 0,0 1 0,0 0 0,0 0 0,0 0 0,0-1 0,0 1 0,0 0 0,0 0 0,0 0 0,0-1 0,0 1 0,0 0 0,0 0 0,0-1 0,0 1 0,0 0 0,0 0 0,0 0 0,-1-1 0,1 1 0,0 0 0,0 0 0,0 0 0,0-1 0,0 1 0,0 0 0,-1 0 0,1 0 0,0 0 0,0 0 0,0-1 0,0 1 0,-1 0 0,1 0 0,0 0 0,-1 0 0,-16-8-6819,-4-1-6827,16-1 7731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5.8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39 10549,'0'-31'15329,"0"24"-12125,0 20-2515,-2 54 252,1-34-256,0 0 0,8 59 0,12-10-685,-12-57 0,-1 0 0,-1 0 0,2 43 0,-6-56 0,0-1 0,0 0 0,1 0 0,1 0 0,4 11 0,-4-12 0,0 0 0,-1 0 0,0 0 0,1 20 0,-2-7-86,0 0 0,2 0 0,8 31 0,-9-33-2157,0-1 1,-1 1 0,-2 26-1,0-10-3218,1-36 5289,0 0-1,0 0 0,0 0 1,0-1-1,0 1 1,0 0-1,0 0 1,0 0-1,0 0 0,1 0 1,-1 0-1,0-1 1,1 1-1,-1 0 0,0 0 1,1-1-1,-1 1 1,1 0-1,-1 0 0,1-1 1,0 1-1,-1 0 1,1-1-1,0 1 0,-1-1 1,1 1-1,0-1 1,0 1-1,0-1 0,1 1 1,9 8-2791,-8 5-2005,-3-6 2754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6.2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92 380 1841,'3'-3'426,"-1"0"-1,1 0 1,-1 0 0,1-1 0,-1 1 0,0 0-1,0-1 1,-1 1 0,1-1 0,-1 0 0,0 0-1,0 1 1,1-7 0,0-52 6400,-3 33-3769,-22 26-245,20 3-2660,1 1-1,0-1 1,0 1-1,-1 0 0,1-1 1,0 1-1,0 0 1,0 0-1,0 1 0,0-1 1,1 0-1,-1 1 1,0-1-1,0 1 1,1-1-1,-1 1 0,1 0 1,0 0-1,-1 0 1,1 0-1,-2 3 0,-20 50 456,20-46-305,-4 59 674,-2-48-806,7-18-148,0 1 0,1-1-1,0 1 1,0-1 0,-1 1-1,1 0 1,1 0 0,-1-1-1,0 1 1,1 0 0,-1 0-1,1 0 1,0 0-1,0 0 1,0 0 0,0-1-1,1 1 1,1 6 0,4 4 70,14 43 133,-13-37-198,1-1 0,1 0 0,0 0 0,1-1 0,1 0 0,1-1 0,0 0 0,21 20 0,-25-28-23,1 0 1,0 0-1,0-1 1,1 0-1,-1-1 0,1 0 1,1 0-1,-1-1 0,1-1 1,0 1-1,14 2 1,0-1 3,0-2 0,0 0 0,0-2 0,28 0 0,-43-2-2,1 0-1,0-1 0,-1 0 0,1-1 0,-1 0 1,0-1-1,1 0 0,-1-1 0,0 0 0,-1 0 0,1-1 1,-1 0-1,0-1 0,0 0 0,-1 0 0,1-1 1,-1 0-1,10-13 0,0-4 14,27-49 1,-40 63-7,0 1 1,-1-1-1,-1-1 1,0 1-1,0 0 1,-1-1-1,0 0 1,1-19-1,-3 9 42,1 7 12,-1 0 0,-1 0 0,0-1 0,0 1 1,-1 0-1,-1 0 0,-1 1 0,-6-18 0,-4-2 360,-37-61 0,42 81-345,-1 1-1,0-1 1,-1 2 0,0 0-1,0 0 1,-2 1 0,-14-10-1,-5-3-580,5 4 880,-2 0 0,-46-22 0,65 37-871,-1 0 1,0 0 0,-1 1 0,-15-2-1,18 4-513,1 0 0,0 1 0,0 0 0,0 1-1,0-1 1,0 2 0,-10 2 0,14-3 60,1 1 0,-1 0 0,1 0 0,-1 0 0,1 1 0,0-1 0,0 1 0,0 0 0,1 0 0,-1 0 0,0 0 0,-3 6 0,3 3-2677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6.5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239 228 3314,'30'-33'8488,"-29"32"-8059,0 0-1,0 0 1,1-1 0,-1 1-1,0-1 1,0 1 0,-1 0-1,1-1 1,0 0 0,0 1-1,-1-1 1,1 1 0,-1-1-1,1 0 1,-1 1 0,0-1 0,1 0-1,-1 0 1,0 1 0,-1-3-1,0 1-97,0 2-120,0-1 0,0 0 1,0 0-1,0 1 0,0-1 0,-1 1 0,1-1 0,0 1 0,-1-1 0,1 1 1,-1 0-1,1 0 0,-1 0 0,0 0 0,0 0 0,1 0 0,-1 0 0,0 1 1,0-1-1,0 0 0,0 1 0,0 0 0,0-1 0,0 1 0,0 0 1,0 0-1,0 0 0,0 0 0,0 1 0,0-1 0,1 0 0,-1 1 0,0-1 1,0 1-1,-3 1 0,-4 1 98,-1 0-1,1 1 1,-1 1 0,1-1-1,0 1 1,-10 8 0,-18 7 176,34-19-449,0 0-1,0 0 0,0 0 0,0 0 0,0 1 0,1-1 1,-1 1-1,1 0 0,-1 0 0,1 0 0,-1 0 0,1 0 1,0 0-1,0 0 0,0 1 0,0-1 0,1 1 0,-1 0 1,1-1-1,-1 1 0,-1 6 0,3-7-12,-2 6 29,0-1 0,-1 1-1,1-1 1,-2 0 0,1 0 0,-1 0 0,-5 8 0,5-8-43,0 0 1,1 1 0,0-1 0,1 1-1,-1-1 1,2 1 0,-1 0 0,1 0-1,-1 14 1,4 83 54,0-54-52,-1-42-12,0-1 1,0 0-1,0 0 1,1 1-1,0-1 1,1 0-1,0 0 1,0-1-1,1 1 1,4 7-1,13 31-40,-16-40 12,-1 1 0,1-1 0,0 0 0,1 0 0,0 0 0,0-1 0,0 0 0,0 0 0,1 0 0,-1-1 0,1 0 0,11 4 0,-11-4 11,70 26-121,-40-17 100,-27-10 32,0 0 0,1-1 0,-1 0 0,1 0 0,-1-1 0,1-1 0,-1 0 0,1 0 1,-1-1-1,20-4 0,0 1-12,-16 1 45,0 1 1,0-2-1,0 0 0,0 0 0,-1-2 1,0 1-1,0-2 0,0 0 1,-1 0-1,0-1 0,19-17 1,-8 3 41,0-1 1,-1-1-1,-1-1 0,19-32 1,-33 44-70,0 1 0,-2-1 0,1 0 0,-2-1 0,0 1 0,0-1 0,-2 0 0,2-15 0,0 5 0,0 3 0,-2 0 0,0-40 0,-2 53 0,-1 0 0,0-1 0,0 1 0,-1 0 0,0 0 0,0 0 0,-1 0 0,0 0 0,0 0 0,-7-10 0,-2 0 0,-1 2 0,-1-1 0,0 2 0,-1 0 0,-1 1 0,0 0 0,-1 1 0,0 1 0,-1 1 0,0 1 0,-23-10 0,6 5 21,23 9-154,-1 0-1,0 1 1,-1 1 0,1 0-1,-1 1 1,0 0 0,0 1-1,-16 0 1,11 1-1076,-18 1-4134,32 0 3935,0 0 0,0 0 0,0 1 0,0 0-1,0 0 1,0 0 0,0 0 0,-5 3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6.8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329 57 7828,'2'-1'1083,"0"0"0,0 0 1,0 0-1,0 0 1,0 0-1,0-1 0,0 1 1,0 0-1,-1-1 1,1 0-1,2-2 0,22-18 10018,-19 17-10584,7-6-235,-11 10-248,-8 6-29,-23 27-5,1 1 0,2 1 0,1 1 0,-34 70 0,11-22 0,23-24 0,21-47 0,-1-1 0,0 0 0,-10 18 0,13-27 0,-7 11 0,0 0 0,1 1 0,1 1 0,-7 20 0,-10 31-1288,18-55 706,0 1 0,1 0 0,0 0 0,1 0 0,1 1 0,-2 24 0,3-33 130,1 0 1,0 0-1,-1-1 1,0 1-1,0 0 1,0-1-1,0 1 1,-1 0-1,1-1 1,-4 6-1,3-6-400,0 1 0,0-1 0,0 1 1,1 0-1,0 0 0,-1 0 0,2 0 0,-1 0 0,0 0 0,0 6 0,-2 0-3438,-12-9 219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6.9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47 132 11653,'-18'-26'5795,"18"0"-2770,-28 10-1536,28 5-1073,0-15-352,0 10-1520,0 5-1218,28 11-9491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27.1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4610,'28'42'2945,"-9"-15"-1104,9-1-816,-9-10-417,9-6-48,-9-10-95,9 16-129,0-16-576,-9 0-369,9 0-479,-9 0-385,9-16-2705,-28 6 1985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6.1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1 150 5218,'0'-20'5640,"0"-19"-2503,0 16-1920,0 21-16,0 8 922,9 38 31,-7-37-1869,0-1 0,0 1 0,-1 0 0,0 0 0,1 10 0,-3 7 231,1-11-288,0 1 0,0 0 0,1 0 0,3 13 0,35 184 490,-3 16-502,-17-164-164,1 9-51,-17-11-62,-3-45-32,0-1-1,5 29 1,5-8-163,-7-24 72,0 0 1,0 0-1,-1 1 1,1 17-1,-3-21-14,1-1 0,-2 1 0,1 0 1,-1-1-1,0 1 0,-1-1 0,0 1 0,-1-1 0,1 0 0,-1 0 1,-7 12-1,6 16-1165,3-24-132,2-23-1082,-1 10 2516,0-1 0,0 0 0,0 0 0,1 0-1,-1 1 1,1-1 0,-1 0 0,1 1 0,0-1 0,-1 0 0,1 1-1,0-1 1,0 1 0,0-1 0,1 1 0,1-2 0,-2 1 47,1 1 1,-1-1-1,0 0 1,1 0-1,-1 0 0,0 1 1,0-1-1,0 0 1,0-1-1,-1 1 1,1 0-1,-1 0 1,1 0-1,-1 0 0,1 0 1,-1-4-1,0-53-29,3 1-1,17-92 1,-20 150 42,39-229-257,-4-40 138,-29 229 175,12-41 0,4-20 131,-20 92-168,1 0 0,0 1 0,0-1 0,0 1 0,6-10 1,8-18 75,-17 32-66,1 0 1,0 1 0,0-1 0,1 0 0,-1 1 0,1-1-1,0 1 1,0-1 0,0 1 0,0 0 0,1 0 0,-1 0-1,1 0 1,0 0 0,0 1 0,0-1 0,0 1 0,0 0 0,0 0-1,1 0 1,-1 0 0,5-1 0,13-8 257,-14 8-166,0 0-1,1 0 1,0 1-1,-1 1 1,1-1-1,0 1 0,0 0 1,0 1-1,0 0 1,0 0-1,0 1 1,0 0-1,0 0 1,0 0-1,7 4 0,0-1 36,-1 0 0,-1 2-1,1 0 1,-1 0 0,1 1-1,-2 1 1,17 11-1,36 30 608,-38-30-319,0 1 1,26 27-1,-30-25 90,-2 0 1,0 2-1,-1 1 0,-1 0 1,-2 1-1,0 1 0,-2 1 0,22 57 1,-29-62-124,27 107 1327,-32-115-1595,-1 0 1,0 0 0,-2 0 0,1 0 0,-2 0 0,0 0-1,-4 16 1,0-12-14,-1-1-1,-1 0 0,0 0 1,-1-1-1,-1 0 0,-1 0 1,-1-1-1,0 0 0,-1-1 1,0 0-1,-1-1 0,-1-1 1,0 0-1,-1-1 0,-26 18 1,-11 1 334,-1-1 1,-1-3 0,-92 33 0,114-48-450,-1-2 0,0-1 0,0-1 0,-1-2 0,0-1 0,-1-2 1,1-1-1,0-2 0,-40-4 0,64 2-14,0 0 0,0-1 0,1 0 0,0-1 1,-16-7-1,23 10 0,1 0 0,-1 0 0,1 0 0,-1 0-1,1 0 1,-1 0 0,1 0 0,0 0 0,0-1 0,-1 1 0,1-1 0,0 1 0,0-1 0,0 1 0,1-1 0,-2-2 0,2 3 0,0-1 0,0 1 0,0 0 0,1 0 0,-1-1-1,0 1 1,1 0 0,-1 0 0,1-1 0,0 1 0,-1 0 0,1 0 0,0 0 0,-1 0 0,1 0-1,0 0 1,0 0 0,0 0 0,0 0 0,0 1 0,0-1 0,0 0 0,0 1 0,1-1 0,-1 0-1,2 0 1,64-31-308,1 2 0,2 4-1,0 2 1,135-26-1,73-18 187,320-75-609,-542 128 682,-39 11 118,-1 0-1,1-1 1,-1 0-1,0-2 1,-1 0-1,0 0 1,0-1-1,18-14 1,-31 20 1,0 0 1,0 0-1,0-1 0,0 1 1,0-1-1,-1 1 1,1-1-1,-1 0 0,0 1 1,0-1-1,0 0 1,0 0-1,0 0 0,-1 0 1,1 0-1,-1 0 0,0 0 1,0 0-1,0 0 1,0 0-1,0 0 0,-1 0 1,1 0-1,-1 0 1,-2-5-1,2 6-70,-1-1 0,1 1 0,-1 0 0,0 0 0,0 0 0,0 0 0,0 0 0,0 1 0,0-1 0,0 1 0,-1-1 0,1 1 0,-1 0 0,1 0 0,-5-2 0,3 3 0,1 0 0,-1 0 0,1 0 0,-1 0 0,1 1 0,0-1 0,-1 1 0,1 0 0,0 0 0,-1 0 0,1 1 0,0-1 0,0 1 0,-3 2 0,-28 20 0,-11 7 0,43-29 0,-1-1 0,0 1 0,1-1 0,-1 1 0,1 0 0,-1 0 0,1 0 0,0 0 0,0 0 0,0 1 0,0-1 0,0 1 0,0-1 0,1 1 0,-1 0 0,1-1 0,0 1 0,0 0 0,-1 3 0,-22 41 0,21-42 0,0-1 0,0 1 0,1-1 0,-1 1 0,1 0 0,0 0 0,0 0 0,0 1 0,1-1 0,0 0 0,0 1 0,0-1 0,1 8 0,-9 37 0,7-44 0,0 0 0,1 0 0,0 1 0,0-1 0,0 0 0,1 1 0,0-1 0,0 1 0,1 6 0,5 9-433,18 43 0,-7-20-558,-15-42 806,0 0 1,0 0-1,0 0 0,1 0 0,-1 0 0,1 0 1,0-1-1,0 1 0,0-1 0,0 0 0,0 0 1,0 0-1,0 0 0,1 0 0,-1-1 1,1 1-1,-1-1 0,5 1 0,22 11-1968,-21-8 1576,1-1 0,-1-1 0,1 1 0,0-1 0,0-1 0,0 0 0,0 0 0,0-1-1,0 0 1,1-1 0,16-1 0,8-4-708,1-1-1,34-11 1,-16 4 21,-21 6 860,-2-2 0,1-1 0,-2-2 1,1 0-1,28-18 0,-25 11 291,5-2 128,0-2-1,65-51 1,-64 39 529,-2-2 0,-1-2 0,-3-1 0,0-1 0,-3-2 0,-2-1 0,-1-2 0,-3 0 0,35-88 0,9-53 6328,-67 173-5471,0 0 0,0 0 0,-2-23-1,-2-4 2743,2 43-4143,0-1 0,0 1 0,0 0 0,-1 0 0,1-1 0,-1 1 0,1 0 0,-1-1 0,0 1 0,0 0 0,1-1 0,-1 1 0,0-1 0,0 1 0,-1-1 0,-1 2 0,2-1 0,-1-1 0,1 1 0,0 0 0,-1 0 0,1 0 0,0 0 0,0 0 0,0 0 0,0 0 0,1 0 0,-1 0 0,0 0 0,1 0 0,0 0 0,-1 1 0,1 3 0,-19 275 0,19-189 0,16 335 0,-15-409-109,0 0 0,-2 0 0,0 0 0,-6 32 0,-2 30-1315,9-64 151,-2 1-1,0 0 1,-1 0 0,-8 23-1,-2 12-2350,11-39 2012,-2 1 0,1-1 0,-2 0 0,0 0 0,0 0 0,-1 0 0,-1-1 0,-15 22 0,22-50-2960,-1-41 3202,-1-21 1752,2-74 3671,0-3 3996,0 153-7926,0 0 1,0 0-1,0 0 1,1 0 0,-1 0-1,1 0 1,-1 0-1,1 0 1,0 1 0,0-1-1,0 0 1,0 1 0,1-3-1,-1 3-1,1-1 1,-2 1-1,1-1 0,0 0 0,0 1 0,0-1 1,-1 0-1,1 1 0,-1-1 0,1 0 0,-1 1 1,0-1-1,0-2 0,1 2-21,-1 0-1,1 0 1,0 0-1,0 0 1,0 1-1,0-1 1,0 0 0,0 1-1,0-1 1,0 0-1,0 1 1,1-1-1,-1 1 1,1 0-1,-1 0 1,1-1 0,0 1-1,-1 0 1,1 0-1,0 0 1,0 1-1,0-1 1,0 0-1,-1 1 1,4-1 0,64-16 1430,-51 14-1584,84-19 217,243-48 115,-259 58-239,-46 7 2,1-1-1,50-16 1,125-54 1687,-212 74-1147,0 0 1,0-1-1,0 0 1,0 1-1,0-1 1,-1 0-1,1-1 1,4-5 0,0 1 590,-8 8-1126,1 0-1,-1 0 1,0-1 0,1 1-1,-1 0 1,1-1-1,-1 1 1,0 0 0,1-1-1,-1 1 1,0 0 0,0-1-1,1 1 1,-1-1 0,0 1-1,0-1 1,1 1-1,-1-1 1,0 1 0,0-1-1,0 1 1,0 0 0,0-1-1,0 1 1,0-1 0,0 1-1,0-1 1,0 1-1,0-1 1,0 1 0,0-1-1,0 1 1,0-1 0,0 1-1,-1-1 1,1 1 0,0-1-1,0 1 1,-1-1 0,1 1-1,0 0 1,0-1-1,-1 1 1,0-1 0,-17-7 1374,15 7-1302,-5-6-119,8 6 0,-1 1 0,1-1 0,-1 1 0,1-1 0,-1 1 0,1 0 0,-1-1 0,0 1 0,1-1 0,-1 1 0,1 0 0,-1-1 0,0 1 0,1 0 0,-1 0 0,0 0 0,1 0 0,-1-1 0,0 1 0,1 0 0,-1 0 0,0 0 0,0 0 0,1 1 0,-2-1 0,-16 1 0,1 0 0,0 2 0,0 0 0,-1 1 0,2 0 0,-1 2 0,-24 11 0,3 1 0,-71 48 0,87-48 0,0 2 0,1 0 0,-31 41 0,43-50 0,2 0 0,-1 1 0,1-1 0,1 2 0,-6 12 0,-11 24 0,19-40 0,0-1 0,0 1 0,1 0 0,0 0 0,0 0 0,1 1 0,0-1 0,1 0 0,0 1 0,1-1 0,0 14 0,0 94 0,1-113-177,-1 0-1,0 0 1,1 0 0,0 0-1,0 0 1,0 0-1,0 0 1,1 0 0,-1-1-1,1 1 1,4 6 0,9 19-2046,-13-25 1696,0 0 0,0 0 0,1 0 0,0 0 1,0-1-1,0 1 0,0-1 0,0 1 1,1-1-1,-1 0 0,1-1 0,0 1 0,0-1 1,0 1-1,0-1 0,0-1 0,1 1 0,-1 0 1,1-1-1,-1 0 0,1 0 0,4 0 0,17 3-2269,-1-2 0,47 0 1,-51-2 1849,-7-1 342,1-1 0,-1 1 1,1-2-1,-1 0 0,0-1 1,15-6-1,-27 9 516,50-17-2500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6.5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170 571 640,'45'-60'3140,"2"-2"3533,-46 61-6397,1-1 0,-1 0 1,1 0-1,-1 0 0,0 0 0,0 0 0,1 0 1,-2 0-1,1 0 0,0 0 0,0 0 1,-1 0-1,1-1 0,-1 1 0,1 0 1,-1-1-1,0 1 0,0 0 0,0 0 1,-1-1-1,1 1 0,0 0 0,-1-1 1,1 1-1,-1 0 0,-1-4 0,1 5-128,0 0 0,-1 0 0,1-1 0,0 1 0,0 0-1,-1 0 1,1 0 0,-1 0 0,1 0 0,-1 0 0,1 1-1,-1-1 1,1 0 0,-1 1 0,0-1 0,1 1 0,-1 0-1,0-1 1,1 1 0,-1 0 0,0 0 0,0 0 0,1 0-1,-1 0 1,0 1 0,1-1 0,-1 1 0,0-1 0,1 1 0,-1-1-1,1 1 1,-1 0 0,1 0 0,-1-1 0,1 1 0,-2 2-1,-14 7 434,1 2 0,0 0-1,1 0 1,0 2-1,1 0 1,1 0-1,0 2 1,-15 22 0,19-25-595,1 1 1,0 0 0,1 0 0,0 0-1,1 1 1,1 0 0,1 0 0,0 1-1,0-1 1,2 1 0,-1 16 0,3-25-195,0 1 1,0-1-1,1 0 1,0 0-1,0 0 1,1 0-1,0 0 1,0-1 0,1 1-1,0 0 1,0-1-1,0 0 1,1 0-1,0 0 1,0 0-1,0 0 1,1-1-1,0 0 1,0 0 0,0 0-1,9 5 1,-3-3-421,0-1-1,1-1 1,0 0 0,0-1 0,0 0 0,0 0 0,0-2 0,1 1 0,0-2-1,-1 0 1,19 0 0,9-2-1422,0-2 1,0-1-1,63-16 0,-68 10 1139,0-1 0,-1-1 0,-1-2-1,34-19 1,-58 26 726,1 1 1,-1-1-1,0-1 0,14-15 1,20-16-195,-12 17 287,-19 15 130,0-1 1,-1 0 0,0-1 0,-1 0-1,1-1 1,8-12 0,14-24 1709,53-95 1,9-59 5209,-91 189-6056,0 0 0,-1 0 0,0 0 0,-1 0 0,2-19-1,-3-60 7896,-2 49-3238,2 34-5482,-1 15-58,-4 19-38,-4-8 19,1 0 0,0 1 0,1 0 0,1-1 0,1 2 0,1-1 0,1 0 0,1 36 0,0-12 0,-2 0 0,-9 45 0,9-57-1169,2 1 0,3 48 0,0-53-139,-1 0-1,-1 0 0,-2 0 1,-5 30-1,-2-24-1125,5-20 1189,1 0 0,0 0-1,1 0 1,0 17 0,1-17-102,0 0 0,-1 0-1,0-1 1,-5 15 0,4-14 202,0 24-1894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6.6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96 3714,'1'-1'296,"1"1"0,-1 0 0,0-1 0,1 1 0,-1-1 0,0 1 0,1-1 0,-1 1 0,0-1 0,0 0 0,0 0 0,1 0 0,-1 0 0,0 0 1,0 0-1,0 0 0,-1 0 0,1 0 0,0 0 0,0 0 0,-1-1 0,1 1 0,0 0 0,-1 0 0,1-1 0,-1 1 0,0 0 0,1-1 0,-1 1 0,0-1 0,0 1 1,0-1-1,0 0 0,1 0-69,-1 0 1,1 0 0,0 1 0,0-1 0,0 0 0,0 1-1,1-1 1,-1 1 0,0 0 0,0-1 0,1 1 0,-1 0-1,1 0 1,-1 0 0,1 0 0,0 0 0,-1 0-1,1 0 1,0 1 0,0-1 0,-1 0 0,1 1 0,3-1-1,50-12 873,-52 12-899,18-1 14,0 0-1,0 1 1,38 3 0,-33 0-216,0-2 0,39-3 0,161-11-2156,-74 14-3237,-60 1-717,-65 1 3539,-27-1 2478,1-1-1,-1 1 0,0-1 1,1 0-1,-1 1 0,0-1 0,1 1 1,-1-1-1,0 1 0,1-1 1,-1 1-1,0-1 0,0 1 0,0 0 1,0-1-1,1 1 0,-1-1 1,0 1-1,0-1 0,0 1 0,0 0 1,0-1-1,-1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7.1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167 1 5603,'0'2'9784,"0"4"-4727,0 16-1271,0 478-868,24-498-2699,-20-2-155,-5 0-58,0 0-1,-1 1 1,1-1 0,0 0-1,-1-1 1,1 1 0,0 0-1,0 0 1,-1-1-1,1 1 1,0 0 0,-1-1-1,1 1 1,0-1 0,0 0-1,-2-1 1,0-14 13,4 13 12,-1 0 0,0 0 0,-1 0 1,1 0-1,0 0 0,-1 0 0,0 1 1,0-1-1,-1-3 0,-6-12 967,-2 2-1,0-1 1,-23-28-1,7 10-78,24 33-919,0 1 0,0-1 0,1 1 0,-1 0 0,0 0 0,0-1 0,-1 1 0,1 1 0,0-1 0,0 0 0,0 0 0,0 1 0,-1 0 0,1-1 0,0 1 0,-1 0 0,1 0 0,0 0 0,-1 0 0,1 0 0,0 1 0,0-1 0,-1 1 0,1 0 0,0-1 0,0 1 0,0 0 0,0 0 0,0 0 0,0 1 0,0-1 0,0 0 0,-2 3 0,4-4 0,0 0 0,-1 1 0,1-1 0,0 1 0,0-1 0,0 0 0,-1 1 0,1-1 0,0 1 0,0-1 0,0 0 0,0 1 0,0-1 0,0 1 0,0-1 0,0 1 0,0-1 0,0 1 0,0-1 0,0 0 0,0 1 0,0-1 0,0 1 0,1-1 0,-1 0 0,0 1 0,0-1 0,0 1 0,1-1 0,-1 0 0,0 1 0,0-1 0,1 0 0,-1 1 0,0-1 0,1 0 0,-1 1 0,0-1 0,1 0 0,14 11 0,-14-11 0,23 25 0,-21-21 0,0 0 0,1-1 0,-1 1 0,1 0 0,0-1 0,0 0 0,0 0 0,1 0 0,-1-1 0,1 1 0,-1-1 0,1 0 0,0 0 0,0-1 0,7 2 0,28 9-487,-33-10 222,-1 1 0,1-1-1,0 0 1,0 0 0,-1-1 0,1 0-1,0 0 1,0-1 0,0 0 0,0 0-1,0 0 1,14-4 0,35-7-7821,3 9-5950,-54 2 11040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7.5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449 0 3762,'-111'31'15328,"34"-11"-10351,2 7-3528,32-12-874,37-13-466,0-1 0,0 1 0,0 0 0,0 1 0,0 0 0,1-1 0,-1 2 0,1-1 0,0 1 0,0-1 1,0 1-1,-5 7 0,-18 14 733,25-24-791,1 0 0,0 0 0,-1 1 0,1-1 0,0 1 0,0 0 0,0-1 0,0 1 0,0 0 0,0 0 0,1 0 0,-1 1 0,1-1 0,-1 0 0,1 1 0,0-1 0,0 1 0,0-1 0,0 1 0,0-1 0,1 1 0,-1 0 0,1-1 0,0 1 0,0 0 0,0-1 0,0 1 0,1 5 0,1 4 95,0-5-76,-1-1-1,1 0 1,-1 0 0,2 0 0,-1 0-1,1 0 1,4 7 0,16 11 37,0-1-1,2-1 1,1-2-1,41 26 1,-53-36-114,35 20 143,0-2 0,67 26 0,36 20 251,-58-6 525,-93-67-912,0-1 0,1 1 0,-1 0 0,0-1 0,0 1 0,0 0 0,1-1 0,-1 1 0,0 0 0,0 0 0,0 0 0,0 0 0,0 0 0,-1 0 0,1 1 0,0-1 0,0 0 0,-1 0 0,1 0 0,-1 1 0,1-1 0,-1 0 0,1 1 0,-1-1 0,0 0 0,0 1 0,0-1 0,1 1 0,-2-1 0,1 2 0,-1-1 0,0 1 0,0 0 0,-1-1 0,1 0 0,-1 1 0,0-1 0,0 0 0,0 0 0,0 0 0,0 0 0,0 0 0,0-1 0,-5 3 0,-3 3 0,-1-1 0,1-1 0,-1 0 0,-1-1 0,-16 5 0,-131 25-839,122-24 167,-1-1 0,0-2 0,-1-2 0,-39 1 0,66-6-1490,-11 0-4069,23 0 5927,0 0 0,-1 0 0,1 0 1,-1 0-1,1 0 0,-1 0 0,1 0 1,-1 0-1,1 0 0,0-1 0,-1 1 1,1 0-1,-1 0 0,1 0 0,0-1 1,-1 1-1,1 0 0,-2-3-2126,1 3 2126,1-1 1,0 1-1,0-1 0,0 1 0,-1-1 1,1 1-1,0-1 0,4-6-3661,7-2 3026,-5 5 163,20-20-1246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7.7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4 185 2673,'24'-17'4518,"-22"15"-3861,1 0 0,0 0-1,-1 0 1,1 0 0,0 1 0,0-1 0,0 1 0,0-1-1,0 1 1,0 0 0,1 0 0,2 0 0,-6 3-220,-1 0 0,0 1 1,0-1-1,0 0 0,0 0 1,0 0-1,-1 0 0,1 0 0,-1 0 1,-2 2-1,3-2-325,0-1 0,1 0 0,-1 0 1,0 0-1,1 0 0,0 1 0,-1-1 0,1 0 0,0 0 0,-1 1 1,1-1-1,0 0 0,0 0 0,0 1 0,0 1 0,-2 13 594,-7 0-53,4-9-444,1 1 1,0-1 0,0 1-1,1 0 1,0 0-1,0 0 1,1 0 0,0 0-1,1 1 1,-1 9 0,0 10 57,1-17-202,1 0 0,0 1 0,0-1-1,1 0 1,4 20 0,-4-26-51,0 1-1,1-1 1,0 0 0,0 0-1,1 0 1,-1 0 0,1 0 0,0-1-1,1 1 1,-1-1 0,1 0 0,-1 0-1,6 4 1,-3-3 15,-1 0 7,0-1 1,0 0-1,0 0 0,1 0 0,-1 0 1,1-1-1,0 0 0,0-1 1,0 1-1,0-1 0,1 0 0,-1-1 1,0 1-1,1-1 0,-1 0 0,11-1 1,11 1 228,-6-1-107,0 0 0,0-1-1,25-5 1,-39 4-112,-1 0 1,1 0-1,-1-1 1,0 0-1,0 0 1,0 0-1,0-1 1,-1 0-1,0-1 1,1 0-1,-1 1 1,-1-2-1,6-5 1,-4 4 52,0-1 1,-1 0-1,0 0 0,-1 0 1,1-1-1,-1 0 1,-1 0-1,0 0 0,0 0 1,-1-1-1,0 1 1,-1-1-1,0 0 0,-1 0 1,1 0-1,-2 0 0,0 0 1,0 0-1,-3-18 1,-2 7-223,-1 0 0,-1 1 0,-1 0 1,-1 0-1,-18-32 0,17 37-671,-1 1 0,-1-1 0,0 2 0,-17-16 0,24 24 221,-1 1-1,1 0 0,-1 1 0,0-1 1,0 1-1,-1 1 0,1-1 1,-1 1-1,-10-3 0,-5-1-2004,17 4 1755,1 1 1,-1 0 0,1 1 0,-1-1 0,0 1 0,1 0 0,-9 1-1,-17-2-3244,9-8 836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8.4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10 12806,'5'-2'8329,"0"0"-7090,20-3 5749,-24 5-6874,0 1-1,0-1 1,0 1-1,-1 0 1,1-1-1,0 1 1,0 0-1,-1 0 1,1-1-1,-1 1 1,1 0-1,0 0 1,-1 0-1,0 0 1,1 0-1,-1-1 1,1 1-1,-1 0 1,0 0-1,0 0 1,0 0-1,1 0 1,-1 0-1,0 0 1,0 0-1,0 0 1,-1 0-1,1 0 1,0 2-1,0 286-113,0-280 0,1 1 0,1-1 0,0 0 0,0 0 0,5 14 0,-4-15 0,0 0 0,-1 1 0,0 0 0,0 0 0,0 12 0,-2 357 0,0-377 0,0 1 0,0 0 0,0 0 0,0-1 0,1 1 0,-1 0 0,0 0 0,1-1 0,0 1 0,-1 0 0,1-1 0,0 1 0,0-1 0,0 1 0,0-1 0,0 1 0,0-1 0,0 0 0,0 1 0,1-1 0,2 2 0,1 2 0,-4-5 2,-1 1-1,1 0 1,-1-1 0,1 1 0,-1 0-1,1-1 1,-1 1 0,1 0-1,-1 0 1,0-1 0,0 1 0,1 0-1,-1 0 1,0 0 0,0-1-1,0 1 1,0 0 0,0 0 0,0 0-1,0-1 1,0 1 0,0 0-1,0 0 1,-1 1 0,1-1-14,0 0 1,0 0 0,0 0-1,-1 0 1,1 0 0,0 0-1,0 0 1,1-1-1,-1 1 1,0 0 0,0 0-1,0 0 1,1 0-1,-1 0 1,0 0 0,1 0-1,-1 0 1,1 0 0,-1 0-125,1 0 0,-1 0 1,1-1-1,0 1 0,-1 0 1,1-1-1,-1 1 0,1 0 1,0-1-1,-1 1 0,1-1 1,0 1-1,0-1 0,0 0 1,-1 1-1,1-1 0,0 0 1,0 1-1,0-1 0,0 0 1,-1 0-1,1 0 0,0 0 1,0 0-1,0 0 0,0 0 1,0 0-1,0 0 0,-1 0 1,1 0-1,0-1 0,0 1 1,0 0-1,0-1 0,0 0 1,28-23-8690,-19 14 8034,59-43-2798,-58 41 3427,0-1 0,-1 1 0,0-1 0,-1-1 0,-1 0 0,0 0 0,-1-1 0,0 0 0,-1 0 0,5-23 0,-9 33 192,1-1 0,-1 0 0,1 0 1,0 1-1,0-1 0,1 1 0,0 0 0,-1 0 0,6-4 0,-4 3 55,-1 1-1,1-1 0,-1 0 0,0 0 1,-1 0-1,4-7 0,13-53 1874,-18 61-1529,-1 2 45,1-1-1,-1 1 1,1 0-1,0-1 1,-1 1-1,2 0 1,-1 0-1,0 0 1,1 0-1,2-3 1,2 2 1519,-5 7 558,-11 15-1125,2-11-1345,6-6-68,0 0 0,0 0 0,-1 0 1,1 0-1,0 0 0,0 0 0,0 0 0,0 1 1,0-1-1,1 0 0,-1 1 0,0-1 0,1 0 1,-1 1-1,1-1 0,-1 1 0,1 0 0,0-1 1,-1 1-1,1-1 0,0 4 0,0 73 203,0-77-213,0 1 0,0-1 0,0 1-1,1-1 1,-1 1 0,0-1 0,1 1-1,-1-1 1,1 1 0,0-1-1,-1 1 1,1-1 0,0 0 0,0 1-1,0-1 1,0 0 0,0 0 0,0 0-1,0 0 1,2 2 0,5 6 17,10 38-7,-17-42-5,0-1 1,1 1 0,-1-1 0,1 0-1,-1 0 1,1 1 0,1-1 0,-1 0-1,1-1 1,-1 1 0,1 0-1,0-1 1,0 1 0,1-1 0,-1 0-1,1 0 1,-1 0 0,8 3-1,3 2 47,1 1-141,1 0 0,0-1 0,25 8 0,-36-15 50,0 0-1,0 0 0,0 0 0,0 0 0,0-1 0,0 0 1,0 0-1,0 0 0,0 0 0,0-1 0,0 0 1,0 0-1,0-1 0,-1 1 0,1-1 0,8-4 0,7-5-83,-8 5 161,-1 0 0,0-1 0,20-16 0,-28 20 12,0 0-1,-1 0 0,1 0 1,-1 0-1,0 0 1,0 0-1,0-1 0,0 1 1,-1-1-1,1 1 1,-1-1-1,0 1 0,0-1 1,0 0-1,-1 0 1,1 0-1,-1-6 1,0 8-2,0-1 0,1 0 1,-1 0-1,1 1 0,-1-1 1,1 0-1,0 1 0,0-1 1,0 0-1,1 1 0,-1-1 1,0 1-1,3-3 0,-2 3 41,0-1-1,-1 1 0,0 0 1,1-1-1,-1 1 1,0-1-1,0 0 0,0 1 1,-1-1-1,1 0 1,0 1-1,-1-1 0,0-4 1,0-102 2581,0 106-2745,0 7-130,0 16-496,3 24-1214,4-31 738,-6-11 907,0 0 0,1 0 0,-1 1 0,-1-1 0,1 0 0,0 0 0,0 1 0,-1-1 0,0 0 0,1 1 0,-1 3 0,0-3-103,1 0 0,-1-1 1,0 1-1,1-1 0,0 1 0,0 0 1,0-1-1,0 0 0,0 1 0,0-1 1,1 0-1,-1 1 0,1-1 0,2 3 1,10 17-3481,-7-9 1751,-6-11 1730,0 0 1,0 0-1,0 0 0,0 0 1,0 1-1,0-1 0,-1 0 0,1 0 1,-1 1-1,1-1 0,-1 3 1,5 12-2762,18-6 260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8.6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79 13590,'0'-41'14313,"0"11"-9497,-1 23-4768,1 15-36,4 18-24,0-16 12,-2-7 0,-1 1 0,1-1 0,-1 1 0,0-1 0,1 1 0,-2 0 0,1 0 0,0 0 0,-1 6 0,0-4-14,1-1 0,0 1 1,0 0-1,0-1 0,0 1 0,1-1 0,0 1 0,4 7 1,-4-8-42,0 0 1,0 0-1,0 0 1,-1 0 0,1 0-1,-1 0 1,-1 0 0,1 9-1,0-7-118,-1 1 0,1-1 0,0 1 0,1-1 0,0 0-1,0 1 1,3 7 0,-2-8-13,0 0-1,-1 0 0,0 0 0,0 1 1,-1-1-1,0 1 0,0 8 1,17 127-5353,-18 100-11978,-3-214 15188,-12-3 440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8.7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95 1793,'0'-1'292,"1"0"0,-1 0 0,0-1 1,1 1-1,-1 0 0,0 0 0,1 0 1,-1 0-1,1 0 0,0 0 0,-1 0 0,1 0 1,0 0-1,0 0 0,-1 0 0,1 0 1,0 0-1,0 0 0,0 1 0,0-1 0,0 0 1,0 1-1,0-1 0,1 1 0,-1-1 1,0 1-1,0 0 0,0-1 0,0 1 0,1 0 1,-1 0-1,0 0 0,0 0 0,0 0 1,1 0-1,1 0 0,15-4 2227,-11-3-1675,-6 6-795,-1 1 1,1-1-1,-1 0 0,1 1 1,-1-1-1,1 1 0,0 0 0,-1-1 1,1 1-1,0-1 0,-1 1 0,1 0 1,0 0-1,0-1 0,-1 1 1,1 0-1,0 0 0,0 0 0,-1 0 1,1 0-1,0 0 0,0 0 1,0 0-1,-1 0 0,1 0 0,0 0 1,0 0-1,0 1 0,93-12 952,-68 10-1408,47-10 1,-46 5-1075,55-2 0,-76 8 1117,0 0 0,0-1 1,0 1-1,0-2 0,0 1 1,7-3-1,-7 2-189,0 1 0,0-1 0,1 1 0,-1 0 0,0 1 0,9-1 0,24 1-2088,-8 0 117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2:39.1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1 3410,'-15'20'3709,"10"-14"-2918,1 0 1,0 0-1,0 0 0,0 1 1,1-1-1,0 1 0,0 0 1,-2 8-1,-14 23 356,16-34-1088,0 0-1,0 1 1,1-1 0,0 0 0,0 1 0,0 0 0,0-1 0,1 1 0,-1 0 0,1 0 0,1 0 0,-1 8 0,1 315 4087,0-326-3834,-24-4-104,24 2-192,-1-1 0,1 1 0,-1-1 0,1 1 0,-1-1 0,1 1 0,0-1 0,-1 1 0,1-1 0,0 1-1,-1-1 1,1 1 0,0-1 0,0 0 0,-1 1 0,1-1 0,0 0 0,0 1 0,0-1 0,0 1 0,0-1 0,0 0 0,0 1 0,0-1-1,0 0 1,0 1 0,0-1 0,1 0 0,-4-18 776,1 16-754,1 1 167,-1 0 1,1 0-1,-1 0 0,1 0 1,0 0-1,0 0 1,0 0-1,1-1 0,-1 1 1,0 0-1,1 0 1,-1-1-1,1 1 0,0 0 1,0-3-1,-1 3-17,1 1 0,0-1 0,-1 1 0,1 0 0,-1-1 0,1 1 0,-1 0 0,0 0 0,0-1 0,1 1 0,-1 0 0,0 0 0,0 0 0,0 0 0,0 0 0,0 0 0,-1 0 0,1 0 0,0 1 0,0-1 0,-1 0 0,1 1 0,0-1 0,-1 1 0,1-1 0,0 1 0,-2-1 0,3-5 1255,0 13-781,3 24-662,17-19 0,5 12 0,-18-21-310,0 0-1,1-1 1,-1 0 0,1 0-1,-1-1 1,1 0 0,0 0-1,-1 0 1,1-1 0,12-2-1,83-14-4871,-15-16-6173,-41 13 6110,-16 4 1612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3.1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573 90 880,'-1'-1'143,"1"0"0,0 1 0,0-1 0,-1 0 0,1 0 0,0 0 0,0 0 0,0 1 0,0-1 0,0 0 0,0 0-1,0 0 1,0 0 0,1 1 0,-1-1 0,0 0 0,0 0 0,1 1 0,-1-1 0,0 0 0,1 0 0,-1 1 0,1-1-1,-1 0 1,1 1 0,-1-1 0,1 0 0,0 1 0,-1-1 0,1 1 0,0-1 0,-1 1 0,1-1 0,1 1 0,3-3 489,-3-1-90,-1 0 0,0-1 1,-1 1-1,1 0 0,-1 0 0,1-1 1,-1 1-1,-1 0 0,0-9 0,0 2 6324,-3 15-6611,-1 0 0,1-1 0,0 2 0,0-1 1,1 0-1,-1 1 0,1-1 0,0 1 0,-5 10 0,-17 40 1420,-69 99-183,65-104-1329,23-40-147,-1 1 0,1-1 0,1 1 0,0 0-1,-7 22 1,0 9-42,-1 0-1,-3-1 0,-1-1 0,-32 54 1,11-19-798,22-43 37,-50 95-4131,55-110 2823,-1 1 0,0-1 1,-1-1-1,-26 25 0,14-24-1175,5-5-1055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3.4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217 108 1889,'-68'-29'7085,"19"8"-5414,47 20-1622,0 1 0,1-1 0,-1 1 0,0 0 0,1-1 0,-1 1 0,0 0 0,0 0 0,1 0 0,-1 0-1,0 0 1,0 0 0,1 1 0,-1-1 0,0 0 0,0 1 0,1 0 0,-1-1 0,1 1 0,-1 0 0,1 0 0,-1 0 0,1 0 0,-1 0 0,-1 2 0,-7 3 617,9-5-639,0-1 0,0 1 0,0-1 0,0 1 0,0-1 0,0 1 0,1 0 0,-1 0 0,0-1 0,0 1 0,1 0 0,-1 0 0,0 0 0,1 0 0,-1 0 0,1 0 0,-1 0 0,1 0 0,-1 0 0,1 0 0,0 0 0,0 0 0,0 0 0,-1 0 0,1 2 0,0-2-13,0 1-1,-1-1 1,0 0 0,1 1 0,-1-1-1,0 0 1,1 0 0,-1 0-1,0 1 1,0-1 0,0 0-1,0 0 1,0 0 0,0 0-1,-2 1 1,2-2-13,0 0 1,0 1-1,0-1 0,1 1 1,-1-1-1,0 0 0,0 1 0,1-1 1,-1 1-1,0 0 0,1-1 1,-1 1-1,1 0 0,-1-1 1,1 1-1,-1 0 0,1-1 0,-1 1 1,1 0-1,0 0 0,-1 0 1,1-1-1,0 1 0,0 0 1,0 0-1,0 0 0,-1 0 0,1 0 1,0-1-1,1 1 0,-1 0 1,0 0-1,0 0 0,0 0 1,0 0-1,1-1 0,-1 1 0,0 0 1,1 0-1,-1 0 0,0-1 1,1 1-1,-1 0 0,2 1 1,37 38 62,-36-38-30,0 0 1,0-1-1,0 1 0,0-1 1,0 0-1,0 1 1,0-1-1,0-1 1,1 1-1,-1 0 1,0-1-1,1 0 1,-1 0-1,0 0 1,1 0-1,-1 0 1,0-1-1,1 1 1,-1-1-1,0 0 1,4-1-1,7-3 542,0-1-1,0 0 1,14-10 0,-20 12-14,9-6 1418,1-1 0,-2-1 0,23-20 1,-37 28-1759,-1 1 0,0-1 0,0 1 0,-1-1 0,1 0 0,-1 1 0,1-1 0,-1 0 0,0 1 0,-1-1 0,1 0 0,-1 1 0,1-1 0,-1 0 0,0 1 1,-2-4-1,-4 5-123,6 2-92,1 1 0,-1-1 1,1 0-1,-1 0 0,0 0 0,1 0 1,-1-1-1,1 1 0,-1 0 1,1 0-1,-1 0 0,0 0 0,1-1 1,-1 1-1,1 0 0,-1 0 1,1-1-1,-1 1 0,1 0 0,-1-1 1,1 1-1,0-1 0,-1 1 1,1 0-1,-1-1 0,1 1 1,0-1-1,-1 1 0,1-1 0,0 1 1,0-1-1,-1 0 0,1 1 1,0-1-1,0 1 0,0-1 0,0 0 1,-1 0-13,1 0 1,-1 0-1,1 0 1,-1 0-1,1 0 1,-1 0-1,0 0 1,1 0-1,-1 0 1,0 0-1,0 1 1,0-1-1,0 0 1,0 0-1,0 1 1,1-1-1,-2 1 1,1-1-1,0 1 1,0-1-1,0 1 1,0 0-1,0 0 1,0-1-1,0 1 1,0 0-1,0 0 1,-1 0-1,1 0 1,0 0-1,0 0 1,0 1-1,-2-1 1,2 0-173,-1 0 0,1 0 0,0 0 0,-1 0 0,1 0 0,-1 1 1,1-1-1,0 0 0,0 1 0,-1-1 0,1 1 0,0-1 0,0 1 0,-1-1 1,1 1-1,0 0 0,0 0 0,0-1 0,0 1 0,0 0 0,0 0 0,0 0 1,0 0-1,0 0 0,1 0 0,-1 1 0,0-1 0,0 1 0,1 0-147,-1-1 0,1 1 0,-1-1 0,1 1-1,-1-1 1,0 0 0,0 1 0,1-1 0,-1 0 0,0 1-1,0-1 1,0 0 0,-1 0 0,0 1 0,0 0-28,0-1 1,1 1 0,-1-1 0,1 1 0,0 0-1,-1 0 1,1 0 0,0 0 0,0-1-1,-1 6 1,2-6 13,-1 0-1,1 0 1,0 0 0,1 0-1,-1 0 1,0 0-1,0 0 1,0 0-1,0 0 1,1 0 0,-1 0-1,1 0 1,-1 0-1,1 0 1,-1 0-1,1 0 1,-1 0-1,2 0 1,21 23-3696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3.6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0 119 3442,'2'1'248,"-1"-1"0,1 1 0,-1-1 0,1 1 0,-1 0 0,1 0 0,-1 0 0,0 0 0,1 0 0,-1 0 0,0 0 0,0 0 0,0 1 0,1-1 0,-1 0 0,-1 1 0,1-1 0,0 0 0,1 4 0,1 34 3460,-4-20-3458,1 46 1423,2-62-1592,-1-1 0,1 1 0,0-1 0,0 1 0,0-1 0,0 1 0,0-1 0,1 0 0,-1 0 0,1 0 0,-1 0 0,1-1 0,0 1 0,-1-1 0,1 0 0,0 1 0,0-1 0,5 1 0,1-2 76,-6 0-103,-1 0-1,0 1 1,1-1-1,-1 0 1,0 0-1,1 0 1,-1-1 0,0 1-1,0-1 1,1 1-1,-1-1 1,0 0 0,0 0-1,0 0 1,0 0-1,0 0 1,0 0-1,0 0 1,0-1 0,0 1-1,-1-1 1,1 1-1,0-1 1,-1 0-1,1 0 1,-1 0 0,2-3-1,6-6 748,0 1 0,1 0 0,0 1 0,17-13-1,-23 19-450,0-1 130,-1 0-1,1 0 1,-1-1-1,0 1 1,0-1-1,-1 0 1,0 0-1,3-8 1,10-17 1959,-14 29-2348,0-1 0,0 0 0,0 0-1,0 0 1,0 1 0,-1-1 0,1 0-1,-1 0 1,1 0 0,-1 0 0,0 0 0,0 0-1,1 0 1,-1 0 0,-1-1 0,1 1-1,0 0 1,0 0 0,-1 0 0,0 0-1,1 1 1,-1-1 0,0 0 0,-1-3 0,-29-39 1828,21 32-1679,7 10-290,0 0 0,-1 0 0,1 0-1,0 0 1,-1 1 0,1 0 0,-1-1 0,1 1 0,-1 0 0,0 1-1,-5-1 1,-18-7-1034,26 8 834,0 0 1,0 0-1,0 0 0,0 0 1,0 1-1,0-1 1,0 0-1,0 0 0,-1 1 1,1-1-1,0 0 0,0 1 1,0-1-1,0 1 1,1-1-1,-1 1 0,0 0 1,0-1-1,0 1 0,-1 1 1,-1 0-915,-39 1-9825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0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43 976,'0'0'98,"1"0"0,-1 0-1,1 1 1,0-1 0,-1 0 0,1 0-1,-1 0 1,1 0 0,-1 0-1,1 0 1,-1 0 0,1 0-1,0 0 1,-1 0 0,1 0-1,-1 0 1,1 0 0,-1-1-1,1 1 1,-1 0 0,1 0-1,-1 0 1,1-1 0,-1 1-1,1 0 1,-1-1 0,1 1-1,-1 0 1,0-1 0,1 1-1,-1-1 1,0 1 0,1-1-1,-1 1 1,0-1 0,1 1 0,-1-1-1,0 1 1,0-1 0,0 1-1,1-1 1,-1 1 0,0-1-1,0 1 1,0-1 0,0 0-1,0 1 1,0-2 0,0 0 830,0 2-903,-1-1 0,1 1-1,0 0 1,0 0 0,0-1 0,0 1 0,0 0 0,0 0-1,0-1 1,-1 1 0,1 0 0,0-1 0,0 1-1,0 0 1,0 0 0,0-1 0,0 1 0,1 0-1,-1-1 1,0 1 0,0 0 0,0 0 0,0-1-1,0 1 1,0 0 0,0 0 0,0-1 0,1 1-1,-1 0 1,0 0 0,0-1 0,0 1 0,1 0-1,-1 0 1,0 0 0,0-1 0,1 1 0,-1 0-1,0 0 1,0 0 0,1 0 0,-1 0 0,0 0 0,0-1-1,1 1 1,-1 0 0,3 0-185,-2 1 210,-1-1-1,1 0 1,0 0 0,-1 0 0,1 0 0,0 0 0,-1 0-1,1 0 1,0 0 0,-1 0 0,1 0 0,0 0 0,-1 0 0,1 0-1,0 0 1,-1-1 0,1 1 0,-1 0 0,1-1 0,0 1-1,-1 0 1,1-1 0,-1 1 0,1 0 0,-1-1 0,1 1 0,-1-1-1,1 1 1,-1-1 0,0 1 0,1-1 0,-1 0 0,0 1 0,1-1-1,-1 1 1,0-1 0,0 0 0,1-5 5006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38.8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258 281 4962,'0'-2'491,"0"0"1,1 0-1,-1 0 0,1-1 0,-1 1 0,1 1 0,0-1 0,0 0 0,0 0 1,0 0-1,2-2 0,6-20 1544,-10 5-405,0 15-1402,1 0 0,0 0 0,0 1 0,0-1 0,0 0-1,0 0 1,1 0 0,0 1 0,-1-1 0,1 0 0,2-4 0,8 0 319,-11 7-501,1 1 1,0 0-1,0-1 0,0 1 0,-1-1 0,1 0 0,0 1 1,0-1-1,-1 1 0,1-1 0,-1 0 0,1 0 0,-1 1 0,1-1 1,-1 0-1,1 0 0,-1 0 0,1 0 0,-1 1 0,0-1 1,0 0-1,1 0 0,-1 0 0,0 0 0,0-1 0,1-1 22,0 0-1,0 0 1,0 0-1,0 0 1,1 0-1,-1 0 0,1 1 1,0-1-1,-1 1 1,2-1-1,-1 1 1,0 0-1,0-1 1,1 1-1,-1 0 0,1 1 1,3-4-1,3-1 57,0 1-1,0 0 0,20-8 1,-8 6 61,-15 5-107,0 1-1,-1-2 1,1 1-1,0-1 1,-1 0 0,9-5-1,-8 4-16,0 1 0,1-1 0,0 2 0,0-1 1,-1 1-1,1 0 0,1 0 0,-1 1 0,7-1 0,75 0 472,-55 2-311,-25 0-197,-1 0-1,0 0 1,0 1-1,0 0 1,1 1-1,-1-1 1,0 1-1,0 1 1,7 3 0,-8-1 52,0 1 0,-1-1 0,0 1 0,0 0 0,0 1-1,-1-1 1,0 1 0,0 0 0,4 9 0,-6-11 7,-1-1 0,0 1 0,0 1-1,0-1 1,-1 0 0,0 0-1,0 0 1,0 1 0,0-1 0,-1 1-1,0-1 1,0 1 0,-1-1-1,1 0 1,-1 1 0,-3 9 0,-12 35 484,8-24-153,-18 43 0,4-29-169,-2-1 1,-2 0-1,-1-2 1,-63 64-1,-12 19 784,88-102-939,-54 74 399,62-85-466,0 1-1,1 0 0,0 0 0,1 1 1,-1 0-1,2-1 0,-1 1 0,1 0 1,1 1-1,-1-1 0,2 0 0,-1 1 1,1 10-1,1 57 89,0-75-112,1 1 0,0-1 1,0 1-1,0-1 0,0 0 0,0 0 0,1 1 1,-1-1-1,1 0 0,-1 0 0,1 0 0,0 0 1,-1-1-1,1 1 0,0 0 0,0-1 0,1 1 1,-1-1-1,0 0 0,5 2 0,-2 0-13,1 0 0,-1-1 1,1 0-1,0 0 0,-1 0 0,1-1 0,10 2 0,-1-4-40,0-1 0,0 0 0,0-1 0,-1-1 0,1 0 0,-1-1 0,0-1-1,0 0 1,-1 0 0,1-2 0,19-14 0,17-7 170,-43 24-1,0 0 1,0 0-1,0-1 0,-1 0 0,1 0 0,-1 0 1,-1-1-1,8-11 0,-10 13 10,0 1-1,0-1 1,-1 1 0,0-1-1,0 0 1,0 0 0,-1 0-1,1 0 1,-1 0 0,0 0 0,-1 0-1,1 0 1,-1 0 0,0 0-1,0-1 1,-1 1 0,-1-5-1,0-1-60,0 4-58,1 1-1,-1 0 1,0 0 0,0 0 0,-1 0 0,1 0 0,-1 0 0,-1 0 0,1 1 0,-1-1 0,0 1 0,-8-8 0,-4-4-7,12 12 0,0-1 0,-1 1 0,0 1 0,0-1 0,0 1 0,0 0 0,-1 0 0,1 0 0,-7-2 0,-32-12 0,0 3 0,-1 1 0,0 3 0,-79-10 0,69 16-523,-199-8-7003,253 13 7618,-32-1-7157,27-2 1495,21-2 1988,10 4 357,-5 1 610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39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1 108 896,'45'-17'3476,"-40"16"-3108,0-1 0,0 1 0,0-1 1,0 0-1,-1 0 0,1 0 0,0-1 1,-1 1-1,0-1 0,0 0 0,1-1 1,3-4-1,9-10 1710,-16 17-1836,0 0 0,0 0-1,1 0 1,-1-1 0,0 1-1,0 0 1,0 0 0,-1-1-1,1 1 1,0-1 0,0 1-1,-1-1 1,1 1 0,-1-1-1,1 1 1,-1-1 0,0 1 0,1-1-1,-1 1 1,0-1 0,0-5 3510,-1 7-3686,0 0 0,-1-1 0,1 1 0,0 0 0,0 0 0,0 0 0,0-1 0,0 1-1,0 0 1,0 1 0,-1-1 0,1 0 0,0 0 0,0 0 0,0 1 0,0-1 0,0 0 0,0 1 0,0-1 0,0 1 0,0-1-1,0 1 1,0 0 0,0-1 0,0 1 0,-1 2 0,-17 7 774,17-9-795,-1 0-1,1 0 1,0 0 0,-1 1-1,1-1 1,0 1 0,0-1-1,0 1 1,0 0 0,0-1-1,1 1 1,-1 0 0,0 0-1,1 1 1,0-1-1,-1 0 1,1 0 0,0 1-1,0-1 1,0 1 0,0-1-1,1 1 1,-1-1 0,1 1-1,-1 2 1,-1 13-1,0 1 0,1 29 0,1-38-22,0-6-17,1 0 0,0 0 0,0 0 0,0 0 0,0 0 0,0 0 0,1 0 0,0 0 0,0-1 0,0 1-1,0 0 1,4 4 0,40 42 69,-22-25-116,-6-7 43,1-1-1,0-1 0,1-1 1,1 0-1,25 12 0,-14-7 58,34 26 0,-18-15 219,-34-23-90,-1 0 1,0 1-1,16 14 1,13 4 442,-38-25-555,0 0 0,0 0 1,0 0-1,0 0 0,-1 0 1,1 1-1,-1 0 0,0 0 0,0 0 1,0 0-1,0 0 0,3 6 1,8 15 705,-11-21-517,-1 1 0,0-1 0,0 1 0,-1 0 0,1-1 0,-1 1 0,0 0 0,0 0 0,0 0 0,0 0-1,-1 0 1,1 0 0,-1 5 0,-1-6-237,0 0-1,1-1 1,-1 1-1,0 0 1,0-1-1,-1 1 1,1-1-1,-1 0 1,1 1-1,-1-1 1,1 0-1,-1 0 1,0 0 0,0 0-1,0 0 1,-1 0-1,1-1 1,0 1-1,-1-1 1,1 1-1,-1-1 1,1 0-1,-1 0 1,-3 1-1,-13 5 127,-1-1 0,-24 5 0,26-7-122,-94 17-3417,66-17-328,-1-2-1,1-2 1,-76-10 0,87 4-581,-8-16 165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39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1 174 4722,'0'-94'15509,"8"88"-14568,1 1 1,0 0 0,0 0 0,1 0-1,18-5 1,18 7-613,-22 2-260,6-6 38,9 1-30,28-3-267,-9 2-525,161-4-7411,-66 11-4968,-150 0 11221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1.5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310 94 2289,'0'-10'1332,"-3"-34"6196,3 43-7341,-1-1 0,1 0 0,-1 0 0,0 1 0,1-1-1,-1 1 1,0-1 0,0 0 0,0 1 0,0-1 0,0 1 0,-1 0 0,1-1 0,0 1-1,-1 0 1,1 0 0,0 0 0,-3-1 0,4 2-53,0 0-1,-1-1 1,1 1-1,0 0 1,-1 0 0,1 0-1,0 0 1,-1-1-1,1 1 1,0 0 0,0 0-1,-1 0 1,1-1-1,0 1 1,0 0 0,0-1-1,-1 1 1,1 0-1,0 0 1,0-1-1,0 1 1,0 0 0,0-1-1,0 1 1,0 0-1,0-1 1,-1 1 0,1 0-1,0-1 1,0 1-1,0 0 1,1-1 0,-1 1-1,0 0 1,0-1-1,0 1 1,0 0-1,0-1 1,0 1 0,1-1-1,72 37 825,-43-23-787,0-1 1,1-1-1,0-2 1,39 6-1,-29-6-86,268 58 363,-255-59-217,-43-7-195,0 1 0,0 0 1,-1 0-1,1 1 0,11 5 0,64 28 602,-83-34-41,-3-2-521,0 1-1,1-1 0,-1 0 0,0 1 1,0-1-1,1 0 0,-1 1 0,0-1 1,0 1-1,0-1 0,0 1 0,0-1 1,0 0-1,0 1 0,0-1 0,0 1 1,0-1-1,0 1 0,0-1 0,0 1 1,0-1-1,0 0 0,0 1 0,0-1 1,-1 1-1,1-1 0,0 0 0,0 1 1,0-1-1,-1 1 0,1-1 0,0 0 1,-1 1-1,1-1 0,0 0 0,-1 0 1,1 1-1,0-1 0,-1 0 0,1 0 0,0 1 1,-1-1-1,0 0 0,-14 15 1166,-24 5 373,-69 26 0,71-31-1503,-39 22 0,39-18-82,-54 20 0,-234 95 275,14-5-1371,260-105-3298,44-23 3143,-5 4-1960,10 6-4336,3-11 7250,-1-1 0,0 0 0,0 1 0,1-1 0,-1 0 0,1 1 0,-1-1 0,0 0 0,1 1 0,-1-1 0,1 1 0,0-1 0,-1 1 0,1-1 0,-1 1 0,1 0 0,0-1 0,-1 1 0,1-1 0,0 1 0,-1 0 0,1 0 0,0 0 0,0-1 0,-1 1 0,2 0 0,26-4-1431,-22 3 693,35-6-1363,-10 5-411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1.7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1098 1 1281,'70'10'6477,"-70"-10"-6406,1 0-1,-1 1 0,0-1 1,1 0-1,-1 0 1,0 0-1,1 1 1,-1-1-1,0 0 0,0 1 1,1-1-1,-1 0 1,0 0-1,0 1 0,1-1 1,-1 0-1,0 1 1,0-1-1,0 0 1,0 1-1,0-1 0,1 1 1,-1-1-1,0 0 1,0 1-1,0-1 0,0 1 1,0-1-1,0 0 1,0 1-1,0-1 1,0 1-1,-1-1 0,-4 7 5665,-64 19-922,66-25-4634,0 0 0,0 0 0,0 1 0,0-1 0,0 1 0,1-1 1,-1 1-1,1 0 0,-1 0 0,-2 2 0,-13 10 660,-4-3 299,0-1 0,-44 13 0,39-14 178,-52 24 0,-179 84 1237,223-102-2478,-36 21 0,-12 6-12,23-18-37,22-10-48,-51 29 0,-60 26-365,127-60-405,20-8 537,0-1 1,0 1 0,0 0 0,0-1-1,0 1 1,0 0 0,0 0-1,0 0 1,1 1 0,-1-1 0,0 0-1,-1 3 1,3-23-16030,1 17 15526,0 1 0,-1 0 0,2-3 1,17-8-2221,-14-16 254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4.3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217 138 9989,'-70'5'9021,"-1"0"-5647,-4 11-928,80-7-2046,65-5 486,-19 2-650,1-3 1,0-2-1,75-9 1,-104 6-223,154-4 66,7-2-26,356-57-249,-300 35-1476,-116 16-329,4 4-1553,22-6-2237,-29 2-1491,-119 14 7025,0-1 1,0 1-1,0-1 0,0 1 0,0-1 0,0 0 0,0 0 0,0 0 0,0 0 0,0 0 0,0-1 0,2-1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5.0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90 3217,'4'0'311,"-1"1"0,0-1-1,0 1 1,0 0-1,0 0 1,0 0-1,0 1 1,-1-1-1,1 1 1,0-1-1,-1 1 1,1 0 0,-1 0-1,1 0 1,3 5-1,38 48 1805,-13-15 256,-19-26-1754,0 1-1,-1 0 0,0 1 1,-1 0-1,-1 1 0,-1 0 0,8 21 1,-13-30-377,0 0 1,1 0 0,0-1-1,8 12 1,-12-18-222,1 0 36,0 1 0,0 0 0,0-1 0,-1 1 0,1 0 0,-1-1 0,1 1 0,-1 0 0,1 0 0,-1-1 0,0 1 0,0 0 0,0 3 0,1 10 343,3-6-1142,10 16 6552,-13-24-5691,-1-1 0,1 0 0,-1 0 0,1 1 0,0-1-1,-1 0 1,1 0 0,0 0 0,-1 0 0,1 1 0,0-1 0,-1 0-1,1 0 1,-1 0 0,1 0 0,0-1 0,-1 1 0,1 0 0,0 0-1,-1 0 1,1 0 0,-1-1 0,1 1 0,0 0 0,-1-1 0,1 1-1,-1 0 1,1-1 0,-1 1 0,1-1 0,-1 1 0,1-1-1,-1 1 1,0-1 0,1 0 0,0 0-67,0-1-1,0 1 0,0-1 1,0 1-1,-1-1 1,1 0-1,-1 1 1,1-1-1,-1 0 1,1 1-1,-1-1 0,0 0 1,0 1-1,0-1 1,0 0-1,0 1 1,-1-3-1,4-19 88,5 10-92,-6 11-40,0 0 0,-1 0-1,1 0 1,-1-1 0,0 1-1,0 0 1,0-1 0,0 1 0,0-1-1,0 0 1,-1 1 0,1-1-1,-1 0 1,0 1 0,0-4-1,2-13-266,0 1 0,1-1 0,1 1 1,1-1-1,0 1 0,11-21 0,10-38-1626,-23 62 1538,2 1 0,0-1 0,0 1 1,13-23-1,-16 34 291,1-1 0,-1 1 0,1-1 0,0 1 0,0 0 0,0 0 0,0 0 0,0 0 0,1 1 0,-1-1 0,1 1 0,0 0 0,-1 0 0,1 0 0,0 1 0,0-1 0,0 1 0,1 0 0,-1 0 0,0 0 0,0 1 0,7-1 0,6 1 55,0 1-1,1 1 1,-1 0 0,0 2-1,-1-1 1,1 2 0,19 8-1,-3 2-6,-1 2-1,36 25 1,-51-34 24,0 0 0,1-1 1,0-1-1,0-1 1,33 5-1,-26-4 14,45 13-1,-58-15 33,0-1 0,1 0 0,-1-1 0,1 0 0,0-1-1,-1-1 1,1 0 0,20-2 0,-21 1 129,-12-1-114,1 1 0,-1-1 1,0 0-1,-1 1 0,1-1 1,0 0-1,0 1 0,-1-1 1,1 1-1,-1-1 0,1 1 1,-1-1-1,0-1 0,-68-25 1829,55 21-1515,0 0 1,0 1 0,0 1 0,-1 1-1,1 0 1,-1 0 0,0 2 0,-1 0 0,1 0-1,-28 2 1,39 0-371,0-1-1,1 1 0,-1 1 1,0-1-1,1 1 1,-1-1-1,0 1 1,1 0-1,-1 0 1,1 0-1,-1 1 0,1-1 1,0 1-1,-5 3 1,6-3-15,0 0 1,0 1-1,1-1 1,-1 1 0,1-1-1,0 1 1,-1-1-1,1 1 1,0 0-1,1-1 1,-1 1-1,0 0 1,1 0-1,0-1 1,-1 1 0,1 0-1,1 5 1,-1-4-29,0 0 0,1 1 1,0-1-1,0 0 1,0 1-1,0-1 1,1 0-1,-1 0 1,1 0-1,0 0 0,5 6 1,5 13-418,-10-20 324,1 0 0,-1 0 1,1 0-1,-1 0 0,1-1 0,0 1 0,0-1 0,0 0 0,1 0 0,-1 0 0,1 0 0,-1 0 0,1-1 0,6 2 1,4 3-377,3 4-430,-9-5 519,-1-1-1,1 1 0,0-2 1,0 1-1,0-1 0,0 0 0,1-1 1,-1 0-1,1 0 0,11 1 0,59 9-2047,-59-7 1959,0-2 1,0 0 0,1-2 0,-1 0-1,1-1 1,25-3 0,232-48-972,-214 37 2640,83-31 0,-122 35 76,-2-1 0,1-1 0,-2-1 0,0-1-1,34-27 1,-52 38-809,-1 0 0,0 0 1,0 0-1,0 0 0,-1-1 0,1 1 0,-1-1 0,3-4 0,11-15 1361,-8-3-838,3 13-956,-6 13-5,-4 26-5,-3 0 0,1 9 1,0-21 0,1 0 0,0 0 0,0 0 0,2 0 0,3 19 0,3-9 0,4 17 0,7 41 0,-15-58 0,1 0 0,0 0 0,11 25 0,7 40 0,-19-67 0,2 0 0,9 29 0,4-3-1685,-3 1 0,-2 0 0,14 96 0,-18-51-2778,-3 109 0,-7-202 4081,0 1-1,0 0 1,0 0-1,0 0 0,0 0 1,0 0-1,-1-1 1,1 1-1,-1 0 1,1 0-1,-1-1 1,0 1-1,0 0 0,0-1 1,0 1-1,0 0 1,-2 1-1,-2 4-1319,2 8-2089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5.3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103 159 5571,'0'-133'9716,"0"132"-9680,0 0-1,0 0 1,0 0 0,0 0-1,0 0 1,0 0 0,0 0 0,0 0-1,1 0 1,-1 0 0,0 0-1,1 0 1,-1 0 0,0 0-1,1 1 1,-1-1 0,1 0-1,0 0 1,-1 0 0,1 1 0,0-1-1,-1 0 1,1 0 0,0 1-1,0-1 1,-1 1 0,2-2-1,0 2 3,0 0-1,0 0 0,0-1 0,-1 1 1,1 0-1,0 0 0,0 0 0,0 1 1,0-1-1,-1 0 0,1 1 0,0-1 1,2 2-1,4 2 34,0-1 1,-1 1 0,1 1-1,-1-1 1,7 8-1,3 2 156,0 2 0,-2 0 0,0 1-1,0 0 1,-2 1 0,0 1 0,-2 0-1,11 21 1,-13-1 104,-7-37-319,-1 0-1,0 0 1,0 0-1,0 0 1,0 0-1,0 1 1,-1-1 0,1 0-1,-1 1 1,1-1-1,-1 0 1,0 1 0,0-1-1,0 0 1,0 1-1,0-1 1,0 0-1,-1 1 1,1-1 0,-1 0-1,0 0 1,0 1-1,-1 2 1,-2 5 6,-1 6-23,3-10-51,0 0-1,0-1 0,0 1 1,0-1-1,-1 1 0,0-1 1,0 0-1,0 0 1,-1-1-1,0 1 0,0-1 1,0 1-1,-9 6 0,-10 4-1311,0-1-1,-1 0 1,0-2-1,-1-1 0,0-1 1,-42 11-1,-8 3-2379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5.5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52 7299,'64'-35'13252,"-38"19"-11291,-24 16-1858,-1 0 1,0 0 0,1-1-1,-1 1 1,1 1-1,-1-1 1,0 0 0,1 0-1,-1 0 1,0 1 0,1-1-1,-1 1 1,0-1-1,0 1 1,1-1 0,-1 1-1,0 0 1,2 1 0,-3-2-69,0 0 1,1 0 0,-1 0 0,0 0-1,0 0 1,0 0 0,1 0 0,-1 1-1,0-1 1,0 0 0,1 0 0,-1 0-1,0 0 1,0 0 0,0 0 0,0 1 0,1-1-1,-1 0 1,0 0 0,0 0 0,0 0-1,0 1 1,0-1 0,0 0 0,1 0-1,-1 0 1,0 1 0,0-1 0,0 0-1,0 0 1,0 1 0,0-1 0,0 0-1,0 0 1,0 0 0,0 1 0,0-1 0,0 0-1,0 0 1,0 1 0,0-1 0,0 3 161,0 0 1,1-1 0,0 1 0,-1 0 0,1-1 0,0 1 0,0 0 0,0-1 0,1 1 0,-1-1-1,2 3 1,-1-3-33,0 1-1,0 0 1,0 0-1,-1 0 1,0 1-1,1-1 1,-1 0-1,0 0 1,-1 1-1,1-1 1,0 6-1,-1 0 145,1 1 1,0 0-1,0-1 0,5 17 0,-3-17-214,-1 0 0,0 0-1,-1 0 1,1 16 0,-3-2 46,0-10-90,1-1 1,1 1-1,0-1 0,3 19 0,6 5-54,-2-9-49,0 0 0,-3 1 1,0 0-1,1 38 1,-5-53-321,0 0 1,1 0-1,1 0 0,4 15 1,-3-15-525,-1 0 0,0 0-1,-1 0 1,1 17 0,-3-6-2398,1 0 0,2-1-1,8 39 1,-8-21-1030,-3 2 415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5.8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357 203 6339,'0'-7'1399,"1"-1"0,0 1-1,1 0 1,-1 0 0,5-10 0,-4 13-942,-1-1 0,1 0 1,-1 1-1,0-1 0,0 0 1,0 0-1,-1 0 0,0 0 0,0 0 1,0 0-1,0 1 0,-1-1 1,0 0-1,-1-7 0,0 7 196,0 0 0,0 1 0,-1-1 0,1 0 0,-1 1 0,0 0 0,0 0-1,0 0 1,-1 0 0,1 0 0,-7-5 0,7 8-520,0-1 1,1 0-1,-1 1 1,0-1-1,0 1 1,0 0-1,-1 0 0,1 0 1,0 0-1,0 1 1,0-1-1,-1 1 1,1 0-1,0 0 0,-1 0 1,1 1-1,0-1 1,0 1-1,0-1 1,-6 3-1,4-1-112,1 0 0,0 1-1,0-1 1,0 1 0,0 0 0,0 0 0,-6 6-1,-28 21 110,20-15-127,0 0 0,1 1-1,1 0 1,0 1 0,1 1-1,-24 39 1,32-45-345,1 0 0,0 1 1,0-1-1,2 1 0,-1 0 1,2 1-1,-5 25 0,8-35 57,-1 1 0,1 0 0,0-1 1,0 1-1,1-1 0,-1 1 0,1 0 0,0-1 0,0 1 0,1-1 0,-1 0 0,3 6 0,-2-8 123,-1 0-1,1 0 0,0 0 0,0 0 0,0 0 0,0-1 0,0 1 1,0 0-1,0-1 0,0 0 0,1 1 0,-1-1 0,0 0 0,1 0 1,-1 0-1,1-1 0,-1 1 0,1-1 0,0 1 0,-1-1 0,1 0 1,-1 0-1,4 0 0,3 1 189,-1-1 0,1 0 0,0-1 1,-1 1-1,1-2 0,0 1 0,-1-1 0,1 0 0,-1-1 1,0 0-1,0-1 0,0 1 0,0-1 0,-1-1 1,15-10-1,-7 2 1377,0-1 0,-1 0 1,-1-1-1,0-1 0,-1 0 1,17-29-1,-3 6-1075,-19 20-328,-9 38 0,2-17 0,0-1 0,0 1 0,1 0 0,-1 0 0,0-1 0,1 1 0,0 0 0,-1-1 0,1 1 0,0 0 0,0-1 0,0 1 0,1 1 0,-1-2 0,0 1 0,0 0 0,0-1 0,0 1 0,0 0 0,0 0 0,-1-1 0,1 1 0,-1 0 0,1 0 0,-1 0 0,0 0 0,1 2 0,-2 19 0,0-14 0,1-1 0,0 0 0,0 0 0,1 1 0,0-1 0,3 12 0,7-2 23,-10-16-70,1 1 0,-1-1-1,1 0 1,-1 0 0,0 1 0,0-1 0,0 0-1,-1 1 1,1-1 0,0 1 0,-1 0 0,0-1 0,1 4-1,-1 83-9519,0-30-1598,0-33 5851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6.2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122 150 5266,'5'-7'1922,"-2"-1"-1,1 1 0,-1-1 0,0 0 1,0 0-1,-1 0 0,0 0 0,-1 0 1,0 0-1,0 0 0,-1-14 0,1-7 1445,-2 20-3028,0 9-315,0-1 0,0 1 0,0 0 0,0-1 0,-1 1 0,1 0 0,0 0 0,0 0 0,0 0 0,-1 0 0,1 0 0,0 0 0,0 1 0,0-1 0,-2 1 0,0-1 20,2 1-32,-1 0 0,1 0 0,0 0 0,-1 0 0,1 0 0,0 0 0,0 0 0,0 0 0,0 1 0,0-1 0,0 0 0,0 1 0,0-1 0,0 0 0,1 1 0,-1 0-1,0 2 1,-8 13 43,-10 8-62,15-20 12,-1 0 0,2 0 0,-1 0 0,1 1 0,-1 0 0,1-1 0,1 1 0,-1 0 0,-2 11 0,-15 25 27,17-38-30,0 1 1,0-1-1,1 1 1,0 0-1,0 0 0,0 0 1,0 0-1,1 1 1,0-1-1,0 0 1,-1 6-1,2 93-172,1-97-32,1 0 1,-1 0-1,1 0 0,0 0 0,0 0 0,1-1 0,0 1 0,1-1 0,-1 1 1,1-1-1,0 0 0,0-1 0,1 1 0,0-1 0,0 1 0,0-2 0,1 1 1,9 6-1,-5-4-75,-1-1 0,0 0 1,1 0-1,0-1 0,1 0 0,-1-1 1,1-1-1,0 1 0,-1-2 0,1 1 1,22 0-1,-16-4 386,1-1 0,-1-1-1,1-1 1,-1-1 0,0 0 0,-1-1 0,1-1 0,-1 0-1,-1-1 1,1-1 0,15-13 0,-7 2 397,-2-1 1,-1-1-1,-1 0 0,0-2 1,-2-1-1,-1 0 0,-1-1 1,-1-1-1,-1 0 0,-2-1 1,16-51-1,-26 71-505,-1 0 0,0 0 0,0 0 0,-1 0 0,-1-15 0,0 1 0,1 21 0,0 1 0,0-1 0,0 1 0,0-1 0,0 1 0,0-1 0,0 1 0,0-1 0,-1 0 0,1 1 0,0-1 0,0 1 0,-1 0 0,1-1 0,0 1 0,0-1 0,-1 1 0,1-1 0,-1 1 0,1 0 0,0-1 0,-1 1 0,1 0 0,-1-1 0,1 1 0,-1 0 0,1 0 0,-1-1 0,1 1 0,-1 0 0,1 0 0,-1 0 0,1 0 0,-1 0 0,1-1 0,-1 1 0,1 0 0,-1 0 0,1 1 0,-1-1 0,0 0 0,1 0 0,-1 0 0,1 0 0,-1 0 0,1 0 0,-1 1 0,1-1 0,-1 0 0,1 0 0,0 1 0,-1-1 0,1 0 0,-1 1 0,1-1 0,0 1 0,-1-1 0,-27 24 0,1 4 0,24-26 0,0 0 0,1 1 0,-1-1 0,0 1 0,1 0 0,-1-1 0,1 1 0,0 0 0,0 1 0,0-1 0,0 0 0,-1 6 0,-44 108 0,39-50 0,0-52 0,6-13 0,1 0 0,-1 0 0,1 0 0,0 0 0,0 1 0,0-1 0,0 0 0,0 1 0,0-1 0,1 1 0,-1-1 0,1 1 0,0-1 0,-1 1 0,1-1 0,0 1 0,1-1 0,-1 1 0,0-1 0,1 0 0,0 4 0,7 10 0,-6-13 0,0 1 0,0 0 0,0 0 0,0-1 0,-1 1 0,0 0 0,0 1 0,0-1 0,0 0 0,-1 0 0,1 5 0,-1-3 0,1 1 0,1-1 0,-1 0 0,1 1 0,0-1 0,1 0 0,-1 0 0,1 0 0,1 0 0,-1-1 0,1 1 0,0-1 0,4 5 0,3 5 0,-7-11 0,0 0 0,0-1 0,0 1 0,1-1 0,-1 0 0,1 0 0,0 0 0,0 0 0,10 3 0,-11-5 0,6 3-664,1-1 0,-1 0 0,0 0-1,1-2 1,0 1 0,-1-1 0,1-1 0,0 0 0,0 0 0,0-1 0,-1 0-1,1-1 1,-1-1 0,16-4 0,-22 5-182,0 0 0,0-1 0,0 1 0,0-1 0,0 0 0,-1 0 0,1 0 1,-1-1-1,6-7 0,-6 7 56,24-22-4490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7.4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268 141 5619,'-6'-32'8147,"-15"-11"-3894,5 14-1711,15 27-2213,0 0-1,-1 0 0,1-1 1,0 1-1,-1 0 0,1 0 1,-1 0-1,0 0 0,0 0 1,1 1-1,-1-1 0,0 1 1,0-1-1,-1 1 0,1-1 1,0 1-1,0 0 0,-1 0 0,1 0 1,-1 1-1,1-1 0,-1 0 1,1 1-1,-1 0 0,1-1 1,-1 1-1,1 0 0,-1 0 1,-2 1-1,1 0-231,1 0-1,-1 0 1,1 0-1,-1 0 1,1 1-1,-1-1 1,1 1-1,0 0 1,0 0-1,0 1 1,0-1-1,0 0 1,0 1 0,1 0-1,-1 0 1,1-1-1,0 1 1,0 1-1,0-1 1,0 0-1,-2 4 1,-22 36 77,21-38-168,1 1 1,0 0 0,0 1-1,0-1 1,1 1-1,0 0 1,-3 9 0,-9 34-1,12-41-6,0 0 0,0 0 0,1 1-1,0-1 1,0 1 0,1 0 0,1 9 0,-2 31 0,0-32 0,1 1 0,1-1 0,1 1 0,0 0 0,7 27 0,18 47 0,-24-88 1,0 0-1,0 1 1,0-1 0,1 0-1,0 0 1,0-1 0,0 1-1,0 0 1,1-1 0,0 0-1,4 5 1,54 38-11,-30-24-25,-21-15-91,1 0 0,0-1 0,1 0 1,-1-1-1,1-1 0,0 0 0,1-1 1,-1 0-1,1-1 0,0-1 0,14 2 1,-5-1-74,-8-1 162,0-2-1,0 0 1,0-1-1,0 0 1,0-1-1,0-1 1,0 0-1,-1-1 0,16-7 1,26-5 41,-26 7 171,0 0-1,-1-2 1,0-1-1,-1-2 0,-1 0 1,0-2-1,26-21 1,-44 30-73,-2 0 1,1-1 0,-1 0 0,0 0 0,7-12 0,13-16 0,-8 15-103,-15 18 0,0-1 0,0 1 0,0-1 0,-1 0 0,1 0 0,-1-1 0,0 1 0,0-1 0,-1 1 0,1-1 0,-1 0 0,0 0 0,0 0 0,-1 0 0,0 0 0,2-9 0,-4 31 0,0 0 0,2-1 0,0 1 0,3 19 0,6-19 0,-8-14 0,0 0 0,-1-1 0,1 1 0,-1 0 0,0 0 0,0 0 0,0 0 0,0 0 0,0 0 0,-1 0 0,1 0 0,-1 5 0,9 36 0,-7-38 0,0-1 0,0 1 0,-1 0 0,0 0 0,1 10 0,-2-14 0,0 0 0,0 0 0,0 0 0,0 1 0,1-1 0,-1 0 0,1 0 0,-1 0 0,1-1 0,0 1 0,0 0 0,0 0 0,0 0 0,0 0 0,0-1 0,0 1 0,1-1 0,-1 1 0,0-1 0,1 1 0,3 1 0,-3-1 0,1 1 0,-1-1 0,0 0 0,1 1 0,-1-1 0,0 1 0,-1 0 0,1-1 0,1 5 0,18 30 0,-20-36 0,0 1 0,0 0 0,0 0 0,0-1 0,0 1 0,1 0 0,-1-1 0,1 1 0,-1-1 0,1 0 0,0 0 0,-1 1 0,1-1 0,0 0 0,3 1 0,-3-8 0,-1 0 0,-1 0 0,1 0 0,-1 0 0,0 0 0,-1-1 0,1 1 0,-3-8 0,-36-83 0,14 7 0,17 73 0,1 0 0,0-1 0,1 0 0,1 0 0,1-1 0,1 1 0,0-1 0,2 0 0,0-30 0,1 45 0,1 1 0,-1 0 0,1-1 0,-1 1 0,1 0 0,1-1 0,-1 1 0,0 0 0,1 0 0,-1 0 0,1 0 0,0 0 0,0 1 0,0-1 0,0 0 0,1 1 0,-1 0 0,1-1 0,-1 1 0,1 0 0,0 0 0,0 0 0,3-1 0,-4 3 0,-1 0 0,1-1 0,-1 1 0,1 0 0,-1 0 0,1 0 0,-1 1 0,1-1 0,-1 0 0,1 1 0,-1-1 0,1 0 0,-1 1 0,0 0 0,1-1 0,-1 1 0,0 0 0,3 1 0,13 6 0,-14-7 0,0 0 0,0 0 0,0 0 0,0 1 0,0-1 0,-1 1 0,1 0 0,0 0 0,-1 0 0,3 2 0,14 10 0,0-3 0,-1 1 0,0 1 0,0 0 0,-1 2 0,-1-1 0,17 21 0,60 53 0,-89-86 0,-1 1 0,-1 0 0,1 0 0,0 0 0,-1 0 0,1 1 0,-1-1 0,0 0 0,0 1 0,2 7 0,-3-9 0,0 0 0,1 0 0,-1 0 0,0 0 0,1-1 0,-1 1 0,1 0 0,-1-1 0,1 1 0,0-1 0,0 0 0,0 1 0,0-1 0,0 0 0,0 0 0,0 0 0,0 0 0,0-1 0,0 1 0,1-1 0,-1 1 0,0-1 0,0 0 0,1 1 0,-1-1 0,0-1 0,0 1 0,5-1 0,-3 1 0,-1-1 0,1 0 0,0 0 0,-1 0 0,1 0 0,-1 0 0,0-1 0,1 1 0,-1-1 0,0 0 0,0 0 0,0 0 0,0-1 0,0 1 0,2-4 0,3-10 0,-7 14 0,0 0 0,-1-1 0,2 1 0,-1 0 0,0 0 0,0 0 0,1 0 0,-1 0 0,1 0 0,3-3 0,-1 1 0,-1 1 0,0-1 0,-1 0 0,1 1 0,0-2 0,-1 1 0,0 0 0,2-6 0,17-28 0,-13 25 0,-1 1 0,-1-1 0,9-23 0,-11 23 0,1 1 0,0 0 0,14-21 0,-12 8 0,-4 13 0,7 21 0,4 9 0,7 14 0,1-6 0,-5-8 0,-6 5 0,-9-18 0,0 0 0,0 0 0,1 0 0,0-1 0,0 0 0,0 1 0,0-1 0,1 0 0,-1 0 0,9 6 0,17 9 0,57 30 0,-34-21 0,-44-26-66,0 1 1,0-1-1,0 0 0,1-1 0,-1 0 1,0 0-1,0-1 0,1 0 1,-1 0-1,0-1 0,1 0 1,13-4-1,-4 2-11,-9 2 109,-1-1-1,0-1 1,-1 1 0,1-1 0,0 0-1,-1-1 1,0 0 0,1 0-1,-1-1 1,11-9 0,3-5 233,33-41 1,-31 35-215,-18 18-51,0 0 0,-1 0 0,0 0 0,0 0 0,0-1 0,3-9 0,-5 10 0,0 1 0,1 0 0,0 0 0,0 0 0,1 0 0,0 0 0,0 1 0,6-8 0,-9 13 0,0-1 0,0 0 0,-1 0 0,1 0 0,-1 0 0,1 0 0,-1 0 0,1 0 0,-1 0 0,1 0 0,-1 0 0,0 0 0,0 0 0,1 0 0,-1 0 0,0 0 0,0-2 0,-3 22 0,3-3 0,1-1 0,1 0 0,0 0 0,1 0 0,5 17 0,-7-24 0,0 0 0,0 0 0,0 0 0,-1 0 0,-1 14 0,0-13 0,0-1 0,1 1 0,1 0 0,-1 0 0,1 0 0,3 12 0,64 245 0,-54-199 0,-9-46 0,-1 1 0,0 0 0,0 29 0,-3-24-127,9 49-1,-7-59-91,-1 0 0,0 0 0,-1 0 0,0 0 0,-2 1 0,-2 21 1,-3-12-922,3-11-442,0 0 0,-1 31 0,3-35 155,0 0-1,0 0 0,-1 0 1,-1 0-1,-7 21 1,8-26 35,-1 0 0,-1 0 1,1 0-1,-1-1 0,0 1 1,-7 6-1,-15 14-5283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7.6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170 168 1425,'4'-14'1540,"0"1"1,-1-1 0,0 0 0,-1 1 0,0-1 0,-1 0-1,-2-27 1,1 29-568,0 11-906,1 0-1,-1 0 1,0 0-1,0 1 1,1-1-1,-1 0 1,0 0-1,1 0 1,-1 1-1,1-1 1,-1 0-1,1 0 1,0 1-1,-1-1 1,1 0-1,0 1 1,-1-1-1,1 1 1,0-1-1,-1 1 1,1-1-1,0 1 1,0 0-1,0-1 1,0 1-1,-1 0 1,1-1-1,0 1 0,0 0 1,0 0-1,0 0 1,0 0-1,0 0 1,0 0-1,0 0 1,-1 0-1,1 0 1,0 1-1,1-1 1,14 20 1355,4 19-316,-14-29-953,-1 0 0,0 0-1,0 0 1,-1 1 0,-1 0-1,1-1 1,-2 1 0,0 1-1,1 10 1,-1 7 73,-1-22-160,0 0 0,-1 0 0,0 0 0,0 1 0,-1-1 0,1 0 0,-2 0 0,1 0 0,-3 8 0,-7 14-16,9-20-70,-1-1-1,0 1 1,-1 0 0,0-1-1,0 0 1,-1 0-1,0 0 1,0-1-1,-1 0 1,0 0 0,-11 11-1,-42 23-2158,39-29-344,1-1 1,-2-1-1,-23 8 1,22-15-1659,-4-3-1387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8.0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56 5475,'5'-3'877,"0"0"307,0 1 1,-1-1-1,1 0 1,0 0 0,-1-1-1,7-6 1,-10 9-894,-1 0 1,1 0-1,0 0 0,0 0 1,0 0-1,0 0 1,0 1-1,0-1 0,1 0 1,-1 1-1,0-1 0,0 1 1,0-1-1,1 1 0,1-1 1,-3 1-170,1 0 0,0 0 0,-1 0 0,1 0 0,-1 0 0,1 0-1,-1-1 1,1 1 0,-1 0 0,0 0 0,1-1 0,-1 1 0,1 0 0,-1 0 0,1-1 0,-1 1 0,0 0 0,1-1 0,-1 1 0,0-1 0,1 1 0,-1 0 0,0-1 0,1 1 0,-1-1 0,0 1 0,0-1 0,0 1 0,1-1-1,-1 1 1,0-1 0,0 1 0,0-1 0,0 1 0,0-2 0,1 26 4253,-1-19-4119,1-1 1,0 1-1,1 0 1,-1 0-1,1 0 1,0-1 0,4 8-1,-5-8-205,0 0 0,0 0 1,0 0-1,0 0 0,0 0 0,-1 0 0,0 0 0,0 0 0,0 0 0,0 0 1,-2 8-1,1-7-34,0 1 1,0-1 0,1 0 0,0 1-1,0-1 1,1 0 0,-1 1-1,1-1 1,0 0 0,2 7 0,6 11 2,-4-9 0,0 0-1,1 0 1,13 22-1,3 0-743,-20-31 372,1 0-1,-1 0 1,1 0-1,1 0 1,-1-1-1,0 1 1,1-1-1,0 0 1,0 0-1,1 0 1,-1 0-1,7 3 1,1 0-670,0-1 1,0 0 0,1 0-1,0-1 1,18 4 0,-24-8 734,0 0 1,1-1 0,-1 1 0,1-2 0,-1 1 0,0-1 0,1 0 0,-1 0-1,0-1 1,0 0 0,12-5 0,-5 2 160,-7 2 109,0 1 0,0-1 1,-1 0-1,1-1 0,-1 0 1,0 0-1,0 0 1,0 0-1,0-1 0,6-8 1,9-8 362,-16 16-132,0 1 0,0-1 0,0-1 0,-1 1 0,0-1 0,0 1 0,0-1 0,-1-1 0,1 1 0,3-12-1,17-44 3108,-20 55-2691,0 0 0,-1-1-1,0 1 1,0-1 0,-1 0-1,0 0 1,0 0 0,1-15 0,-3-86 4596,-1 131-5193,0-17-58,1 0 0,-1 0 0,1-1 0,0 1 0,1 0 0,-1 0 0,1 0-1,0 0 1,0 0 0,2 4 0,6 5-474,-7-12 286,-1 0 0,1 0 1,-1 0-1,1 1 0,-1-1 1,0 1-1,0-1 0,0 0 1,0 1-1,-1 0 0,1-1 1,-1 1-1,1-1 0,-1 4 1,1 6-1419,1 0 0,1-1 0,0 1 0,0-1 1,1 0-1,1 0 0,0 0 0,10 15 0,-6-8-1329,-7-16 2509,-1 0 0,1 0-1,0 0 1,0 0 0,1 0-1,-1-1 1,0 1 0,0-1-1,1 1 1,3 1 0,6 4-1505,-7 4-2305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8.2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0 548 2545,'19'-199'11115,"-19"-45"4335,0 140-11793,0 301-3657,1-179 0,0-1 0,1 0 0,8 30 0,-6-31 0,0 0 0,-2 0 0,2 29 0,-3 16 0,14 90 0,-13-127 0,-2 45 0,-1-49 0,1 1 0,1-1 0,4 30 0,4-15 7,-5-18-88,0-1 1,-1 1 0,1 28-1,-4 158-7007,-1-194 6297,0 1 0,-1 0 0,0-1 0,-1 0 0,1 1 0,-2-1 0,1 0 0,-6 8 0,-8 23-4152,17-38 4566,-1 1 0,0-1 0,0 1 0,0 0 1,0-1-1,0 0 0,0 1 0,-1-1 0,1 0 0,-1 0 0,0 1 0,1-1 0,-1-1 0,0 1 0,0 0 0,0 0 1,-5 2-1,-13 12-2651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8.6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0 484 3602,'5'-7'660,"-3"4"-138,1-1 0,-1 1 1,1-1-1,-1 0 0,0 0 0,0 0 1,-1 0-1,1 0 0,-1 0 0,0-1 1,0 1-1,-1 0 0,1-6 0,0 3 218,-1 1 0,1 0 0,1 0 0,-1 0-1,1 0 1,0 0 0,0 0 0,1 1 0,0-1 0,0 1 0,0 0-1,0-1 1,1 1 0,0 1 0,4-6 0,-7 10-599,0-1 1,-1 1 0,1-1 0,-1 0-1,1 1 1,-1-1 0,0 0-1,1 1 1,-1-1 0,0 0 0,0 0-1,1 0 1,-1 1 0,0-1 0,0 0-1,0 0 1,0 0 0,0 1-1,0-2 1,2-9 1028,2 8-1013,-1-1 1,1 1-1,0 0 0,0 0 0,0 0 0,0 1 0,0-1 1,0 1-1,1 0 0,-1 0 0,1 1 0,0 0 1,-1-1-1,1 1 0,0 1 0,6-1 0,17-1-72,46 2-1,-42 0-65,77-16-331,-79 17 128,-16 0 34,0-1-1,0 0 0,0-1 1,0-1-1,0 0 1,21-6-1,-17 1 42,-7 3 107,-1 0 1,1-1-1,-1 0 0,1 0 0,-2-1 0,1-1 0,-1 1 1,13-13-1,-20 17 60,0 0 1,0 0-1,0 0 0,0 0 1,-1-1-1,1 1 1,-1 0-1,1-1 0,-1 1 1,0-1-1,2-4 1,0-41 2316,-3 47-2346,0 0 0,0-1 0,0 1 0,0 0 0,0-1 0,0 1 0,0 0 0,-1-1 0,1 1 0,0 0 0,-1-1 0,1 1 0,-1 0 0,0 0 0,1 0 0,-1-1 0,0 1 0,0 0 0,1 0 0,-1 0 0,0 0 0,0 0 0,0 0 0,0 1 0,0-1 0,-1 0 0,1 0 0,0 1 0,-3-2 0,-19-16 192,22 15-221,-1 1 0,1 0 0,-1 0 0,1 0 0,-1 1 0,0-1 0,0 0 0,0 1 0,0-1 0,0 1 0,0-1 0,0 1 0,-1 0 0,1 0 0,0 0 0,-1 0 0,1 0 0,-1 1 0,-2-1 0,-2 1 0,1 0 0,0 1 0,0 0 0,-1 0 0,1 1 0,-11 4 0,9-3 0,1-1 0,0 2 0,0-1 0,0 1 0,0 0 0,1 0 0,0 1 0,-1 0 0,-5 6 0,5-4 0,0 0 0,0 0 0,1 1 0,0 0 0,1 0 0,-1 1 0,2 0 0,-1 0 0,1 0 0,0 0 0,1 0 0,0 1 0,1 0 0,0-1 0,0 1 0,1 0 0,0 16 0,2-22 0,-1 0 0,1 0 0,-1 0 0,1 0 0,0 0 0,1-1 0,-1 1 0,1 0 0,-1-1 0,1 1 0,3 3 0,10 23 0,-14-25-61,1-1-1,1 0 1,-1 0-1,1 1 1,0-2-1,0 1 1,0 0 0,0 0-1,0-1 1,1 0-1,0 0 1,0 0-1,0 0 1,0 0 0,0-1-1,0 0 1,1 0-1,-1 0 1,1 0-1,-1-1 1,1 1 0,0-1-1,0-1 1,0 1-1,-1-1 1,1 1-1,0-1 1,0-1 0,0 1-1,0-1 1,-1 0-1,1 0 1,0 0-1,-1 0 1,1-1 0,-1 0-1,1 0 1,6-4-1,8-6 320,0-1 0,-1-1 0,0-1 0,-2 0 0,1-1 0,16-22 0,64-82 332,-77 86-590,-18 30 0,0 0 0,0 0 0,0 0 0,0 0 0,1 1 0,-1-1 0,1 1 0,0 0 0,6-6 0,17 0 0,-25 9 0,0 0 0,-1 0 0,1 1 0,0-1 0,0 0 0,-1 0 0,1 1 0,0-1 0,0 0 0,-1 1 0,1-1 0,0 1 0,-1-1 0,1 1 0,-1-1 0,1 1 0,0-1 0,-1 1 0,1 0 0,-1-1 0,0 1 0,1 0 0,-1-1 0,1 1 0,-1 0 0,0 0 0,0-1 0,1 1 0,-1 0 0,0 0 0,0 0 0,0-1 0,0 1 0,0 0 0,0 0 0,0 0 0,0-1 0,0 1 0,-1 1 0,1-1 0,0 0 0,0 0 0,0 1 0,0-1 0,1 0 0,-1 1 0,0-1 0,1 0 0,-1 0 0,1 0 0,-1 0 0,1 1 0,-1-1 0,1 0 0,0 0 0,-1 0 0,1 0 0,0 0 0,0 0 0,2 1 0,9 13 0,-5 7 0,-6-17 0,0 0 0,1 0 0,0 0 0,-1 0 0,2 0 0,-1-1 0,4 6 0,7 9 0,-1-3 0,0 2 0,-1-1 0,0 2 0,-2-1 0,12 31 0,-19-39 0,1 0 0,0 0 0,1 0 0,0-1 0,1 0 0,-1 1 0,2-2 0,-1 1 0,13 13 0,-14-17 0,7 12-18,24 26-1311,-31-40 619,-1 0-1,0 0 1,-1 1 0,1 0 0,-1-1 0,1 1-1,1 4 1,-3-6 149,0 0 1,0 0-1,0 0 0,0 0 0,0 0 1,1 0-1,-1-1 0,1 1 0,-1 0 1,1-1-1,0 1 0,2 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9.8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356 108 1056,'6'-1'426,"-1"0"-1,0 0 1,0 0-1,0-1 0,0 1 1,-1-1-1,1 0 1,0-1-1,-1 1 0,1-1 1,-1 0-1,0 0 1,0 0-1,0-1 0,0 1 1,-1-1-1,1 0 1,-1 0-1,4-7 0,-6 10-274,0 0 1,-1 0-1,1 0 0,0 0 0,0 1 0,0-1 0,0 0 0,0 0 0,0 0 0,0 1 0,0-1 0,0 1 0,1-1 1,-1 1-1,2-1 0,7-5 1725,-7-16 5137,-3 21-6754,0 1-1,0 0 1,0-1-1,0 1 1,0-1 0,0 1-1,-1-1 1,1 1-1,0 0 1,0-1 0,-1 1-1,1-1 1,0 1-1,-1 0 1,1-1 0,0 1-1,-1 0 1,1-1 0,0 1-1,-1 0 1,1 0-1,-1-1 1,1 1 0,0 0-1,-1 0 1,1 0-1,-1 0 1,1-1 0,-1 1-1,1 0 1,-1 0-1,1 0 1,-1 0 0,-27 2 2312,22 0-2526,-1 0-1,0 0 0,1 0 1,0 1-1,-1 0 0,-10 7 1,5-1-30,0 0 1,0 1 0,1 1 0,0 0 0,1 1-1,0 0 1,1 0 0,0 1 0,1 0 0,1 0 0,0 1-1,1 0 1,-6 17 0,12-29-16,-1 1 0,1-1 0,-1 0 0,1 0 0,0 0 0,0 0 0,0 1 0,0-1 0,1 0 0,-1 0 0,0 0 0,1 0 0,0 0 0,-1 0 0,1 1 0,0-2 0,2 4 0,4 12 0,-6-13 0,0 2 0,0 0 0,1 0 0,0 0 0,0 0 0,0-1 0,1 1 0,0-1 0,0 0 0,1 0 0,-1 0 0,1 0 0,0 0 0,0-1 0,1 1 0,5 4 0,44 38 0,-33-28 0,0 0 0,1-1 0,40 24 0,-53-38 0,0 1 0,0 0 0,-1 1 0,0-1 0,13 13 0,-20-17 0,1 0 0,-1 1 0,1 0 0,-1-1 0,1 1 0,-1 0 0,0 0 0,0 0 0,0 0 0,0 0 0,0 0 0,0 0 0,-1 0 0,1 0 0,-1 0 0,1 1 0,-1-1 0,0 0 0,0 0 0,0 0 0,0 1 0,0-1 0,-1 0 0,1 0 0,0 0 0,-1 1 0,0-1 0,0 0 0,1 0 0,-3 3 0,1-3 0,-1 0 0,1 0 0,0 0 0,-1 0 0,0 0 0,1 0 0,-1-1 0,0 1 0,0-1 0,0 0 0,0 0 0,0 0 0,0 0 0,0 0 0,0-1 0,-4 1 0,-8 2 0,-55 17 0,-2-3 0,0-3 0,-76 4 0,59-9-77,87-9-38,0 0 1,1 0-1,-1 0 1,0 0-1,0 1 1,1-1-1,-1 0 0,0 1 1,1 0-1,-1-1 1,0 1-1,1 0 1,-1 0-1,1-1 1,-3 3-1,-14 4-1665,13-7 254,32-3-1048,-13-1 1803,0 1 0,1 1 0,16-2 0,37-7-790,119-30-440,-107 25 1921,-62 13 120,-1 0 1,0-1-1,0 0 1,0-2-1,30-13 1,18-14 862,-46 25-51,0-1-1,-1-1 1,1 0-1,-2-2 1,0 0 0,26-24-1,-10 6 1325,-28 27-1797,1-2-1,-1 1 1,0 0 0,-1-1-1,1 0 1,4-8-1,19-53 2205,-17 56-2583,-10 9 0,0 0 0,0 1 0,0-1 0,0 0 0,-1 0 0,1 0 0,0 0 0,0 0 0,-1 0 0,1 0 0,0 0 0,-1 0 0,1 0 0,-1 0 0,0 0 0,1 0 0,-1 0 0,0-1 0,0 1 0,1 0 0,-1 0 0,0-3 0,0 8 0,0-1 0,0 0 0,0 0 0,0 0 0,-1 0 0,1 0 0,-1 0 0,0 0 0,0 0 0,0 0 0,0 0 0,0 0 0,-1 0 0,1-1 0,-1 1 0,0 0 0,0-1 0,-2 3 0,0 0 0,2 0 0,1 0 0,0-1 0,0 1 0,0 0 0,0 1 0,1-1 0,0 0 0,0 0 0,0 0 0,2 7 0,-2 8 0,1-16 0,-1 0 0,0-1 0,1 1 0,0-1 0,0 1 0,0-1 0,0 1 0,1-1 0,-1 0 0,4 7 0,-3-7 0,0 0 0,0 0 0,0 0 0,-1 1 0,0-1 0,0 1 0,0-1 0,0 1 0,0 0 0,0 6 0,-1-5-100,1 0 0,0-1-1,0 1 1,0 0 0,1-1 0,0 1 0,0-1 0,0 0-1,0 0 1,0 0 0,1 0 0,0 0 0,0 0 0,0 0-1,0-1 1,1 0 0,0 0 0,-1 0 0,1 0 0,0 0-1,7 3 1,20 18-591,-24-19 447,0 0-1,1-1 0,0 0 0,0 0 1,0-1-1,0 0 0,1 0 0,-1-1 1,1 0-1,-1 0 0,1-1 0,17 0 1,-6-1 66,1 0 0,-1-1 0,0-2-1,0 0 1,20-6 0,-17 1 192,0-1-1,40-24 0,-58 30 47,0 0 0,0 0 0,-1-1 1,0 0-1,1 1 0,-2-2 0,1 1 0,0 0 0,-1-1 0,4-6 0,22-26 805,-18 26-334,0-1 0,-1 0 0,-1-1 0,0 0 0,0 0 0,-2-1 0,1 0 0,9-29 0,-1 0 43,-13 37-548,-1 1-1,0-1 0,0 1 0,0-1 0,-1 0 0,0 1 0,0-1 0,0-11 0,-1-19-25,0 57 0,0 61 0,0-75 0,1 0 0,0-1 0,0 1 0,0-1 0,4 9 0,-3-7 0,0 0 0,0-1 0,0 1 0,-1 0 0,0 12 0,-1-13 0,1-1 0,0 1 0,1 0 0,-1-1 0,1 1 0,5 9 0,-5-9 0,1 0 0,-1 0 0,0 0 0,0 0 0,-1 1 0,1 11 0,-1-6-684,1 0-1,0-1 1,1 1-1,0-1 1,1 0-1,1 0 1,0 0-1,12 21 1,-15-27-671,0-1 0,-1 1 0,0-1 0,0 1 0,-1-1 0,1 1 1,-1 0-1,-1-1 0,0 9 0,0 6-4657,1-9-1018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49.9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1 243 7603,'0'-26'7668,"0"-17"-3314,0 17-2209,0 0-1009,0-1-655,19 1-257,-19 10-496,0 6-913,0-6-992,28 5-1024,-28-5-561,28 16 32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50.5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1 227 1857,'0'1'199,"0"0"0,0 0 1,0 0-1,0 0 0,0 0 1,1 0-1,-1 0 0,0 0 1,1 0-1,-1 0 0,0 0 0,1 0 1,-1 0-1,1 0 0,0 0 1,-1 0-1,1-1 0,0 1 1,-1 0-1,1 0 0,0-1 0,0 1 1,0 0-1,0-1 0,0 1 1,0-1-1,-1 1 0,1-1 0,2 1 1,0 0 248,1-1 0,0 1 0,-1-1 1,1 1-1,0-1 0,0 0 0,-1-1 1,7 0-1,-2 0 613,-1-1 1,1 0-1,-1 0 1,0 0-1,0-1 0,0 0 1,12-7-1,16-12 3183,-30 19-3589,1 1-1,-1-1 0,0 0 0,0-1 0,0 1 0,0-1 1,-1 0-1,1 0 0,-1-1 0,5-6 0,-7 8-514,1 0-81,-1-1 0,1 0 0,-1 0 0,0 0 0,0 0 0,-1 0 0,1 0 0,-1 0 0,0 0 0,0-1 0,0 1 0,-1-1 0,1-4 0,-1 5-59,0 0 0,0 0 0,-1 0 0,1 0 0,-1 0 0,0 0 0,0 0 0,-1 1 0,1-1 0,-1 0 0,1 1 0,-1-1 0,0 1 0,0-1 0,-6-5 0,1-12 0,4 15 0,-12 4 0,11 2 0,1 0 0,-1 1 0,0-1 0,0 1 0,0 0 0,1 0 0,-1 0 0,0 1 0,1-1 0,-1 1 0,1 0 0,-1 0 0,1 0 0,0 0 0,-4 4 0,-2 4 0,0 0 0,0 0 0,-8 14 0,4-5 0,5-6 0,1 1 0,0 0 0,1 1 0,-4 16 0,4-14 0,3-6 0,1 0 0,1 0 0,0 0 0,0 0 0,1 0 0,2 13 0,-1 7 0,0-23 2,0 0 0,0-1-1,1 1 1,0 0 0,0-1 0,1 1 0,0-1 0,0 0-1,1 0 1,6 9 0,5 7-52,33 37 0,-41-53-75,1 1 0,-1-1 0,1-1 0,0 1 0,1-1-1,-1-1 1,1 0 0,1 0 0,-1 0 0,0-1 0,1-1 0,0 0 0,0 0 0,0-1 0,0 0 0,0 0 0,1-2-1,-1 1 1,0-1 0,1 0 0,-1-1 0,0-1 0,1 1 0,-1-2 0,13-4 0,-5 1 169,-10 4 90,0-1-1,0 0 0,0 0 0,-1-1 0,1 0 1,-1 0-1,0-1 0,0 0 0,9-8 0,-3 1 100,4-2 111,-1 0 1,-1-2 0,0 0-1,24-34 1,65-101-345,-69 102 0,-34 48 0,0-1 0,-1 1 0,1 0 0,0 0 0,0-1 0,0 1 0,0 0 0,0 0 0,0 0 0,0 0 0,0 0 0,0 0 0,0 0 0,0 1 0,1-1 0,-1 0 0,0 1 0,1-1 0,2 0 0,-3 2 0,0 1 0,0-1 0,0 0 0,-1 1 0,1-1 0,0 1 0,-1-1 0,1 1 0,-1-1 0,1 1 0,-1 0 0,0-1 0,1 1 0,-1 0 0,0-1 0,0 1 0,0 0 0,0-1 0,-1 1 0,1 1 0,0 2 0,0 0 0,1-1 0,-1 1 0,1 0 0,0-1 0,1 1 0,1 4 0,-1-3 0,0-1 0,0 1 0,-1 0 0,1 0 0,-2 0 0,1 0 0,-1 8 0,1-7 0,-1 1 0,1-1 0,0 0 0,1 1 0,0-1 0,0 0 0,0 0 0,1 0 0,0-1 0,7 12 0,-5-7 0,0-1 0,-1 1 0,0 0 0,0 0 0,2 18 0,-4-17 0,1-1 0,0 0 0,8 17 0,13 42 0,-21-59 0,0-1 0,0 0 0,1 0 0,6 10 0,12 14 0,-19-31 0,0 0 0,-1 0 0,1 1 0,-1-1 0,0 1 0,0 0 0,-1-1 0,1 1 0,-1 0 0,1 0 0,-1 0 0,0 0 0,-1 0 0,1 8 0,-1-10 0,0-1 0,0 1 0,1-1 0,-1 1 0,0-1 0,1 1 0,-1-1 0,1 1 0,-1-1 0,1 1 0,0-1 0,-1 1 0,1-1 0,0 0 0,0 0 0,0 1 0,0-1 0,0 0 0,1 0 0,-1 0 0,2 1 0,4 5 0,1 1 0,1-22 0,-6 8 0,5-44 0,0 32 0,0-1 0,-1 1 0,9-37 0,-1 7 0,3-1 0,1 2 0,52-89 0,-7 44 0,-63 90 0,0 0 0,-1 1 0,1-1 0,0 1 0,0-1 0,0 1 0,0-1 0,1 1 0,-1-1 0,0 1 0,1 0 0,-1 0 0,1 0 0,1-2 0,5-2 0,-7 4 0,1 0 0,-1 0 0,1 0 0,-1 0 0,1 1 0,-1-1 0,1 1 0,0-1 0,-1 1 0,1 0 0,0-1 0,-1 1 0,1 0 0,0 0 0,-1 0 0,1 0 0,0 1 0,-1-1 0,1 0 0,0 1 0,-1-1 0,1 1 0,0-1 0,-1 1 0,1 0 0,-1 0 0,0 0 0,1 0 0,-1 0 0,1 0 0,-1 0 0,0 0 0,2 2 0,2 2 0,-1 0 0,1-1 0,-1 2 0,0-1 0,0 0 0,-1 1 0,1 0 0,-1 0 0,2 6 0,12 32 0,13 45 0,17 73-3719,-31-121-1866,-14-36 4365,0 0-1,1-1 1,-2 1-1,1 1 0,0-1 1,-1 0-1,0 0 0,0 9 1,-1 13-4743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50.8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141 137 5298,'0'-2'849,"0"0"0,1 0 0,-1-1 0,0 1 0,1 0 0,0 0 0,-1 0 0,1 0-1,0 0 1,0 0 0,0 1 0,2-4 0,6-16 8493,-9 20-9222,0 1 1,0 0-1,0 0 0,0-1 1,0 1-1,0 0 0,0-1 1,0 1-1,0 0 1,0-1-1,0 1 0,-1 0 1,1-1-1,0 1 0,0 0 1,0-1-1,0 1 1,-1 0-1,1 0 0,0-1 1,0 1-1,0 0 1,-1 0-1,1-1 0,0 1 1,0 0-1,-1 0 0,1 0 1,0 0-1,-1-1 1,1 1-1,0 0 0,-1 0 1,1 0-1,0 0 0,-1 0 1,-15 4 829,15-4-466,-3 2-427,-1 1 0,0-1 1,1 1-1,-1 0 0,1 0 1,0 0-1,0 0 0,0 1 0,0 0 1,1-1-1,-1 1 0,1 1 1,0-1-1,0 0 0,1 1 1,-1 0-1,1-1 0,0 1 0,1 0 1,-3 8-1,-35 65-57,33-57 0,0 1 0,2 0 0,0 0 0,2 1 0,0-1 0,2 29 0,1-45-4,-1 0 0,1 0 0,0 0 0,0 0 0,1 0 0,-1 0 0,1-1 0,1 1 0,-1-1 0,1 1 0,0-1 0,0 0 0,0 0 0,1 0 0,0 0 0,0-1 1,0 0-1,0 0 0,1 0 0,0 0 0,9 5 0,-5-4-13,-1 0 0,1-1 0,0-1 0,0 1 1,0-2-1,0 1 0,0-1 0,1 0 0,-1-1 0,1 0 1,-1-1-1,1 0 0,14-2 0,-10 0-16,0-1-1,0-1 1,-1 0 0,0-1-1,1 0 1,-1-1 0,-1-1-1,0 0 1,1 0 0,-2-1-1,13-11 1,-5 4 74,-6 6 27,-1-1 0,0 0 0,0-1 0,-1 0 0,-1-1 0,0 0-1,0 0 1,-1-1 0,11-22 0,8-19-65,22-43-2,-46 87-2,0-1 1,0 1 0,-1-1 0,-1 0 0,1 1 0,0-23 0,-3-48 0,0 80 0,1 0 0,-1 0 0,0 0 0,0 0 0,0 1 0,0-1 0,0 0 0,0 0 0,-1 0 0,1 0 0,0 0 0,0 1 0,0-1 0,-1 0 0,1 0 0,-1 0 0,1 1 0,0-1 0,-1 0 0,1 0 0,-1 1 0,0-1 0,1 0 0,-1 1 0,1-1 0,-1 1 0,-1-1 0,1 0 0,-1 1 0,1 0 0,0 1 0,0-1 0,-1 0 0,1 0 0,0 0 0,0 1 0,-1-1 0,1 1 0,0-1 0,0 1 0,0-1 0,0 1 0,0 0 0,-2 1 0,-41 39 0,28-19 0,1 0 0,1 2 0,0-1 0,-16 45 0,24-55 0,-3 10 0,2 0 0,0 0 0,1 1 0,-2 25 0,3-17 0,3-16 0,1 0 0,1 0 0,0-1 0,1 1 0,1 0 0,6 24 0,-4-16 0,31 112 0,-33-129-377,1 1-1,0-1 1,0 0 0,1 0-1,0 0 1,0-1 0,1 1 0,-1-1-1,1 0 1,1 0 0,-1-1-1,1 0 1,0 0 0,1 0-1,-1 0 1,10 4 0,-7-4-424,1 0 0,-1-1 0,1 0 0,0 0 0,0-1 0,0 0 0,0-1 0,1-1 0,-1 1 0,0-1 0,1-1 1,11-1-1,25-8-7104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38.2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94 283 4994,'0'-2'611,"0"1"0,0-1-1,0 0 1,0 1-1,0-1 1,-1 0 0,1 0-1,0 1 1,-1-1 0,1 1-1,-1-1 1,0 0 0,0 1-1,0-1 1,0 1 0,-2-3-1,-10-5 649,13 9-1347,-5-3 883,-11 6-56,15 0-600,0 0 1,0 1-1,0-1 0,0 0 0,1 1 0,-1-1 1,1 1-1,0-1 0,0 6 0,-1 15 353,-7-6-116,5-13-274,1 1 1,-1-1-1,2 0 1,-1 1-1,0-1 1,1 1-1,0 0 1,1-1-1,-1 10 0,-18 149 2035,35 97-1024,-15-177-1058,-2-67-43,1 0 0,0 0 0,2-1 0,4 27 0,2-14-10,-4-15-2,-1-1 0,0 1 0,-1-1 0,1 23 0,16 147 11,-19-180-11,0 0 0,1 1-1,-1-1 1,1 0 0,0 0 0,0 1-1,0-1 1,0 0 0,0 0 0,1 0-1,-1 0 1,4 3 0,-4-3 0,1-1 1,0 1-1,-1-1 1,0 1-1,0 0 1,0-1-1,0 1 0,0 0 1,0 0-1,-1 0 1,1 0-1,-1 3 1,0-3-28,0-37 86,0-498 255,-2 494-221,-10-59-1,6 58 220,-2-66 0,7 71 431,-2 0 0,-1 0 0,-2 0 0,-1 0 0,-14-38 0,15 44 197,6 25-839,0 0 1,0 0-1,-1 0 1,1 0-1,-1-1 1,0 1-1,0 1 1,0-1-1,0 0 1,0 0-1,-1 0 1,1 1-1,-4-4 1,26 63-54,-6-34-48,1 0 0,1 0 0,1-2 0,28 27 0,3 3 0,-34-34 0,2-1 0,0-1 0,25 17 0,10 9 0,-26-21-49,1-1 0,46 24 0,-6-4-156,-38-21-21,2-1 0,0-1 0,65 22-1,-83-34 87,0 0-1,0 0 0,1-2 0,-1 0 1,1 0-1,0-1 0,27-2 0,1 1-221,-32 0 320,0 0 1,0-1 0,0 0 0,0 0-1,0-1 1,0 0 0,-1-1-1,1 0 1,-1-1 0,1 0 0,-1 0-1,0-1 1,-1 0 0,1-1 0,-1 0-1,0 0 1,0 0 0,12-15-1,12-11-18,-13 13 85,-1-1 0,0 0 0,17-27 0,-18 20-1,-2 1 0,-1-2-1,-1 0 1,-1-1 0,-2 0-1,0 0 1,5-38 0,32-188 1147,-45 247-1027,-1 0-1,0 0 1,0 0 0,-1 0-1,0 0 1,-1 0-1,1 0 1,-4-11 0,4 18-128,0 1 0,0-1 1,0 0-1,0 1 0,0-1 1,-1 1-1,1-1 1,0 1-1,0-1 0,-1 1 1,1-1-1,0 1 0,0-1 1,-1 1-1,1 0 1,-1-1-1,1 1 0,0-1 1,-1 1-1,1 0 0,-1-1 1,1 1-1,-1 0 0,1 0 1,-1-1-1,1 1 1,-1 0-1,1 0 0,-1 0 1,0 0-1,1-1 0,-1 1 1,1 0-1,-1 0 1,0 0-1,-1 2 2,0-1-1,0 1 1,0-1-1,0 1 1,0 0 0,0 0-1,1 0 1,-1 0 0,1 0-1,-1 0 1,1 0 0,0 0-1,-2 4 1,-22 58-18,20-54 0,1 0 0,-1 1 0,2-1 0,-1 1 0,-2 16 0,-14 41 0,4-33 0,2 2 0,1-1 0,2 1 0,-11 72 0,0-27 0,5-19 0,10-28 0,-2 9 0,2 0 0,-3 75 0,10 13 0,0-131 0,0 0 0,-1 1 0,1-1 0,0 0 0,1 0 0,-1 0 0,0 0 0,0 0 0,0 0 0,1 0 0,-1 0 0,0 0 0,1 0 0,-1 0 0,1 0 0,-1 0 0,1 0 0,0 0 0,-1 0 0,1 0 0,0-1 0,-1 1 0,1 0 0,0-1 0,2 2 0,-2-2 0,-1 1 0,1-1 0,0 0 0,0 0 0,0 0 0,-1 0 0,1 0 0,0-1 0,0 1 0,0 0 0,-1 0 0,1 0 0,0-1 0,0 1 0,-1 0 0,1-1 0,0 1 0,0-1 0,-1 1 0,1-1 0,-1 1 0,1-1 0,0 1 0,-1-1 0,1 0 0,-1 1 0,1-1 0,0-1 0,28-37 0,-18 25 0,1-2 0,-2 0 0,0 0 0,8-18 0,2-11 0,-2-1 0,-3 0 0,-1-1 0,8-59 0,-17 68 0,0 1 0,15-48 0,24-102 0,-41 141 0,-4 41 0,1 0 0,0 0 0,0 0 0,1 1 0,-1-1 0,1 0 0,0 0 0,2-4 0,5-4 0,-4 25 0,4 18 0,-3-20 0,-2-7 0,-1 1 0,0 0 0,0-1 0,0 1 0,-1 0 0,1 0 0,-1 0 0,0 0 0,0 1 0,-1-1 0,1 8 0,-1-5 0,1 0 0,0-1 0,0 1 0,0-1 0,1 1 0,-1-1 0,6 11 0,-4-10 0,-1 0 0,0 0 0,0 0 0,0 0 0,-1 0 0,0 1 0,0 12 0,2 17 12,1 1 0,1-2 0,16 55 0,9 54-273,-27-114-1126,2-1 1,17 55-1,0 13-4049,-18-75 3519,1 1-1,11 29 0,-9-34 795,2 7-594,2-1 0,0 1 0,17 24 0,-23-43 1247,0 1-1,1-1 1,0-1 0,0 1-1,1-1 1,0 0-1,0 0 1,0-1-1,0 0 1,1 0-1,0-1 1,0 0-1,12 4 1,24 7-2126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38.6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526 399 2897,'13'-26'1404,"-1"-1"0,-2 0 0,0 0 0,-2-1 0,-1-1 0,-1 1 0,3-59 0,-9 81-993,0 1 0,-1-1 0,1 0 0,-1 1 0,-1-1 1,1 1-1,-1 0 0,0-1 0,0 1 0,0 0 0,-1 0 0,0 0 0,0 0 0,0 1 0,-1-1 0,1 1 0,-1 0 0,0 0 0,0 0 0,-1 1 1,1-1-1,-1 1 0,0 0 0,-5-3 0,4 6-192,0 0 0,0 0 1,-1 1-1,1 0 0,0 0 1,1 0-1,-1 1 0,0 0 1,0 0-1,1 0 0,-11 6 0,1-1 135,-2 0-69,0 2-1,0 0 1,1 1-1,0 0 1,-26 24-1,-65 73 277,57-54-484,31-32-57,2-1 0,1 2 0,1 0 0,-18 34 0,25-42-32,1 1 0,0 0 0,1 0 0,1 1 0,1-1 0,0 1 0,1 0 0,-2 26 0,5-27-104,0 0-1,1 1 1,1-1-1,1 0 1,7 26-1,-9-35 82,2-1 0,-1 1-1,1-1 1,0 0 0,0 0-1,0 0 1,0-1-1,1 1 1,0-1 0,0 0-1,0 0 1,1 0 0,-1 0-1,1-1 1,0 0 0,0 0-1,0 0 1,0 0 0,8 2-1,-3-1 1,1 0-1,-1-1 1,1 0-1,-1-1 1,1 0-1,0-1 1,0 0-1,0 0 1,0-1-1,0-1 1,0 0-1,20-4 1,-4-5 10,-14 7 34,-1-1-1,0-1 1,-1 0 0,1 0 0,-1-1 0,11-8 0,-20 12-11,25-19 98,47-48 0,-48 44 66,17-19 54,-41 41-193,0 0-1,1 0 0,-1 0 0,1 1 0,0-1 0,-1 1 1,1 0-1,0-1 0,1 1 0,-1 1 0,0-1 0,5-2 0,10-5 64,-2-10 13,2-1-126,6 4-69,-23 15 96,1-1-1,-1 1 0,1 0 0,0 0 1,0 0-1,0 0 0,-1 0 1,1 1-1,0-1 0,0 0 1,0 1-1,0-1 0,0 1 1,0 0-1,0 0 0,0 0 1,0 0-1,0 0 0,4 1 1,-5-1-3,0 0 1,1 0 0,-1 0 0,1 1-1,-1-1 1,1 0 0,-1 1 0,0-1 0,1 1-1,-1-1 1,0 1 0,0 0 0,1 0-1,1 1 1,6 3-26,4-2-521,0 1 0,0 1 0,0 0 0,-1 1 1,1 0-1,-1 1 0,19 14 0,-22-13-730,1-1 1,0-1-1,0 0 1,1 0 0,0-1-1,15 6 1,-22-10 988,26 13-3866,12 1-2146,-16-6 1697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38.9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79 364 4866,'2'-54'3279,"-1"35"-2192,0 0-1,-1 0 0,-1 0 0,0 1 0,-6-23 1,-2 12-129,6 21-521,0 0 1,1 0-1,0 0 1,0 0-1,0-16 1,2 22-272,-1 0 0,1 0 1,0-1-1,0 1 0,-1 0 1,1 0-1,-1 0 0,0 0 1,0 0-1,0 0 0,0 0 1,0 0-1,0 0 0,0 0 1,-1 0-1,-2-2 0,3 3 28,0-1 0,0 1-1,0 0 1,0-1 0,0 1-1,0-1 1,0 0 0,0 1-1,0-1 1,1 1 0,-1-1-1,1 0 1,-1 0 0,1 1-1,0-1 1,-1-3 0,2 5-159,-1-1-1,0 1 1,0-1 0,0 1 0,0-1 0,0 1-1,0-1 1,-1 0 0,1 1 0,0-1 0,0 1-1,0-1 1,0 1 0,-1-1 0,1 1 0,0-1-1,0 1 1,-1-1 0,1 1 0,0 0 0,-1-1-1,1 1 1,-1-1 0,1 1 0,0 0 0,-1-1-1,1 1 1,-1 0 0,1-1 0,-1 1 0,1 0-1,-1 0 1,1 0 0,-1 0 0,1-1 0,-1 1-1,0 0 1,1 0 0,-1 0 0,1 0 0,-1 0-1,1 0 1,-1 0 0,0 1 0,0 0 32,1 0-1,-1 0 1,0 0 0,1 0-1,0 1 1,-1-1-1,1 0 1,0 0 0,0 1-1,-1-1 1,1 0 0,0 1-1,0-1 1,1 0 0,-1 1-1,0 1 1,1 5 291,-3 72 764,0-27 251,9 93 1,-2-112-1163,5 62 221,-9-73-382,1 0 1,1 0 0,1 0 0,7 23-1,1 4-15,27 121 37,-35-154-32,1 0-1,13 32 1,-18-48-39,9 34-10,-9-33 21,0 1-1,1 0 0,-1-1 0,1 1 0,0-1 1,0 1-1,0-1 0,0 1 0,0-1 0,3 5 1,-4-7-10,1 1 0,-1-1 1,0 1-1,1-1 0,-1 0 1,0 1-1,1-1 0,-1 1 1,0-1-1,1 0 0,-1 1 1,1-1-1,-1 0 0,1 1 1,-1-1-1,1 0 0,-1 0 1,1 1-1,-1-1 0,1 0 1,0 0-1,-1 0 0,1 0 1,-1 0-1,1 0 0,-1 0 1,1 0-1,-1 0 0,1 0 1,0 0-1,-1 0 0,1 0 1,-1 0-1,1-1 0,-1 1 1,1 0-1,-1 0 0,1-1 1,-1 1-1,1 0 0,-1-1 1,1 1-1,-1 0 0,0-1 1,1 1-1,-1-1 0,0 1 1,1 0-1,-1-1 0,0 1 1,1-1-1,-1 1 0,0-1 1,0 0-1,0 1 0,1-1 1,-1 0-1,19-48 83,-8 20-68,2 3-17,-8 17 0,-1 0 0,0-1 0,0 1 0,-1 0 0,3-11 0,-2 0 0,0 0 0,1 1 0,1-1 0,1 1 0,18-34 0,18-57 0,-43 108 0,0 0 0,1 1 0,-1 0 0,1-1 0,0 1 0,-1-1 0,1 1 0,0 0 0,0-1 0,0 1 0,0 0 0,0 0 0,0 0 0,0-1 0,0 1 0,1 0 0,2-1 0,4-4 0,-7 5 0,-1 0 0,1 0 0,0 0 0,0 0 0,-1 0 0,1 0 0,0 0 0,0 1 0,0-1 0,0 0 0,0 1 0,0-1 0,0 1 0,0-1 0,0 1 0,0-1 0,0 1 0,0 0 0,1-1 0,-1 1 0,0 0 0,0 0 0,0 0 0,0 0 0,1 0 0,-1 0 0,0 0 0,0 0 0,0 1 0,0-1 0,0 0 0,1 1 0,-1-1 0,0 1 0,0-1 0,0 1 0,0-1 0,0 1 0,0 0 0,0-1 0,-1 1 0,1 0 0,0 0 0,0 0 0,0 0 0,-1 0 0,1 0 0,-1 0 0,2 1 0,-1 11 0,-1-12 0,-1 1 0,1-1 0,0 0 0,0 1 0,0-1 0,1 1 0,-1-1 0,0 0 0,0 1 0,1-1 0,-1 0 0,1 1 0,-1-1 0,1 0 0,0 0 0,-1 0 0,2 2 0,11 9 0,-10-10 0,0 1 0,0 0 0,0 0 0,0 0 0,0 0 0,0 1 0,3 5 0,7 19-159,-7-18-171,-1 2 0,0-1-1,0 0 1,-1 1 0,-1 0-1,0 0 1,3 23 0,-6-30-271,0 0 1,1 0-1,0 0 1,0 1-1,1-1 1,-1 0-1,1-1 1,0 1-1,5 7 1,7 22-3859,-8-15 1943,-4-12 1384,0-1 0,-1 1 0,1-1 0,-1 1 0,0 9 0,-1 12-3251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39.2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96 2321,'2'-1'411,"0"-1"1,0 0-1,0 0 1,0 0-1,0 0 0,0 0 1,-1 0-1,1 0 1,-1-1-1,1 1 0,-1-1 1,0 1-1,0-1 0,0 1 1,0-1-1,0 1 1,-1-1-1,1 0 0,0-5 1,1 8-265,0-1 1,0 1-1,0-1 0,0 1 1,0 0-1,0 0 1,1 0-1,-1 0 0,0 1 1,0-1-1,3 1 1,-4 26 511,1-1 0,10 51 0,-8-48 95,-1 0 0,-1 0 1,-5 55-1,1-12 132,-17 86 280,19-88 995,0-55 1301,0-49-1578,9-16-1599,-7 42-246,0 1-1,0-1 0,-1 0 0,0 0 1,1-8-1,-2 6-5,1 0 0,1 0 0,0 1 0,0-1 0,1 1 0,0 0 0,5-11 0,-3 7 20,0 0 1,-1-1-1,4-19 0,-3 6 23,0 0 0,2 0 0,1 0 0,1 0 0,1 2-1,23-43 1,31-36 175,-63 102-215,0 0 1,1 0-1,-1 0 0,1 0 0,-1 1 0,1-1 1,0 0-1,0 1 0,-1-1 0,1 1 0,0 0 1,1 0-1,-1-1 0,0 1 0,0 1 0,0-1 1,1 0-1,-1 0 0,4 0 0,41 0 393,-35 1-376,-7 1-20,0-1-1,0 1 1,0 0-1,-1 0 1,1 1 0,0-1-1,-1 1 1,1 0-1,-1 0 1,1 1-1,-1 0 1,0-1 0,0 1-1,0 0 1,0 1-1,4 5 1,10 7 37,-11-11-50,-1 1-1,-1 0 1,1 0-1,-1 1 1,0 0-1,-1 0 1,5 9-1,13 18 49,-17-26-89,-1 1-1,0-1 0,-1 1 1,5 17-1,15 32-270,-16-45-178,0 0 0,-1 0 0,-1 1 0,7 25 0,-4 29-6237,-7-62 5832,-1 0 0,1 0 1,1 0-1,-1 0 0,1 0 1,0 0-1,4 8 0,-4-9 48,0 0-1,0 1 1,0-1 0,0 1-1,-1-1 1,0 1-1,0 7 1,-1 16-2972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0.0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314 134 2481,'-6'-49'5708,"5"45"-5453,0 0 0,0 0 0,-1 1 0,1-1 0,-1 1-1,0 0 1,0-1 0,0 1 0,0 0 0,-1 0 0,1 0 0,-1 0-1,0 1 1,0-1 0,-4-3 0,4 5-86,0 0 1,0 0-1,0 1 1,0-1-1,1 1 1,-1-1-1,0 1 1,0 0-1,0 0 1,0 0-1,0 1 0,0-1 1,0 1-1,0-1 1,0 1-1,1 0 1,-1 0-1,0 0 1,0 1-1,1-1 1,-1 1-1,1-1 0,0 1 1,-1 0-1,1 0 1,0 0-1,0 0 1,-4 5-1,-22 22 867,-8 9-362,27-21-342,0 1 0,1 0 0,-9 29 0,10-28 16,2 0-129,0-1-1,0 1 1,2 0 0,0 0 0,1 21-1,2-28-164,1 0-1,1 0 1,5 22-1,-5-23-12,1 0-1,-2 0 1,2 20 0,-2-22-41,0-1 0,1 1 1,1-1-1,-1 0 1,1 0-1,1 0 1,-1 0-1,1 0 1,1-1-1,-1 1 1,1-1-1,1-1 1,5 7-1,11 17 71,-15-20-44,0 0-1,0-1 1,1 0 0,0 0-1,1-1 1,0 0 0,0-1 0,18 12-1,-20-16-3,0 1-1,1-1 0,-1-1 1,1 1-1,-1-1 1,1-1-1,-1 1 0,1-1 1,0-1-1,0 0 1,0 0-1,-1 0 0,1-1 1,9-1-1,-13 0 93,0 0 0,-1 0 0,1 0 0,-1 0 0,1 0 0,-1-1 0,0 1 0,0-1 0,0 0 0,0 0 0,-1 0 0,1-1 0,-1 1 0,0-1 0,3-4 0,-2 2 62,1 0 0,-1 0 0,0-1 0,-1 1 0,0-1 0,0 1 0,0-1 0,-1 0 0,1-8 0,-1 3 44,-1 0 0,0 0 0,-1 0-1,-1 0 1,0 0 0,0 1 0,-1-1 0,-1 0 0,-9-21 0,-2-16 699,0 2-93,-52-48 819,59 84-1578,0-1 0,0 2 0,-1 0-1,-1 0 1,1 0 0,-2 1 0,1 1-1,-18-11 1,-15-14-32,24 20-36,-1 1 0,0 0 0,-23-8 0,-16-9 0,59 28-106,-1 1 1,0-1-1,1 1 1,-1-1-1,1 0 0,-1 1 1,1-1-1,-1 0 1,1 1-1,0-1 0,-1 0 1,1 0-1,0 1 0,-1-1 1,1 0-1,0 0 1,0 1-1,0-1 0,0 0 1,0 0-1,0 0 1,0 0-1,0 1 0,0-1 1,0 0-1,0 0 1,1 1-1,-1-1 0,0 0 1,1 0-1,-1 1 0,0-1 1,1 0-1,0-1 1,0 1-176,0-1 1,0 1-1,0-1 0,0 1 1,0-1-1,0 1 1,0-1-1,1 1 1,-1 0-1,1 0 1,-1 0-1,1 0 1,-1 0-1,1 0 0,2-1 1,161-25-6238,-23 16 3810,91 7 2278,-133 6 730,-41 5 769,-58-7-927,1 0-1,0 0 1,0 1-1,-1-1 1,1 1-1,0-1 1,0 1-1,-1 0 1,1 0-1,-1 0 1,1 0-1,-1 0 1,1 0-1,-1 0 1,0 0-1,1 0 1,-1 0-1,0 1 1,0-1-1,0 1 1,0-1-1,0 1 1,0-1-1,0 1 1,-1 0-1,1-1 1,-1 1-1,1 2 1,-1 24 1396,-2 0 1,0 0 0,-9 33-1,8-27-1170,4-29-313,-1 1 0,-1 0 0,1-1 0,-1 1 0,0 0 0,-2 6 0,-2 2 16,0 1 1,1 0 0,1 0-1,0 1 1,1-1 0,1 30-1,1 130 87,-1-174-155,1 1 0,1 0 0,-1-1 0,0 1 0,0-1 0,1 1 0,-1-1 0,0 1 0,1-1 0,0 1 0,-1-1 0,1 1 0,0-1 0,0 0 0,0 1-1,0-1 1,0 0 0,0 0 0,2 3 0,-2-3 6,1 0-1,-1 0 1,0 0-1,0 1 1,0-1-1,0 0 1,0 1-1,0-1 1,0 1-1,0 0 1,-1-1-1,1 1 1,-1-1-1,1 1 1,-1 0-1,0-1 1,1 1-1,-1 0 1,0 3-1,-1-5 15,1 1-1,0-1 1,0 0-1,0 1 0,0-1 1,0 0-1,-1 1 1,1-1-1,0 1 1,0-1-1,0 0 1,0 1-1,0-1 0,0 1 1,0-1-1,0 0 1,1 1-1,-1-1 1,0 0-1,0 1 0,0-1 1,0 1-1,0-1 1,1 0-1,-1 1 1,0-1-1,0 0 1,0 0-1,1 1 0,-1-1 1,0 0-1,1 1 1,-1-1-1,0 0 1,1 0-1,-1 0 1,0 1-1,1-1 0,-1 0 1,0 0-1,1 0 1,-1 0-1,0 0 1,1 0-1,-1 0 0,1 0 1,-1 0-1,0 0 1,1 0-1,-1 0 1,1 0-1,0-1 37,0 0-1,0 0 1,0 0-1,-1 0 1,1 0-1,0-1 1,0 1-1,-1 0 1,1-1-1,-1 1 1,1 0-1,-1-1 1,0 1-1,0 0 1,1-1-1,-1 1 1,0-1-1,0 1 1,-1-2-1,2 0-23,-1-1-1,0 1 1,1 0-1,0 0 1,0 0-1,0-1 1,0 1-1,0 0 1,1 0-1,-1 1 1,3-4-1,14-33 198,-9 2-119,-6 20-70,2-1 0,0 2 0,0-1 0,2 0 0,0 1-1,1 1 1,10-17 0,51-60 101,-67 88-146,0 0-1,1 0 0,0 0 1,0 1-1,0-1 1,0 1-1,1 0 1,-1 0-1,1 0 0,0 0 1,0 0-1,0 1 1,6-3-1,8-5 26,-3-1-5,-10 7-8,-1 0-1,1 1 1,0-1-1,0 1 1,0 0-1,1 1 0,-1-1 1,1 1-1,-1 0 1,1 0-1,0 1 1,-1 0-1,1 0 1,8 0-1,-1 2 21,0 1-1,-1 0 1,1 1 0,-1 1-1,1 0 1,-1 1 0,0 0 0,-1 1-1,1 0 1,-1 1 0,0 0-1,-1 1 1,0 0 0,16 16-1,-2 0 51,-1 1-1,0 2 1,-2 0-1,24 40 1,-17-22-80,-16-28 0,-1 0 0,-1 0 0,-1 1 0,10 26 0,-3-7 0,-14-34 0,0 0 0,0 1 0,-1-1 0,1 1 0,-1-1 0,0 1 0,0 0 0,0-1 0,0 1 0,-1 0 0,1 5 0,-1-10 0,0 1 0,0 0 0,0-1 0,1 1 0,-1-1 0,0 1 0,0 0 0,0-1 0,1 1 0,-1 0 0,0-1 0,0 1 0,1 0 0,-1-1 0,0 1 0,1 0 0,-1-1 0,1 1 0,-1 0 0,0 0 0,1 0 0,-1-1 0,0 1 0,1 0 0,-1 0 0,1 0 0,-1 0 0,1 0 0,-1 0 0,0 0 0,1 0 0,-1 0 0,1 0 0,-1 0 0,1 0 0,-1 0 0,1 0 0,-1 0 0,0 0 0,1 1 0,-1-1 0,1 0 0,-1 0 0,0 1 0,1-1 0,-1 0 0,0 0 0,1 1 0,-1-1 0,0 0 0,1 1 0,-1-1 0,0 0 0,1 1 0,-2-10 0,1 5 0,-1 0 0,1 0 0,0 1 0,1-1 0,-1 0 0,0 0 0,1 0 0,0 0 0,2-6 0,5-3 0,-6 10 0,0-1 0,0 1 0,-1 0 0,1 0 0,-1-1 0,1 1 0,-1-1 0,0 1 0,-1-1 0,1 0 0,-1 1 0,1-7 0,-1 2 0,1 0 0,1 0 0,-1 1 0,1-1 0,0 1 0,1 0 0,0-1 0,5-9 0,-3 8 0,-1 0 0,0-1 0,-1 0 0,2-11 0,42-229-9135,-20 142-1947,-22 55 5991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0.5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170 183 18841,'-40'1'7586,"-26"-1"-1827,57 0-5666,1-1 0,-1 0-1,1 0 1,-16-6 0,19 5-662,32-11-479,-23 12 1036,0 0 0,0 0 0,0 0 1,1 1-1,-1-1 0,0 1 0,1 0 1,4 1-1,19-1 6,218-34 49,-15 2 322,-183 27-256,712-52 1204,-418 44-1295,413-1-20,256 41 2,-579-5 0,-273-18 0,25 3 0,-69-5-7864,-74-2 4120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1.4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36 9796,'17'-24'14671,"-9"12"-8220,-7 12-6493,0 0-1,0 0 0,0 0 1,-1 1-1,1-1 0,0 0 1,0 0-1,0 0 0,-1 1 0,1-1 1,0 0-1,0 1 0,-1-1 1,1 1-1,0-1 0,-1 1 1,1-1-1,0 1 0,-1 0 0,1-1 1,0 2-1,0-1 46,0 1 0,0 0-1,0 0 1,0 0 0,-1 0 0,1 0 0,-1 0-1,1 0 1,-1 0 0,0 0 0,1 0-1,-1 0 1,0 0 0,0 0 0,-1 4 0,2 12-11,2-9 19,0 0-1,-1-1 0,1 1 1,-2 0-1,1 0 0,-1 16 0,0-14-8,0 1 0,0-1 0,1 1 0,1-1 0,3 13-1,-2-13 3,-1 0-1,-1 1 1,0-1-1,0 1 1,-1 13-1,4 37-9,2 0-1,22 85 0,-27-137 6,0 5-13,0 0 0,-1 29-1,1 12-73,6-4-744,0 85 0,-8-133 802,0-1 0,0 0 0,-1 0 0,0 0 0,1 0 0,-1-1 1,0 1-1,0 0 0,0 0 0,-3 3 0,3-3 15,0-1 0,0 0-1,0 1 1,0-1 0,0 1 0,0-1-1,1 1 1,-1 0 0,1-1 0,-1 4-1,1-5 21,0 0 0,0 1 0,0-1 0,-1 0 0,1 0 0,0 0-1,-1 0 1,1 0 0,-1 0 0,1 0 0,-1 0 0,0-1 0,1 1-1,-1 0 1,0 0 0,0 0 0,1-1 0,-1 1 0,0 0 0,0-1-1,0 1 1,0 0 0,0-1 0,0 0 0,0 1 0,0-1 0,0 1 0,-2-1-1,1 1 7,-18-27 838,16 17-712,-4-7 132,1 0 0,0 0 0,1 0 0,1-1 0,1 0 0,1 0 0,-3-32 0,5 34-4,-1 0 0,0 0 0,-8-27 0,6 27-126,1 1 0,0-1 1,-1-27-1,-14-156-86,18-41-53,0 240 0,0-1 0,0 0 0,0 0 0,1 0 0,-1 0 0,0 0 0,0 0 0,0 0 0,0 0 0,1 0 0,-1 0 0,0 0 0,0 0 0,0 0 0,1 0 0,-1 0 0,0 0 0,0 0 0,0 0 0,1 0 0,-1 0 0,0 0 0,0 0 0,0 0 0,0 0 0,1 0 0,-1 0 0,0 0 0,0-1 0,0 1 0,0 0 0,0 0 0,1 0 0,-1 0 0,0 0 0,0-1 0,0 1 0,0 0 0,0 0 0,0 0 0,0 0 0,1-1 0,-1 1 0,0 0 0,0 0 0,0 0 0,0 0 0,0-1 0,0 1 0,0 0 0,0 0 0,0 0 0,0-1 0,0 1 0,0 0 0,0 0 0,0 0 0,0-1 0,-1 1 0,1 0 0,0 0 0,0 0 0,0-1 0,15 22 0,14 15 0,-16-27 0,-7-5 0,0 0 0,1 1 0,-2 0 0,1 0 0,0 0 0,-1 1 0,5 6 0,9 10 0,1-1 0,2 0 0,0-2 0,38 27 0,8 6 0,-48-37-297,1-2-1,0 0 1,1-1-1,1-1 1,-1-1-1,2-1 1,-1-2-1,1 0 1,38 6-1,-53-13 240,0 0-1,0 0 1,0-1-1,-1 0 1,1-1-1,0 1 1,-1-2-1,1 1 1,-1-1-1,0-1 1,0 0-1,11-6 0,3-1 63,-5 4 28,-1-1 1,0-1 0,0 0 0,-1-1 0,0-1-1,15-14 1,2-4 329,-10 10-59,-1 0-1,26-31 1,19-25 448,-44 52-381,0-1 1,-2-1-1,29-46 1,-46 54-371,-3 16 0,0-1 0,0 1 0,0 0 0,0 0 0,0-1 0,0 1 0,1 0 0,-1-1 0,0 1 0,1 0 0,-1 0 0,1 0 0,-1-1 0,1 1 0,0-1 0,10-17 0,-11 11 0,-11 11 0,3 21 0,-4-15 0,9-7 0,1-1 0,0 1 0,0-1 0,0 1 0,0-1 0,0 1 0,0 0 0,1 0 0,-1 0 0,1 0 0,-1 0 0,1 1 0,-2 2 0,1 0 0,0-1 0,0 1 0,-1 0 0,0-1 0,0 1 0,0-1 0,0 0 0,-1 0 0,1 0 0,-8 5 0,5-4 0,1 0 0,-1 1 0,1-1 0,1 1 0,-7 9 0,-8 22 0,-14 19 0,-1-8 0,-49 92 0,36-58 0,28-52 0,13-23 0,1 1 0,0 0 0,1 1 0,0-1 0,-4 13 0,-4 22 0,12-37 0,12-28 0,-5 7 0,1 0 0,1 0 0,18-22 0,-12 14 0,22-45 0,-23 41 0,25-38 0,-15 28 0,22-49 0,20-31 0,-63 113 0,38-48 0,-36 43 0,-6 20 0,1 681-2871,1-671 941,1 1 0,5 26 0,-4-28-303,0 0-1,0 26 0,-3-13-368,-2-23 1723,2 1-1,-1 0 1,1 0 0,1 0 0,0-1-1,1 1 1,0 0 0,0-1-1,1 0 1,1 1 0,0-1 0,7 13-1,9 10-2460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1.8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577 364 2945,'17'-41'2114,"41"-92"6086,-54 125-7777,-1 4-163,0 1 0,-1-1 0,0-1 1,0 1-1,0 0 0,0-1 0,-1 1 0,0 0 0,1-1 0,-2 0 0,1 1 0,0-1 0,-1 0 0,0 1 0,0-1 0,-1 0 0,0-6 0,-1 5 226,-1-1-1,1 1 1,-1 0-1,0 0 1,0 1-1,-1-1 1,0 1-1,0 0 1,0 0-1,0 0 1,-1 0-1,0 1 1,0-1-1,-6-2 1,7 4-298,-1 2 1,1-1-1,-1 0 1,1 1-1,-1 0 1,0 0-1,1 0 1,-1 1-1,0-1 1,0 1-1,0 0 1,0 1-1,1-1 1,-1 1-1,0 0 0,1 0 1,-1 0-1,0 1 1,1 0-1,-1 0 1,-4 3-1,-52 21 805,41-18-809,0 0 0,1 1 0,-25 17 0,14-4-87,1 1 0,-30 33 1,-11 8 2,65-60-93,-3 2-17,0 1 0,0 0 0,1 0 0,0 1 0,0 0 0,1 0 0,0 0 0,-5 10 1,8-11-8,-4 6-104,1 0 1,-1-1 0,-1 0-1,-10 11 1,14-17-10,0 1-1,1-1 1,-1 1 0,1-1 0,0 1 0,1 0 0,-3 10 0,4-13 60,0-1-1,0 1 1,1 0 0,-1 0-1,1 0 1,0 0 0,0 0-1,0 0 1,0 0-1,1 0 1,0 0 0,0 0-1,0 0 1,0-1 0,3 7-1,-2-7 66,1 0-1,0 0 0,-1-1 0,1 1 0,0-1 1,0 0-1,1 0 0,-1 0 0,0 0 1,1 0-1,-1-1 0,1 0 0,0 0 0,-1 0 1,1 0-1,0 0 0,-1-1 0,1 1 1,0-1-1,0 0 0,0 0 0,-1 0 0,1-1 1,6-1-1,-3 1 112,0-1 0,0 0 0,0-1 1,0 1-1,0-1 0,0 0 0,-1-1 0,0 0 0,0 0 1,0 0-1,0-1 0,0 1 0,9-12 0,-6 5 225,2 0 0,0 1 0,18-14 0,26-26 311,-23 21-438,7-10-39,-39 38-167,0 0 1,1 1 0,-1-1 0,1 0 0,-1 0 0,1 1 0,0-1-1,-1 0 1,1 1 0,0-1 0,-1 1 0,1-1 0,0 1-1,0-1 1,-1 1 0,1 0 0,0-1 0,0 1 0,0 0-1,0 0 1,0-1 0,-1 1 0,1 0 0,0 0 0,0 0-1,0 0 1,2 0 0,1 1 2,1-1 20,15 1 35,-19 0-56,1-1 0,-1 0 0,0 1 0,1-1 0,-1 1 0,0-1 0,0 1 0,1-1 0,-1 1 0,0 0 0,0 0 0,0 0 0,0 0 0,0 0 0,0 0 0,0 0 0,0 0 0,-1 0 0,1 0 0,0 0 0,-1 0 0,1 1 0,-1-1 0,1 0 0,0 2 0,0 0 0,0-1 0,0 1 0,0-1 0,1 1 0,-1-1 0,1 0 0,0 1 0,-1-1 0,1 0 0,0 0 0,3 2 0,9 9-339,-1 1-1,0 0 1,22 32 0,9 12-1369,-18-26-1677,-19-23 1764,0-1 0,0 0 1,1-1-1,12 11 1,-15-13 414,1 0 0,-1 0 0,0 1 0,0 0-1,-1 0 1,5 7 0,3 6-3597,4-8-149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2.1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0 342 4530,'6'-14'1268,"-1"1"-1,-1-1 1,0 0-1,-1 0 1,-1 0 0,0 0-1,0-19 1,17-133 9809,-19 127-8744,0 32-1453,0 28-289,0 810 2624,0-826-3215,1 0 0,-1 0 0,1 0 0,0 0 0,1 0 0,-1 0 0,1 0 0,4 8 0,-4-8 0,1-1 0,-2 1 0,1 0 0,0 0 0,-1-1 0,0 1 0,0 0 0,0 10 0,-1-15 0,0 0 0,0 1 0,0-1 0,0 1 0,0-1 0,0 0 0,0 1 0,0-1 0,0 1 0,0-1 0,0 0 0,1 1 0,-1-1 0,0 0 0,0 1 0,0-1 0,0 0 0,1 1 0,-1-1 0,0 0 0,0 1 0,1-1 0,-1 0 0,0 1 0,1-1 0,-1 0 0,0 0 0,1 0 0,-1 1 0,0-1 0,1 0 0,-1 0 0,0 0 0,1 0 0,-1 0 0,1 0 0,-1 1 0,0-1 0,1 0 0,-1 0 0,0 0 0,1 0 0,-1 0 0,1-1 0,-1 1 0,0 0 0,1 0 0,-1 0 0,1 0 0,-1 0 0,0 0 0,1-1 0,-1 1 0,0 0 0,1 0 0,-1-1 0,0 1 0,0 0 0,1 0 0,-1-1 0,1 0 0,25-19 0,-24 17 0,25-24 0,-2-1 0,-1 0 0,34-55 0,-18 24 0,-10 14 0,-11 17 0,38-46 0,-17 22 0,-36 45 0,0 0 0,1 0 0,-1 1 0,1 0 0,1 0 0,-1 0 0,1 1 0,0 0 0,14-9 0,1 0 0,-20 13 0,0 0 0,-1 1 0,1-1 0,0 0 0,0 0 0,0 1 0,0-1 0,1 1 0,-1-1 0,0 1 0,0-1 0,0 1 0,0 0 0,0 0 0,1-1 0,1 1 0,-1 1 0,0 0 0,0 0 0,-1 1 0,1-1 0,0 1 0,0-1 0,-1 1 0,1-1 0,-1 1 0,0 0 0,1-1 0,1 5 0,1-2 0,-1 1 0,0 0 0,0 0 0,0 0 0,0 0 0,-1 0 0,0 0 0,0 1 0,0-1 0,-1 1 0,0-1 0,0 1 0,0 8 0,0 1-83,1-1 0,0 1 0,1-1 0,1 1 0,0-1 0,8 19 0,10 35-1236,-17-48-71,-2-12 115,-1 1 1,0-1-1,0 1 1,0 16-1,-2-18 236,1 0 0,0 0 1,0 0-1,1-1 0,0 1 0,5 12 1,-4-13-66,-1 1 0,0-1 1,0 1-1,0-1 1,-1 1-1,1 13 1,-2 8-2987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2.4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638 144 6179,'6'-8'1536,"-4"7"-1147,0-1-1,-1 0 1,1 1-1,-1-1 1,1 0-1,-1 0 1,0 0-1,1 0 1,-1 0-1,0 0 1,0-1-1,-1 1 1,1 0-1,0 0 1,-1-1-1,0 1 1,1 0-1,-1-1 1,0 1-1,0 0 1,0-1-1,0 1 1,-1-1-1,1 1 1,-2-3-1,0-1 271,1 2-335,0 0 0,-1-1-1,0 1 1,0 0 0,0 1 0,0-1 0,0 0 0,-1 1-1,1-1 1,-1 1 0,0 0 0,0 0 0,-1 0-1,1 0 1,-6-4 0,-1 4-103,0 1-1,0 0 1,0 0 0,0 1-1,0 0 1,0 1-1,0 0 1,0 1-1,0 0 1,0 0 0,0 1-1,0 0 1,0 1-1,1 0 1,-1 1 0,1 0-1,0 0 1,-12 8-1,-18 12 14,1 2 0,-60 52-1,91-72-237,-16 13 16,0 1-1,1 1 1,2 1 0,0 0 0,1 2 0,-21 35-1,20-23-55,13-26-27,1 0-1,1 1 0,0 0 0,0 0 1,1 0-1,0 0 0,1 1 1,0 0-1,1 0 0,0-1 1,1 18-1,0-24-23,1-1 0,0 1 0,0 0 0,1-1 1,0 1-1,0 0 0,0-1 0,0 1 0,1 0 0,-1-1 0,1 0 0,0 1 0,1-1 0,2 5 1,-2-7 78,-1-1 0,0 1 0,0-1 0,1 1 0,-1-1 0,1 0 1,-1 0-1,1 0 0,-1 0 0,1 0 0,0 0 0,-1-1 1,1 1-1,0-1 0,0 0 0,0 0 0,-1 0 0,1 0 0,0-1 1,0 1-1,-1-1 0,1 1 0,0-1 0,-1 0 0,6-3 1,20-7 371,-1-2 1,0-2 0,-1 0 0,28-22 0,-27 19 257,-9 4-98,-1 0 0,0-1 1,-1-1-1,-1 0 0,19-25 0,-4 0 1,40-39-1,-1-1-164,-69 80-352,0 0 0,1 0 0,-1 0 0,1 0 0,0 0 0,-1 0 0,1 0 0,0 0 0,-1 0 0,1 0 0,0 0 0,0 0 0,0 1 0,0-1 0,0 0 0,0 1 0,0-1 0,0 0 0,0 1 0,0-1 0,0 1 0,1 0 0,-1-1 0,1 1 0,-1 27 0,-1-21 0,-1 1 0,1-1 0,0 1 0,1-1 0,-1 1 0,1-1 0,3 10 0,3-1 18,-5-10-37,1 0 0,-1 1 0,0-1 1,0 1-1,-1 0 0,1-1 0,-1 1 0,-1 0 0,1 6 0,3 50-2460,8-2-3939,-9-1-2166,-3-39 5442,0 21-2588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2.9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125 72 5747,'0'-2'9635,"0"1"-9545,-1 1 0,1 0 0,0 0 0,0-1 0,0 1 0,0 0 0,0 0 0,0-1 0,0 1 0,0 0 0,0 0 0,0-1 0,0 1 0,0 0 0,0 0 0,0-1 0,0 1 0,0 0 0,0 0 0,1-1 0,-1 1 0,0 0 0,0 0 0,0 0 0,0-1 0,0 1 0,1 0 0,-1 0-1,0 0 1,0 0 0,0-1 0,0 1 0,1 0 0,-1 0 0,0 0 0,0 0 0,1 0 0,-1-1 0,1 2 53,0-1 0,0 0-1,-1 0 1,1 1 0,0-1-1,-1 0 1,1 1 0,0-1-1,-1 1 1,1-1 0,0 1-1,-1-1 1,1 1 0,-1-1-1,1 1 1,-1-1 0,1 1-1,-1 0 1,0-1 0,1 1-1,-1 0 1,0 0-1,1-1 1,-1 1 0,0 0-1,0 0 1,0-1 0,1 1-1,-1 0 1,0 0 0,0 0-1,1 35 1990,-1-27-2002,0 381 6786,0-374-6902,-1 1 1,-1-1 0,-1 0 0,0 1 0,-1-1 0,0-1-1,-2 1 1,-13 29 0,14-17-15,2-5 0,2-21 0,0 0 0,-1 0 0,1 0 0,0 0 0,-1 0 0,1 0 0,-1-1 0,0 1 0,0 0 0,1-1 0,-1 1 0,0-1 0,-4 2 0,5-3 0,0 1 0,0-1 0,0 1 0,0-1 0,0 0 0,0 0 0,0 1 0,-1-1 0,1 0 0,0 0 0,0 0 0,0 0 0,0 0 0,0-1 0,0 1 0,0 0 0,0 0 0,0-1 0,0 1 0,0-1 0,0 1 0,0-1 0,0 1 0,0-1 0,0 1 0,0-1 0,0 0 0,0 0 0,1 1 0,-1-1 0,0 0 0,0-1 0,-4-5 0,1-1 0,0 1 0,0-1 0,1 1 0,0-1 0,0 0 0,1 0 0,0-1 0,0 1 0,1 0 0,0-1 0,1 1 0,0-1 0,0 1 0,3-17 0,2-1 0,2-1 0,1 1 0,20-46 0,-26 67 0,68-147 0,-59 130 0,2 0 0,1 1 0,1 1 0,27-30 0,-22 29 0,0-1 0,0 2 0,2 0 0,0 2 0,41-27 0,-58 42 0,-1 0 0,1 0 0,-1 1 0,1 0 0,0 0 0,0 0 0,0 1 0,0 0 0,0 0 0,1 0 0,-1 0 0,0 1 0,0 0 0,1 0 0,-1 0 0,0 1 0,0 0 0,0 0 0,0 0 0,0 1 0,0-1 0,0 1 0,0 0 0,0 1 0,-1-1 0,1 1 0,-1 0 0,0 0 0,1 0 0,-1 1 0,-1-1 0,6 7 0,1 3 0,1 1 0,-2 1 0,11 21 0,3 4 0,-17-29 0,0 1 0,-1 0 0,-1 0 0,0 0 0,0 0 0,-1 1 0,-1-1 0,2 26 0,10 43 0,-10-65 0,6 23 0,0 1 0,-3 0 0,4 64 0,-11-34 0,0-70 0,0 1 0,0-1 0,0 0 0,0 1 0,0-1 0,0 0 0,0 0 0,0 1 0,0-1 0,0 0 0,0 1 0,0-1 0,0 0 0,0 1 0,0-1 0,0 0 0,0 0 0,1 1 0,-1-1 0,0 0 0,0 0 0,0 1 0,1-1 0,-1 0 0,0 0 0,0 0 0,1 1 0,-1-1 0,0 0 0,0 0 0,1 0 0,-1 0 0,0 0 0,0 1 0,1-1 0,-1 0 0,0 0 0,1 0 0,-1 0 0,0 0 0,1 0 0,-1 0 0,0 0 0,0 0 0,1 0 0,-1 0 0,0 0 0,1 0 0,-1-1 0,0 1 0,1 0 0,-1 0 0,0 0 0,0 0 0,1 0 0,-1-1 0,0 1 0,0 0 0,1 0 0,-1 0 0,0-1 0,0 1 0,1-1 0,17-21 0,-12 9 0,0-3 0,1 0 0,0 1 0,2 0 0,-1 0 0,2 1 0,0 0 0,21-22 0,-24 29 0,0 2 0,0-1 0,0 0 0,-1 0 0,0-1 0,-1 1 0,1-1 0,7-14 0,-7 12 0,0 0 0,1 1 0,0 0 0,1 0 0,0 0 0,11-8 0,20-20 0,-34 31 0,1 0 0,-1 1 0,1 0 0,0 0 0,0 0 0,1 0 0,-1 1 0,1 0 0,8-2 0,14-8 0,-23 13 0,-1 0 0,1 0 0,-1 0 0,1 1 0,-1 0 0,0 0 0,1 1 0,-1-1 0,0 1 0,0 0 0,0 0 0,0 1 0,0 0 0,7 5 0,-7 2-152,-1-1 0,0 1 0,0 0 0,-1 0 0,0 0 0,-1 0 0,0 0 0,-1 1 0,0-1 0,0 1 0,-1-1 0,-2 13 0,-1 7-996,-1 0 1,-1-1 0,-11 34-1,10-44-1987,-2 0-1,0 0 1,-17 27 0,-17 7-3386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3.8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4914,'0'0'5918,"0"2"-5591,-1 0 0,1 0 0,0 0 1,0 0-1,0 1 0,1-1 0,-1 0 1,0 0-1,1 0 0,-1 0 1,2 3-1,1 5 498,0 0 0,0 0 0,-1 1 0,-1-1 0,0 1 0,0-1 0,-1 17 0,-1-11-221,2 1-1,0 0 1,4 19 0,3-7-181,-4-16-215,0 1 0,-2-1 1,1 0-1,0 26 0,16 148 304,-18-164-490,1 0 0,2 0 0,7 29 0,2 10-51,-6-12-1087,1 92-1,-8-113 693,0-41 568,0-49 627,-2-5 134,0 40-365,1 0 1,1 1-1,1-1 1,8-41-1,-1 39 104,-4 17-285,-1-1 1,0 1-1,-1 0 1,0-1 0,0-13-1,-2 5-61,-1-5 101,1-1 0,2 0-1,0 1 1,10-40 0,-9-14-399,5 89 0,5 4 0,0 2 0,-1 0 0,13 22 0,-19-17 0,-5-18 0,0 1 0,0-1 0,1 1 0,-1-1 0,1 1 0,0-1 0,-1 0 0,2 0 0,-1 1 0,0-2 0,1 1 0,-1 0 0,5 3 0,18 20 0,39 49 0,-60-69-128,1 0-1,0-1 1,0 0-1,1 0 1,0 0-1,-1-1 1,9 5 0,-8-5-117,0 0 0,0 0 0,-1 1 0,1-1 0,8 12 0,-8-11 92,-1-1 0,1 1 1,0-1-1,0 0 0,0-1 0,1 0 1,-1 0-1,1 0 0,-1 0 0,1-1 1,0-1-1,0 1 0,0-1 0,0 0 1,11 0-1,-10 0 142,-1-1-1,1 0 1,0 0 0,-1-1-1,1 1 1,-1-2 0,1 1-1,-1-1 1,1 0 0,-1-1-1,0 0 1,0 0 0,0 0-1,-1-1 1,8-5 0,-3 0 108,0 1 1,0 1 0,17-9-1,-19 12 36,0-1-1,-1 0 1,1 0-1,-1-1 1,0 0-1,-1 0 1,1-1-1,-1 0 1,6-8-1,127-170 3195,-96 142-3247,-31 16-80,-11 17 0,-9 10 0,4 12 0,2-5 0,-1-1 0,0 0 0,0-1 0,0 1 0,-1 0 0,0-1 0,0 1 0,0-1 0,-1 0 0,1 0 0,-1 0 0,-7 6 0,-20 30 0,-93 208 0,58-107 0,54-120 0,6-10 0,0 0 0,0 0 0,-6 22 0,8-20-14,-1-1-1,0 0 1,0 0-1,-1 0 1,-1-1-1,-8 12 1,12-19-528,7-8 397,0 0 1,0 0-1,0 0 1,0 0-1,0-1 0,-1 1 1,0-1-1,1 0 1,4-8-1,1-11-77,7-9 161,195-285 907,-179 261-331,-24 40-332,1 0 1,0 1 0,1 0-1,15-17 1,-17 24-169,0 0 1,-1 0-1,-1-1 1,1 0-1,4-11 1,-10 18-16,0 1 0,-1-1 0,1 0 0,0 1 0,0-1 0,0 1 0,0-1 0,0 1 0,1 0 0,-1-1 0,0 1 0,1 0 0,-1 0 0,2-1 0,6-5 0,-8 6 0,0 0 0,0-1 0,0 1 0,1 0 0,-1 0 0,0 0 0,1 0 0,-1 1 0,1-1 0,-1 0 0,1 0 0,-1 1 0,1-1 0,2 0 0,-3 2 0,0-1 0,-1 1 0,1 0 0,0-1 0,0 1 0,-1-1 0,1 1 0,-1 0 0,1 0 0,0 0 0,-1-1 0,0 1 0,1 0 0,-1 0 0,1 0 0,-1 0 0,0 0 0,0-1 0,1 1 0,-1 0 0,0 0 0,0 0 0,0 0 0,0 0 0,0 0 0,0 0 0,0 0 0,-1 0 0,1 1 0,0 1 0,0 0 0,0 0 0,1 0 0,0 0 0,-1 0 0,1 0 0,0-1 0,0 1 0,3 3 0,-3-3 0,1 0 0,-1 0 0,0 1 0,0-1 0,0 0 0,0 0 0,-1 1 0,1-1 0,-1 6 0,0 7 0,0-7 0,-1-1 0,2 1 0,-1-1 0,1 1 0,3 11 0,3 1 0,-3-10 0,-1-1 0,0 0 0,-1 1 0,0-1 0,1 21 0,-2 16-324,13 82 0,-12-81-1273,-2-35 485,0 0 0,1 0-1,4 22 1,3-6-886,-4-16 454,-1 0 0,0 1 0,-1 0-1,1 21 1,-3 16-3538,0-7 213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4.1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312 286 7507,'27'-30'3060,"-13"16"-1739,-1 0 0,0 0 0,-1-1 0,0-1 0,-2 0 0,0 0 0,0-1 0,6-18 0,-14 27-132,-1 1 0,0-1 0,0 1 1,-1-1-1,-1-14 0,0-3 1915,1 25-3102,0-1-1,0 1 1,1-1-1,-1 1 1,0-1 0,0 1-1,0 0 1,0-1 0,0 1-1,-1-1 1,1 1 0,0-1-1,0 1 1,0 0-1,0-1 1,0 1 0,-1-1-1,1 1 1,0 0 0,0-1-1,-1 1 1,1-1 0,0 1-1,-1 0 1,1 0-1,0-1 1,-1 1 0,1 0-1,0-1 1,-1 1 0,1 0-1,0 0 1,-1 0-1,1-1 1,-1 1 0,1 0-1,-1 0 1,1 0 0,0 0-1,-1 0 1,1 0 0,-1 0-1,1 0 1,-1 0-1,1 0 1,-1 0 0,1 0-1,0 0 1,-1 0 0,1 1-1,-1-1 1,-31 16-4,8-2-9,-1-4 11,0 2 0,1 0 0,1 2 0,-41 31 0,19-5 0,-80 81 0,81-57 0,43-63-24,0 1 0,0 0 0,1 0 0,-1-1 0,0 1 1,1 0-1,-1 0 0,1 0 0,0-1 0,0 1 0,0 0 0,0 0 0,0 0 0,0 0 0,1 3 1,-1 2-193,0-5-245,5-4 170,12-7 274,0-1 0,0-1 0,27-22 0,-6 3 138,-34 27-96,1-1 0,-1 0-1,0 0 1,0-1-1,0 1 1,4-7 0,13-15 197,76-58 512,-92 81-724,-1-1 1,1 1-1,0 0 1,0 1-1,0-1 1,1 1-1,-1 0 1,0 0-1,1 1 1,-1-1-1,1 1 1,0 1-1,-1-1 1,1 1 0,9 0-1,-13 0-10,-1 1 0,1-1 0,0 1 0,0-1 0,-1 1 0,1 0 0,-1-1 0,1 1 0,-1 0 0,1 0 0,-1 0 0,1 0 0,-1 0 0,0 0 0,1 1 0,-1-1 0,0 0 0,1 3 0,22 36 0,-8-14 0,-11-19 0,0 1 0,1 0 0,-1 1 0,0 0 0,0-1 0,-1 1 0,3 11 0,1 5-601,1 0-1,1 0 1,1-1 0,1 0 0,22 31-1,-13-20-509,-16-26-300,-1 1 1,0 0-1,6 21 1,-7-20-225,0-1 0,1 1 0,9 18 0,12 38-6993,-1-40 5040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4.5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40 6771,'0'-1'679,"-1"0"0,1-1-1,0 1 1,0 0 0,-1 0 0,1-1-1,0 1 1,-1 0 0,1 0 0,-1-1-1,0 1 1,1 0 0,-1 0 0,0 0 0,0 0-1,0 0 1,-1-1 0,2 1-267,-1 1 1,0-1-1,0 0 1,1 0-1,-1 0 1,1 0-1,-1 1 1,0-1-1,1 0 1,0 0-1,-1 0 1,1 0-1,0 0 1,-1 0-1,1-1 1,0 0-1,1 31 979,1-20-1317,-2 0-1,1 0 1,-1 1 0,-1-1 0,1 0-1,-2 0 1,1 0 0,-4 10 0,-2-4 124,5-10-62,-1 1-1,1-1 1,0 0-1,0 1 0,1 0 1,-1 0-1,1-1 0,0 1 1,1 6-1,0 365 3024,-19-164-3159,19-80 0,0-133 0,0 1 0,0-1 0,-1 1 0,1-1 0,0 0 0,0 1 0,0-1 0,0 1 0,0-1 0,0 1 0,0-1 0,1 1 0,-1-1 0,0 0 0,0 1 0,0-1 0,0 1 0,0-1 0,1 0 0,-1 1 0,0-1 0,0 0 0,1 1 0,-1-1 0,0 0 0,1 1 0,-1-1 0,0 0 0,1 1 0,-1-1 0,0 0 0,1 0 0,-1 1 0,0-1 0,1 0 0,-1 0 0,1 0 0,-1 0 0,1 0 0,-1 0 0,0 0 0,1 0 0,-1 0 0,1 0 0,-1 0 0,1 0 0,-1 0 0,0 0 0,1 0 0,-1 0 0,1 0 0,-1 0 0,1 0 0,-1-1 0,0 1 0,1 0 0,-1 0 0,0-1 0,1 1 0,-1 0 0,0 0 0,1-1 0,-1 1 0,1-1 0,23-22 0,1-20 0,4 4 0,-20 25 0,0 1 0,21-21 0,-25 30 0,6-6 0,0 0 0,-1-1 0,17-22 0,-22 26 0,1 1 0,-1 0 0,2 0 0,-1 1 0,1-1 0,-1 1 0,1 1 0,15-8 0,29-22 0,-49 32 0,1 1 0,-1-1 0,1 0 0,0 1 0,0-1 0,0 1 0,0 0 0,0 0 0,0 0 0,0 0 0,0 1 0,0-1 0,0 1 0,1 0 0,-1 0 0,0 0 0,6 1 0,47 14 0,-48-3 0,12 14 0,-16-22 0,-1-1 0,0 1 0,0 0 0,0-1 0,-1 1 0,1 0 0,-1 1 0,2 4 0,18 28 37,-18-32-68,0 1 0,0-1 0,-1 0 0,0 1 0,4 9 0,32 64-5428,-37-73 4198,-1 0 0,1 0-1,-1 1 1,0-1 0,-1 0 0,1 1-1,-1-1 1,-1 0 0,0 9 0,0 9-5552,1-8 3401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4.8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2 199 4210,'5'-5'1170,"0"0"1,0 0-1,-1-1 0,0 1 0,0-1 1,-1 0-1,1 0 0,-1 0 1,0-1-1,-1 1 0,3-9 1,-5 14-1138,0 0 1,0 1-1,0-1 1,1 1 0,-1-1-1,0 0 1,1 1-1,-1-1 1,0 1 0,1-1-1,-1 1 1,0-1-1,1 1 1,-1-1 0,1 1-1,-1-1 1,1 1-1,-1 0 1,1-1 0,-1 1-1,1 0 1,-1-1-1,1 1 1,0 0 0,-1 0-1,1-1 1,0 1-1,-1 0 1,1 0 0,0 0-1,-1 0 1,1 0-1,-1 0 1,1 0 0,0 0-1,-1 0 1,1 0-1,0 0 1,-1 1-1,2-1 1,0 0 120,3 0 406,-5 26 2252,0 184 4474,0-207-7161,0 1 0,0 0 0,-1-1 0,1 1 0,-1-1 0,0 1 0,0-1 0,0 1 0,0-1 0,-1 0 0,1 1 0,-4 4 0,3-5-75,0-1 0,0 1 0,1 1 0,0-1-1,-1 0 1,1 0 0,0 0 0,1 1 0,-1-1 0,0 0 0,1 1-1,0 5 1,0-7-45,0 0 0,-1 0 0,1 0 0,0 0 0,-1 0 0,0 0-1,1 0 1,-1 0 0,0 0 0,0 0 0,0 0 0,-2 1 0,2-1-6,0 0 0,0-1 0,0 1 0,0 0 0,0 0 0,1 0 0,-1-1 0,1 1 0,-1 0 0,1 0 0,-1 0 0,1 2 0,0-3 1,0 0 0,1-1 0,-1 1 0,0 0 0,0-1 0,0 1 0,-1 0 0,1 0 0,0-1 0,0 1 0,0 0 0,0-1 0,-1 1 0,1 0 0,0-1 0,-1 1 0,1 0 0,0-1 0,-1 1 0,1-1 0,-1 1 0,1-1 0,-1 1 0,1-1 0,-1 1 0,1-1 0,-1 1 0,1-1 0,-1 0 0,0 1 0,1-1 0,-1 0 0,0 1 0,1-1 0,-1 0 0,0 0 0,0 0 0,1 0 0,-1 0 0,0 0 0,1 0 0,-1 0 0,0 0 0,0 0 0,0 0 0,0-1 0,1 1 0,-1-1 0,0 1 0,1-1 0,-1 1 0,1-1 0,-1 1 0,0-1 0,1 1 0,0-1 0,-1 0 0,1 1 0,-1-1 0,1 0 0,0 1 0,-1-1 0,1 0 0,0 1 0,0-1 0,0 0 0,0 0 0,-1 1 0,1-1 0,0 0 0,0 0 0,0 1 0,1-1 0,-1 0 0,0 0 0,0 1 0,0-1 0,0 0 0,1 0 0,-1 1 0,0-1 0,1 0 0,-1 1 0,1-1 0,-1 0 0,0 1 0,1-1 0,-1 1 0,2-1 0,7-11 0,-7 11 0,-1-1 0,0 1 0,0 0 0,0 0 0,0-1 0,0 1 0,0-1 0,0 1 0,0-1 0,-1 1 0,1-1 0,0 0 0,-1 1 0,0-1 0,1 0 0,-1 1 0,0-1 0,0 0 0,0-1 0,0-2 0,0 1 0,1 0 0,-1-1 0,1 1 0,0 0 0,0 0 0,1 0 0,-1 0 0,1 0 0,0 0 0,0 0 0,0 0 0,0 1 0,4-5 0,13-24 0,-10 3 0,-8 24 0,0 1 0,0-1 0,0 1 0,1-1 0,-1 1 0,1 0 0,0 0 0,1 0 0,4-7 0,11-11 0,34-49 0,-37 51 0,0-1 0,1 2 0,1 0 0,38-32 0,-54 51 0,4-5 0,1 1 0,0 0 0,0 1 0,0-1 0,0 1 0,0 0 0,0 1 0,1-1 0,10-1 0,6-3 0,-19 7 0,0-1 0,0 1 0,0 0 0,0 0 0,0 1 0,0-1 0,0 1 0,0 0 0,0 0 0,-1 0 0,1 0 0,5 3 0,10 2 0,-15-4 0,1-1 0,-1 1 0,0 0 0,0 0 0,0 0 0,0 1 0,0-1 0,-1 1 0,1 0 0,-1 0 0,0 0 0,0 1 0,0-1 0,0 1 0,0-1 0,-1 1 0,1 0 0,-1 0 0,3 8 0,19 26 0,-22-35 0,0 0 0,0-1 0,0 2 0,0-1 0,-1 0 0,1 0 0,-1 0 0,0 1 0,0-1 0,0 1 0,1 4 0,4 15 0,3-2 0,-7-18 0,0 1 0,0 0 0,0 0 0,-1 0 0,0 0 0,0 0 0,0 0 0,0 0 0,0 0 0,-1 6 0,0-3 9,1 0 1,0 0-1,0 0 0,0 0 1,4 10-1,-3-10-139,0 1-1,0-1 1,0 1 0,-1-1 0,0 13-1,-1 25-3796,0 29-9612,-3-51 8411,-13-9 675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5.6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112 191 2481,'73'-106'11432,"-70"103"-10872,-1 0-1,0 0 1,0-1 0,0 1-1,0-1 1,-1 1 0,1-1 0,-1 0-1,0 1 1,0-1 0,0 0-1,-1 0 1,1 0 0,-1 0-1,0 0 1,0 0 0,-1-4-1,1 1 1095,0 5-584,-23 28 1147,5-11-1637,11-10-481,0 1 0,1 0 0,-1 0-1,1 0 1,0 0 0,1 1 0,0 0 0,0 1 0,0-1-1,-4 11 1,3-2 14,-1 0 0,0-1 0,-14 21 0,-11 24 129,30-56-230,1 0 1,0 0-1,0 0 0,0 0 0,1 0 1,0 0-1,-1 0 0,2 4 1,-3 19-1,-4-10-2,4-14-5,1 0 0,0 0 0,0 0 0,0-1 0,0 1 0,1 1 0,-1-1 0,1 0 0,-1 0 0,1 0 0,0 0 0,0 0 0,1 0 0,0 6 0,8 18 41,-6-18-40,-1 0-1,1 0 1,0 0-1,1-1 1,0 1-1,1-1 1,0 0-1,0 0 1,0-1-1,11 12 1,-10-13 9,0-1 0,0 0 0,0 0 0,1 0 0,-1-1 1,1 0-1,0 0 0,14 4 0,-17-6-8,-1-1 0,0 0 0,1-1 0,-1 1 0,1-1 0,-1 1 0,1-1 0,-1 0 0,1 0 0,-1-1 0,1 1 0,-1-1 0,1 0 0,-1 0 1,0 0-1,1 0 0,5-3 0,-8 3-3,3-1 17,0-1 0,-1 1 1,1-1-1,-1 0 0,0 0 1,0 0-1,0 0 1,0-1-1,0 0 0,3-6 1,24-44 410,-26 27-265,-5 23-159,1 0-1,1 0 1,-1 1 0,0-1 0,1 0-1,0 0 1,2-6 0,4-5-8,-5 12 0,0 0 0,0 0 0,-1 0 0,0 0 0,1-1 0,-1 1 0,0 0 0,0-1 0,-1 1 0,1-1 0,-1 1 0,0-1 0,0 1 0,0-1 0,0 0 0,0 1 0,-2-6 0,-7-13 0,6 17 0,1 0 0,0 0 0,0-1 0,1 1 0,-1-1 0,1 0 0,0 0 0,0-8 0,1 7 0,-1 0 0,-1 0 0,0-1 0,0 1 0,0 1 0,0-1 0,-1 0 0,-1 0 0,1 1 0,-1 0 0,0 0 0,0 0 0,-1 0 0,1 1 0,-1-1 0,-1 1 0,-5-4 0,3 1 0,0-1 0,0 1 0,1-1 0,0-1 0,-8-13 0,11 8 0,4 14 0,0 0 0,-1-1 0,1 1 0,0 0 0,0 0 0,-1 0 0,1 0 0,0 0 0,-1 0 0,1 0 0,-1 0 0,1 0 0,-1 0 0,0 0 0,1 1 0,-1-1 0,0 0 0,0 0 0,0 1 0,1-1 0,-1 0 0,0 1 0,0-1 0,0 0 0,0 1 0,0 0 0,0-1 0,0 1 0,-2-1 0,-5 0-25,7 1-1,0 0-1,0 0 0,1-1 0,-1 1 1,0 0-1,0 0 0,0 0 0,1-1 1,-1 1-1,0 0 0,0-1 1,1 1-1,-1 0 0,0-1 0,1 1 1,-1-1-1,0 1 0,1-1 1,-1 0-1,1 1 0,-1-1 0,1 1 1,-1-1-1,1 0 0,-1 0 0,1 1 1,0-1-1,-1 0 0,1 0 1,0 1-1,0-1 0,-1 0 0,1 0 1,0 0-1,0 0 0,0 1 1,0-1-1,0 0 0,0 0 0,0 0 1,1 1-1,-1-1 0,0 0 0,1-1 1,22 2-2936,131 0-4006,73 0 6696,-220 1 708,0 0 1,0 1 0,0 0-1,0 0 1,0 0 0,-1 1-1,1 0 1,7 5 0,-13-7-257,0 0 1,-1 0 0,1 0 0,-1 0 0,1 0-1,-1 0 1,1 0 0,-1 0 0,1 0 0,-1 0 0,0 0-1,0 1 1,0-1 0,1 0 0,-1 0 0,0 0-1,-1 0 1,1 1 0,0-1 0,0 0 0,-1 2 0,1 0 312,0 275 2535,0-274-3028,0 0 0,1 0 0,-1 0 0,1 0 0,0 0 0,0 0 0,1 0 0,-1 0 0,1 0 0,3 5 0,4 12 0,-1 9 0,-7-24 0,0 0 0,1 1 0,0-1 0,0 0 0,1 0 0,3 7 0,10 22 0,-13-27 0,0 0 0,0 0 0,1-1 0,0 1 0,10 12 0,-8-13 0,-1 0 0,1-1 0,1 1 0,-1-1 0,1-1 0,0 1 0,0-1 0,1 0 0,0-1 0,0 0 0,0 0 0,0-1 0,17 5 0,-11-5 0,47 3 0,-59-6 0,1 0 0,-1 0 0,1 0 0,-1-1 0,1 1 0,-1-1 0,1 1 0,-1-1 0,0 0 0,1 0 0,-1 0 0,0-1 0,0 1 0,1 0 0,-1-1 0,0 1 0,0-1 0,3-3 0,-2 0 0,0 0 0,-1 1 0,1-1 0,-1 0 0,0 0 0,0-1 0,0 1 0,-1 0 0,0-1 0,0 1 0,0-8 0,-1 8 0,1 1 0,0-1 0,0 0 0,0 0 0,0 1 0,1-1 0,-1 1 0,4-7 0,-2 6 0,-1 0 0,0 0 0,0-1 0,0 1 0,-1-1 0,0 1 0,0-1 0,0-8 0,-1 5 0,-1 0 0,-1 0 0,0 0 0,0 1 0,-5-13 0,4 12 0,0 0 0,1 0 0,0 0 0,0-1 0,0-13 0,0-2 0,-1 1 0,-1-1 0,-1 1 0,-1 0 0,-14-36 0,-2-9 0,19 43 0,3 24 0,0 0 0,0-1 0,0 1 0,0 0 0,0 0 0,-1 0 0,1 0 0,-1 0 0,1 0 0,-1 0 0,-1-3 0,-7-2 0,8 6 0,0 1 0,0-1 0,0 1 0,0-1 0,0 0 0,1 1 0,-1-1 0,0 0 0,0 1 0,1-1 0,-1 0 0,0 0 0,1 0 0,-1 0 0,1 0 0,-1 0 0,1 1 0,0-1 0,-1 0 0,1 0 0,0 0 0,0 0 0,-1-1 0,1 0 0,0 2 0,0 0 0,0 0 0,0 0 0,0-1 0,0 1 0,0 0 0,0 0 0,0 0 0,0 0 0,0 0 0,0-1 0,0 1 0,0 0 0,0 0 0,0 0 0,0 0 0,0 0 0,0-1 0,0 1 0,0 0 0,1 0 0,-1 0 0,0 0 0,0 0 0,0 0 0,0-1 0,0 1 0,0 0 0,0 0 0,0 0 0,1 0 0,-1 0 0,0 0 0,0 0 0,0 0 0,0 0 0,0 0 0,0 0 0,1 0 0,-1 0 0,0 0 0,0 0 0,0-1 0,0 1 0,1 0 0,-1 1 0,0-1 0,0 0 0,0 0 0,0 0 0,0 0 0,1 0 0,-1 0 0,0 0 0,0 0 0,0 0 0,0 0 0,0 0 0,0 0 0,1 0 0,-1 0 0,0 1 0,13 12 0,-9-8 0,0 0 0,-1 1 0,0 0 0,0-1 0,0 1 0,2 7 0,-4-9 0,2 7 0,0 0 0,1 0 0,0 0 0,11 19 0,-10-21 0,-1 1 0,0 0 0,0 0 0,-1 1 0,2 11 0,-2-9 0,1-1 0,-1 1 0,9 15 0,15 25 0,-6-13 0,-2 0 0,25 75 0,-43-108 0,2 0 0,-1 0 0,1-1 0,0 1 0,1-1 0,-1 0 0,1 0 0,0 0 0,6 6 0,-9-11 0,0 0 0,1 1 0,-1-1 0,0 0 0,1 0 0,-1 0 0,1 0 0,0 0 0,-1 0 0,1 0 0,-1-1 0,1 1 0,0 0 0,0-1 0,-1 1 0,1-1 0,0 0 0,0 0 0,0 0 0,-1 0 0,1 0 0,0 0 0,0 0 0,0-1 0,-1 1 0,1 0 0,0-1 0,0 0 0,-1 1 0,1-1 0,0 0 0,-1 0 0,1 0 0,-1 0 0,1 0 0,-1 0 0,0 0 0,2-2 0,28-21 0,-24 20 0,-1 0 0,0 0 0,-1-1 0,1 0 0,5-6 0,-3 3 0,1 0 0,-1 0 0,2 1 0,14-9 0,-15 11 0,-1 0 0,0-1 0,0 0 0,0 0 0,8-10 0,85-105 0,-83 103 12,-11 12-27,0 0 0,-1-1 0,0 0-1,0 0 1,0 0 0,-1-1 0,0 0-1,0 0 1,-1 0 0,0-1 0,5-14-1,-7 7-1209,-1 0 0,0 0-1,-2-20 1,1-2-6794,0-2-148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48.0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117 54 128,'0'0'488,"-4"0"-226,-64 0 5827,23 0 5227,46 0-11267,0 0 1,1-1-1,-1 1 1,0 0-1,0 0 1,0 0-1,1-1 0,-1 1 1,0-1-1,0 1 1,0-1-1,0 1 1,0-1-1,0 0 0,2 0 1,-2 0 6,0 0 1,1 0-1,-1 0 1,0 0-1,1 0 1,-1 1-1,1-1 0,0 0 1,-1 1-1,1 0 1,-1-1-1,1 1 1,0 0-1,-1 0 1,4 0-1,17-1 144,-1-1 0,35-8 0,-31 5 209,-1 2-1,44-3 0,332-4 2884,260 10-685,-657 2-2996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2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95 11765,'-6'0'1395,"1"0"0,-1 1 0,0 0-1,1 0 1,-1 0 0,-5 2 0,5-1-649,-1 0 0,1 0 0,-1-1 0,0 0 0,1-1 0,-8 1 0,-62 4 234,42-1-818,27-3 49,11-1 170,82-4 513,156-28 0,-214 27-838,120-9 31,-10 2-372,128-13-2524,-113 14-2273,-72 10 44,-64 2 3463,-1-1 0,0 0-1,26-5 1,5-5-2213,0 7 469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3.0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58 7443,'31'5'9409,"5"1"-6503,109-6-2476,-49 0-3485,-3-11-1960,-86 11 4558,-1-1 0,1 0 1,-1 0-1,1 0 1,-1-1-1,6-2 1,12-3-868,28-15-1493,12 6-43,-37 13 987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3.4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16 2993,'-5'0'4170,"-34"0"1577,36 0-5731,27 0-560,28 3 94,-30-2-853,0 0 0,0-1-1,0-1 1,27-5 0,1-7-1136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4.0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24 2289,'0'0'5507,"5"0"-5217,13 0 105,-13 0 320,19 0 2777,142 0 1586,91 0-5516,-255 0 284,-1 0 1,0 0-1,1 0 1,-1 0-1,1 0 1,-1-1-1,1 1 1,-1-1-1,1 1 1,-1-1-1,0 1 0,1-1 1,-1 0-1,2 0 1,1-2-431,0 2-1819,-4-13-4003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5.7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1 132 3842,'0'0'2926,"0"0"-2742,0-1 0,0 1 0,0-1 0,0 0-1,-1 1 1,1-1 0,0 1 0,0-1-1,0 1 1,0-1 0,1 1 0,-1-1 0,0 1-1,0-1 1,0 1 0,0-1 0,0 1-1,1-1 1,-1 1 0,0-1 0,0 1 0,1 0-1,-1-1 1,0 1 0,1-1 0,9-10 593,-8 9-430,0-1-1,0 1 0,0 0 0,0-1 1,1 1-1,-1 0 0,1 1 0,-1-1 1,1 0-1,0 1 0,5-3 1,63-19 4984,-40 12-3816,1 2 0,-1 1 0,38-5 0,-20 7-514,-2 0-91,53 0-1,-36 6-562,-61 0-288,-2 32 551,0-24-467,0 1 1,-1-1-1,0 1 1,-1-1-1,0 1 0,-3 14 1,2-19-129,-1 6-9,0-1 0,-1 1 0,0-1 0,-1 0-1,1-1 1,-13 17 0,-30 54-6,-53 27 0,73-91 0,25-15 0,0 1 0,-1 0 0,1 0 0,0 0 0,0 0 0,0 0 0,0 0 0,0 0 0,0 1 0,0-1 0,0 1 0,1-1 0,-1 1 0,1 0 0,-1-1 0,-1 4 0,3-5-3,1 1-1,-1-1 1,1 0 0,-1 0-1,1 0 1,-1 1 0,1-1 0,0 0-1,-1 0 1,1 0 0,-1 0-1,1 0 1,-1 0 0,1 0-1,-1 0 1,1 0 0,0 0-1,-1-1 1,1 1 0,-1 0 0,1 0-1,-1 0 1,1-1 0,-1 1-1,1 0 1,-1-1 0,0 1-1,1 0 1,-1-1 0,1 1-1,-1-1 1,0 1 0,1 0 0,-1-2-1,22-8-117,8-1 49,18-4 61,116-7 27,-146 20-9,-1 2 0,1 0 0,0 1 0,-1 0 0,1 2 0,-1 0-1,23 7 1,-14-4-3,-17-4 6,-1 1-1,0 0 1,0 0 0,0 1 0,0 0 0,-1 0 0,1 1 0,-1 0 0,0 0 0,-1 1 0,1 0 0,-1 0 0,0 1 0,7 9 0,-12-14-7,0 1 1,0 0-1,0-1 1,0 1-1,-1 0 1,1-1-1,-1 1 1,1 0-1,-1 0 1,0 0-1,0-1 1,0 1-1,-1 0 1,1 0-1,-1-1 1,1 1-1,-1 0 1,0-1-1,0 1 1,0 0-1,0-1 1,-1 0-1,1 1 1,-1-1 0,1 0-1,-5 4 1,-1 6-3,-6 25-1,13-33 0,-2 1 0,1 0 0,0-1 0,-1 0 0,0 1 0,0-1 0,-3 5 0,-39 31 0,37-32 0,-1 0 0,0 0 0,-1-1 0,1 0 0,-2 0 0,1-1 0,-13 7 0,-78 30 0,62-29 0,-5 0 0,-1-1 0,-76 10 0,78-19 0,34-3 0,1-1 0,-1 1 0,0 1 0,1 0 0,-12 3 0,16-4 0,-1 0 0,0 0 0,1 0 0,-1-1 0,0 0 0,0 0 0,1 0 0,-1 0 0,-6-2 0,5 2 0,1-1 0,0 1 0,0 0 0,-1 0 0,1 0 0,0 0 0,0 1 0,-1-1 0,-7 4 0,-45 9 0,52-12 0,1 0 0,-1-1 0,1 1 0,-1-1 0,1 0 0,-1 0 0,1-1 0,-1 1 0,1-1 0,-9-3 0,10-2-1938,13-1-2463,-9 7 3970,0-1 1,0 1-1,0-1 1,0 0-1,0 1 0,0-1 1,0 0-1,0 0 0,0 0 1,0 0-1,0 0 1,0 0-1,-1 0 0,1 0 1,0 0-1,0-2 0,23 3-10721,-6 0 8074,-13 0 666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6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450 2 1745,'-4'3'401,"-1"-1"-1,1 1 1,-1-1 0,1 0 0,-1-1-1,0 1 1,0-1 0,0 0 0,0 0-1,0 0 1,-9-1 0,-68-1 2128,43-1-1893,-146 11 2776,112-8-1245,68-1-1756,32 0-27,141-10 539,-30 1 76,-35 0 3,813 18 9699,3 64-7732,-876-69-3012,132 20 74,27 3-19,-145-25-28,-13 0-20,48 8 0,23 3-318,125-1 1,-235-12-309,-8-3-144,-1 0 0,1 0-1,-1 1 1,0-1 0,1 1-1,-1 0 1,0 0 0,0 0-1,0 1 1,-1-1 0,1 1-1,-5-1 1,-1-1-788,-1-1 0,1 0-1,0-1 1,-10-5 0,-33-14-2606,6 12 847,0-3-1759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8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38 432,'0'-1'313,"-1"-1"-1,1 1 0,0 0 1,0 0-1,0 0 1,0 0-1,0-1 0,0 1 1,0 0-1,0 0 0,0 0 1,0-1-1,1 1 1,-1 0-1,1 0 0,-1 0 1,0 0-1,1 0 1,0 0-1,-1 0 0,2-2 1,1 4 763,17-12 9685,-43 13-7322,22 0-3181,-1 1 1,1-1-1,1 1 1,-1 0-1,0-1 0,1 1 1,-1 0-1,1-1 0,0 1 1,0 0-1,0 0 1,0 4-1,-1 13 249,-4-2-351,1-1 0,0 1 1,1-1-1,1 1 0,1 0 0,1 0 1,2 28-1,-1 5-120,8 8 24,-6-46-139,0 1 1,-1 0 0,0 15-1,-2-25 20,1-1 1,-1 0-1,1 1 0,0-1 0,0 1 0,0-1 0,0 0 0,0 0 0,1 0 1,-1 0-1,4 5 0,-3-6-77,-1 1 1,1-1-1,-1 1 0,1 0 0,-1 0 1,0-1-1,0 1 0,-1 0 1,1 0-1,0 0 0,-1 4 1,0-5-44,0 0 0,0 0 1,0 0-1,1-1 0,-1 1 1,0 0-1,1 0 0,-1 0 1,1-1-1,0 1 0,0 0 1,-1 0-1,1-1 0,0 1 1,2 2-1,-2-3-9,0 0 0,0 0 0,0 1 1,0-1-1,-1 0 0,1 1 0,0-1 0,-1 1 1,1-1-1,-1 1 0,0-1 0,1 1 0,-1-1 0,0 1 1,0 1-1,3 3-905,1 0 1,0 0 0,0-1-1,0 0 1,1 0 0,-1 0-1,1 0 1,6 3 0,-8-6 635,0 0 1,1 0 0,-1 0 0,1-1-1,0 1 1,-1-1 0,1 0 0,0 0-1,0-1 1,0 1 0,0-1 0,0 0 0,-1 0-1,1 0 1,5-1 0,2 1-112,-3-2-190,15-7-34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8.3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338 633 96,'36'-49'459,"42"-64"3084,-23 33-1203,-38 58-1121,28-49 0,-44 71-1025,-1-1 0,1 0 0,0 0 0,-1 0 0,1 0 0,-1 0 1,1 0-1,-1-1 0,0 1 0,0 0 0,1 0 0,-1 0 0,0 0 0,0 0 0,0 0 0,0 0 0,0-1 0,0 1 0,0 0 0,-1 0 1,1 0-1,0 0 0,-1 0 0,1 0 0,0 0 0,-1 0 0,0 0 0,1 0 0,-1 0 0,-1-2 0,-8 5 2528,5 16-3211,5-15 552,0 0-1,0 0 0,0-1 1,-1 1-1,1 0 0,-1-1 1,0 1-1,1-1 0,-1 1 1,-1 0-1,1-1 1,0 0-1,-1 1 0,-2 2 1,3-3-32,-1 1 1,1-1 0,-1 0 0,1 0-1,0 1 1,0-1 0,0 1-1,0-1 1,0 1 0,1-1 0,-1 1-1,1 0 1,-1-1 0,1 5-1,-1 27 244,-1-20-32,1 1-1,1-1 1,0 1-1,1 0 0,1-1 1,4 19-1,21 26 759,-26-56-911,1 1 0,0-1 0,0 1 0,1-1 0,-1 0 0,1 0 0,-1 0 0,1 0 0,0 0 0,0 0 0,0-1 0,4 3 0,46 26 1426,-36-23-1097,-15-7-379,7 5 123,0-1 1,1 0-1,-1-1 0,1 0 1,0 0-1,1-1 0,-1-1 1,13 2-1,-9 1-64,-10-3-66,-1-1 1,0 1-1,0-1 0,1 0 0,-1-1 0,0 1 0,1 0 0,-1-1 1,1 0-1,-1 0 0,1 0 0,-1 0 0,1-1 0,-1 1 0,5-2 1,20-4 204,-18 4 10,1 1 0,-1-1 0,-1-1 0,1 0 0,0 0 0,-1-1 0,0 0 0,1-1 0,-2 0 0,1 0 0,0-1 0,12-11 1,-2-4 590,26-39 0,-41 53-777,0 1 0,0-1-1,-1 0 1,0 0 0,0 0 0,-1 0 0,1 0-1,-2-1 1,1 1 0,0-15 0,-2 8-31,1-1-15,0-1 0,-2 0 0,0 1 0,-1-1 1,0 1-1,-1-1 0,-1 1 0,0 0 0,-7-16 0,-2 6-16,0 0 0,-20-27 0,26 43 0,0 0 0,-1 1 0,0 0 0,-1 0 0,1 1 0,-1 0 0,-19-11 0,-19-11 0,34 20 0,1 1 0,-1 0 0,-1 0 0,1 2 0,-1 0 0,0 0 0,-1 1 0,-17-3 0,-24-1 0,43 6 0,-1 1 0,0 0 0,1 1 0,-1 0 0,0 1 0,-20 3 0,-6 4-1739,-1 1 1,2 2-1,0 2 0,0 1 0,1 2 1,-51 28-1,-108 79-11403,150-86 10106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3:58.7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136 0 3970,'-117'35'13574,"98"-31"-12270,38-6 65,101 4 2850,60 9-2873,-48-4-1446,-23-2-1283,-37-2-1020,11-4-3492,-22 0-752,-11-7 1095,-8 6 1782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0.0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93 384,'0'-10'541,"1"-13"4275,-1 23-4757,1-1 0,-1 1 0,0-1 0,0 1 0,1-1 1,-1 1-1,0-1 0,1 1 0,-1-1 0,0 1 0,1-1 0,-1 1 1,1 0-1,-1-1 0,0 1 0,1 0 0,-1-1 0,1 1 0,-1 0 1,1-1-1,-1 1 0,1 0 0,0 0 0,-1 0 0,1 0 0,-1 0 1,1 0-1,-1-1 0,1 1 0,1 1 0,0-5-576,-3-22 14392,0 20-11903,-6 4-1945,0-2 4445,5-5-4631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0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1 144,'0'0'21159,"0"27"-18817,0-8-1584,1-1 0,1 1 0,1 0-1,7 24 1,-8-29-708,0 0-1,0 0 1,-1 0 0,-1 0-1,-2 23 1,0 6-9,2 182-2640,0-222 2393,0 0 0,0 0 1,1-1-1,-1 1 0,1 0 0,0 0 0,-1 0 0,1-1 0,1 1 1,-1 0-1,0-1 0,1 1 0,2 3 0,-2-4-81,-1 0-1,1 0 0,-1 1 0,0-1 1,1 1-1,-1-1 0,-1 1 1,1-1-1,0 1 0,0-1 0,-1 1 1,0 0-1,1 4 0,-1 86-11811,0-76 9424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0.6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244 217 1873,'0'-13'1627,"-2"-24"5354,1 36-6834,1 0 1,0 0-1,-1 0 1,0-1-1,1 1 0,-1 0 1,0 1-1,1-1 1,-1 0-1,0 0 0,0 0 1,0 0-1,0 1 1,0-1-1,0 0 0,0 1 1,0-1-1,0 0 1,0 1-1,0 0 0,0-1 1,0 1-1,0 0 0,-1-1 1,1 1-1,0 0 1,0 0-1,0 0 0,-2 0 1,-18-13 1906,2 23-1360,13 0 308,5-5-828,-2-2-47,1 1-1,0 0 0,0 0 1,0 0-1,0 1 0,1-1 1,0 0-1,-1 1 0,2-1 1,-1 1-1,0-1 0,1 1 1,0-1-1,0 1 0,1 6 1,1-1 8,0-1 1,1 1-1,0-1 1,0 1 0,1-1-1,9 16 1,0-4-21,1 0 1,1-1-1,1-1 0,1 0 1,19 16-1,-26-27-33,0 0-1,0-1 0,1-1 1,0 0-1,0 0 1,1-1-1,14 5 0,86 18 1030,-66-18-530,-42-9-511,-1 0 1,1 0 0,-1-1 0,0 0-1,1 1 1,-1-1 0,1 0 0,-1-1-1,1 1 1,-1-1 0,1 1 0,-1-1-1,0 0 1,0 0 0,5-3 0,7-1 315,3 1 563,-16 4-799,1 0 0,-1 0 1,1 0-1,-1 0 0,1-1 1,-1 1-1,0-1 1,1 0-1,-1 0 0,0 0 1,0 0-1,0 0 0,0 0 1,0-1-1,0 1 0,0 0 1,0-1-1,0 0 1,0 1-1,-1-1 0,1 0 1,2-4-1,5-15 550,-5 15-610,-1-1 0,0 1-1,-1-1 1,1 0-1,-1 0 1,-1 0 0,1 0-1,-1 0 1,-1 0 0,1-10-1,-1-10-30,-1 1 0,-5-31 0,4 46-45,-1 0 0,0 1 0,0-1 0,-1 1 0,-1-1 0,0 1-1,-12-17 1,8 12-71,-1 1 1,-1 1-1,0 0 0,-1 0 0,0 1 0,-1 0 0,0 2 1,-1-1-1,0 1 0,-1 1 0,0 1 0,-31-13 0,34 17 5,-1-1-505,1 1-1,-1 0 1,0 1 0,0 0-1,-25-1 1,29 4 283,-28 0-3603,-46 6 0,69-4 2451,1 1 0,-1 0 0,0 1 0,1 0-1,0 2 1,-22 10 0,-34 22-4894,19-14 2182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0.8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291 1 8596,'-47'12'8334,"-13"5"-1715,-2 2-2225,33-14-3100,24-5-1109,1 1-1,-1-1 1,0 1-1,1 0 0,-1 0 1,1 1-1,-8 3 1,9-3-103,-1 0 0,1 0 0,-1-1 0,1 1 0,-1-1 0,0 0 0,1 0 0,-1 0 0,0 0-1,-4 0 1,8-1-75,0 0 0,-1 0 0,1 0 0,0 0-1,0 0 1,0 0 0,0 0 0,-1 0 0,1 0-1,0 0 1,0 0 0,0 1 0,0-1-1,-1 0 1,1 0 0,0 0 0,0 0 0,0 0-1,0 0 1,0 1 0,-1-1 0,1 0 0,0 0-1,0 0 1,0 0 0,0 1 0,0-1-1,0 0 1,0 0 0,0 0 0,0 1 0,0-1-1,0 0 1,0 0 0,0 0 0,0 0 0,0 1-1,0-1 1,0 0 0,0 0 0,0 0-1,0 1 1,0-1 0,0 0 0,0 0 0,0 0-1,0 0 1,0 1 0,0-1 0,1 0 0,-1 0-1,0 0 1,0 0 0,0 1 0,0-1-1,0 0 1,1 0 0,-1 0 0,0 0 0,0 0-1,0 0 1,0 0 0,1 0 0,-1 0-1,0 1 1,0-1 0,0 0 0,1 0 0,-1 0-1,9 1 36,-1 1-1,1-2 1,0 1-1,15-2 0,14 2-29,51 9 97,90-2-1,4 0 25,-75 1-107,188 22-111,-90-7-162,-155-19 123,30 7-415,-52-7-727,50 2 0,89 9-13570,-122-16 7147,-41 0 4579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1.0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0 4994,'0'3'552,"0"0"-1,-1 0 1,1 0 0,-1-1-1,0 1 1,0 0-1,0 0 1,0-1 0,0 1-1,0-1 1,-1 1-1,1-1 1,-4 4 0,-10 22 2410,11-18-2682,1 1 0,0-1-1,1 1 1,1 0 0,-1 0 0,1 13-1,1-19-246,0 1 0,-1 0 0,0-1 0,0 1 0,-1-1 0,1 1 0,-1-1 0,-4 9 0,3-9-31,1 0 0,0-1-1,1 1 1,-1 0 0,1 1-1,0-1 1,0 0 0,0 8 0,1 115-1124,0-2-3684,0-121 4568,1-1 0,-1 0 0,1 0 0,0 0 0,0 0 1,0 0-1,1 0 0,-1 0 0,1 0 0,2 4 0,-2-5 65,0 1 0,0-1 0,0 1 0,-1 0 0,0 0 0,0 0 0,0 0 0,0 0 0,0 0 0,-1 4 0,1-2-331,-1 0 0,1-1 0,0 1 0,0-1 0,1 1 0,0-1 0,2 6 0,0-1-237,-1 9-1940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5:34:01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282 311 1056,'0'-3'362,"0"-1"0,1 1-1,-1 0 1,1-1-1,0 1 1,0 0-1,0-1 1,0 1 0,1 0-1,-1 0 1,1 0-1,2-3 1,-2 3 169,-1 1 1,1 0-1,-1-1 0,0 1 1,0-1-1,0 1 1,0-1-1,0 1 0,0-1 1,-1 0-1,1-5 1,-6-8 3767,-10 7-2615,11 7-819,-5 2 2512,-4 9-2561,10-7-127,-12 3 620,11-5-958,0 1 0,0 1 0,0-1 0,0 1 1,0-1-1,0 1 0,1 0 0,-1 1 0,0-1 0,1 1 0,0-1 0,0 1 0,0 0 0,0 0 0,-4 6 0,-13 8 252,18-16-590,1-1 1,-1 1-1,1 0 0,-1 0 1,1 0-1,0 0 0,-1 1 1,1-1-1,0 0 0,0 0 1,0 1-1,0-1 0,0 1 1,0-1-1,0 1 0,1-1 1,-1 1-1,0-1 0,1 1 1,-1 0-1,1-1 1,0 1-1,-1 0 0,1 0 1,0 2-1,-1 20 11,0-17-14,0 0 0,1 1-1,0-1 1,0 0 0,0 1 0,1-1 0,0 0 0,1 0 0,2 8 0,2-6-5,0 1 1,0-1 0,1 0 0,1 0 0,-1-1 0,1 0 0,1 0 0,-1-1 0,1 0 0,1-1-1,-1 0 1,1 0 0,0-1 0,1-1 0,-1 1 0,1-1 0,0-1 0,20 4 0,-7-4 57,0-1 0,0-1 0,36-4 0,-49 3-33,0-1 0,-1-1 0,1 0-1,0-1 1,-1 0 0,1 0 0,-1-1 0,0-1 0,0 0 0,13-8 0,-19 9-21,0 0-1,0-1 1,0 0-1,0 1 1,-1-1-1,0-1 0,0 1 1,0 0-1,-1-1 1,0 1-1,0-1 1,0 0-1,-1 1 1,0-1-1,1-8 1,-1 7-4,0-1 1,-1 0 0,0 1 0,-1-1 0,1 1-1,-1-1 1,-1 1 0,0-1 0,0 1 0,0 0-1,-1 0 1,-5-12 0,-16-27-6,21 37 0,-2 0 0,1 0 0,-1 1 0,0-1 0,-1 1 0,-11-12 0,1 3-52,-1 2 1,-1 0-1,0 1 0,-1 0 1,0 2-1,-1 0 0,-26-11 0,16 10-88,16 5-231,0 2 0,0 0 0,-1 1 0,1 0 0,-26-4 0,-13 2-2813,-24-2-3629,15 7-3402,20 2 5931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0CD-32E2-3404-6B11-ECF23C37F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5B785-0651-D741-3151-266E5CC03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6B355-6683-B610-94F0-CFC40014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7BE8F-724F-ED5F-4636-4336E4D3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375C6-F5E6-49E1-FAB2-0BD5CE67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8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9EEC-D876-0674-F44E-907FCC42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FDE9-F62F-584F-2F2B-7F0224932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68FAE-C1BD-62AD-DCD2-3BCFAE8F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876F-E377-5F05-6D3C-4B7A7016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95EC-A92C-0AD1-697B-4F666FBE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5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E5C5-FB36-165D-7852-0A3622B4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33414-CE87-9B38-5F3A-C3BF5344A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80D14-4874-56F4-005A-BF505D12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C9309-CE59-E935-5B40-895576CE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32DF-9681-2E4E-6052-F874D522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6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22C7-866A-B462-785B-C3D19E86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7A88-93EA-D51A-877E-4DB6FF9EE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3BFED-077B-2293-1031-E1C3E4CAD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8A3FC-A71B-3AD3-F88B-BFBED8B2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E3E91-B26A-BBA8-922B-F925CCBB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5FD4B-345D-3040-25C2-6707B97C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4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7C03-9E4D-320A-1345-708BAB71F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F721C-47B1-3166-6E67-47083F74F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C0D98-D0B5-F5A7-3899-248C3D7F5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0297D-D056-E434-9C27-924D893BD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B9BAE-35D4-4AD7-898F-5F0D93D84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BD0AF-B756-3B97-B16A-18D448B4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D7EB4-5A4B-EEC4-83F5-BABDC493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8F2F7-A92C-0D80-6476-B4077639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A004-E39F-AF24-32AC-B04D44D6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2910E-24F4-EC5C-04CC-79D14039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67700-5B55-5487-0630-4782A3BB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1B7BD-8680-6D17-8524-6BF2E443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F7822-DEF4-B195-8FBB-E98CC0EE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D9BF-BE32-18C6-EE9D-B7C726D7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EDE21-16FA-A399-DC10-805FA8DE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0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2A33-2EFF-8A21-FBC9-F33EC0038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7FAEC-0C96-A91E-9BCE-4DF051C77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34853-E3D3-AED5-E84B-20FB595CB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CBF91-5D53-EFDA-E464-908E524B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AA7B1-6E71-5A4B-7758-1FA55B8E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E1F7E-A589-DED5-C879-79B5521C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F0FA-B2B6-26C5-CC8E-AB143A0F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F689C-949E-A7E0-C93D-4CF8DB29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217B5-BDF7-CEA2-FEA6-3D7ED15A7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72F-4241-E318-D6C6-BC82F996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2D48C-ECC2-D2F5-D675-DE115EBF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B86FC-7874-884F-D9FE-9085684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4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7E25-0074-34AC-F8A6-06EFD089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E36E0-B6AD-C3B4-696A-7D21FB9C7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5D6B0-1D88-97A9-8D09-A622CC0E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A5C0-D1E5-4C34-96AC-CFFD9E3D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13749-9559-DC88-E68D-C7BFD0DC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1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7EC09-D47D-5437-174B-354370D38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53797-B90B-E10E-A670-3318EE37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FE82-1EA3-B62B-0031-6AD9D518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EB74-68B9-05AB-71E6-B938D66F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B610E-7EEA-9078-3AE0-C8C621ED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A0153-FFB8-D6C8-9F41-C50C6EF6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BAFCE-8A51-6354-3AF1-0EF3A8A60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BF21-AF55-B53A-7467-EC94A7FD0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03B18-BB5C-4EBA-BF12-EB98F771652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F7B06-C572-99A1-65BC-4EE3D852D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5BB9-9344-0617-1C4C-7DD05E576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7C561-E107-4192-856D-45A1099D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0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1.png"/><Relationship Id="rId21" Type="http://schemas.openxmlformats.org/officeDocument/2006/relationships/image" Target="../media/image143.png"/><Relationship Id="rId42" Type="http://schemas.openxmlformats.org/officeDocument/2006/relationships/customXml" Target="../ink/ink154.xml"/><Relationship Id="rId63" Type="http://schemas.openxmlformats.org/officeDocument/2006/relationships/image" Target="../media/image164.png"/><Relationship Id="rId84" Type="http://schemas.openxmlformats.org/officeDocument/2006/relationships/customXml" Target="../ink/ink175.xml"/><Relationship Id="rId138" Type="http://schemas.openxmlformats.org/officeDocument/2006/relationships/customXml" Target="../ink/ink202.xml"/><Relationship Id="rId159" Type="http://schemas.openxmlformats.org/officeDocument/2006/relationships/image" Target="../media/image212.png"/><Relationship Id="rId107" Type="http://schemas.openxmlformats.org/officeDocument/2006/relationships/image" Target="../media/image186.png"/><Relationship Id="rId11" Type="http://schemas.openxmlformats.org/officeDocument/2006/relationships/image" Target="../media/image138.png"/><Relationship Id="rId32" Type="http://schemas.openxmlformats.org/officeDocument/2006/relationships/customXml" Target="../ink/ink149.xml"/><Relationship Id="rId53" Type="http://schemas.openxmlformats.org/officeDocument/2006/relationships/image" Target="../media/image159.png"/><Relationship Id="rId74" Type="http://schemas.openxmlformats.org/officeDocument/2006/relationships/customXml" Target="../ink/ink170.xml"/><Relationship Id="rId128" Type="http://schemas.openxmlformats.org/officeDocument/2006/relationships/customXml" Target="../ink/ink197.xml"/><Relationship Id="rId149" Type="http://schemas.openxmlformats.org/officeDocument/2006/relationships/image" Target="../media/image207.png"/><Relationship Id="rId5" Type="http://schemas.openxmlformats.org/officeDocument/2006/relationships/image" Target="../media/image135.png"/><Relationship Id="rId95" Type="http://schemas.openxmlformats.org/officeDocument/2006/relationships/image" Target="../media/image180.png"/><Relationship Id="rId160" Type="http://schemas.openxmlformats.org/officeDocument/2006/relationships/customXml" Target="../ink/ink213.xml"/><Relationship Id="rId22" Type="http://schemas.openxmlformats.org/officeDocument/2006/relationships/customXml" Target="../ink/ink144.xml"/><Relationship Id="rId43" Type="http://schemas.openxmlformats.org/officeDocument/2006/relationships/image" Target="../media/image154.png"/><Relationship Id="rId64" Type="http://schemas.openxmlformats.org/officeDocument/2006/relationships/customXml" Target="../ink/ink165.xml"/><Relationship Id="rId118" Type="http://schemas.openxmlformats.org/officeDocument/2006/relationships/customXml" Target="../ink/ink192.xml"/><Relationship Id="rId139" Type="http://schemas.openxmlformats.org/officeDocument/2006/relationships/image" Target="../media/image202.png"/><Relationship Id="rId85" Type="http://schemas.openxmlformats.org/officeDocument/2006/relationships/image" Target="../media/image175.png"/><Relationship Id="rId150" Type="http://schemas.openxmlformats.org/officeDocument/2006/relationships/customXml" Target="../ink/ink208.xml"/><Relationship Id="rId12" Type="http://schemas.openxmlformats.org/officeDocument/2006/relationships/customXml" Target="../ink/ink139.xml"/><Relationship Id="rId17" Type="http://schemas.openxmlformats.org/officeDocument/2006/relationships/image" Target="../media/image141.png"/><Relationship Id="rId33" Type="http://schemas.openxmlformats.org/officeDocument/2006/relationships/image" Target="../media/image149.png"/><Relationship Id="rId38" Type="http://schemas.openxmlformats.org/officeDocument/2006/relationships/customXml" Target="../ink/ink152.xml"/><Relationship Id="rId59" Type="http://schemas.openxmlformats.org/officeDocument/2006/relationships/image" Target="../media/image162.png"/><Relationship Id="rId103" Type="http://schemas.openxmlformats.org/officeDocument/2006/relationships/image" Target="../media/image184.png"/><Relationship Id="rId108" Type="http://schemas.openxmlformats.org/officeDocument/2006/relationships/customXml" Target="../ink/ink187.xml"/><Relationship Id="rId124" Type="http://schemas.openxmlformats.org/officeDocument/2006/relationships/customXml" Target="../ink/ink195.xml"/><Relationship Id="rId129" Type="http://schemas.openxmlformats.org/officeDocument/2006/relationships/image" Target="../media/image197.png"/><Relationship Id="rId54" Type="http://schemas.openxmlformats.org/officeDocument/2006/relationships/customXml" Target="../ink/ink160.xml"/><Relationship Id="rId70" Type="http://schemas.openxmlformats.org/officeDocument/2006/relationships/customXml" Target="../ink/ink168.xml"/><Relationship Id="rId75" Type="http://schemas.openxmlformats.org/officeDocument/2006/relationships/image" Target="../media/image170.png"/><Relationship Id="rId91" Type="http://schemas.openxmlformats.org/officeDocument/2006/relationships/image" Target="../media/image178.png"/><Relationship Id="rId96" Type="http://schemas.openxmlformats.org/officeDocument/2006/relationships/customXml" Target="../ink/ink181.xml"/><Relationship Id="rId140" Type="http://schemas.openxmlformats.org/officeDocument/2006/relationships/customXml" Target="../ink/ink203.xml"/><Relationship Id="rId145" Type="http://schemas.openxmlformats.org/officeDocument/2006/relationships/image" Target="../media/image205.png"/><Relationship Id="rId161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6.xml"/><Relationship Id="rId23" Type="http://schemas.openxmlformats.org/officeDocument/2006/relationships/image" Target="../media/image144.png"/><Relationship Id="rId28" Type="http://schemas.openxmlformats.org/officeDocument/2006/relationships/customXml" Target="../ink/ink147.xml"/><Relationship Id="rId49" Type="http://schemas.openxmlformats.org/officeDocument/2006/relationships/image" Target="../media/image157.png"/><Relationship Id="rId114" Type="http://schemas.openxmlformats.org/officeDocument/2006/relationships/customXml" Target="../ink/ink190.xml"/><Relationship Id="rId119" Type="http://schemas.openxmlformats.org/officeDocument/2006/relationships/image" Target="../media/image192.png"/><Relationship Id="rId44" Type="http://schemas.openxmlformats.org/officeDocument/2006/relationships/customXml" Target="../ink/ink155.xml"/><Relationship Id="rId60" Type="http://schemas.openxmlformats.org/officeDocument/2006/relationships/customXml" Target="../ink/ink163.xml"/><Relationship Id="rId65" Type="http://schemas.openxmlformats.org/officeDocument/2006/relationships/image" Target="../media/image165.png"/><Relationship Id="rId81" Type="http://schemas.openxmlformats.org/officeDocument/2006/relationships/image" Target="../media/image173.png"/><Relationship Id="rId86" Type="http://schemas.openxmlformats.org/officeDocument/2006/relationships/customXml" Target="../ink/ink176.xml"/><Relationship Id="rId130" Type="http://schemas.openxmlformats.org/officeDocument/2006/relationships/customXml" Target="../ink/ink198.xml"/><Relationship Id="rId135" Type="http://schemas.openxmlformats.org/officeDocument/2006/relationships/image" Target="../media/image200.png"/><Relationship Id="rId151" Type="http://schemas.openxmlformats.org/officeDocument/2006/relationships/image" Target="../media/image208.png"/><Relationship Id="rId156" Type="http://schemas.openxmlformats.org/officeDocument/2006/relationships/customXml" Target="../ink/ink211.xml"/><Relationship Id="rId13" Type="http://schemas.openxmlformats.org/officeDocument/2006/relationships/image" Target="../media/image139.png"/><Relationship Id="rId18" Type="http://schemas.openxmlformats.org/officeDocument/2006/relationships/customXml" Target="../ink/ink142.xml"/><Relationship Id="rId39" Type="http://schemas.openxmlformats.org/officeDocument/2006/relationships/image" Target="../media/image152.png"/><Relationship Id="rId109" Type="http://schemas.openxmlformats.org/officeDocument/2006/relationships/image" Target="../media/image187.png"/><Relationship Id="rId34" Type="http://schemas.openxmlformats.org/officeDocument/2006/relationships/customXml" Target="../ink/ink150.xml"/><Relationship Id="rId50" Type="http://schemas.openxmlformats.org/officeDocument/2006/relationships/customXml" Target="../ink/ink158.xml"/><Relationship Id="rId55" Type="http://schemas.openxmlformats.org/officeDocument/2006/relationships/image" Target="../media/image160.png"/><Relationship Id="rId76" Type="http://schemas.openxmlformats.org/officeDocument/2006/relationships/customXml" Target="../ink/ink171.xml"/><Relationship Id="rId97" Type="http://schemas.openxmlformats.org/officeDocument/2006/relationships/image" Target="../media/image181.png"/><Relationship Id="rId104" Type="http://schemas.openxmlformats.org/officeDocument/2006/relationships/customXml" Target="../ink/ink185.xml"/><Relationship Id="rId120" Type="http://schemas.openxmlformats.org/officeDocument/2006/relationships/customXml" Target="../ink/ink193.xml"/><Relationship Id="rId125" Type="http://schemas.openxmlformats.org/officeDocument/2006/relationships/image" Target="../media/image195.png"/><Relationship Id="rId141" Type="http://schemas.openxmlformats.org/officeDocument/2006/relationships/image" Target="../media/image203.png"/><Relationship Id="rId146" Type="http://schemas.openxmlformats.org/officeDocument/2006/relationships/customXml" Target="../ink/ink206.xml"/><Relationship Id="rId7" Type="http://schemas.openxmlformats.org/officeDocument/2006/relationships/image" Target="../media/image136.png"/><Relationship Id="rId71" Type="http://schemas.openxmlformats.org/officeDocument/2006/relationships/image" Target="../media/image168.png"/><Relationship Id="rId92" Type="http://schemas.openxmlformats.org/officeDocument/2006/relationships/customXml" Target="../ink/ink179.xml"/><Relationship Id="rId162" Type="http://schemas.openxmlformats.org/officeDocument/2006/relationships/customXml" Target="../ink/ink214.xml"/><Relationship Id="rId2" Type="http://schemas.openxmlformats.org/officeDocument/2006/relationships/customXml" Target="../ink/ink134.xml"/><Relationship Id="rId29" Type="http://schemas.openxmlformats.org/officeDocument/2006/relationships/image" Target="../media/image147.png"/><Relationship Id="rId24" Type="http://schemas.openxmlformats.org/officeDocument/2006/relationships/customXml" Target="../ink/ink145.xml"/><Relationship Id="rId40" Type="http://schemas.openxmlformats.org/officeDocument/2006/relationships/customXml" Target="../ink/ink153.xml"/><Relationship Id="rId45" Type="http://schemas.openxmlformats.org/officeDocument/2006/relationships/image" Target="../media/image155.png"/><Relationship Id="rId66" Type="http://schemas.openxmlformats.org/officeDocument/2006/relationships/customXml" Target="../ink/ink166.xml"/><Relationship Id="rId87" Type="http://schemas.openxmlformats.org/officeDocument/2006/relationships/image" Target="../media/image176.png"/><Relationship Id="rId110" Type="http://schemas.openxmlformats.org/officeDocument/2006/relationships/customXml" Target="../ink/ink188.xml"/><Relationship Id="rId115" Type="http://schemas.openxmlformats.org/officeDocument/2006/relationships/image" Target="../media/image190.png"/><Relationship Id="rId131" Type="http://schemas.openxmlformats.org/officeDocument/2006/relationships/image" Target="../media/image198.png"/><Relationship Id="rId136" Type="http://schemas.openxmlformats.org/officeDocument/2006/relationships/customXml" Target="../ink/ink201.xml"/><Relationship Id="rId157" Type="http://schemas.openxmlformats.org/officeDocument/2006/relationships/image" Target="../media/image211.png"/><Relationship Id="rId61" Type="http://schemas.openxmlformats.org/officeDocument/2006/relationships/image" Target="../media/image163.png"/><Relationship Id="rId82" Type="http://schemas.openxmlformats.org/officeDocument/2006/relationships/customXml" Target="../ink/ink174.xml"/><Relationship Id="rId152" Type="http://schemas.openxmlformats.org/officeDocument/2006/relationships/customXml" Target="../ink/ink209.xml"/><Relationship Id="rId19" Type="http://schemas.openxmlformats.org/officeDocument/2006/relationships/image" Target="../media/image142.png"/><Relationship Id="rId14" Type="http://schemas.openxmlformats.org/officeDocument/2006/relationships/customXml" Target="../ink/ink140.xml"/><Relationship Id="rId30" Type="http://schemas.openxmlformats.org/officeDocument/2006/relationships/customXml" Target="../ink/ink148.xml"/><Relationship Id="rId35" Type="http://schemas.openxmlformats.org/officeDocument/2006/relationships/image" Target="../media/image150.png"/><Relationship Id="rId56" Type="http://schemas.openxmlformats.org/officeDocument/2006/relationships/customXml" Target="../ink/ink161.xml"/><Relationship Id="rId77" Type="http://schemas.openxmlformats.org/officeDocument/2006/relationships/image" Target="../media/image171.png"/><Relationship Id="rId100" Type="http://schemas.openxmlformats.org/officeDocument/2006/relationships/customXml" Target="../ink/ink183.xml"/><Relationship Id="rId105" Type="http://schemas.openxmlformats.org/officeDocument/2006/relationships/image" Target="../media/image185.png"/><Relationship Id="rId126" Type="http://schemas.openxmlformats.org/officeDocument/2006/relationships/customXml" Target="../ink/ink196.xml"/><Relationship Id="rId147" Type="http://schemas.openxmlformats.org/officeDocument/2006/relationships/image" Target="../media/image206.png"/><Relationship Id="rId8" Type="http://schemas.openxmlformats.org/officeDocument/2006/relationships/customXml" Target="../ink/ink137.xml"/><Relationship Id="rId51" Type="http://schemas.openxmlformats.org/officeDocument/2006/relationships/image" Target="../media/image158.png"/><Relationship Id="rId72" Type="http://schemas.openxmlformats.org/officeDocument/2006/relationships/customXml" Target="../ink/ink169.xml"/><Relationship Id="rId93" Type="http://schemas.openxmlformats.org/officeDocument/2006/relationships/image" Target="../media/image179.png"/><Relationship Id="rId98" Type="http://schemas.openxmlformats.org/officeDocument/2006/relationships/customXml" Target="../ink/ink182.xml"/><Relationship Id="rId121" Type="http://schemas.openxmlformats.org/officeDocument/2006/relationships/image" Target="../media/image193.png"/><Relationship Id="rId142" Type="http://schemas.openxmlformats.org/officeDocument/2006/relationships/customXml" Target="../ink/ink204.xml"/><Relationship Id="rId163" Type="http://schemas.openxmlformats.org/officeDocument/2006/relationships/image" Target="../media/image214.png"/><Relationship Id="rId3" Type="http://schemas.openxmlformats.org/officeDocument/2006/relationships/image" Target="../media/image134.png"/><Relationship Id="rId25" Type="http://schemas.openxmlformats.org/officeDocument/2006/relationships/image" Target="../media/image145.png"/><Relationship Id="rId46" Type="http://schemas.openxmlformats.org/officeDocument/2006/relationships/customXml" Target="../ink/ink156.xml"/><Relationship Id="rId67" Type="http://schemas.openxmlformats.org/officeDocument/2006/relationships/image" Target="../media/image166.png"/><Relationship Id="rId116" Type="http://schemas.openxmlformats.org/officeDocument/2006/relationships/customXml" Target="../ink/ink191.xml"/><Relationship Id="rId137" Type="http://schemas.openxmlformats.org/officeDocument/2006/relationships/image" Target="../media/image201.png"/><Relationship Id="rId158" Type="http://schemas.openxmlformats.org/officeDocument/2006/relationships/customXml" Target="../ink/ink212.xml"/><Relationship Id="rId20" Type="http://schemas.openxmlformats.org/officeDocument/2006/relationships/customXml" Target="../ink/ink143.xml"/><Relationship Id="rId41" Type="http://schemas.openxmlformats.org/officeDocument/2006/relationships/image" Target="../media/image153.png"/><Relationship Id="rId62" Type="http://schemas.openxmlformats.org/officeDocument/2006/relationships/customXml" Target="../ink/ink164.xml"/><Relationship Id="rId83" Type="http://schemas.openxmlformats.org/officeDocument/2006/relationships/image" Target="../media/image174.png"/><Relationship Id="rId88" Type="http://schemas.openxmlformats.org/officeDocument/2006/relationships/customXml" Target="../ink/ink177.xml"/><Relationship Id="rId111" Type="http://schemas.openxmlformats.org/officeDocument/2006/relationships/image" Target="../media/image188.png"/><Relationship Id="rId132" Type="http://schemas.openxmlformats.org/officeDocument/2006/relationships/customXml" Target="../ink/ink199.xml"/><Relationship Id="rId153" Type="http://schemas.openxmlformats.org/officeDocument/2006/relationships/image" Target="../media/image209.png"/><Relationship Id="rId15" Type="http://schemas.openxmlformats.org/officeDocument/2006/relationships/image" Target="../media/image140.png"/><Relationship Id="rId36" Type="http://schemas.openxmlformats.org/officeDocument/2006/relationships/customXml" Target="../ink/ink151.xml"/><Relationship Id="rId57" Type="http://schemas.openxmlformats.org/officeDocument/2006/relationships/image" Target="../media/image161.png"/><Relationship Id="rId106" Type="http://schemas.openxmlformats.org/officeDocument/2006/relationships/customXml" Target="../ink/ink186.xml"/><Relationship Id="rId127" Type="http://schemas.openxmlformats.org/officeDocument/2006/relationships/image" Target="../media/image196.png"/><Relationship Id="rId10" Type="http://schemas.openxmlformats.org/officeDocument/2006/relationships/customXml" Target="../ink/ink138.xml"/><Relationship Id="rId31" Type="http://schemas.openxmlformats.org/officeDocument/2006/relationships/image" Target="../media/image148.png"/><Relationship Id="rId52" Type="http://schemas.openxmlformats.org/officeDocument/2006/relationships/customXml" Target="../ink/ink159.xml"/><Relationship Id="rId73" Type="http://schemas.openxmlformats.org/officeDocument/2006/relationships/image" Target="../media/image169.png"/><Relationship Id="rId78" Type="http://schemas.openxmlformats.org/officeDocument/2006/relationships/customXml" Target="../ink/ink172.xml"/><Relationship Id="rId94" Type="http://schemas.openxmlformats.org/officeDocument/2006/relationships/customXml" Target="../ink/ink180.xml"/><Relationship Id="rId99" Type="http://schemas.openxmlformats.org/officeDocument/2006/relationships/image" Target="../media/image182.png"/><Relationship Id="rId101" Type="http://schemas.openxmlformats.org/officeDocument/2006/relationships/image" Target="../media/image183.png"/><Relationship Id="rId122" Type="http://schemas.openxmlformats.org/officeDocument/2006/relationships/customXml" Target="../ink/ink194.xml"/><Relationship Id="rId143" Type="http://schemas.openxmlformats.org/officeDocument/2006/relationships/image" Target="../media/image204.png"/><Relationship Id="rId148" Type="http://schemas.openxmlformats.org/officeDocument/2006/relationships/customXml" Target="../ink/ink207.xml"/><Relationship Id="rId164" Type="http://schemas.openxmlformats.org/officeDocument/2006/relationships/customXml" Target="../ink/ink215.xml"/><Relationship Id="rId4" Type="http://schemas.openxmlformats.org/officeDocument/2006/relationships/customXml" Target="../ink/ink135.xml"/><Relationship Id="rId9" Type="http://schemas.openxmlformats.org/officeDocument/2006/relationships/image" Target="../media/image137.png"/><Relationship Id="rId26" Type="http://schemas.openxmlformats.org/officeDocument/2006/relationships/customXml" Target="../ink/ink146.xml"/><Relationship Id="rId47" Type="http://schemas.openxmlformats.org/officeDocument/2006/relationships/image" Target="../media/image156.png"/><Relationship Id="rId68" Type="http://schemas.openxmlformats.org/officeDocument/2006/relationships/customXml" Target="../ink/ink167.xml"/><Relationship Id="rId89" Type="http://schemas.openxmlformats.org/officeDocument/2006/relationships/image" Target="../media/image177.png"/><Relationship Id="rId112" Type="http://schemas.openxmlformats.org/officeDocument/2006/relationships/customXml" Target="../ink/ink189.xml"/><Relationship Id="rId133" Type="http://schemas.openxmlformats.org/officeDocument/2006/relationships/image" Target="../media/image199.png"/><Relationship Id="rId154" Type="http://schemas.openxmlformats.org/officeDocument/2006/relationships/customXml" Target="../ink/ink210.xml"/><Relationship Id="rId16" Type="http://schemas.openxmlformats.org/officeDocument/2006/relationships/customXml" Target="../ink/ink141.xml"/><Relationship Id="rId37" Type="http://schemas.openxmlformats.org/officeDocument/2006/relationships/image" Target="../media/image151.png"/><Relationship Id="rId58" Type="http://schemas.openxmlformats.org/officeDocument/2006/relationships/customXml" Target="../ink/ink162.xml"/><Relationship Id="rId79" Type="http://schemas.openxmlformats.org/officeDocument/2006/relationships/image" Target="../media/image172.png"/><Relationship Id="rId102" Type="http://schemas.openxmlformats.org/officeDocument/2006/relationships/customXml" Target="../ink/ink184.xml"/><Relationship Id="rId123" Type="http://schemas.openxmlformats.org/officeDocument/2006/relationships/image" Target="../media/image194.png"/><Relationship Id="rId144" Type="http://schemas.openxmlformats.org/officeDocument/2006/relationships/customXml" Target="../ink/ink205.xml"/><Relationship Id="rId90" Type="http://schemas.openxmlformats.org/officeDocument/2006/relationships/customXml" Target="../ink/ink178.xml"/><Relationship Id="rId165" Type="http://schemas.openxmlformats.org/officeDocument/2006/relationships/image" Target="../media/image215.png"/><Relationship Id="rId27" Type="http://schemas.openxmlformats.org/officeDocument/2006/relationships/image" Target="../media/image146.png"/><Relationship Id="rId48" Type="http://schemas.openxmlformats.org/officeDocument/2006/relationships/customXml" Target="../ink/ink157.xml"/><Relationship Id="rId69" Type="http://schemas.openxmlformats.org/officeDocument/2006/relationships/image" Target="../media/image167.png"/><Relationship Id="rId113" Type="http://schemas.openxmlformats.org/officeDocument/2006/relationships/image" Target="../media/image189.png"/><Relationship Id="rId134" Type="http://schemas.openxmlformats.org/officeDocument/2006/relationships/customXml" Target="../ink/ink200.xml"/><Relationship Id="rId80" Type="http://schemas.openxmlformats.org/officeDocument/2006/relationships/customXml" Target="../ink/ink173.xml"/><Relationship Id="rId155" Type="http://schemas.openxmlformats.org/officeDocument/2006/relationships/image" Target="../media/image210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8.xml"/><Relationship Id="rId21" Type="http://schemas.openxmlformats.org/officeDocument/2006/relationships/image" Target="../media/image225.png"/><Relationship Id="rId34" Type="http://schemas.openxmlformats.org/officeDocument/2006/relationships/customXml" Target="../ink/ink232.xml"/><Relationship Id="rId42" Type="http://schemas.openxmlformats.org/officeDocument/2006/relationships/customXml" Target="../ink/ink236.xml"/><Relationship Id="rId47" Type="http://schemas.openxmlformats.org/officeDocument/2006/relationships/image" Target="../media/image238.png"/><Relationship Id="rId50" Type="http://schemas.openxmlformats.org/officeDocument/2006/relationships/customXml" Target="../ink/ink240.xml"/><Relationship Id="rId55" Type="http://schemas.openxmlformats.org/officeDocument/2006/relationships/image" Target="../media/image242.png"/><Relationship Id="rId63" Type="http://schemas.openxmlformats.org/officeDocument/2006/relationships/image" Target="../media/image246.png"/><Relationship Id="rId7" Type="http://schemas.openxmlformats.org/officeDocument/2006/relationships/image" Target="../media/image218.png"/><Relationship Id="rId2" Type="http://schemas.openxmlformats.org/officeDocument/2006/relationships/customXml" Target="../ink/ink216.xml"/><Relationship Id="rId16" Type="http://schemas.openxmlformats.org/officeDocument/2006/relationships/customXml" Target="../ink/ink223.xml"/><Relationship Id="rId29" Type="http://schemas.openxmlformats.org/officeDocument/2006/relationships/image" Target="../media/image229.png"/><Relationship Id="rId11" Type="http://schemas.openxmlformats.org/officeDocument/2006/relationships/image" Target="../media/image220.png"/><Relationship Id="rId24" Type="http://schemas.openxmlformats.org/officeDocument/2006/relationships/customXml" Target="../ink/ink227.xml"/><Relationship Id="rId32" Type="http://schemas.openxmlformats.org/officeDocument/2006/relationships/customXml" Target="../ink/ink231.xml"/><Relationship Id="rId37" Type="http://schemas.openxmlformats.org/officeDocument/2006/relationships/image" Target="../media/image233.png"/><Relationship Id="rId40" Type="http://schemas.openxmlformats.org/officeDocument/2006/relationships/customXml" Target="../ink/ink235.xml"/><Relationship Id="rId45" Type="http://schemas.openxmlformats.org/officeDocument/2006/relationships/image" Target="../media/image237.png"/><Relationship Id="rId53" Type="http://schemas.openxmlformats.org/officeDocument/2006/relationships/image" Target="../media/image241.png"/><Relationship Id="rId58" Type="http://schemas.openxmlformats.org/officeDocument/2006/relationships/customXml" Target="../ink/ink244.xml"/><Relationship Id="rId5" Type="http://schemas.openxmlformats.org/officeDocument/2006/relationships/image" Target="../media/image217.png"/><Relationship Id="rId61" Type="http://schemas.openxmlformats.org/officeDocument/2006/relationships/image" Target="../media/image245.png"/><Relationship Id="rId19" Type="http://schemas.openxmlformats.org/officeDocument/2006/relationships/image" Target="../media/image224.png"/><Relationship Id="rId14" Type="http://schemas.openxmlformats.org/officeDocument/2006/relationships/customXml" Target="../ink/ink222.xml"/><Relationship Id="rId22" Type="http://schemas.openxmlformats.org/officeDocument/2006/relationships/customXml" Target="../ink/ink226.xml"/><Relationship Id="rId27" Type="http://schemas.openxmlformats.org/officeDocument/2006/relationships/image" Target="../media/image228.png"/><Relationship Id="rId30" Type="http://schemas.openxmlformats.org/officeDocument/2006/relationships/customXml" Target="../ink/ink230.xml"/><Relationship Id="rId35" Type="http://schemas.openxmlformats.org/officeDocument/2006/relationships/image" Target="../media/image232.png"/><Relationship Id="rId43" Type="http://schemas.openxmlformats.org/officeDocument/2006/relationships/image" Target="../media/image236.png"/><Relationship Id="rId48" Type="http://schemas.openxmlformats.org/officeDocument/2006/relationships/customXml" Target="../ink/ink239.xml"/><Relationship Id="rId56" Type="http://schemas.openxmlformats.org/officeDocument/2006/relationships/customXml" Target="../ink/ink243.xml"/><Relationship Id="rId64" Type="http://schemas.openxmlformats.org/officeDocument/2006/relationships/customXml" Target="../ink/ink247.xml"/><Relationship Id="rId8" Type="http://schemas.openxmlformats.org/officeDocument/2006/relationships/customXml" Target="../ink/ink219.xml"/><Relationship Id="rId51" Type="http://schemas.openxmlformats.org/officeDocument/2006/relationships/image" Target="../media/image240.png"/><Relationship Id="rId3" Type="http://schemas.openxmlformats.org/officeDocument/2006/relationships/image" Target="../media/image216.png"/><Relationship Id="rId12" Type="http://schemas.openxmlformats.org/officeDocument/2006/relationships/customXml" Target="../ink/ink221.xml"/><Relationship Id="rId17" Type="http://schemas.openxmlformats.org/officeDocument/2006/relationships/image" Target="../media/image223.png"/><Relationship Id="rId25" Type="http://schemas.openxmlformats.org/officeDocument/2006/relationships/image" Target="../media/image227.png"/><Relationship Id="rId33" Type="http://schemas.openxmlformats.org/officeDocument/2006/relationships/image" Target="../media/image231.png"/><Relationship Id="rId38" Type="http://schemas.openxmlformats.org/officeDocument/2006/relationships/customXml" Target="../ink/ink234.xml"/><Relationship Id="rId46" Type="http://schemas.openxmlformats.org/officeDocument/2006/relationships/customXml" Target="../ink/ink238.xml"/><Relationship Id="rId59" Type="http://schemas.openxmlformats.org/officeDocument/2006/relationships/image" Target="../media/image244.png"/><Relationship Id="rId20" Type="http://schemas.openxmlformats.org/officeDocument/2006/relationships/customXml" Target="../ink/ink225.xml"/><Relationship Id="rId41" Type="http://schemas.openxmlformats.org/officeDocument/2006/relationships/image" Target="../media/image235.png"/><Relationship Id="rId54" Type="http://schemas.openxmlformats.org/officeDocument/2006/relationships/customXml" Target="../ink/ink242.xml"/><Relationship Id="rId62" Type="http://schemas.openxmlformats.org/officeDocument/2006/relationships/customXml" Target="../ink/ink2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8.xml"/><Relationship Id="rId15" Type="http://schemas.openxmlformats.org/officeDocument/2006/relationships/image" Target="../media/image222.png"/><Relationship Id="rId23" Type="http://schemas.openxmlformats.org/officeDocument/2006/relationships/image" Target="../media/image226.png"/><Relationship Id="rId28" Type="http://schemas.openxmlformats.org/officeDocument/2006/relationships/customXml" Target="../ink/ink229.xml"/><Relationship Id="rId36" Type="http://schemas.openxmlformats.org/officeDocument/2006/relationships/customXml" Target="../ink/ink233.xml"/><Relationship Id="rId49" Type="http://schemas.openxmlformats.org/officeDocument/2006/relationships/image" Target="../media/image239.png"/><Relationship Id="rId57" Type="http://schemas.openxmlformats.org/officeDocument/2006/relationships/image" Target="../media/image243.png"/><Relationship Id="rId10" Type="http://schemas.openxmlformats.org/officeDocument/2006/relationships/customXml" Target="../ink/ink220.xml"/><Relationship Id="rId31" Type="http://schemas.openxmlformats.org/officeDocument/2006/relationships/image" Target="../media/image230.png"/><Relationship Id="rId44" Type="http://schemas.openxmlformats.org/officeDocument/2006/relationships/customXml" Target="../ink/ink237.xml"/><Relationship Id="rId52" Type="http://schemas.openxmlformats.org/officeDocument/2006/relationships/customXml" Target="../ink/ink241.xml"/><Relationship Id="rId60" Type="http://schemas.openxmlformats.org/officeDocument/2006/relationships/customXml" Target="../ink/ink245.xml"/><Relationship Id="rId65" Type="http://schemas.openxmlformats.org/officeDocument/2006/relationships/image" Target="../media/image247.png"/><Relationship Id="rId4" Type="http://schemas.openxmlformats.org/officeDocument/2006/relationships/customXml" Target="../ink/ink217.xml"/><Relationship Id="rId9" Type="http://schemas.openxmlformats.org/officeDocument/2006/relationships/image" Target="../media/image219.png"/><Relationship Id="rId13" Type="http://schemas.openxmlformats.org/officeDocument/2006/relationships/image" Target="../media/image221.png"/><Relationship Id="rId18" Type="http://schemas.openxmlformats.org/officeDocument/2006/relationships/customXml" Target="../ink/ink224.xml"/><Relationship Id="rId39" Type="http://schemas.openxmlformats.org/officeDocument/2006/relationships/image" Target="../media/image23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E261588-7B04-BEDA-B4E9-11139BE01997}"/>
              </a:ext>
            </a:extLst>
          </p:cNvPr>
          <p:cNvGrpSpPr/>
          <p:nvPr/>
        </p:nvGrpSpPr>
        <p:grpSpPr>
          <a:xfrm>
            <a:off x="153504" y="195336"/>
            <a:ext cx="3876480" cy="5256360"/>
            <a:chOff x="153504" y="195336"/>
            <a:chExt cx="3876480" cy="525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17A2E1-5FA5-EE55-007D-39493C1BC215}"/>
                    </a:ext>
                  </a:extLst>
                </p14:cNvPr>
                <p14:cNvContentPartPr/>
                <p14:nvPr/>
              </p14:nvContentPartPr>
              <p14:xfrm>
                <a:off x="720504" y="445896"/>
                <a:ext cx="68400" cy="3168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17A2E1-5FA5-EE55-007D-39493C1BC21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1864" y="436896"/>
                  <a:ext cx="86040" cy="31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4C28DF-0F2F-C9FE-78F2-B6FC33318C55}"/>
                    </a:ext>
                  </a:extLst>
                </p14:cNvPr>
                <p14:cNvContentPartPr/>
                <p14:nvPr/>
              </p14:nvContentPartPr>
              <p14:xfrm>
                <a:off x="943344" y="722376"/>
                <a:ext cx="34200" cy="34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4C28DF-0F2F-C9FE-78F2-B6FC33318C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4344" y="713376"/>
                  <a:ext cx="51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35FD14-AE36-BC09-583A-E1A526416497}"/>
                    </a:ext>
                  </a:extLst>
                </p14:cNvPr>
                <p14:cNvContentPartPr/>
                <p14:nvPr/>
              </p14:nvContentPartPr>
              <p14:xfrm>
                <a:off x="599184" y="467856"/>
                <a:ext cx="213120" cy="4983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35FD14-AE36-BC09-583A-E1A5264164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184" y="458856"/>
                  <a:ext cx="230760" cy="50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F9126F-6FB6-8E83-CA83-7ED0D2EBC910}"/>
                    </a:ext>
                  </a:extLst>
                </p14:cNvPr>
                <p14:cNvContentPartPr/>
                <p14:nvPr/>
              </p14:nvContentPartPr>
              <p14:xfrm>
                <a:off x="153504" y="476496"/>
                <a:ext cx="3876480" cy="4578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F9126F-6FB6-8E83-CA83-7ED0D2EBC9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864" y="467496"/>
                  <a:ext cx="3894120" cy="45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70B802-708A-37F8-B29E-B788B2651086}"/>
                    </a:ext>
                  </a:extLst>
                </p14:cNvPr>
                <p14:cNvContentPartPr/>
                <p14:nvPr/>
              </p14:nvContentPartPr>
              <p14:xfrm>
                <a:off x="1276344" y="222696"/>
                <a:ext cx="19080" cy="264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70B802-708A-37F8-B29E-B788B26510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7344" y="214056"/>
                  <a:ext cx="36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0001A8-C7F4-EA33-E5B0-555F48EF8040}"/>
                    </a:ext>
                  </a:extLst>
                </p14:cNvPr>
                <p14:cNvContentPartPr/>
                <p14:nvPr/>
              </p14:nvContentPartPr>
              <p14:xfrm>
                <a:off x="1250424" y="196776"/>
                <a:ext cx="601560" cy="39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0001A8-C7F4-EA33-E5B0-555F48EF80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1424" y="187776"/>
                  <a:ext cx="6192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ADCC80-82D6-8697-AAC4-5306EF4563DA}"/>
                    </a:ext>
                  </a:extLst>
                </p14:cNvPr>
                <p14:cNvContentPartPr/>
                <p14:nvPr/>
              </p14:nvContentPartPr>
              <p14:xfrm>
                <a:off x="1868184" y="195336"/>
                <a:ext cx="111960" cy="233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ADCC80-82D6-8697-AAC4-5306EF4563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9184" y="186336"/>
                  <a:ext cx="129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A209D4-41D5-D530-D08D-E7443DEF6B1E}"/>
                    </a:ext>
                  </a:extLst>
                </p14:cNvPr>
                <p14:cNvContentPartPr/>
                <p14:nvPr/>
              </p14:nvContentPartPr>
              <p14:xfrm>
                <a:off x="1203984" y="804456"/>
                <a:ext cx="782640" cy="385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A209D4-41D5-D530-D08D-E7443DEF6B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95344" y="795456"/>
                  <a:ext cx="8002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BA6C30-C4A7-3AE5-7B5D-58FB20BB78F2}"/>
                    </a:ext>
                  </a:extLst>
                </p14:cNvPr>
                <p14:cNvContentPartPr/>
                <p14:nvPr/>
              </p14:nvContentPartPr>
              <p14:xfrm>
                <a:off x="1969344" y="775296"/>
                <a:ext cx="121320" cy="169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BA6C30-C4A7-3AE5-7B5D-58FB20BB78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0344" y="766656"/>
                  <a:ext cx="138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999331-B692-95DE-F994-AD03A5A74D0F}"/>
                    </a:ext>
                  </a:extLst>
                </p14:cNvPr>
                <p14:cNvContentPartPr/>
                <p14:nvPr/>
              </p14:nvContentPartPr>
              <p14:xfrm>
                <a:off x="2262744" y="712656"/>
                <a:ext cx="240120" cy="29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999331-B692-95DE-F994-AD03A5A74D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4104" y="704016"/>
                  <a:ext cx="257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13D24C1-2E09-D8E5-7205-FE2544E379EA}"/>
                    </a:ext>
                  </a:extLst>
                </p14:cNvPr>
                <p14:cNvContentPartPr/>
                <p14:nvPr/>
              </p14:nvContentPartPr>
              <p14:xfrm>
                <a:off x="1389384" y="1449216"/>
                <a:ext cx="411480" cy="256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13D24C1-2E09-D8E5-7205-FE2544E379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0384" y="1440576"/>
                  <a:ext cx="4291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5A71D1-E35E-C1FB-DF98-24B9A2F95CAF}"/>
                    </a:ext>
                  </a:extLst>
                </p14:cNvPr>
                <p14:cNvContentPartPr/>
                <p14:nvPr/>
              </p14:nvContentPartPr>
              <p14:xfrm>
                <a:off x="1824264" y="1436616"/>
                <a:ext cx="146160" cy="240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5A71D1-E35E-C1FB-DF98-24B9A2F95C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15264" y="1427976"/>
                  <a:ext cx="163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5453C8-07A7-95C4-2FB7-2B9D703A069C}"/>
                    </a:ext>
                  </a:extLst>
                </p14:cNvPr>
                <p14:cNvContentPartPr/>
                <p14:nvPr/>
              </p14:nvContentPartPr>
              <p14:xfrm>
                <a:off x="1284264" y="1970496"/>
                <a:ext cx="267120" cy="29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5453C8-07A7-95C4-2FB7-2B9D703A06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75264" y="1961856"/>
                  <a:ext cx="284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243EB6-EDF2-9A05-0FDF-5ADDAE9CB75B}"/>
                    </a:ext>
                  </a:extLst>
                </p14:cNvPr>
                <p14:cNvContentPartPr/>
                <p14:nvPr/>
              </p14:nvContentPartPr>
              <p14:xfrm>
                <a:off x="1763064" y="2099376"/>
                <a:ext cx="491760" cy="397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243EB6-EDF2-9A05-0FDF-5ADDAE9CB7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4064" y="2090736"/>
                  <a:ext cx="509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AB0F2E-1CCB-FA6C-E0E0-CC6AABFDBF78}"/>
                    </a:ext>
                  </a:extLst>
                </p14:cNvPr>
                <p14:cNvContentPartPr/>
                <p14:nvPr/>
              </p14:nvContentPartPr>
              <p14:xfrm>
                <a:off x="2192184" y="2109816"/>
                <a:ext cx="123120" cy="160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AB0F2E-1CCB-FA6C-E0E0-CC6AABFDBF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83184" y="2101176"/>
                  <a:ext cx="140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9FEF8E-E8DA-6136-42D0-11C2D784D3FD}"/>
                    </a:ext>
                  </a:extLst>
                </p14:cNvPr>
                <p14:cNvContentPartPr/>
                <p14:nvPr/>
              </p14:nvContentPartPr>
              <p14:xfrm>
                <a:off x="2330424" y="2106216"/>
                <a:ext cx="172440" cy="14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9FEF8E-E8DA-6136-42D0-11C2D784D3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21424" y="2097216"/>
                  <a:ext cx="190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84B6DBA-B80D-5ADF-CEBE-7C505E2DF045}"/>
                    </a:ext>
                  </a:extLst>
                </p14:cNvPr>
                <p14:cNvContentPartPr/>
                <p14:nvPr/>
              </p14:nvContentPartPr>
              <p14:xfrm>
                <a:off x="2570184" y="1989936"/>
                <a:ext cx="19080" cy="308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84B6DBA-B80D-5ADF-CEBE-7C505E2DF0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61184" y="1981296"/>
                  <a:ext cx="36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FDA1DB-6E60-2D70-88B6-63F3277134CC}"/>
                    </a:ext>
                  </a:extLst>
                </p14:cNvPr>
                <p14:cNvContentPartPr/>
                <p14:nvPr/>
              </p14:nvContentPartPr>
              <p14:xfrm>
                <a:off x="2559744" y="2091456"/>
                <a:ext cx="283680" cy="163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FDA1DB-6E60-2D70-88B6-63F3277134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51104" y="2082816"/>
                  <a:ext cx="301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C694C7-7373-6B8C-369E-122C60E7739F}"/>
                    </a:ext>
                  </a:extLst>
                </p14:cNvPr>
                <p14:cNvContentPartPr/>
                <p14:nvPr/>
              </p14:nvContentPartPr>
              <p14:xfrm>
                <a:off x="3142584" y="1984896"/>
                <a:ext cx="377640" cy="25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C694C7-7373-6B8C-369E-122C60E773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33944" y="1975896"/>
                  <a:ext cx="395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5684B9-5003-E074-9977-625CB1ED7279}"/>
                    </a:ext>
                  </a:extLst>
                </p14:cNvPr>
                <p14:cNvContentPartPr/>
                <p14:nvPr/>
              </p14:nvContentPartPr>
              <p14:xfrm>
                <a:off x="3572424" y="2106216"/>
                <a:ext cx="17280" cy="3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5684B9-5003-E074-9977-625CB1ED72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63424" y="2097576"/>
                  <a:ext cx="3492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344D5E7-86DB-17F5-5D3F-6541ACDC51C9}"/>
              </a:ext>
            </a:extLst>
          </p:cNvPr>
          <p:cNvGrpSpPr/>
          <p:nvPr/>
        </p:nvGrpSpPr>
        <p:grpSpPr>
          <a:xfrm>
            <a:off x="1490544" y="2755656"/>
            <a:ext cx="1397160" cy="993960"/>
            <a:chOff x="1490544" y="2755656"/>
            <a:chExt cx="1397160" cy="9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B0136-2759-4445-0962-9B8C7994F510}"/>
                    </a:ext>
                  </a:extLst>
                </p14:cNvPr>
                <p14:cNvContentPartPr/>
                <p14:nvPr/>
              </p14:nvContentPartPr>
              <p14:xfrm>
                <a:off x="1490544" y="2755656"/>
                <a:ext cx="343800" cy="30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B0136-2759-4445-0962-9B8C7994F5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81904" y="2746656"/>
                  <a:ext cx="361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623880-8254-F85C-AB4D-2ED8944B5033}"/>
                    </a:ext>
                  </a:extLst>
                </p14:cNvPr>
                <p14:cNvContentPartPr/>
                <p14:nvPr/>
              </p14:nvContentPartPr>
              <p14:xfrm>
                <a:off x="1911744" y="2863296"/>
                <a:ext cx="229680" cy="20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623880-8254-F85C-AB4D-2ED8944B50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03104" y="2854656"/>
                  <a:ext cx="247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C55A63-1D5B-95E2-7200-E7DE65203A2C}"/>
                    </a:ext>
                  </a:extLst>
                </p14:cNvPr>
                <p14:cNvContentPartPr/>
                <p14:nvPr/>
              </p14:nvContentPartPr>
              <p14:xfrm>
                <a:off x="2264184" y="2779056"/>
                <a:ext cx="33480" cy="18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C55A63-1D5B-95E2-7200-E7DE65203A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5184" y="2770056"/>
                  <a:ext cx="51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A96F17-89FE-4391-20EC-202DFB1CE6BD}"/>
                    </a:ext>
                  </a:extLst>
                </p14:cNvPr>
                <p14:cNvContentPartPr/>
                <p14:nvPr/>
              </p14:nvContentPartPr>
              <p14:xfrm>
                <a:off x="2192184" y="2838816"/>
                <a:ext cx="310680" cy="23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A96F17-89FE-4391-20EC-202DFB1CE6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3184" y="2829816"/>
                  <a:ext cx="3283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F9C7AB9-4985-F405-33FE-226C335B2DCB}"/>
                    </a:ext>
                  </a:extLst>
                </p14:cNvPr>
                <p14:cNvContentPartPr/>
                <p14:nvPr/>
              </p14:nvContentPartPr>
              <p14:xfrm>
                <a:off x="1500264" y="3386736"/>
                <a:ext cx="135000" cy="295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F9C7AB9-4985-F405-33FE-226C335B2D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91624" y="3378096"/>
                  <a:ext cx="1526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E3182B-3A4F-214D-AECC-6ADA75FA3A52}"/>
                    </a:ext>
                  </a:extLst>
                </p14:cNvPr>
                <p14:cNvContentPartPr/>
                <p14:nvPr/>
              </p14:nvContentPartPr>
              <p14:xfrm>
                <a:off x="1706184" y="3514896"/>
                <a:ext cx="820440" cy="23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E3182B-3A4F-214D-AECC-6ADA75FA3A5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97184" y="3505896"/>
                  <a:ext cx="838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F5EC9E-EBCC-BB6E-E5B3-DC4D1BE2A4D2}"/>
                    </a:ext>
                  </a:extLst>
                </p14:cNvPr>
                <p14:cNvContentPartPr/>
                <p14:nvPr/>
              </p14:nvContentPartPr>
              <p14:xfrm>
                <a:off x="2671344" y="3518496"/>
                <a:ext cx="165600" cy="180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F5EC9E-EBCC-BB6E-E5B3-DC4D1BE2A4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62344" y="3509496"/>
                  <a:ext cx="183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0529BC8-C540-6779-3592-D163F5DB7A52}"/>
                    </a:ext>
                  </a:extLst>
                </p14:cNvPr>
                <p14:cNvContentPartPr/>
                <p14:nvPr/>
              </p14:nvContentPartPr>
              <p14:xfrm>
                <a:off x="2809584" y="3315456"/>
                <a:ext cx="78120" cy="131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0529BC8-C540-6779-3592-D163F5DB7A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00944" y="3306816"/>
                  <a:ext cx="9576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3DD88F-252B-BFCF-DAFF-B4092AD50B27}"/>
              </a:ext>
            </a:extLst>
          </p:cNvPr>
          <p:cNvGrpSpPr/>
          <p:nvPr/>
        </p:nvGrpSpPr>
        <p:grpSpPr>
          <a:xfrm>
            <a:off x="1599984" y="4369536"/>
            <a:ext cx="636480" cy="369360"/>
            <a:chOff x="1599984" y="4369536"/>
            <a:chExt cx="63648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EF1078-120A-8C36-7E49-EFC167F0A66E}"/>
                    </a:ext>
                  </a:extLst>
                </p14:cNvPr>
                <p14:cNvContentPartPr/>
                <p14:nvPr/>
              </p14:nvContentPartPr>
              <p14:xfrm>
                <a:off x="1626984" y="4396896"/>
                <a:ext cx="5220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EF1078-120A-8C36-7E49-EFC167F0A6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18344" y="4387896"/>
                  <a:ext cx="698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B5A64F-C87F-AAC6-686A-D87CF909ECD5}"/>
                    </a:ext>
                  </a:extLst>
                </p14:cNvPr>
                <p14:cNvContentPartPr/>
                <p14:nvPr/>
              </p14:nvContentPartPr>
              <p14:xfrm>
                <a:off x="1599984" y="4369536"/>
                <a:ext cx="242280" cy="315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B5A64F-C87F-AAC6-686A-D87CF909EC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91344" y="4360896"/>
                  <a:ext cx="2599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50A647-7658-F0A2-C742-B14FE041DFDD}"/>
                    </a:ext>
                  </a:extLst>
                </p14:cNvPr>
                <p14:cNvContentPartPr/>
                <p14:nvPr/>
              </p14:nvContentPartPr>
              <p14:xfrm>
                <a:off x="1911744" y="4534416"/>
                <a:ext cx="24120" cy="20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50A647-7658-F0A2-C742-B14FE041DF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03104" y="4525416"/>
                  <a:ext cx="41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452DC9-B446-36A4-613E-ACD67FC33E89}"/>
                    </a:ext>
                  </a:extLst>
                </p14:cNvPr>
                <p14:cNvContentPartPr/>
                <p14:nvPr/>
              </p14:nvContentPartPr>
              <p14:xfrm>
                <a:off x="1901664" y="4443336"/>
                <a:ext cx="17280" cy="6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452DC9-B446-36A4-613E-ACD67FC33E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93024" y="4434336"/>
                  <a:ext cx="34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0E9852-81EE-EA8C-5A89-9713F6FC84C9}"/>
                    </a:ext>
                  </a:extLst>
                </p14:cNvPr>
                <p14:cNvContentPartPr/>
                <p14:nvPr/>
              </p14:nvContentPartPr>
              <p14:xfrm>
                <a:off x="2090664" y="4543776"/>
                <a:ext cx="145800" cy="195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0E9852-81EE-EA8C-5A89-9713F6FC84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82024" y="4535136"/>
                  <a:ext cx="16344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9827B3-DEAD-0AF2-FA50-1794020F74DF}"/>
              </a:ext>
            </a:extLst>
          </p:cNvPr>
          <p:cNvGrpSpPr/>
          <p:nvPr/>
        </p:nvGrpSpPr>
        <p:grpSpPr>
          <a:xfrm>
            <a:off x="3528504" y="2588256"/>
            <a:ext cx="1152000" cy="241560"/>
            <a:chOff x="3528504" y="2588256"/>
            <a:chExt cx="115200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1B88E9A-6770-F9A1-E22E-8DE161F4486F}"/>
                    </a:ext>
                  </a:extLst>
                </p14:cNvPr>
                <p14:cNvContentPartPr/>
                <p14:nvPr/>
              </p14:nvContentPartPr>
              <p14:xfrm>
                <a:off x="3656664" y="2704176"/>
                <a:ext cx="94680" cy="28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1B88E9A-6770-F9A1-E22E-8DE161F4486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48024" y="2695536"/>
                  <a:ext cx="112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92C4D1-872D-84D8-53A2-5EBCE68577B4}"/>
                    </a:ext>
                  </a:extLst>
                </p14:cNvPr>
                <p14:cNvContentPartPr/>
                <p14:nvPr/>
              </p14:nvContentPartPr>
              <p14:xfrm>
                <a:off x="3528504" y="2588256"/>
                <a:ext cx="1152000" cy="24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92C4D1-872D-84D8-53A2-5EBCE68577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19504" y="2579616"/>
                  <a:ext cx="116964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BA2CA4-076D-8053-27A8-CE5AB367ED5D}"/>
              </a:ext>
            </a:extLst>
          </p:cNvPr>
          <p:cNvGrpSpPr/>
          <p:nvPr/>
        </p:nvGrpSpPr>
        <p:grpSpPr>
          <a:xfrm>
            <a:off x="6048504" y="606456"/>
            <a:ext cx="5888880" cy="1350360"/>
            <a:chOff x="6048504" y="606456"/>
            <a:chExt cx="5888880" cy="13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B98F76-1380-2201-4626-0D08D89ACB95}"/>
                    </a:ext>
                  </a:extLst>
                </p14:cNvPr>
                <p14:cNvContentPartPr/>
                <p14:nvPr/>
              </p14:nvContentPartPr>
              <p14:xfrm>
                <a:off x="6048504" y="606456"/>
                <a:ext cx="369360" cy="401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B98F76-1380-2201-4626-0D08D89ACB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9864" y="597816"/>
                  <a:ext cx="3870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F0E1147-3BBD-36F1-6C70-DBDA1232C2A8}"/>
                    </a:ext>
                  </a:extLst>
                </p14:cNvPr>
                <p14:cNvContentPartPr/>
                <p14:nvPr/>
              </p14:nvContentPartPr>
              <p14:xfrm>
                <a:off x="6572664" y="785016"/>
                <a:ext cx="597600" cy="424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0E1147-3BBD-36F1-6C70-DBDA1232C2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64024" y="776016"/>
                  <a:ext cx="6152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985009-5D33-6EA4-1A45-A1BA42914974}"/>
                    </a:ext>
                  </a:extLst>
                </p14:cNvPr>
                <p14:cNvContentPartPr/>
                <p14:nvPr/>
              </p14:nvContentPartPr>
              <p14:xfrm>
                <a:off x="7129584" y="790416"/>
                <a:ext cx="103680" cy="145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985009-5D33-6EA4-1A45-A1BA429149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20584" y="781776"/>
                  <a:ext cx="121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5116A7-6CF3-482C-D362-A7C8EEA74C75}"/>
                    </a:ext>
                  </a:extLst>
                </p14:cNvPr>
                <p14:cNvContentPartPr/>
                <p14:nvPr/>
              </p14:nvContentPartPr>
              <p14:xfrm>
                <a:off x="7659504" y="614376"/>
                <a:ext cx="206280" cy="296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5116A7-6CF3-482C-D362-A7C8EEA74C7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50504" y="605376"/>
                  <a:ext cx="2239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364160-FA37-93F5-6E5C-5DD91DEC1ADE}"/>
                    </a:ext>
                  </a:extLst>
                </p14:cNvPr>
                <p14:cNvContentPartPr/>
                <p14:nvPr/>
              </p14:nvContentPartPr>
              <p14:xfrm>
                <a:off x="7925904" y="730656"/>
                <a:ext cx="289800" cy="237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364160-FA37-93F5-6E5C-5DD91DEC1A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16904" y="722016"/>
                  <a:ext cx="307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30C266-1B31-382D-D2E6-3E98B73469A5}"/>
                    </a:ext>
                  </a:extLst>
                </p14:cNvPr>
                <p14:cNvContentPartPr/>
                <p14:nvPr/>
              </p14:nvContentPartPr>
              <p14:xfrm>
                <a:off x="8231544" y="750816"/>
                <a:ext cx="447480" cy="225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30C266-1B31-382D-D2E6-3E98B73469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22904" y="742176"/>
                  <a:ext cx="465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D691BF-D450-6C52-59BD-A5469F739270}"/>
                    </a:ext>
                  </a:extLst>
                </p14:cNvPr>
                <p14:cNvContentPartPr/>
                <p14:nvPr/>
              </p14:nvContentPartPr>
              <p14:xfrm>
                <a:off x="8771904" y="782136"/>
                <a:ext cx="312120" cy="18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D691BF-D450-6C52-59BD-A5469F73927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62904" y="773496"/>
                  <a:ext cx="329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7B0C1A1-A27D-474D-631B-5B15F8682C51}"/>
                    </a:ext>
                  </a:extLst>
                </p14:cNvPr>
                <p14:cNvContentPartPr/>
                <p14:nvPr/>
              </p14:nvContentPartPr>
              <p14:xfrm>
                <a:off x="9250704" y="819216"/>
                <a:ext cx="45720" cy="285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7B0C1A1-A27D-474D-631B-5B15F8682C5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42064" y="810216"/>
                  <a:ext cx="63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40F146-36DD-939A-8F69-1944402A4EED}"/>
                    </a:ext>
                  </a:extLst>
                </p14:cNvPr>
                <p14:cNvContentPartPr/>
                <p14:nvPr/>
              </p14:nvContentPartPr>
              <p14:xfrm>
                <a:off x="9518904" y="714096"/>
                <a:ext cx="378360" cy="321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40F146-36DD-939A-8F69-1944402A4E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10264" y="705456"/>
                  <a:ext cx="396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A65578-0CD9-EF86-1509-4CCB71905FEA}"/>
                    </a:ext>
                  </a:extLst>
                </p14:cNvPr>
                <p14:cNvContentPartPr/>
                <p14:nvPr/>
              </p14:nvContentPartPr>
              <p14:xfrm>
                <a:off x="9991584" y="731376"/>
                <a:ext cx="230040" cy="217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A65578-0CD9-EF86-1509-4CCB71905F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82584" y="722376"/>
                  <a:ext cx="247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65F446-C634-5AF9-02B1-899B5F1C1FAC}"/>
                    </a:ext>
                  </a:extLst>
                </p14:cNvPr>
                <p14:cNvContentPartPr/>
                <p14:nvPr/>
              </p14:nvContentPartPr>
              <p14:xfrm>
                <a:off x="10349424" y="646416"/>
                <a:ext cx="29520" cy="23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65F446-C634-5AF9-02B1-899B5F1C1F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40424" y="637776"/>
                  <a:ext cx="47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F30340-D76E-171C-12FD-9415ED366F71}"/>
                    </a:ext>
                  </a:extLst>
                </p14:cNvPr>
                <p14:cNvContentPartPr/>
                <p14:nvPr/>
              </p14:nvContentPartPr>
              <p14:xfrm>
                <a:off x="10288224" y="716256"/>
                <a:ext cx="388800" cy="19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F30340-D76E-171C-12FD-9415ED366F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79584" y="707256"/>
                  <a:ext cx="406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4759D3-AFD9-53DE-E9BB-00F061EAEB18}"/>
                    </a:ext>
                  </a:extLst>
                </p14:cNvPr>
                <p14:cNvContentPartPr/>
                <p14:nvPr/>
              </p14:nvContentPartPr>
              <p14:xfrm>
                <a:off x="10737504" y="731736"/>
                <a:ext cx="51120" cy="16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4759D3-AFD9-53DE-E9BB-00F061EAEB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28504" y="723096"/>
                  <a:ext cx="68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B00160-8BFD-1615-5236-0B7F44F8AC61}"/>
                    </a:ext>
                  </a:extLst>
                </p14:cNvPr>
                <p14:cNvContentPartPr/>
                <p14:nvPr/>
              </p14:nvContentPartPr>
              <p14:xfrm>
                <a:off x="10983744" y="866736"/>
                <a:ext cx="51120" cy="159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B00160-8BFD-1615-5236-0B7F44F8AC6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75104" y="857736"/>
                  <a:ext cx="68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EF284E-31A5-85AB-525D-879B0B6793F9}"/>
                    </a:ext>
                  </a:extLst>
                </p14:cNvPr>
                <p14:cNvContentPartPr/>
                <p14:nvPr/>
              </p14:nvContentPartPr>
              <p14:xfrm>
                <a:off x="11294424" y="634896"/>
                <a:ext cx="17280" cy="33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EF284E-31A5-85AB-525D-879B0B6793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85424" y="626256"/>
                  <a:ext cx="349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D3B7E3D-E11A-95EA-71CD-2AADE7859D25}"/>
                    </a:ext>
                  </a:extLst>
                </p14:cNvPr>
                <p14:cNvContentPartPr/>
                <p14:nvPr/>
              </p14:nvContentPartPr>
              <p14:xfrm>
                <a:off x="11310984" y="615816"/>
                <a:ext cx="150840" cy="313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D3B7E3D-E11A-95EA-71CD-2AADE7859D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2344" y="607176"/>
                  <a:ext cx="168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0E0AB6-CB7F-EEBC-56DE-FF88CE11F606}"/>
                    </a:ext>
                  </a:extLst>
                </p14:cNvPr>
                <p14:cNvContentPartPr/>
                <p14:nvPr/>
              </p14:nvContentPartPr>
              <p14:xfrm>
                <a:off x="11550744" y="732816"/>
                <a:ext cx="24120" cy="21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0E0AB6-CB7F-EEBC-56DE-FF88CE11F6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542104" y="723816"/>
                  <a:ext cx="41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CAC021-5AA9-A959-5379-369E61696ABF}"/>
                    </a:ext>
                  </a:extLst>
                </p14:cNvPr>
                <p14:cNvContentPartPr/>
                <p14:nvPr/>
              </p14:nvContentPartPr>
              <p14:xfrm>
                <a:off x="11607984" y="634896"/>
                <a:ext cx="71280" cy="83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CAC021-5AA9-A959-5379-369E61696A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599344" y="626256"/>
                  <a:ext cx="88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D32869-080A-630D-41E7-0051DFBADF2A}"/>
                    </a:ext>
                  </a:extLst>
                </p14:cNvPr>
                <p14:cNvContentPartPr/>
                <p14:nvPr/>
              </p14:nvContentPartPr>
              <p14:xfrm>
                <a:off x="11712744" y="728136"/>
                <a:ext cx="224640" cy="23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D32869-080A-630D-41E7-0051DFBADF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04104" y="719136"/>
                  <a:ext cx="242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5B5F96-940D-BCEA-7906-A0E93B45AB25}"/>
                    </a:ext>
                  </a:extLst>
                </p14:cNvPr>
                <p14:cNvContentPartPr/>
                <p14:nvPr/>
              </p14:nvContentPartPr>
              <p14:xfrm>
                <a:off x="7186824" y="1044936"/>
                <a:ext cx="206280" cy="91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5B5F96-940D-BCEA-7906-A0E93B45AB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77824" y="1035936"/>
                  <a:ext cx="223920" cy="9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2CF30D4-A595-66FF-514E-CA419470AD81}"/>
              </a:ext>
            </a:extLst>
          </p:cNvPr>
          <p:cNvGrpSpPr/>
          <p:nvPr/>
        </p:nvGrpSpPr>
        <p:grpSpPr>
          <a:xfrm>
            <a:off x="6513264" y="2298096"/>
            <a:ext cx="1267920" cy="324000"/>
            <a:chOff x="6513264" y="2298096"/>
            <a:chExt cx="12679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F7AE1A8-5F99-A07F-1F99-B96DCDF9B3E5}"/>
                    </a:ext>
                  </a:extLst>
                </p14:cNvPr>
                <p14:cNvContentPartPr/>
                <p14:nvPr/>
              </p14:nvContentPartPr>
              <p14:xfrm>
                <a:off x="6513264" y="2303496"/>
                <a:ext cx="333360" cy="29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F7AE1A8-5F99-A07F-1F99-B96DCDF9B3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04264" y="2294496"/>
                  <a:ext cx="351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947B1E-C694-58C0-B38A-6A37EDCEB249}"/>
                    </a:ext>
                  </a:extLst>
                </p14:cNvPr>
                <p14:cNvContentPartPr/>
                <p14:nvPr/>
              </p14:nvContentPartPr>
              <p14:xfrm>
                <a:off x="6948144" y="2299896"/>
                <a:ext cx="482400" cy="322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947B1E-C694-58C0-B38A-6A37EDCEB2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39144" y="2290896"/>
                  <a:ext cx="5000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5B5255-3F18-9F5D-5B09-CAE7B71C408E}"/>
                    </a:ext>
                  </a:extLst>
                </p14:cNvPr>
                <p14:cNvContentPartPr/>
                <p14:nvPr/>
              </p14:nvContentPartPr>
              <p14:xfrm>
                <a:off x="7446744" y="2419416"/>
                <a:ext cx="334440" cy="173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5B5255-3F18-9F5D-5B09-CAE7B71C40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38104" y="2410776"/>
                  <a:ext cx="352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CC68B3-E645-3E1D-DCAD-22AC02A4A843}"/>
                    </a:ext>
                  </a:extLst>
                </p14:cNvPr>
                <p14:cNvContentPartPr/>
                <p14:nvPr/>
              </p14:nvContentPartPr>
              <p14:xfrm>
                <a:off x="7068384" y="2298096"/>
                <a:ext cx="27720" cy="50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CC68B3-E645-3E1D-DCAD-22AC02A4A84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59744" y="2289096"/>
                  <a:ext cx="45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9DBB10C-8017-075D-FC8E-6A68F9D4EFF6}"/>
                    </a:ext>
                  </a:extLst>
                </p14:cNvPr>
                <p14:cNvContentPartPr/>
                <p14:nvPr/>
              </p14:nvContentPartPr>
              <p14:xfrm>
                <a:off x="6724584" y="2328336"/>
                <a:ext cx="54360" cy="13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9DBB10C-8017-075D-FC8E-6A68F9D4EF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15584" y="2319696"/>
                  <a:ext cx="7200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CB73ADD-0D12-0154-F334-0A42099D9B93}"/>
                  </a:ext>
                </a:extLst>
              </p14:cNvPr>
              <p14:cNvContentPartPr/>
              <p14:nvPr/>
            </p14:nvContentPartPr>
            <p14:xfrm>
              <a:off x="6963624" y="2748096"/>
              <a:ext cx="301320" cy="4906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CB73ADD-0D12-0154-F334-0A42099D9B9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954624" y="2739096"/>
                <a:ext cx="318960" cy="5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B1A86F73-FC22-7CEE-00E4-81F56E710A5A}"/>
              </a:ext>
            </a:extLst>
          </p:cNvPr>
          <p:cNvGrpSpPr/>
          <p:nvPr/>
        </p:nvGrpSpPr>
        <p:grpSpPr>
          <a:xfrm>
            <a:off x="5791824" y="3397176"/>
            <a:ext cx="1878120" cy="694080"/>
            <a:chOff x="5791824" y="3397176"/>
            <a:chExt cx="1878120" cy="69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CFE92CE-866C-92CF-274A-F8EEA55EEBA9}"/>
                    </a:ext>
                  </a:extLst>
                </p14:cNvPr>
                <p14:cNvContentPartPr/>
                <p14:nvPr/>
              </p14:nvContentPartPr>
              <p14:xfrm>
                <a:off x="5876064" y="3416256"/>
                <a:ext cx="35280" cy="363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CFE92CE-866C-92CF-274A-F8EEA55EEBA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67424" y="3407256"/>
                  <a:ext cx="52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32FE0C7-9928-8DB3-2CF8-C1126B927AF5}"/>
                    </a:ext>
                  </a:extLst>
                </p14:cNvPr>
                <p14:cNvContentPartPr/>
                <p14:nvPr/>
              </p14:nvContentPartPr>
              <p14:xfrm>
                <a:off x="5866704" y="3397176"/>
                <a:ext cx="198360" cy="6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32FE0C7-9928-8DB3-2CF8-C1126B927AF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58064" y="3388176"/>
                  <a:ext cx="216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8DEEA50-5393-55E6-05D9-D92D078D5513}"/>
                    </a:ext>
                  </a:extLst>
                </p14:cNvPr>
                <p14:cNvContentPartPr/>
                <p14:nvPr/>
              </p14:nvContentPartPr>
              <p14:xfrm>
                <a:off x="5791824" y="3541536"/>
                <a:ext cx="352440" cy="256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8DEEA50-5393-55E6-05D9-D92D078D551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83184" y="3532536"/>
                  <a:ext cx="370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FA14672-E956-4776-B7F4-5A7B5537B90E}"/>
                    </a:ext>
                  </a:extLst>
                </p14:cNvPr>
                <p14:cNvContentPartPr/>
                <p14:nvPr/>
              </p14:nvContentPartPr>
              <p14:xfrm>
                <a:off x="6261984" y="3570696"/>
                <a:ext cx="122040" cy="189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FA14672-E956-4776-B7F4-5A7B5537B9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53344" y="3562056"/>
                  <a:ext cx="139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1A91A72-E06B-CE11-02CB-E81E2D07D8C8}"/>
                    </a:ext>
                  </a:extLst>
                </p14:cNvPr>
                <p14:cNvContentPartPr/>
                <p14:nvPr/>
              </p14:nvContentPartPr>
              <p14:xfrm>
                <a:off x="6434064" y="3590496"/>
                <a:ext cx="300960" cy="500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1A91A72-E06B-CE11-02CB-E81E2D07D8C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25424" y="3581856"/>
                  <a:ext cx="3186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F5EA5E3-342E-F226-2F2C-DF2D031EAFFD}"/>
                    </a:ext>
                  </a:extLst>
                </p14:cNvPr>
                <p14:cNvContentPartPr/>
                <p14:nvPr/>
              </p14:nvContentPartPr>
              <p14:xfrm>
                <a:off x="6923664" y="3688056"/>
                <a:ext cx="273600" cy="216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F5EA5E3-342E-F226-2F2C-DF2D031EAF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15024" y="3679416"/>
                  <a:ext cx="291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FA2FB5-DFDF-CBB3-D487-3564B076BB8D}"/>
                    </a:ext>
                  </a:extLst>
                </p14:cNvPr>
                <p14:cNvContentPartPr/>
                <p14:nvPr/>
              </p14:nvContentPartPr>
              <p14:xfrm>
                <a:off x="7257744" y="3729816"/>
                <a:ext cx="223200" cy="155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FA2FB5-DFDF-CBB3-D487-3564B076BB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49104" y="3721176"/>
                  <a:ext cx="240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1D6B3A-DFBF-619D-D69C-56090BF6627F}"/>
                    </a:ext>
                  </a:extLst>
                </p14:cNvPr>
                <p14:cNvContentPartPr/>
                <p14:nvPr/>
              </p14:nvContentPartPr>
              <p14:xfrm>
                <a:off x="7531344" y="3623976"/>
                <a:ext cx="27360" cy="27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1D6B3A-DFBF-619D-D69C-56090BF6627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22344" y="3615336"/>
                  <a:ext cx="45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DD1DF3A-4AA0-1D5A-3B15-5899683CB1F9}"/>
                    </a:ext>
                  </a:extLst>
                </p14:cNvPr>
                <p14:cNvContentPartPr/>
                <p14:nvPr/>
              </p14:nvContentPartPr>
              <p14:xfrm>
                <a:off x="7496784" y="3735216"/>
                <a:ext cx="173160" cy="28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DD1DF3A-4AA0-1D5A-3B15-5899683CB1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88144" y="3726216"/>
                  <a:ext cx="1908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4BE4924-A175-3532-3C28-2FC85DC8A689}"/>
              </a:ext>
            </a:extLst>
          </p:cNvPr>
          <p:cNvGrpSpPr/>
          <p:nvPr/>
        </p:nvGrpSpPr>
        <p:grpSpPr>
          <a:xfrm>
            <a:off x="8311104" y="3603456"/>
            <a:ext cx="2365920" cy="474480"/>
            <a:chOff x="8311104" y="3603456"/>
            <a:chExt cx="236592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B677D4-A3D1-916A-D634-A52B7DFA4277}"/>
                    </a:ext>
                  </a:extLst>
                </p14:cNvPr>
                <p14:cNvContentPartPr/>
                <p14:nvPr/>
              </p14:nvContentPartPr>
              <p14:xfrm>
                <a:off x="8311104" y="3603456"/>
                <a:ext cx="222840" cy="27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B677D4-A3D1-916A-D634-A52B7DFA427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02104" y="3594456"/>
                  <a:ext cx="240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67517EB-D260-1A68-AA6B-C5BFC1AFA2E6}"/>
                    </a:ext>
                  </a:extLst>
                </p14:cNvPr>
                <p14:cNvContentPartPr/>
                <p14:nvPr/>
              </p14:nvContentPartPr>
              <p14:xfrm>
                <a:off x="8653824" y="3706416"/>
                <a:ext cx="447120" cy="371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67517EB-D260-1A68-AA6B-C5BFC1AFA2E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44824" y="3697776"/>
                  <a:ext cx="464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9ED083-6AF3-1709-9643-570A5128CE1F}"/>
                    </a:ext>
                  </a:extLst>
                </p14:cNvPr>
                <p14:cNvContentPartPr/>
                <p14:nvPr/>
              </p14:nvContentPartPr>
              <p14:xfrm>
                <a:off x="9116784" y="3762576"/>
                <a:ext cx="113040" cy="145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9ED083-6AF3-1709-9643-570A5128CE1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08144" y="3753936"/>
                  <a:ext cx="130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06522-DC41-6215-48DE-8E30394AC3AD}"/>
                    </a:ext>
                  </a:extLst>
                </p14:cNvPr>
                <p14:cNvContentPartPr/>
                <p14:nvPr/>
              </p14:nvContentPartPr>
              <p14:xfrm>
                <a:off x="9397584" y="3639456"/>
                <a:ext cx="217800" cy="259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06522-DC41-6215-48DE-8E30394AC3A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88584" y="3630816"/>
                  <a:ext cx="235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92E2F49-19EC-362A-82D3-094FC8D2CDC9}"/>
                    </a:ext>
                  </a:extLst>
                </p14:cNvPr>
                <p14:cNvContentPartPr/>
                <p14:nvPr/>
              </p14:nvContentPartPr>
              <p14:xfrm>
                <a:off x="9639864" y="3727296"/>
                <a:ext cx="186840" cy="220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92E2F49-19EC-362A-82D3-094FC8D2CDC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30864" y="3718296"/>
                  <a:ext cx="204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185AB5D-9290-32C7-3798-8DECAD456B80}"/>
                    </a:ext>
                  </a:extLst>
                </p14:cNvPr>
                <p14:cNvContentPartPr/>
                <p14:nvPr/>
              </p14:nvContentPartPr>
              <p14:xfrm>
                <a:off x="9842904" y="3666816"/>
                <a:ext cx="10440" cy="53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185AB5D-9290-32C7-3798-8DECAD456B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34264" y="3657816"/>
                  <a:ext cx="28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196E73-BCDF-98BE-71FE-73B69235ED52}"/>
                    </a:ext>
                  </a:extLst>
                </p14:cNvPr>
                <p14:cNvContentPartPr/>
                <p14:nvPr/>
              </p14:nvContentPartPr>
              <p14:xfrm>
                <a:off x="9930744" y="3767616"/>
                <a:ext cx="334800" cy="191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196E73-BCDF-98BE-71FE-73B69235ED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22104" y="3758976"/>
                  <a:ext cx="352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7DFA5B-D5F7-5E72-B5BD-06624C9A6FE1}"/>
                    </a:ext>
                  </a:extLst>
                </p14:cNvPr>
                <p14:cNvContentPartPr/>
                <p14:nvPr/>
              </p14:nvContentPartPr>
              <p14:xfrm>
                <a:off x="10381824" y="3783096"/>
                <a:ext cx="295200" cy="208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7DFA5B-D5F7-5E72-B5BD-06624C9A6FE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72824" y="3774096"/>
                  <a:ext cx="31284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9D41C06-EFD9-AEC8-D237-AA03886DCAE8}"/>
              </a:ext>
            </a:extLst>
          </p:cNvPr>
          <p:cNvGrpSpPr/>
          <p:nvPr/>
        </p:nvGrpSpPr>
        <p:grpSpPr>
          <a:xfrm>
            <a:off x="6143184" y="4326336"/>
            <a:ext cx="3180600" cy="507240"/>
            <a:chOff x="6143184" y="4326336"/>
            <a:chExt cx="318060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287BCCF-BDF7-AE61-F4F6-092FD1CBD0E4}"/>
                    </a:ext>
                  </a:extLst>
                </p14:cNvPr>
                <p14:cNvContentPartPr/>
                <p14:nvPr/>
              </p14:nvContentPartPr>
              <p14:xfrm>
                <a:off x="6143184" y="4326336"/>
                <a:ext cx="842400" cy="507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287BCCF-BDF7-AE61-F4F6-092FD1CBD0E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34184" y="4317696"/>
                  <a:ext cx="8600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F0A263-69E3-BB9A-AD1B-F2C07A806F46}"/>
                    </a:ext>
                  </a:extLst>
                </p14:cNvPr>
                <p14:cNvContentPartPr/>
                <p14:nvPr/>
              </p14:nvContentPartPr>
              <p14:xfrm>
                <a:off x="7021944" y="4453056"/>
                <a:ext cx="126000" cy="159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F0A263-69E3-BB9A-AD1B-F2C07A806F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13304" y="4444056"/>
                  <a:ext cx="143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05D3C6C-F51A-1537-43B4-0EE848539646}"/>
                    </a:ext>
                  </a:extLst>
                </p14:cNvPr>
                <p14:cNvContentPartPr/>
                <p14:nvPr/>
              </p14:nvContentPartPr>
              <p14:xfrm>
                <a:off x="7196904" y="4467816"/>
                <a:ext cx="233280" cy="126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05D3C6C-F51A-1537-43B4-0EE84853964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8264" y="4459176"/>
                  <a:ext cx="250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815FF5-5813-DE18-7326-842157C9B706}"/>
                    </a:ext>
                  </a:extLst>
                </p14:cNvPr>
                <p14:cNvContentPartPr/>
                <p14:nvPr/>
              </p14:nvContentPartPr>
              <p14:xfrm>
                <a:off x="7487064" y="4391136"/>
                <a:ext cx="19080" cy="288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815FF5-5813-DE18-7326-842157C9B70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78064" y="4382136"/>
                  <a:ext cx="36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5B06C20-E83E-A3E8-3A9A-B99D056D598E}"/>
                    </a:ext>
                  </a:extLst>
                </p14:cNvPr>
                <p14:cNvContentPartPr/>
                <p14:nvPr/>
              </p14:nvContentPartPr>
              <p14:xfrm>
                <a:off x="7480584" y="4583736"/>
                <a:ext cx="179280" cy="23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5B06C20-E83E-A3E8-3A9A-B99D056D598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71584" y="4574736"/>
                  <a:ext cx="196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FC6543C-874D-12B4-7051-F328BE34F8F8}"/>
                    </a:ext>
                  </a:extLst>
                </p14:cNvPr>
                <p14:cNvContentPartPr/>
                <p14:nvPr/>
              </p14:nvContentPartPr>
              <p14:xfrm>
                <a:off x="7721784" y="4447656"/>
                <a:ext cx="187920" cy="20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FC6543C-874D-12B4-7051-F328BE34F8F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12784" y="4438656"/>
                  <a:ext cx="2055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FFB0DF3-B294-F354-4E04-969560624888}"/>
                    </a:ext>
                  </a:extLst>
                </p14:cNvPr>
                <p14:cNvContentPartPr/>
                <p14:nvPr/>
              </p14:nvContentPartPr>
              <p14:xfrm>
                <a:off x="7915104" y="4520736"/>
                <a:ext cx="294840" cy="188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FFB0DF3-B294-F354-4E04-9695606248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06464" y="4512096"/>
                  <a:ext cx="312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FE59C1-EFE1-ED43-301B-BDF59AF00284}"/>
                    </a:ext>
                  </a:extLst>
                </p14:cNvPr>
                <p14:cNvContentPartPr/>
                <p14:nvPr/>
              </p14:nvContentPartPr>
              <p14:xfrm>
                <a:off x="8325864" y="4520736"/>
                <a:ext cx="430920" cy="198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FE59C1-EFE1-ED43-301B-BDF59AF002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17224" y="4512096"/>
                  <a:ext cx="448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02DF300-A322-27C9-8B7D-6A918970C589}"/>
                    </a:ext>
                  </a:extLst>
                </p14:cNvPr>
                <p14:cNvContentPartPr/>
                <p14:nvPr/>
              </p14:nvContentPartPr>
              <p14:xfrm>
                <a:off x="8916624" y="4534416"/>
                <a:ext cx="278640" cy="192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02DF300-A322-27C9-8B7D-6A918970C5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07984" y="4525416"/>
                  <a:ext cx="296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2D03716-2CC4-5F11-13EC-6878DB59818A}"/>
                    </a:ext>
                  </a:extLst>
                </p14:cNvPr>
                <p14:cNvContentPartPr/>
                <p14:nvPr/>
              </p14:nvContentPartPr>
              <p14:xfrm>
                <a:off x="9252504" y="4458456"/>
                <a:ext cx="71280" cy="85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2D03716-2CC4-5F11-13EC-6878DB5981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243504" y="4449456"/>
                  <a:ext cx="889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D21C1F5-FAE8-F2E6-3E28-B54D930DA31F}"/>
              </a:ext>
            </a:extLst>
          </p:cNvPr>
          <p:cNvGrpSpPr/>
          <p:nvPr/>
        </p:nvGrpSpPr>
        <p:grpSpPr>
          <a:xfrm>
            <a:off x="7709904" y="5025816"/>
            <a:ext cx="618120" cy="394920"/>
            <a:chOff x="7709904" y="5025816"/>
            <a:chExt cx="61812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80ACC5-7584-2A85-B064-FE961EDB64DC}"/>
                    </a:ext>
                  </a:extLst>
                </p14:cNvPr>
                <p14:cNvContentPartPr/>
                <p14:nvPr/>
              </p14:nvContentPartPr>
              <p14:xfrm>
                <a:off x="7709904" y="5025816"/>
                <a:ext cx="233280" cy="285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80ACC5-7584-2A85-B064-FE961EDB64D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01264" y="5017176"/>
                  <a:ext cx="2509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FA0E66-40E4-E1E8-5CF4-0A4AE5A59C6C}"/>
                    </a:ext>
                  </a:extLst>
                </p14:cNvPr>
                <p14:cNvContentPartPr/>
                <p14:nvPr/>
              </p14:nvContentPartPr>
              <p14:xfrm>
                <a:off x="8020584" y="5138136"/>
                <a:ext cx="213840" cy="282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FA0E66-40E4-E1E8-5CF4-0A4AE5A59C6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11584" y="5129136"/>
                  <a:ext cx="2314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908F0EF-1560-73D5-0BE1-779FC47C0852}"/>
                    </a:ext>
                  </a:extLst>
                </p14:cNvPr>
                <p14:cNvContentPartPr/>
                <p14:nvPr/>
              </p14:nvContentPartPr>
              <p14:xfrm>
                <a:off x="8310744" y="5138136"/>
                <a:ext cx="17280" cy="144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908F0EF-1560-73D5-0BE1-779FC47C085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02104" y="5129136"/>
                  <a:ext cx="349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A526CEB-4725-84E9-7F3E-03F616A7D435}"/>
              </a:ext>
            </a:extLst>
          </p:cNvPr>
          <p:cNvGrpSpPr/>
          <p:nvPr/>
        </p:nvGrpSpPr>
        <p:grpSpPr>
          <a:xfrm>
            <a:off x="6227784" y="4980456"/>
            <a:ext cx="1003320" cy="822960"/>
            <a:chOff x="6227784" y="4980456"/>
            <a:chExt cx="100332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011D08-83F5-36AF-100F-2B46871A4072}"/>
                    </a:ext>
                  </a:extLst>
                </p14:cNvPr>
                <p14:cNvContentPartPr/>
                <p14:nvPr/>
              </p14:nvContentPartPr>
              <p14:xfrm>
                <a:off x="6227784" y="4980456"/>
                <a:ext cx="352800" cy="337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011D08-83F5-36AF-100F-2B46871A407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219144" y="4971456"/>
                  <a:ext cx="3704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0C91C30-C2EB-E629-EB57-142025B66F95}"/>
                    </a:ext>
                  </a:extLst>
                </p14:cNvPr>
                <p14:cNvContentPartPr/>
                <p14:nvPr/>
              </p14:nvContentPartPr>
              <p14:xfrm>
                <a:off x="6623424" y="5103936"/>
                <a:ext cx="462600" cy="468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0C91C30-C2EB-E629-EB57-142025B66F9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14424" y="5094936"/>
                  <a:ext cx="4802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5D388F2-9B51-EEC9-D738-15275EAC8BB8}"/>
                    </a:ext>
                  </a:extLst>
                </p14:cNvPr>
                <p14:cNvContentPartPr/>
                <p14:nvPr/>
              </p14:nvContentPartPr>
              <p14:xfrm>
                <a:off x="7119504" y="5099616"/>
                <a:ext cx="111600" cy="226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5D388F2-9B51-EEC9-D738-15275EAC8BB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10504" y="5090616"/>
                  <a:ext cx="129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8AA6235-72D7-8A7A-373B-346952C375F8}"/>
                    </a:ext>
                  </a:extLst>
                </p14:cNvPr>
                <p14:cNvContentPartPr/>
                <p14:nvPr/>
              </p14:nvContentPartPr>
              <p14:xfrm>
                <a:off x="6673824" y="5542416"/>
                <a:ext cx="256680" cy="261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8AA6235-72D7-8A7A-373B-346952C375F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65184" y="5533416"/>
                  <a:ext cx="2743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A712066-57D7-7B03-237A-CC1DAB4E185A}"/>
                    </a:ext>
                  </a:extLst>
                </p14:cNvPr>
                <p14:cNvContentPartPr/>
                <p14:nvPr/>
              </p14:nvContentPartPr>
              <p14:xfrm>
                <a:off x="7007904" y="5563296"/>
                <a:ext cx="179280" cy="234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A712066-57D7-7B03-237A-CC1DAB4E18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99264" y="5554656"/>
                  <a:ext cx="1969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EF2C4E7-131E-EFCA-BCEF-563F17DC0D82}"/>
              </a:ext>
            </a:extLst>
          </p:cNvPr>
          <p:cNvGrpSpPr/>
          <p:nvPr/>
        </p:nvGrpSpPr>
        <p:grpSpPr>
          <a:xfrm>
            <a:off x="9692784" y="4587336"/>
            <a:ext cx="1276200" cy="275760"/>
            <a:chOff x="9692784" y="4587336"/>
            <a:chExt cx="12762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93EC950-FB85-1C65-FA0D-C3A0A3F44B4E}"/>
                    </a:ext>
                  </a:extLst>
                </p14:cNvPr>
                <p14:cNvContentPartPr/>
                <p14:nvPr/>
              </p14:nvContentPartPr>
              <p14:xfrm>
                <a:off x="9692784" y="4731696"/>
                <a:ext cx="356760" cy="21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93EC950-FB85-1C65-FA0D-C3A0A3F44B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83784" y="4723056"/>
                  <a:ext cx="374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280E71-E561-F482-A8D5-17F1CE7CB836}"/>
                    </a:ext>
                  </a:extLst>
                </p14:cNvPr>
                <p14:cNvContentPartPr/>
                <p14:nvPr/>
              </p14:nvContentPartPr>
              <p14:xfrm>
                <a:off x="10324224" y="4612176"/>
                <a:ext cx="69480" cy="250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280E71-E561-F482-A8D5-17F1CE7CB83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15224" y="4603176"/>
                  <a:ext cx="87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CE3DBF8-6E86-2466-AB05-D2182503A69D}"/>
                    </a:ext>
                  </a:extLst>
                </p14:cNvPr>
                <p14:cNvContentPartPr/>
                <p14:nvPr/>
              </p14:nvContentPartPr>
              <p14:xfrm>
                <a:off x="10459944" y="4593096"/>
                <a:ext cx="183960" cy="236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CE3DBF8-6E86-2466-AB05-D2182503A6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50944" y="4584456"/>
                  <a:ext cx="201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5B98AC-C226-E495-D5E6-E3493E8CC004}"/>
                    </a:ext>
                  </a:extLst>
                </p14:cNvPr>
                <p14:cNvContentPartPr/>
                <p14:nvPr/>
              </p14:nvContentPartPr>
              <p14:xfrm>
                <a:off x="10710504" y="4587336"/>
                <a:ext cx="258480" cy="203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5B98AC-C226-E495-D5E6-E3493E8CC0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01504" y="4578696"/>
                  <a:ext cx="27612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353917B-11B1-01DF-81C7-0B302035AA2C}"/>
                  </a:ext>
                </a:extLst>
              </p14:cNvPr>
              <p14:cNvContentPartPr/>
              <p14:nvPr/>
            </p14:nvContentPartPr>
            <p14:xfrm>
              <a:off x="9391824" y="5339016"/>
              <a:ext cx="694440" cy="162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353917B-11B1-01DF-81C7-0B302035AA2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383184" y="5330376"/>
                <a:ext cx="7120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56A35B3-42EB-8EFE-DAE8-EF146B992416}"/>
              </a:ext>
            </a:extLst>
          </p:cNvPr>
          <p:cNvGrpSpPr/>
          <p:nvPr/>
        </p:nvGrpSpPr>
        <p:grpSpPr>
          <a:xfrm>
            <a:off x="10436904" y="5053176"/>
            <a:ext cx="548280" cy="402120"/>
            <a:chOff x="10436904" y="5053176"/>
            <a:chExt cx="5482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083375-95F2-7C8A-1EEB-4E78A32FD8B7}"/>
                    </a:ext>
                  </a:extLst>
                </p14:cNvPr>
                <p14:cNvContentPartPr/>
                <p14:nvPr/>
              </p14:nvContentPartPr>
              <p14:xfrm>
                <a:off x="10436904" y="5102136"/>
                <a:ext cx="207000" cy="353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083375-95F2-7C8A-1EEB-4E78A32FD8B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27904" y="5093496"/>
                  <a:ext cx="224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BD6B8E8-E61A-2CEE-7DA5-8D0553D3B4FE}"/>
                    </a:ext>
                  </a:extLst>
                </p14:cNvPr>
                <p14:cNvContentPartPr/>
                <p14:nvPr/>
              </p14:nvContentPartPr>
              <p14:xfrm>
                <a:off x="10811664" y="5053176"/>
                <a:ext cx="173520" cy="35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BD6B8E8-E61A-2CEE-7DA5-8D0553D3B4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02664" y="5044176"/>
                  <a:ext cx="19116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0CDEC21-8E34-45E2-CBF6-4769C094BD1A}"/>
              </a:ext>
            </a:extLst>
          </p:cNvPr>
          <p:cNvGrpSpPr/>
          <p:nvPr/>
        </p:nvGrpSpPr>
        <p:grpSpPr>
          <a:xfrm>
            <a:off x="3879504" y="5131296"/>
            <a:ext cx="762480" cy="768600"/>
            <a:chOff x="3879504" y="5131296"/>
            <a:chExt cx="76248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C34B2B8-A2B8-D236-495A-1313B8AC1FB3}"/>
                    </a:ext>
                  </a:extLst>
                </p14:cNvPr>
                <p14:cNvContentPartPr/>
                <p14:nvPr/>
              </p14:nvContentPartPr>
              <p14:xfrm>
                <a:off x="4300344" y="5223456"/>
                <a:ext cx="9000" cy="372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C34B2B8-A2B8-D236-495A-1313B8AC1FB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91344" y="5214456"/>
                  <a:ext cx="266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82F07D-CF18-65DB-CCF2-BCE79F45514C}"/>
                    </a:ext>
                  </a:extLst>
                </p14:cNvPr>
                <p14:cNvContentPartPr/>
                <p14:nvPr/>
              </p14:nvContentPartPr>
              <p14:xfrm>
                <a:off x="3879504" y="5131296"/>
                <a:ext cx="762480" cy="768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82F07D-CF18-65DB-CCF2-BCE79F45514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70504" y="5122296"/>
                  <a:ext cx="780120" cy="78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5D9F031-37CA-D416-5CA7-B62C2DDAD3A5}"/>
              </a:ext>
            </a:extLst>
          </p:cNvPr>
          <p:cNvGrpSpPr/>
          <p:nvPr/>
        </p:nvGrpSpPr>
        <p:grpSpPr>
          <a:xfrm>
            <a:off x="6845904" y="5946696"/>
            <a:ext cx="1037520" cy="820440"/>
            <a:chOff x="6845904" y="5946696"/>
            <a:chExt cx="1037520" cy="82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E19458-8039-C1FC-F2A9-F0779475B9E8}"/>
                    </a:ext>
                  </a:extLst>
                </p14:cNvPr>
                <p14:cNvContentPartPr/>
                <p14:nvPr/>
              </p14:nvContentPartPr>
              <p14:xfrm>
                <a:off x="6845904" y="6077736"/>
                <a:ext cx="212040" cy="270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E19458-8039-C1FC-F2A9-F0779475B9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837264" y="6068736"/>
                  <a:ext cx="229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5B45342-9498-097F-DE99-D65DE3E053C3}"/>
                    </a:ext>
                  </a:extLst>
                </p14:cNvPr>
                <p14:cNvContentPartPr/>
                <p14:nvPr/>
              </p14:nvContentPartPr>
              <p14:xfrm>
                <a:off x="7119504" y="6203736"/>
                <a:ext cx="250200" cy="225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5B45342-9498-097F-DE99-D65DE3E053C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10504" y="6194736"/>
                  <a:ext cx="267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FAD896D-65C3-17D6-CD6E-58A22881EEA9}"/>
                    </a:ext>
                  </a:extLst>
                </p14:cNvPr>
                <p14:cNvContentPartPr/>
                <p14:nvPr/>
              </p14:nvContentPartPr>
              <p14:xfrm>
                <a:off x="7479504" y="6226056"/>
                <a:ext cx="403920" cy="266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FAD896D-65C3-17D6-CD6E-58A22881EE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70504" y="6217416"/>
                  <a:ext cx="421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543961-CC1A-0F45-6D37-28610BDF6CD1}"/>
                    </a:ext>
                  </a:extLst>
                </p14:cNvPr>
                <p14:cNvContentPartPr/>
                <p14:nvPr/>
              </p14:nvContentPartPr>
              <p14:xfrm>
                <a:off x="7358904" y="5946696"/>
                <a:ext cx="51120" cy="53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543961-CC1A-0F45-6D37-28610BDF6C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350264" y="5938056"/>
                  <a:ext cx="68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5F6AD2E-A1C1-9DC7-35A8-022DE6D8B33B}"/>
                    </a:ext>
                  </a:extLst>
                </p14:cNvPr>
                <p14:cNvContentPartPr/>
                <p14:nvPr/>
              </p14:nvContentPartPr>
              <p14:xfrm>
                <a:off x="6912864" y="6459336"/>
                <a:ext cx="267480" cy="267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5F6AD2E-A1C1-9DC7-35A8-022DE6D8B33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04224" y="6450696"/>
                  <a:ext cx="285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D126BF3-6E68-DA10-3318-06FD6AAC4074}"/>
                    </a:ext>
                  </a:extLst>
                </p14:cNvPr>
                <p14:cNvContentPartPr/>
                <p14:nvPr/>
              </p14:nvContentPartPr>
              <p14:xfrm>
                <a:off x="7274304" y="6509736"/>
                <a:ext cx="162720" cy="18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D126BF3-6E68-DA10-3318-06FD6AAC407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65664" y="6500736"/>
                  <a:ext cx="180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2042506-C506-258E-8236-36B7081A0605}"/>
                    </a:ext>
                  </a:extLst>
                </p14:cNvPr>
                <p14:cNvContentPartPr/>
                <p14:nvPr/>
              </p14:nvContentPartPr>
              <p14:xfrm>
                <a:off x="7479864" y="6439176"/>
                <a:ext cx="7920" cy="231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2042506-C506-258E-8236-36B7081A06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470864" y="6430536"/>
                  <a:ext cx="25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97A6AEC-EB00-C3EB-8502-A01C01704E21}"/>
                    </a:ext>
                  </a:extLst>
                </p14:cNvPr>
                <p14:cNvContentPartPr/>
                <p14:nvPr/>
              </p14:nvContentPartPr>
              <p14:xfrm>
                <a:off x="7446744" y="6525576"/>
                <a:ext cx="257400" cy="241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97A6AEC-EB00-C3EB-8502-A01C01704E2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437744" y="6516936"/>
                  <a:ext cx="27504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1ABA56D-40F9-89A9-57FE-5D24630612D4}"/>
              </a:ext>
            </a:extLst>
          </p:cNvPr>
          <p:cNvGrpSpPr/>
          <p:nvPr/>
        </p:nvGrpSpPr>
        <p:grpSpPr>
          <a:xfrm>
            <a:off x="9537624" y="5658336"/>
            <a:ext cx="1507320" cy="1116360"/>
            <a:chOff x="9537624" y="5658336"/>
            <a:chExt cx="1507320" cy="11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3F30E5-83FA-541F-CC0B-438926E3852E}"/>
                    </a:ext>
                  </a:extLst>
                </p14:cNvPr>
                <p14:cNvContentPartPr/>
                <p14:nvPr/>
              </p14:nvContentPartPr>
              <p14:xfrm>
                <a:off x="9741384" y="5777496"/>
                <a:ext cx="542520" cy="36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3F30E5-83FA-541F-CC0B-438926E3852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32384" y="5768496"/>
                  <a:ext cx="56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E4E30EF-5966-04A9-10EB-A60019F51F62}"/>
                    </a:ext>
                  </a:extLst>
                </p14:cNvPr>
                <p14:cNvContentPartPr/>
                <p14:nvPr/>
              </p14:nvContentPartPr>
              <p14:xfrm>
                <a:off x="10582344" y="5658336"/>
                <a:ext cx="205920" cy="350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E4E30EF-5966-04A9-10EB-A60019F51F6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73704" y="5649696"/>
                  <a:ext cx="2235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E6CCDF4-7ABD-7404-B786-59232FF31C62}"/>
                    </a:ext>
                  </a:extLst>
                </p14:cNvPr>
                <p14:cNvContentPartPr/>
                <p14:nvPr/>
              </p14:nvContentPartPr>
              <p14:xfrm>
                <a:off x="10787904" y="5765616"/>
                <a:ext cx="174240" cy="178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E6CCDF4-7ABD-7404-B786-59232FF31C6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79264" y="5756616"/>
                  <a:ext cx="191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A2711E2-F421-5703-5BC5-B377C97BB7F7}"/>
                    </a:ext>
                  </a:extLst>
                </p14:cNvPr>
                <p14:cNvContentPartPr/>
                <p14:nvPr/>
              </p14:nvContentPartPr>
              <p14:xfrm>
                <a:off x="9537624" y="6284736"/>
                <a:ext cx="956160" cy="38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A2711E2-F421-5703-5BC5-B377C97BB7F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28624" y="6275736"/>
                  <a:ext cx="973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2440DC3-0E7C-B6A9-6F61-3BEBC737707C}"/>
                    </a:ext>
                  </a:extLst>
                </p14:cNvPr>
                <p14:cNvContentPartPr/>
                <p14:nvPr/>
              </p14:nvContentPartPr>
              <p14:xfrm>
                <a:off x="10571904" y="6125256"/>
                <a:ext cx="128880" cy="288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2440DC3-0E7C-B6A9-6F61-3BEBC73770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63264" y="6116256"/>
                  <a:ext cx="146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1D3825-62F2-0AFC-4D2A-37B28FB8FF30}"/>
                    </a:ext>
                  </a:extLst>
                </p14:cNvPr>
                <p14:cNvContentPartPr/>
                <p14:nvPr/>
              </p14:nvContentPartPr>
              <p14:xfrm>
                <a:off x="10787904" y="6142896"/>
                <a:ext cx="179640" cy="267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1D3825-62F2-0AFC-4D2A-37B28FB8FF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79264" y="6133896"/>
                  <a:ext cx="197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64A1F72-1587-7F78-2F3E-DE25B97CCF8F}"/>
                    </a:ext>
                  </a:extLst>
                </p14:cNvPr>
                <p14:cNvContentPartPr/>
                <p14:nvPr/>
              </p14:nvContentPartPr>
              <p14:xfrm>
                <a:off x="10848744" y="6131016"/>
                <a:ext cx="196200" cy="57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64A1F72-1587-7F78-2F3E-DE25B97CCF8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40104" y="6122016"/>
                  <a:ext cx="213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0ABE0A2-4BA5-26DC-03C2-C9ED59F99499}"/>
                    </a:ext>
                  </a:extLst>
                </p14:cNvPr>
                <p14:cNvContentPartPr/>
                <p14:nvPr/>
              </p14:nvContentPartPr>
              <p14:xfrm>
                <a:off x="9653904" y="6592176"/>
                <a:ext cx="594360" cy="15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0ABE0A2-4BA5-26DC-03C2-C9ED59F9949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645264" y="6583176"/>
                  <a:ext cx="612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CBB8D57-A656-B965-F626-50F7CE1AE2EE}"/>
                    </a:ext>
                  </a:extLst>
                </p14:cNvPr>
                <p14:cNvContentPartPr/>
                <p14:nvPr/>
              </p14:nvContentPartPr>
              <p14:xfrm>
                <a:off x="10409544" y="6487776"/>
                <a:ext cx="139320" cy="28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CBB8D57-A656-B965-F626-50F7CE1AE2E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00544" y="6478776"/>
                  <a:ext cx="156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EDC10E-ED61-23D2-4CBD-5FAEAC7A74C5}"/>
                    </a:ext>
                  </a:extLst>
                </p14:cNvPr>
                <p14:cNvContentPartPr/>
                <p14:nvPr/>
              </p14:nvContentPartPr>
              <p14:xfrm>
                <a:off x="10470384" y="6533496"/>
                <a:ext cx="335880" cy="161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EDC10E-ED61-23D2-4CBD-5FAEAC7A74C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61384" y="6524496"/>
                  <a:ext cx="35352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223F751-AEAB-03ED-88FD-E44A57A07488}"/>
                  </a:ext>
                </a:extLst>
              </p14:cNvPr>
              <p14:cNvContentPartPr/>
              <p14:nvPr/>
            </p14:nvContentPartPr>
            <p14:xfrm>
              <a:off x="6717744" y="6153336"/>
              <a:ext cx="4633200" cy="2239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223F751-AEAB-03ED-88FD-E44A57A0748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664104" y="6045696"/>
                <a:ext cx="474084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7C1C10B-EC24-8448-1EF7-63B59C2B7DDB}"/>
                  </a:ext>
                </a:extLst>
              </p14:cNvPr>
              <p14:cNvContentPartPr/>
              <p14:nvPr/>
            </p14:nvContentPartPr>
            <p14:xfrm>
              <a:off x="5907024" y="4377096"/>
              <a:ext cx="5232240" cy="15231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7C1C10B-EC24-8448-1EF7-63B59C2B7DD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853384" y="4269456"/>
                <a:ext cx="5339880" cy="173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1D2BA1A-3A21-A2A0-0E71-32D6136B51CB}"/>
                  </a:ext>
                </a:extLst>
              </p14:cNvPr>
              <p14:cNvContentPartPr/>
              <p14:nvPr/>
            </p14:nvContentPartPr>
            <p14:xfrm>
              <a:off x="5404824" y="4439376"/>
              <a:ext cx="27360" cy="3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1D2BA1A-3A21-A2A0-0E71-32D6136B51C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396184" y="4430376"/>
                <a:ext cx="45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A9C090C-D040-25A5-B9BC-66A503557419}"/>
                  </a:ext>
                </a:extLst>
              </p14:cNvPr>
              <p14:cNvContentPartPr/>
              <p14:nvPr/>
            </p14:nvContentPartPr>
            <p14:xfrm>
              <a:off x="5681664" y="4291776"/>
              <a:ext cx="453960" cy="221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A9C090C-D040-25A5-B9BC-66A50355741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673024" y="4283136"/>
                <a:ext cx="4716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D49E04F-84AF-58ED-D114-DA8C4F33CAF9}"/>
                  </a:ext>
                </a:extLst>
              </p14:cNvPr>
              <p14:cNvContentPartPr/>
              <p14:nvPr/>
            </p14:nvContentPartPr>
            <p14:xfrm>
              <a:off x="5809824" y="5078376"/>
              <a:ext cx="351360" cy="2610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D49E04F-84AF-58ED-D114-DA8C4F33CAF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801184" y="5069376"/>
                <a:ext cx="3690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3393183-EB9C-04B9-1F10-D6AF077834A9}"/>
                  </a:ext>
                </a:extLst>
              </p14:cNvPr>
              <p14:cNvContentPartPr/>
              <p14:nvPr/>
            </p14:nvContentPartPr>
            <p14:xfrm>
              <a:off x="6177744" y="5667696"/>
              <a:ext cx="290520" cy="2696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3393183-EB9C-04B9-1F10-D6AF077834A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169104" y="5658696"/>
                <a:ext cx="3081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A6FF2BC-4A71-5D72-C7D9-35C0605B7BC8}"/>
                  </a:ext>
                </a:extLst>
              </p14:cNvPr>
              <p14:cNvContentPartPr/>
              <p14:nvPr/>
            </p14:nvContentPartPr>
            <p14:xfrm>
              <a:off x="6177384" y="6217776"/>
              <a:ext cx="301320" cy="2725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A6FF2BC-4A71-5D72-C7D9-35C0605B7BC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168384" y="6209136"/>
                <a:ext cx="3189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1B9F326-2F83-2657-FABC-C558F792B7F6}"/>
                  </a:ext>
                </a:extLst>
              </p14:cNvPr>
              <p14:cNvContentPartPr/>
              <p14:nvPr/>
            </p14:nvContentPartPr>
            <p14:xfrm>
              <a:off x="5619384" y="481176"/>
              <a:ext cx="3601800" cy="9417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1B9F326-2F83-2657-FABC-C558F792B7F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610384" y="472536"/>
                <a:ext cx="3619440" cy="9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05E2EF0-4B6C-6375-2FF7-9660E425C5BB}"/>
                  </a:ext>
                </a:extLst>
              </p14:cNvPr>
              <p14:cNvContentPartPr/>
              <p14:nvPr/>
            </p14:nvContentPartPr>
            <p14:xfrm>
              <a:off x="8059824" y="3333456"/>
              <a:ext cx="2890800" cy="11113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05E2EF0-4B6C-6375-2FF7-9660E425C5BB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050824" y="3324456"/>
                <a:ext cx="290844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7646E8D-9527-9A76-056B-708D982A8DB4}"/>
                  </a:ext>
                </a:extLst>
              </p14:cNvPr>
              <p14:cNvContentPartPr/>
              <p14:nvPr/>
            </p14:nvContentPartPr>
            <p14:xfrm>
              <a:off x="10376784" y="5840496"/>
              <a:ext cx="968760" cy="7830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7646E8D-9527-9A76-056B-708D982A8DB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367784" y="5831496"/>
                <a:ext cx="986400" cy="8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747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41784002-A206-8E10-4A09-26E51AE06DC5}"/>
              </a:ext>
            </a:extLst>
          </p:cNvPr>
          <p:cNvGrpSpPr/>
          <p:nvPr/>
        </p:nvGrpSpPr>
        <p:grpSpPr>
          <a:xfrm>
            <a:off x="84744" y="524736"/>
            <a:ext cx="704160" cy="646920"/>
            <a:chOff x="84744" y="524736"/>
            <a:chExt cx="70416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5D5B24-60FF-C6B6-602E-B66B2D9756E2}"/>
                    </a:ext>
                  </a:extLst>
                </p14:cNvPr>
                <p14:cNvContentPartPr/>
                <p14:nvPr/>
              </p14:nvContentPartPr>
              <p14:xfrm>
                <a:off x="386064" y="685296"/>
                <a:ext cx="34200" cy="346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5D5B24-60FF-C6B6-602E-B66B2D9756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7424" y="676656"/>
                  <a:ext cx="518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79C5F5B-758E-F56D-940B-D3F1B16EB185}"/>
                    </a:ext>
                  </a:extLst>
                </p14:cNvPr>
                <p14:cNvContentPartPr/>
                <p14:nvPr/>
              </p14:nvContentPartPr>
              <p14:xfrm>
                <a:off x="84744" y="524736"/>
                <a:ext cx="704160" cy="646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79C5F5B-758E-F56D-940B-D3F1B16EB1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104" y="516096"/>
                  <a:ext cx="721800" cy="66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7005E1-F002-E743-86DA-7C2F61D5B17C}"/>
              </a:ext>
            </a:extLst>
          </p:cNvPr>
          <p:cNvGrpSpPr/>
          <p:nvPr/>
        </p:nvGrpSpPr>
        <p:grpSpPr>
          <a:xfrm>
            <a:off x="1243584" y="475776"/>
            <a:ext cx="1205280" cy="565920"/>
            <a:chOff x="1243584" y="475776"/>
            <a:chExt cx="1205280" cy="5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5D9549-7EED-A0C5-DC53-7A812A3DE074}"/>
                    </a:ext>
                  </a:extLst>
                </p14:cNvPr>
                <p14:cNvContentPartPr/>
                <p14:nvPr/>
              </p14:nvContentPartPr>
              <p14:xfrm>
                <a:off x="1282824" y="531576"/>
                <a:ext cx="45720" cy="510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5D9549-7EED-A0C5-DC53-7A812A3DE0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3824" y="522576"/>
                  <a:ext cx="633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7DBFB6D-5803-F9A1-F088-B25C3450B5E7}"/>
                    </a:ext>
                  </a:extLst>
                </p14:cNvPr>
                <p14:cNvContentPartPr/>
                <p14:nvPr/>
              </p14:nvContentPartPr>
              <p14:xfrm>
                <a:off x="1243584" y="475776"/>
                <a:ext cx="462960" cy="19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7DBFB6D-5803-F9A1-F088-B25C3450B5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4944" y="467136"/>
                  <a:ext cx="480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36737B-62AF-450A-79DE-7935A584D584}"/>
                    </a:ext>
                  </a:extLst>
                </p14:cNvPr>
                <p14:cNvContentPartPr/>
                <p14:nvPr/>
              </p14:nvContentPartPr>
              <p14:xfrm>
                <a:off x="1251144" y="669096"/>
                <a:ext cx="478800" cy="32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36737B-62AF-450A-79DE-7935A584D5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42144" y="660456"/>
                  <a:ext cx="496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D7CB44-0691-5AB9-3E59-27A2167401C6}"/>
                    </a:ext>
                  </a:extLst>
                </p14:cNvPr>
                <p14:cNvContentPartPr/>
                <p14:nvPr/>
              </p14:nvContentPartPr>
              <p14:xfrm>
                <a:off x="1874304" y="780336"/>
                <a:ext cx="301320" cy="22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D7CB44-0691-5AB9-3E59-27A2167401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65304" y="771696"/>
                  <a:ext cx="318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B9B5D0-8E49-E979-894A-E56208D2E54A}"/>
                    </a:ext>
                  </a:extLst>
                </p14:cNvPr>
                <p14:cNvContentPartPr/>
                <p14:nvPr/>
              </p14:nvContentPartPr>
              <p14:xfrm>
                <a:off x="2253384" y="516096"/>
                <a:ext cx="195480" cy="47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B9B5D0-8E49-E979-894A-E56208D2E5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44744" y="507096"/>
                  <a:ext cx="21312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DD3D9E-5822-4446-31E2-10C324818EE7}"/>
              </a:ext>
            </a:extLst>
          </p:cNvPr>
          <p:cNvGrpSpPr/>
          <p:nvPr/>
        </p:nvGrpSpPr>
        <p:grpSpPr>
          <a:xfrm>
            <a:off x="3494664" y="629136"/>
            <a:ext cx="2667960" cy="672480"/>
            <a:chOff x="3494664" y="629136"/>
            <a:chExt cx="26679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B4B95D-F036-6CEF-8AEE-013ADC0BD547}"/>
                    </a:ext>
                  </a:extLst>
                </p14:cNvPr>
                <p14:cNvContentPartPr/>
                <p14:nvPr/>
              </p14:nvContentPartPr>
              <p14:xfrm>
                <a:off x="3494664" y="804096"/>
                <a:ext cx="516600" cy="28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B4B95D-F036-6CEF-8AEE-013ADC0BD5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86024" y="795456"/>
                  <a:ext cx="534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B4B20F-56E2-7C57-4AFC-BDED04F8746D}"/>
                    </a:ext>
                  </a:extLst>
                </p14:cNvPr>
                <p14:cNvContentPartPr/>
                <p14:nvPr/>
              </p14:nvContentPartPr>
              <p14:xfrm>
                <a:off x="4146264" y="792576"/>
                <a:ext cx="300600" cy="27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B4B20F-56E2-7C57-4AFC-BDED04F874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7264" y="783936"/>
                  <a:ext cx="318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B3F7D3-66D8-FA66-1D91-B5E157955569}"/>
                    </a:ext>
                  </a:extLst>
                </p14:cNvPr>
                <p14:cNvContentPartPr/>
                <p14:nvPr/>
              </p14:nvContentPartPr>
              <p14:xfrm>
                <a:off x="4540104" y="629136"/>
                <a:ext cx="95400" cy="41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B3F7D3-66D8-FA66-1D91-B5E1579555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1464" y="620136"/>
                  <a:ext cx="1130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88C10F-4078-DB30-55D5-C31664CE4840}"/>
                    </a:ext>
                  </a:extLst>
                </p14:cNvPr>
                <p14:cNvContentPartPr/>
                <p14:nvPr/>
              </p14:nvContentPartPr>
              <p14:xfrm>
                <a:off x="4524264" y="672696"/>
                <a:ext cx="891360" cy="42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88C10F-4078-DB30-55D5-C31664CE48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15264" y="663696"/>
                  <a:ext cx="9090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FF4336-F0DF-CB9D-BE74-A151883B858F}"/>
                    </a:ext>
                  </a:extLst>
                </p14:cNvPr>
                <p14:cNvContentPartPr/>
                <p14:nvPr/>
              </p14:nvContentPartPr>
              <p14:xfrm>
                <a:off x="5431824" y="876096"/>
                <a:ext cx="34200" cy="102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FF4336-F0DF-CB9D-BE74-A151883B85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23184" y="867096"/>
                  <a:ext cx="51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9CD7BB-63A9-95B8-3273-191C29CB00CF}"/>
                    </a:ext>
                  </a:extLst>
                </p14:cNvPr>
                <p14:cNvContentPartPr/>
                <p14:nvPr/>
              </p14:nvContentPartPr>
              <p14:xfrm>
                <a:off x="5526504" y="881856"/>
                <a:ext cx="334440" cy="22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9CD7BB-63A9-95B8-3273-191C29CB00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17504" y="872856"/>
                  <a:ext cx="352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39E94FF-D26C-FDAC-B03F-3182B398ED88}"/>
                    </a:ext>
                  </a:extLst>
                </p14:cNvPr>
                <p14:cNvContentPartPr/>
                <p14:nvPr/>
              </p14:nvContentPartPr>
              <p14:xfrm>
                <a:off x="5961744" y="830376"/>
                <a:ext cx="200880" cy="471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39E94FF-D26C-FDAC-B03F-3182B398ED8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53104" y="821736"/>
                  <a:ext cx="2185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4FD601-DCC5-EDB9-7B44-0F6096FE8D9C}"/>
                    </a:ext>
                  </a:extLst>
                </p14:cNvPr>
                <p14:cNvContentPartPr/>
                <p14:nvPr/>
              </p14:nvContentPartPr>
              <p14:xfrm>
                <a:off x="5442264" y="640656"/>
                <a:ext cx="135360" cy="9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4FD601-DCC5-EDB9-7B44-0F6096FE8D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33264" y="632016"/>
                  <a:ext cx="153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644887-8531-CAA3-EB8A-2136F32EDC37}"/>
              </a:ext>
            </a:extLst>
          </p:cNvPr>
          <p:cNvGrpSpPr/>
          <p:nvPr/>
        </p:nvGrpSpPr>
        <p:grpSpPr>
          <a:xfrm>
            <a:off x="6639264" y="718416"/>
            <a:ext cx="4345200" cy="780480"/>
            <a:chOff x="6639264" y="718416"/>
            <a:chExt cx="4345200" cy="78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83D98F-3F41-5EA1-7316-C7A26D964771}"/>
                    </a:ext>
                  </a:extLst>
                </p14:cNvPr>
                <p14:cNvContentPartPr/>
                <p14:nvPr/>
              </p14:nvContentPartPr>
              <p14:xfrm>
                <a:off x="6639264" y="718416"/>
                <a:ext cx="848520" cy="476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83D98F-3F41-5EA1-7316-C7A26D9647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30624" y="709776"/>
                  <a:ext cx="8661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11E246-B5FB-2CE5-363A-C706E2DC68D3}"/>
                    </a:ext>
                  </a:extLst>
                </p14:cNvPr>
                <p14:cNvContentPartPr/>
                <p14:nvPr/>
              </p14:nvContentPartPr>
              <p14:xfrm>
                <a:off x="7642584" y="957456"/>
                <a:ext cx="385200" cy="251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11E246-B5FB-2CE5-363A-C706E2DC68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33584" y="948816"/>
                  <a:ext cx="4028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354DC4-2662-6D55-F572-CCEAA8467952}"/>
                    </a:ext>
                  </a:extLst>
                </p14:cNvPr>
                <p14:cNvContentPartPr/>
                <p14:nvPr/>
              </p14:nvContentPartPr>
              <p14:xfrm>
                <a:off x="8071344" y="910656"/>
                <a:ext cx="274680" cy="509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354DC4-2662-6D55-F572-CCEAA84679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62704" y="901656"/>
                  <a:ext cx="2923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A1B989-FFA1-9659-1BF7-BB8C18F4D672}"/>
                    </a:ext>
                  </a:extLst>
                </p14:cNvPr>
                <p14:cNvContentPartPr/>
                <p14:nvPr/>
              </p14:nvContentPartPr>
              <p14:xfrm>
                <a:off x="8354664" y="1010736"/>
                <a:ext cx="179640" cy="231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A1B989-FFA1-9659-1BF7-BB8C18F4D6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46024" y="1002096"/>
                  <a:ext cx="197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F78721-8E84-95BF-FA3D-F92E3B93D800}"/>
                    </a:ext>
                  </a:extLst>
                </p14:cNvPr>
                <p14:cNvContentPartPr/>
                <p14:nvPr/>
              </p14:nvContentPartPr>
              <p14:xfrm>
                <a:off x="8867664" y="1001376"/>
                <a:ext cx="825480" cy="28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F78721-8E84-95BF-FA3D-F92E3B93D8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59024" y="992376"/>
                  <a:ext cx="8431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688540-D3AF-D9E6-1A65-D8F42FF5EC74}"/>
                    </a:ext>
                  </a:extLst>
                </p14:cNvPr>
                <p14:cNvContentPartPr/>
                <p14:nvPr/>
              </p14:nvContentPartPr>
              <p14:xfrm>
                <a:off x="10308744" y="895176"/>
                <a:ext cx="169920" cy="30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688540-D3AF-D9E6-1A65-D8F42FF5EC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00104" y="886176"/>
                  <a:ext cx="187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693C9D-A0B9-2163-81B5-23F460580456}"/>
                    </a:ext>
                  </a:extLst>
                </p14:cNvPr>
                <p14:cNvContentPartPr/>
                <p14:nvPr/>
              </p14:nvContentPartPr>
              <p14:xfrm>
                <a:off x="10581984" y="923976"/>
                <a:ext cx="247680" cy="344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693C9D-A0B9-2163-81B5-23F4605804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73344" y="914976"/>
                  <a:ext cx="2653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F90020-0A61-46ED-39F9-C6F17258A062}"/>
                    </a:ext>
                  </a:extLst>
                </p14:cNvPr>
                <p14:cNvContentPartPr/>
                <p14:nvPr/>
              </p14:nvContentPartPr>
              <p14:xfrm>
                <a:off x="10683504" y="891216"/>
                <a:ext cx="300960" cy="53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F90020-0A61-46ED-39F9-C6F17258A0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74504" y="882576"/>
                  <a:ext cx="318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02B12A-E294-C93E-C0EC-C51E651581F2}"/>
                    </a:ext>
                  </a:extLst>
                </p14:cNvPr>
                <p14:cNvContentPartPr/>
                <p14:nvPr/>
              </p14:nvContentPartPr>
              <p14:xfrm>
                <a:off x="9806184" y="1470096"/>
                <a:ext cx="1113840" cy="28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02B12A-E294-C93E-C0EC-C51E651581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97544" y="1461456"/>
                  <a:ext cx="11314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01BDE14-82F3-8B2D-F240-0E96BC224EC8}"/>
              </a:ext>
            </a:extLst>
          </p:cNvPr>
          <p:cNvGrpSpPr/>
          <p:nvPr/>
        </p:nvGrpSpPr>
        <p:grpSpPr>
          <a:xfrm>
            <a:off x="118584" y="2892456"/>
            <a:ext cx="911160" cy="867600"/>
            <a:chOff x="118584" y="2892456"/>
            <a:chExt cx="91116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02930A9-2F61-A266-24AE-5C2682DA22BC}"/>
                    </a:ext>
                  </a:extLst>
                </p14:cNvPr>
                <p14:cNvContentPartPr/>
                <p14:nvPr/>
              </p14:nvContentPartPr>
              <p14:xfrm>
                <a:off x="490824" y="3159936"/>
                <a:ext cx="192960" cy="329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02930A9-2F61-A266-24AE-5C2682DA22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2184" y="3150936"/>
                  <a:ext cx="2106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42775-CF31-CA9A-EF2C-A8A97BAB9032}"/>
                    </a:ext>
                  </a:extLst>
                </p14:cNvPr>
                <p14:cNvContentPartPr/>
                <p14:nvPr/>
              </p14:nvContentPartPr>
              <p14:xfrm>
                <a:off x="118584" y="2892456"/>
                <a:ext cx="911160" cy="867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42775-CF31-CA9A-EF2C-A8A97BAB90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584" y="2883816"/>
                  <a:ext cx="928800" cy="88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FD84896-822A-3822-A987-E2F548838D32}"/>
                  </a:ext>
                </a:extLst>
              </p14:cNvPr>
              <p14:cNvContentPartPr/>
              <p14:nvPr/>
            </p14:nvContentPartPr>
            <p14:xfrm>
              <a:off x="8833824" y="3530016"/>
              <a:ext cx="172440" cy="209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FD84896-822A-3822-A987-E2F548838D3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25184" y="3521016"/>
                <a:ext cx="1900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33080CF-FBCF-D358-904D-565FD1FEAB04}"/>
                  </a:ext>
                </a:extLst>
              </p14:cNvPr>
              <p14:cNvContentPartPr/>
              <p14:nvPr/>
            </p14:nvContentPartPr>
            <p14:xfrm>
              <a:off x="9374904" y="3283056"/>
              <a:ext cx="1045440" cy="668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33080CF-FBCF-D358-904D-565FD1FEAB0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66264" y="3274056"/>
                <a:ext cx="106308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75E22A-C9A4-189C-CF75-7E6656F4327B}"/>
                  </a:ext>
                </a:extLst>
              </p14:cNvPr>
              <p14:cNvContentPartPr/>
              <p14:nvPr/>
            </p14:nvContentPartPr>
            <p14:xfrm>
              <a:off x="10470744" y="3446136"/>
              <a:ext cx="84600" cy="1832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75E22A-C9A4-189C-CF75-7E6656F4327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62104" y="3437496"/>
                <a:ext cx="1022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16CF2E0-8834-1E59-C23E-5BCBAD4A7488}"/>
                  </a:ext>
                </a:extLst>
              </p14:cNvPr>
              <p14:cNvContentPartPr/>
              <p14:nvPr/>
            </p14:nvContentPartPr>
            <p14:xfrm>
              <a:off x="10779624" y="3330576"/>
              <a:ext cx="471240" cy="3326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16CF2E0-8834-1E59-C23E-5BCBAD4A74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770624" y="3321936"/>
                <a:ext cx="4888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5E616F2-D782-9D95-851D-8FD009EFE31D}"/>
                  </a:ext>
                </a:extLst>
              </p14:cNvPr>
              <p14:cNvContentPartPr/>
              <p14:nvPr/>
            </p14:nvContentPartPr>
            <p14:xfrm>
              <a:off x="11361384" y="3456936"/>
              <a:ext cx="368640" cy="2631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5E616F2-D782-9D95-851D-8FD009EFE31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352384" y="3448296"/>
                <a:ext cx="3862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C856E87-C4CD-8630-8DDB-83C0B371A99E}"/>
                  </a:ext>
                </a:extLst>
              </p14:cNvPr>
              <p14:cNvContentPartPr/>
              <p14:nvPr/>
            </p14:nvContentPartPr>
            <p14:xfrm>
              <a:off x="11812104" y="3459456"/>
              <a:ext cx="424080" cy="2412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C856E87-C4CD-8630-8DDB-83C0B371A9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803104" y="3450456"/>
                <a:ext cx="44172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23B79A08-8DB4-4AF4-B19F-7E4E5E4D0658}"/>
              </a:ext>
            </a:extLst>
          </p:cNvPr>
          <p:cNvGrpSpPr/>
          <p:nvPr/>
        </p:nvGrpSpPr>
        <p:grpSpPr>
          <a:xfrm>
            <a:off x="2397744" y="1608336"/>
            <a:ext cx="6068880" cy="2208960"/>
            <a:chOff x="2397744" y="1608336"/>
            <a:chExt cx="6068880" cy="22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C36B6A-E341-9343-BBE5-D1A98A7C6BC8}"/>
                    </a:ext>
                  </a:extLst>
                </p14:cNvPr>
                <p14:cNvContentPartPr/>
                <p14:nvPr/>
              </p14:nvContentPartPr>
              <p14:xfrm>
                <a:off x="2397744" y="3102696"/>
                <a:ext cx="78120" cy="56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C36B6A-E341-9343-BBE5-D1A98A7C6B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89104" y="3094056"/>
                  <a:ext cx="9576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9858D3-D39F-AD80-09BB-1700CF35BAE3}"/>
                    </a:ext>
                  </a:extLst>
                </p14:cNvPr>
                <p14:cNvContentPartPr/>
                <p14:nvPr/>
              </p14:nvContentPartPr>
              <p14:xfrm>
                <a:off x="2474064" y="3050496"/>
                <a:ext cx="825120" cy="766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9858D3-D39F-AD80-09BB-1700CF35BA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65424" y="3041496"/>
                  <a:ext cx="84276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310E8F-FE30-B4EF-51D3-E40BC71CEF71}"/>
                    </a:ext>
                  </a:extLst>
                </p14:cNvPr>
                <p14:cNvContentPartPr/>
                <p14:nvPr/>
              </p14:nvContentPartPr>
              <p14:xfrm>
                <a:off x="3273624" y="3234816"/>
                <a:ext cx="172080" cy="246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310E8F-FE30-B4EF-51D3-E40BC71CEF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64984" y="3226176"/>
                  <a:ext cx="189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B509ED-A7D8-D9FE-966E-1CC94E6097B0}"/>
                    </a:ext>
                  </a:extLst>
                </p14:cNvPr>
                <p14:cNvContentPartPr/>
                <p14:nvPr/>
              </p14:nvContentPartPr>
              <p14:xfrm>
                <a:off x="3521664" y="3139776"/>
                <a:ext cx="67680" cy="37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B509ED-A7D8-D9FE-966E-1CC94E6097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13024" y="3131136"/>
                  <a:ext cx="853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1585A5-BBB4-B604-FCFA-D67D51E5B1FE}"/>
                    </a:ext>
                  </a:extLst>
                </p14:cNvPr>
                <p14:cNvContentPartPr/>
                <p14:nvPr/>
              </p14:nvContentPartPr>
              <p14:xfrm>
                <a:off x="3683304" y="3267936"/>
                <a:ext cx="250560" cy="23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1585A5-BBB4-B604-FCFA-D67D51E5B1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74664" y="3259296"/>
                  <a:ext cx="268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8A3F15-1810-4D36-216F-7337843F8E48}"/>
                    </a:ext>
                  </a:extLst>
                </p14:cNvPr>
                <p14:cNvContentPartPr/>
                <p14:nvPr/>
              </p14:nvContentPartPr>
              <p14:xfrm>
                <a:off x="4145904" y="3253896"/>
                <a:ext cx="429120" cy="248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8A3F15-1810-4D36-216F-7337843F8E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37264" y="3244896"/>
                  <a:ext cx="446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E551CF-DBB2-BCF4-0D37-F21C27AB2673}"/>
                    </a:ext>
                  </a:extLst>
                </p14:cNvPr>
                <p14:cNvContentPartPr/>
                <p14:nvPr/>
              </p14:nvContentPartPr>
              <p14:xfrm>
                <a:off x="5309784" y="3215016"/>
                <a:ext cx="262800" cy="31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E551CF-DBB2-BCF4-0D37-F21C27AB26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01144" y="3206016"/>
                  <a:ext cx="280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839595-901C-F145-6CC3-6114411BC742}"/>
                    </a:ext>
                  </a:extLst>
                </p14:cNvPr>
                <p14:cNvContentPartPr/>
                <p14:nvPr/>
              </p14:nvContentPartPr>
              <p14:xfrm>
                <a:off x="5705424" y="3247056"/>
                <a:ext cx="240120" cy="358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839595-901C-F145-6CC3-6114411BC7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96424" y="3238416"/>
                  <a:ext cx="2577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FE03503-60CE-FB81-0AFC-853327AAF29F}"/>
                    </a:ext>
                  </a:extLst>
                </p14:cNvPr>
                <p14:cNvContentPartPr/>
                <p14:nvPr/>
              </p14:nvContentPartPr>
              <p14:xfrm>
                <a:off x="5799744" y="3205296"/>
                <a:ext cx="256680" cy="23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FE03503-60CE-FB81-0AFC-853327AAF2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91104" y="3196296"/>
                  <a:ext cx="274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E860697-F3B6-0E3B-57D6-9AEF4098A211}"/>
                    </a:ext>
                  </a:extLst>
                </p14:cNvPr>
                <p14:cNvContentPartPr/>
                <p14:nvPr/>
              </p14:nvContentPartPr>
              <p14:xfrm>
                <a:off x="6194304" y="3459816"/>
                <a:ext cx="864720" cy="25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E860697-F3B6-0E3B-57D6-9AEF4098A21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5664" y="3450816"/>
                  <a:ext cx="882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93346C5-F977-7F4C-7971-AF294E338649}"/>
                    </a:ext>
                  </a:extLst>
                </p14:cNvPr>
                <p14:cNvContentPartPr/>
                <p14:nvPr/>
              </p14:nvContentPartPr>
              <p14:xfrm>
                <a:off x="7178904" y="3248496"/>
                <a:ext cx="45720" cy="336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93346C5-F977-7F4C-7971-AF294E3386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69904" y="3239856"/>
                  <a:ext cx="63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9027CB-B3B7-BCEF-F8D3-7A1196CD9FCD}"/>
                    </a:ext>
                  </a:extLst>
                </p14:cNvPr>
                <p14:cNvContentPartPr/>
                <p14:nvPr/>
              </p14:nvContentPartPr>
              <p14:xfrm>
                <a:off x="7343064" y="3289176"/>
                <a:ext cx="256680" cy="29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9027CB-B3B7-BCEF-F8D3-7A1196CD9F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34064" y="3280536"/>
                  <a:ext cx="2743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B45EBF-FB4D-5210-6673-5674762BFFB5}"/>
                    </a:ext>
                  </a:extLst>
                </p14:cNvPr>
                <p14:cNvContentPartPr/>
                <p14:nvPr/>
              </p14:nvContentPartPr>
              <p14:xfrm>
                <a:off x="7685064" y="3286656"/>
                <a:ext cx="283680" cy="29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B45EBF-FB4D-5210-6673-5674762BFF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76064" y="3278016"/>
                  <a:ext cx="301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1D6AFC-29CE-2CF4-D27C-F4B155F82FD5}"/>
                    </a:ext>
                  </a:extLst>
                </p14:cNvPr>
                <p14:cNvContentPartPr/>
                <p14:nvPr/>
              </p14:nvContentPartPr>
              <p14:xfrm>
                <a:off x="8148744" y="3289536"/>
                <a:ext cx="145440" cy="295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1D6AFC-29CE-2CF4-D27C-F4B155F82FD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40104" y="3280536"/>
                  <a:ext cx="1630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99A0A2-735F-A058-6DBE-C2D1D5808205}"/>
                    </a:ext>
                  </a:extLst>
                </p14:cNvPr>
                <p14:cNvContentPartPr/>
                <p14:nvPr/>
              </p14:nvContentPartPr>
              <p14:xfrm>
                <a:off x="8138664" y="3258576"/>
                <a:ext cx="17280" cy="47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99A0A2-735F-A058-6DBE-C2D1D58082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0024" y="3249576"/>
                  <a:ext cx="34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498CBF-3CB5-8868-762F-4A5E205D44D4}"/>
                    </a:ext>
                  </a:extLst>
                </p14:cNvPr>
                <p14:cNvContentPartPr/>
                <p14:nvPr/>
              </p14:nvContentPartPr>
              <p14:xfrm>
                <a:off x="8361504" y="3478896"/>
                <a:ext cx="105120" cy="49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498CBF-3CB5-8868-762F-4A5E205D44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52504" y="3469896"/>
                  <a:ext cx="122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AB9D4E-321E-6642-9547-C6571272F700}"/>
                    </a:ext>
                  </a:extLst>
                </p14:cNvPr>
                <p14:cNvContentPartPr/>
                <p14:nvPr/>
              </p14:nvContentPartPr>
              <p14:xfrm>
                <a:off x="3298824" y="1608336"/>
                <a:ext cx="1354320" cy="532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AB9D4E-321E-6642-9547-C6571272F70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90184" y="1599696"/>
                  <a:ext cx="137196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94EF16-25F9-0A6D-903F-5C0AE472D1FF}"/>
                    </a:ext>
                  </a:extLst>
                </p14:cNvPr>
                <p14:cNvContentPartPr/>
                <p14:nvPr/>
              </p14:nvContentPartPr>
              <p14:xfrm>
                <a:off x="4746744" y="1741536"/>
                <a:ext cx="402480" cy="359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94EF16-25F9-0A6D-903F-5C0AE472D1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38104" y="1732536"/>
                  <a:ext cx="420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C0406F-53F4-7E71-8C70-96EEA57BCD6E}"/>
                    </a:ext>
                  </a:extLst>
                </p14:cNvPr>
                <p14:cNvContentPartPr/>
                <p14:nvPr/>
              </p14:nvContentPartPr>
              <p14:xfrm>
                <a:off x="5053824" y="1940976"/>
                <a:ext cx="311040" cy="3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C0406F-53F4-7E71-8C70-96EEA57BCD6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45184" y="1931976"/>
                  <a:ext cx="328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1479F7-245A-CB1A-285C-1624A9AC1494}"/>
                    </a:ext>
                  </a:extLst>
                </p14:cNvPr>
                <p14:cNvContentPartPr/>
                <p14:nvPr/>
              </p14:nvContentPartPr>
              <p14:xfrm>
                <a:off x="4403304" y="2168856"/>
                <a:ext cx="137880" cy="192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1479F7-245A-CB1A-285C-1624A9AC149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94664" y="2160216"/>
                  <a:ext cx="155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F87404-CDCF-BFA0-19D0-C2DCD2F09BD1}"/>
                    </a:ext>
                  </a:extLst>
                </p14:cNvPr>
                <p14:cNvContentPartPr/>
                <p14:nvPr/>
              </p14:nvContentPartPr>
              <p14:xfrm>
                <a:off x="3917304" y="2529576"/>
                <a:ext cx="246960" cy="313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F87404-CDCF-BFA0-19D0-C2DCD2F09B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08664" y="2520576"/>
                  <a:ext cx="2646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864B906-FAD4-F401-EA0A-3E593619F8CC}"/>
                    </a:ext>
                  </a:extLst>
                </p14:cNvPr>
                <p14:cNvContentPartPr/>
                <p14:nvPr/>
              </p14:nvContentPartPr>
              <p14:xfrm>
                <a:off x="4266504" y="2597976"/>
                <a:ext cx="170280" cy="201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864B906-FAD4-F401-EA0A-3E593619F8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57864" y="2588976"/>
                  <a:ext cx="187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7BD1A8-4DA3-7FA4-CF2B-9701BC72E336}"/>
                    </a:ext>
                  </a:extLst>
                </p14:cNvPr>
                <p14:cNvContentPartPr/>
                <p14:nvPr/>
              </p14:nvContentPartPr>
              <p14:xfrm>
                <a:off x="4530744" y="2516616"/>
                <a:ext cx="344520" cy="330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7BD1A8-4DA3-7FA4-CF2B-9701BC72E33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22104" y="2507976"/>
                  <a:ext cx="362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42A0B7-46C7-BE07-AF84-F7F78C06F160}"/>
                    </a:ext>
                  </a:extLst>
                </p14:cNvPr>
                <p14:cNvContentPartPr/>
                <p14:nvPr/>
              </p14:nvContentPartPr>
              <p14:xfrm>
                <a:off x="4969584" y="2506896"/>
                <a:ext cx="34200" cy="27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42A0B7-46C7-BE07-AF84-F7F78C06F1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0584" y="2498256"/>
                  <a:ext cx="51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7E7396-957D-D8A3-8306-57E5961F2FA4}"/>
                    </a:ext>
                  </a:extLst>
                </p14:cNvPr>
                <p14:cNvContentPartPr/>
                <p14:nvPr/>
              </p14:nvContentPartPr>
              <p14:xfrm>
                <a:off x="4976424" y="2708136"/>
                <a:ext cx="199440" cy="34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7E7396-957D-D8A3-8306-57E5961F2F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67424" y="2699136"/>
                  <a:ext cx="217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09B722F-0857-32C6-FFE6-AAA052689D78}"/>
                    </a:ext>
                  </a:extLst>
                </p14:cNvPr>
                <p14:cNvContentPartPr/>
                <p14:nvPr/>
              </p14:nvContentPartPr>
              <p14:xfrm>
                <a:off x="4753584" y="2871216"/>
                <a:ext cx="148680" cy="188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09B722F-0857-32C6-FFE6-AAA052689D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44944" y="2862576"/>
                  <a:ext cx="16632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3A25633-10EB-DB43-5D18-B8D2146E55B5}"/>
              </a:ext>
            </a:extLst>
          </p:cNvPr>
          <p:cNvGrpSpPr/>
          <p:nvPr/>
        </p:nvGrpSpPr>
        <p:grpSpPr>
          <a:xfrm>
            <a:off x="743904" y="4583736"/>
            <a:ext cx="491400" cy="370440"/>
            <a:chOff x="743904" y="4583736"/>
            <a:chExt cx="49140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88979C9-B287-44BB-4638-B1A5F2612184}"/>
                    </a:ext>
                  </a:extLst>
                </p14:cNvPr>
                <p14:cNvContentPartPr/>
                <p14:nvPr/>
              </p14:nvContentPartPr>
              <p14:xfrm>
                <a:off x="865584" y="4583736"/>
                <a:ext cx="213840" cy="370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88979C9-B287-44BB-4638-B1A5F261218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6944" y="4574736"/>
                  <a:ext cx="231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B2F7FDE-231E-E8C8-2638-6862CAF5D741}"/>
                    </a:ext>
                  </a:extLst>
                </p14:cNvPr>
                <p14:cNvContentPartPr/>
                <p14:nvPr/>
              </p14:nvContentPartPr>
              <p14:xfrm>
                <a:off x="743904" y="4683456"/>
                <a:ext cx="105840" cy="73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B2F7FDE-231E-E8C8-2638-6862CAF5D74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4904" y="4674456"/>
                  <a:ext cx="123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81D552B-FAB3-4BDE-9AD8-58E8CBFBAFA2}"/>
                    </a:ext>
                  </a:extLst>
                </p14:cNvPr>
                <p14:cNvContentPartPr/>
                <p14:nvPr/>
              </p14:nvContentPartPr>
              <p14:xfrm>
                <a:off x="1139184" y="4810536"/>
                <a:ext cx="96120" cy="110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81D552B-FAB3-4BDE-9AD8-58E8CBFBAF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0184" y="4801536"/>
                  <a:ext cx="11376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46A650-9632-A3C2-DB8B-A6AF7D7398F2}"/>
              </a:ext>
            </a:extLst>
          </p:cNvPr>
          <p:cNvGrpSpPr/>
          <p:nvPr/>
        </p:nvGrpSpPr>
        <p:grpSpPr>
          <a:xfrm>
            <a:off x="2431584" y="4418496"/>
            <a:ext cx="4063680" cy="642240"/>
            <a:chOff x="2431584" y="4418496"/>
            <a:chExt cx="4063680" cy="64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6B39A44-13FA-F1BE-0586-9B829D2C5860}"/>
                    </a:ext>
                  </a:extLst>
                </p14:cNvPr>
                <p14:cNvContentPartPr/>
                <p14:nvPr/>
              </p14:nvContentPartPr>
              <p14:xfrm>
                <a:off x="4189824" y="4418496"/>
                <a:ext cx="17280" cy="16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6B39A44-13FA-F1BE-0586-9B829D2C586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81184" y="4409496"/>
                  <a:ext cx="34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5CB402-083F-BA92-8FB0-3AE83E48008F}"/>
                    </a:ext>
                  </a:extLst>
                </p14:cNvPr>
                <p14:cNvContentPartPr/>
                <p14:nvPr/>
              </p14:nvContentPartPr>
              <p14:xfrm>
                <a:off x="3044304" y="4423896"/>
                <a:ext cx="299160" cy="39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5CB402-083F-BA92-8FB0-3AE83E4800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35664" y="4415256"/>
                  <a:ext cx="3168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841793-A724-E807-993C-DC0AF2E6675D}"/>
                    </a:ext>
                  </a:extLst>
                </p14:cNvPr>
                <p14:cNvContentPartPr/>
                <p14:nvPr/>
              </p14:nvContentPartPr>
              <p14:xfrm>
                <a:off x="3487824" y="4514616"/>
                <a:ext cx="223200" cy="289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841793-A724-E807-993C-DC0AF2E667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79184" y="4505616"/>
                  <a:ext cx="240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B2017D4-042E-CC1F-6C5A-527697C60C6B}"/>
                    </a:ext>
                  </a:extLst>
                </p14:cNvPr>
                <p14:cNvContentPartPr/>
                <p14:nvPr/>
              </p14:nvContentPartPr>
              <p14:xfrm>
                <a:off x="3511584" y="4486896"/>
                <a:ext cx="256680" cy="6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B2017D4-042E-CC1F-6C5A-527697C60C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02944" y="4477896"/>
                  <a:ext cx="274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F34282-70A8-81FB-BC5B-EBCFA579E87F}"/>
                    </a:ext>
                  </a:extLst>
                </p14:cNvPr>
                <p14:cNvContentPartPr/>
                <p14:nvPr/>
              </p14:nvContentPartPr>
              <p14:xfrm>
                <a:off x="2536344" y="4468536"/>
                <a:ext cx="402840" cy="269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F34282-70A8-81FB-BC5B-EBCFA579E8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27344" y="4459536"/>
                  <a:ext cx="420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D0EAAE-C925-38EF-8A03-667027A85C52}"/>
                    </a:ext>
                  </a:extLst>
                </p14:cNvPr>
                <p14:cNvContentPartPr/>
                <p14:nvPr/>
              </p14:nvContentPartPr>
              <p14:xfrm>
                <a:off x="2431584" y="4752576"/>
                <a:ext cx="422640" cy="200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D0EAAE-C925-38EF-8A03-667027A85C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22944" y="4743936"/>
                  <a:ext cx="4402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E21EB7B-BDED-08E8-BD9C-92B10798AE02}"/>
                    </a:ext>
                  </a:extLst>
                </p14:cNvPr>
                <p14:cNvContentPartPr/>
                <p14:nvPr/>
              </p14:nvContentPartPr>
              <p14:xfrm>
                <a:off x="3973824" y="4649976"/>
                <a:ext cx="746280" cy="67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E21EB7B-BDED-08E8-BD9C-92B10798AE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65184" y="4641336"/>
                  <a:ext cx="763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E1D169D-E1B5-93DF-1314-035ADB6A18B9}"/>
                    </a:ext>
                  </a:extLst>
                </p14:cNvPr>
                <p14:cNvContentPartPr/>
                <p14:nvPr/>
              </p14:nvContentPartPr>
              <p14:xfrm>
                <a:off x="4770504" y="4583736"/>
                <a:ext cx="807120" cy="477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E1D169D-E1B5-93DF-1314-035ADB6A18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61504" y="4574736"/>
                  <a:ext cx="8247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1A405A-589F-FCF6-5368-802AF720D29D}"/>
                    </a:ext>
                  </a:extLst>
                </p14:cNvPr>
                <p14:cNvContentPartPr/>
                <p14:nvPr/>
              </p14:nvContentPartPr>
              <p14:xfrm>
                <a:off x="5533344" y="4564656"/>
                <a:ext cx="127080" cy="192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1A405A-589F-FCF6-5368-802AF720D2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24344" y="4555656"/>
                  <a:ext cx="144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CDECE9-52B6-433B-FB75-8B8E833CC909}"/>
                    </a:ext>
                  </a:extLst>
                </p14:cNvPr>
                <p14:cNvContentPartPr/>
                <p14:nvPr/>
              </p14:nvContentPartPr>
              <p14:xfrm>
                <a:off x="5610744" y="4487256"/>
                <a:ext cx="94680" cy="32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CDECE9-52B6-433B-FB75-8B8E833CC90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02104" y="4478256"/>
                  <a:ext cx="112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0FCB762-E695-597F-BD95-DB2F280CB408}"/>
                    </a:ext>
                  </a:extLst>
                </p14:cNvPr>
                <p14:cNvContentPartPr/>
                <p14:nvPr/>
              </p14:nvContentPartPr>
              <p14:xfrm>
                <a:off x="5843664" y="4605696"/>
                <a:ext cx="145800" cy="213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0FCB762-E695-597F-BD95-DB2F280CB4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34664" y="4596696"/>
                  <a:ext cx="163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3BE6C04-55CC-76FB-25D9-F9007D381D74}"/>
                    </a:ext>
                  </a:extLst>
                </p14:cNvPr>
                <p14:cNvContentPartPr/>
                <p14:nvPr/>
              </p14:nvContentPartPr>
              <p14:xfrm>
                <a:off x="6184584" y="4611456"/>
                <a:ext cx="310680" cy="208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3BE6C04-55CC-76FB-25D9-F9007D381D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75584" y="4602456"/>
                  <a:ext cx="32832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E295D1D-D3A0-479B-8804-230A31417763}"/>
              </a:ext>
            </a:extLst>
          </p:cNvPr>
          <p:cNvGrpSpPr/>
          <p:nvPr/>
        </p:nvGrpSpPr>
        <p:grpSpPr>
          <a:xfrm>
            <a:off x="7212024" y="4399776"/>
            <a:ext cx="1792800" cy="617040"/>
            <a:chOff x="7212024" y="4399776"/>
            <a:chExt cx="1792800" cy="61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DFD60BA-69DB-BA1B-E888-5F91F5D7E9E8}"/>
                    </a:ext>
                  </a:extLst>
                </p14:cNvPr>
                <p14:cNvContentPartPr/>
                <p14:nvPr/>
              </p14:nvContentPartPr>
              <p14:xfrm>
                <a:off x="7212024" y="4483656"/>
                <a:ext cx="910440" cy="533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DFD60BA-69DB-BA1B-E888-5F91F5D7E9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03384" y="4474656"/>
                  <a:ext cx="9280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31452D-0F6D-3774-79BE-C598F67A4A2B}"/>
                    </a:ext>
                  </a:extLst>
                </p14:cNvPr>
                <p14:cNvContentPartPr/>
                <p14:nvPr/>
              </p14:nvContentPartPr>
              <p14:xfrm>
                <a:off x="8104824" y="4567176"/>
                <a:ext cx="106200" cy="185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31452D-0F6D-3774-79BE-C598F67A4A2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96184" y="4558536"/>
                  <a:ext cx="123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00590AB-2D8F-91B4-5C0E-B734432E9E83}"/>
                    </a:ext>
                  </a:extLst>
                </p14:cNvPr>
                <p14:cNvContentPartPr/>
                <p14:nvPr/>
              </p14:nvContentPartPr>
              <p14:xfrm>
                <a:off x="8233344" y="4607496"/>
                <a:ext cx="267120" cy="15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00590AB-2D8F-91B4-5C0E-B734432E9E8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24344" y="4598496"/>
                  <a:ext cx="284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A176874-7B6A-E48C-1351-2AB3DEBC501D}"/>
                    </a:ext>
                  </a:extLst>
                </p14:cNvPr>
                <p14:cNvContentPartPr/>
                <p14:nvPr/>
              </p14:nvContentPartPr>
              <p14:xfrm>
                <a:off x="8594424" y="4399776"/>
                <a:ext cx="34200" cy="478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A176874-7B6A-E48C-1351-2AB3DEBC50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85424" y="4391136"/>
                  <a:ext cx="518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655AD3-7CB9-A632-D5DE-43FAC1374E20}"/>
                    </a:ext>
                  </a:extLst>
                </p14:cNvPr>
                <p14:cNvContentPartPr/>
                <p14:nvPr/>
              </p14:nvContentPartPr>
              <p14:xfrm>
                <a:off x="8567424" y="4616496"/>
                <a:ext cx="437400" cy="198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655AD3-7CB9-A632-D5DE-43FAC1374E2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58424" y="4607856"/>
                  <a:ext cx="4550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508BB14-236A-C168-B646-FA4A5C0E84E1}"/>
              </a:ext>
            </a:extLst>
          </p:cNvPr>
          <p:cNvGrpSpPr/>
          <p:nvPr/>
        </p:nvGrpSpPr>
        <p:grpSpPr>
          <a:xfrm>
            <a:off x="9441504" y="4452696"/>
            <a:ext cx="1687680" cy="414000"/>
            <a:chOff x="9441504" y="4452696"/>
            <a:chExt cx="168768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1F4FAF-0BC6-D7E2-E7C0-BE792C76B6F8}"/>
                    </a:ext>
                  </a:extLst>
                </p14:cNvPr>
                <p14:cNvContentPartPr/>
                <p14:nvPr/>
              </p14:nvContentPartPr>
              <p14:xfrm>
                <a:off x="9441504" y="4463496"/>
                <a:ext cx="601920" cy="293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1F4FAF-0BC6-D7E2-E7C0-BE792C76B6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32504" y="4454496"/>
                  <a:ext cx="619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B960B49-CB16-0D2E-FE80-5939C86BAEA6}"/>
                    </a:ext>
                  </a:extLst>
                </p14:cNvPr>
                <p14:cNvContentPartPr/>
                <p14:nvPr/>
              </p14:nvContentPartPr>
              <p14:xfrm>
                <a:off x="10058904" y="4452696"/>
                <a:ext cx="27360" cy="87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B960B49-CB16-0D2E-FE80-5939C86BAEA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050264" y="4443696"/>
                  <a:ext cx="45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E149A18-36E9-8E90-524C-9B5DC4C9C9F8}"/>
                    </a:ext>
                  </a:extLst>
                </p14:cNvPr>
                <p14:cNvContentPartPr/>
                <p14:nvPr/>
              </p14:nvContentPartPr>
              <p14:xfrm>
                <a:off x="10176984" y="4505976"/>
                <a:ext cx="533520" cy="291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E149A18-36E9-8E90-524C-9B5DC4C9C9F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68344" y="4496976"/>
                  <a:ext cx="5511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CB33BD2-6617-665D-79B1-00236963E843}"/>
                    </a:ext>
                  </a:extLst>
                </p14:cNvPr>
                <p14:cNvContentPartPr/>
                <p14:nvPr/>
              </p14:nvContentPartPr>
              <p14:xfrm>
                <a:off x="10865664" y="4566816"/>
                <a:ext cx="263520" cy="299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CB33BD2-6617-665D-79B1-00236963E8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856664" y="4557816"/>
                  <a:ext cx="281160" cy="31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170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DF49160-BB57-FEC3-9FAB-8F1E11B71049}"/>
              </a:ext>
            </a:extLst>
          </p:cNvPr>
          <p:cNvGrpSpPr/>
          <p:nvPr/>
        </p:nvGrpSpPr>
        <p:grpSpPr>
          <a:xfrm>
            <a:off x="943344" y="1459656"/>
            <a:ext cx="2433600" cy="502560"/>
            <a:chOff x="943344" y="1459656"/>
            <a:chExt cx="243360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19B421C-DFD3-D867-B193-24DBC5710BED}"/>
                    </a:ext>
                  </a:extLst>
                </p14:cNvPr>
                <p14:cNvContentPartPr/>
                <p14:nvPr/>
              </p14:nvContentPartPr>
              <p14:xfrm>
                <a:off x="943344" y="1459656"/>
                <a:ext cx="651600" cy="502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19B421C-DFD3-D867-B193-24DBC5710BE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34344" y="1450656"/>
                  <a:ext cx="6692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583A584-A46D-1440-E93F-6907700CB5CC}"/>
                    </a:ext>
                  </a:extLst>
                </p14:cNvPr>
                <p14:cNvContentPartPr/>
                <p14:nvPr/>
              </p14:nvContentPartPr>
              <p14:xfrm>
                <a:off x="1634904" y="1600056"/>
                <a:ext cx="378360" cy="286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583A584-A46D-1440-E93F-6907700CB5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6264" y="1591416"/>
                  <a:ext cx="396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5377B8-37BF-A282-B04A-1699777E9B6F}"/>
                    </a:ext>
                  </a:extLst>
                </p14:cNvPr>
                <p14:cNvContentPartPr/>
                <p14:nvPr/>
              </p14:nvContentPartPr>
              <p14:xfrm>
                <a:off x="2106504" y="1474056"/>
                <a:ext cx="197280" cy="345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5377B8-37BF-A282-B04A-1699777E9B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97504" y="1465056"/>
                  <a:ext cx="2149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5B8AAE-A5CA-0592-8B42-F649202DE3D3}"/>
                    </a:ext>
                  </a:extLst>
                </p14:cNvPr>
                <p14:cNvContentPartPr/>
                <p14:nvPr/>
              </p14:nvContentPartPr>
              <p14:xfrm>
                <a:off x="2448504" y="1652256"/>
                <a:ext cx="233280" cy="237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5B8AAE-A5CA-0592-8B42-F649202DE3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39864" y="1643616"/>
                  <a:ext cx="250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2058C0-7718-8C51-D7EE-AC8E60BB44A5}"/>
                    </a:ext>
                  </a:extLst>
                </p14:cNvPr>
                <p14:cNvContentPartPr/>
                <p14:nvPr/>
              </p14:nvContentPartPr>
              <p14:xfrm>
                <a:off x="2757384" y="1657656"/>
                <a:ext cx="619560" cy="27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2058C0-7718-8C51-D7EE-AC8E60BB44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8744" y="1648656"/>
                  <a:ext cx="637200" cy="29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461203-2B13-899C-1813-4E1953E69914}"/>
                  </a:ext>
                </a:extLst>
              </p14:cNvPr>
              <p14:cNvContentPartPr/>
              <p14:nvPr/>
            </p14:nvContentPartPr>
            <p14:xfrm>
              <a:off x="4162824" y="1856376"/>
              <a:ext cx="1592280" cy="66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461203-2B13-899C-1813-4E1953E699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54184" y="1847376"/>
                <a:ext cx="160992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0AA16DB-93FB-83EC-569E-04AA44B754AF}"/>
              </a:ext>
            </a:extLst>
          </p:cNvPr>
          <p:cNvGrpSpPr/>
          <p:nvPr/>
        </p:nvGrpSpPr>
        <p:grpSpPr>
          <a:xfrm>
            <a:off x="7095744" y="1582776"/>
            <a:ext cx="2081520" cy="499320"/>
            <a:chOff x="7095744" y="1582776"/>
            <a:chExt cx="208152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D48D-60D7-A4F3-6734-1B0BA61C9335}"/>
                    </a:ext>
                  </a:extLst>
                </p14:cNvPr>
                <p14:cNvContentPartPr/>
                <p14:nvPr/>
              </p14:nvContentPartPr>
              <p14:xfrm>
                <a:off x="7095744" y="1582776"/>
                <a:ext cx="425520" cy="442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D48D-60D7-A4F3-6734-1B0BA61C93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87104" y="1573776"/>
                  <a:ext cx="4431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C26B3BA-5B51-9900-6B00-7349BBD0E34D}"/>
                    </a:ext>
                  </a:extLst>
                </p14:cNvPr>
                <p14:cNvContentPartPr/>
                <p14:nvPr/>
              </p14:nvContentPartPr>
              <p14:xfrm>
                <a:off x="7630704" y="1700136"/>
                <a:ext cx="268560" cy="250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C26B3BA-5B51-9900-6B00-7349BBD0E3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22064" y="1691136"/>
                  <a:ext cx="286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BC8ED7-B327-2490-03FB-87FE29F4F1C0}"/>
                    </a:ext>
                  </a:extLst>
                </p14:cNvPr>
                <p14:cNvContentPartPr/>
                <p14:nvPr/>
              </p14:nvContentPartPr>
              <p14:xfrm>
                <a:off x="8027424" y="1601856"/>
                <a:ext cx="250200" cy="348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BC8ED7-B327-2490-03FB-87FE29F4F1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18424" y="1592856"/>
                  <a:ext cx="2678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B3A50D-33DA-CC1D-0388-6C0460FBE798}"/>
                    </a:ext>
                  </a:extLst>
                </p14:cNvPr>
                <p14:cNvContentPartPr/>
                <p14:nvPr/>
              </p14:nvContentPartPr>
              <p14:xfrm>
                <a:off x="8354664" y="1745136"/>
                <a:ext cx="239400" cy="22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B3A50D-33DA-CC1D-0388-6C0460FBE7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45664" y="1736136"/>
                  <a:ext cx="257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202FD4-3C59-E4B8-097D-76E8EFCD90F2}"/>
                    </a:ext>
                  </a:extLst>
                </p14:cNvPr>
                <p14:cNvContentPartPr/>
                <p14:nvPr/>
              </p14:nvContentPartPr>
              <p14:xfrm>
                <a:off x="8738424" y="1805256"/>
                <a:ext cx="438840" cy="27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202FD4-3C59-E4B8-097D-76E8EFCD90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29784" y="1796616"/>
                  <a:ext cx="4564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C007E-8A82-DDCF-2395-CAFD945A9ACA}"/>
              </a:ext>
            </a:extLst>
          </p:cNvPr>
          <p:cNvGrpSpPr/>
          <p:nvPr/>
        </p:nvGrpSpPr>
        <p:grpSpPr>
          <a:xfrm>
            <a:off x="6683904" y="2294136"/>
            <a:ext cx="2313000" cy="498600"/>
            <a:chOff x="6683904" y="2294136"/>
            <a:chExt cx="231300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590440-2704-A9C2-0AF2-21D6A253B0D2}"/>
                    </a:ext>
                  </a:extLst>
                </p14:cNvPr>
                <p14:cNvContentPartPr/>
                <p14:nvPr/>
              </p14:nvContentPartPr>
              <p14:xfrm>
                <a:off x="6683904" y="2294136"/>
                <a:ext cx="446040" cy="38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590440-2704-A9C2-0AF2-21D6A253B0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74904" y="2285496"/>
                  <a:ext cx="4636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6B6FB4-CD47-A185-DAD3-AEA0FD0E0DC8}"/>
                    </a:ext>
                  </a:extLst>
                </p14:cNvPr>
                <p14:cNvContentPartPr/>
                <p14:nvPr/>
              </p14:nvContentPartPr>
              <p14:xfrm>
                <a:off x="7324704" y="2504736"/>
                <a:ext cx="250560" cy="256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6B6FB4-CD47-A185-DAD3-AEA0FD0E0D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6064" y="2496096"/>
                  <a:ext cx="2682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1B82BC-435F-CCC8-9961-70AD84E0D896}"/>
                    </a:ext>
                  </a:extLst>
                </p14:cNvPr>
                <p14:cNvContentPartPr/>
                <p14:nvPr/>
              </p14:nvContentPartPr>
              <p14:xfrm>
                <a:off x="7763904" y="2361456"/>
                <a:ext cx="214200" cy="343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1B82BC-435F-CCC8-9961-70AD84E0D8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54904" y="2352816"/>
                  <a:ext cx="231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535465F-3D9F-E47C-FBA8-D9B21BE8C7C0}"/>
                    </a:ext>
                  </a:extLst>
                </p14:cNvPr>
                <p14:cNvContentPartPr/>
                <p14:nvPr/>
              </p14:nvContentPartPr>
              <p14:xfrm>
                <a:off x="8043624" y="2558736"/>
                <a:ext cx="223560" cy="18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535465F-3D9F-E47C-FBA8-D9B21BE8C7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34624" y="2549736"/>
                  <a:ext cx="241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919E96-C704-9099-75CC-C37544160F57}"/>
                    </a:ext>
                  </a:extLst>
                </p14:cNvPr>
                <p14:cNvContentPartPr/>
                <p14:nvPr/>
              </p14:nvContentPartPr>
              <p14:xfrm>
                <a:off x="8432784" y="2552256"/>
                <a:ext cx="564120" cy="240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919E96-C704-9099-75CC-C37544160F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23784" y="2543256"/>
                  <a:ext cx="58176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87746D7-6E95-EB7B-8D4B-8278FEC5EF91}"/>
                  </a:ext>
                </a:extLst>
              </p14:cNvPr>
              <p14:cNvContentPartPr/>
              <p14:nvPr/>
            </p14:nvContentPartPr>
            <p14:xfrm>
              <a:off x="9588384" y="1990296"/>
              <a:ext cx="477720" cy="19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87746D7-6E95-EB7B-8D4B-8278FEC5EF9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579384" y="1981656"/>
                <a:ext cx="4953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9913AFA-ECB1-BAFD-2034-EB94009CFE1E}"/>
              </a:ext>
            </a:extLst>
          </p:cNvPr>
          <p:cNvGrpSpPr/>
          <p:nvPr/>
        </p:nvGrpSpPr>
        <p:grpSpPr>
          <a:xfrm>
            <a:off x="1267704" y="1912536"/>
            <a:ext cx="1458000" cy="126000"/>
            <a:chOff x="1267704" y="1912536"/>
            <a:chExt cx="145800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FE98817-9556-C470-7206-5EACC053C6F7}"/>
                    </a:ext>
                  </a:extLst>
                </p14:cNvPr>
                <p14:cNvContentPartPr/>
                <p14:nvPr/>
              </p14:nvContentPartPr>
              <p14:xfrm>
                <a:off x="1267704" y="1984896"/>
                <a:ext cx="479160" cy="43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FE98817-9556-C470-7206-5EACC053C6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58704" y="1975896"/>
                  <a:ext cx="49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C7B5DE-6C5B-F483-5D15-75409F7862E7}"/>
                    </a:ext>
                  </a:extLst>
                </p14:cNvPr>
                <p14:cNvContentPartPr/>
                <p14:nvPr/>
              </p14:nvContentPartPr>
              <p14:xfrm>
                <a:off x="2073744" y="2013336"/>
                <a:ext cx="223200" cy="25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C7B5DE-6C5B-F483-5D15-75409F7862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65104" y="2004336"/>
                  <a:ext cx="240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1225E94-A650-1BDA-2396-C60ECB870E65}"/>
                    </a:ext>
                  </a:extLst>
                </p14:cNvPr>
                <p14:cNvContentPartPr/>
                <p14:nvPr/>
              </p14:nvContentPartPr>
              <p14:xfrm>
                <a:off x="2374344" y="1912536"/>
                <a:ext cx="94680" cy="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1225E94-A650-1BDA-2396-C60ECB870E6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65344" y="1903896"/>
                  <a:ext cx="112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919831-C2CA-3125-3CF4-1C74739F0B2D}"/>
                    </a:ext>
                  </a:extLst>
                </p14:cNvPr>
                <p14:cNvContentPartPr/>
                <p14:nvPr/>
              </p14:nvContentPartPr>
              <p14:xfrm>
                <a:off x="2543184" y="2004696"/>
                <a:ext cx="182520" cy="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919831-C2CA-3125-3CF4-1C74739F0B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34184" y="1995696"/>
                  <a:ext cx="20016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13A5E5-E97D-AF2B-FB5A-78875070A505}"/>
                  </a:ext>
                </a:extLst>
              </p14:cNvPr>
              <p14:cNvContentPartPr/>
              <p14:nvPr/>
            </p14:nvContentPartPr>
            <p14:xfrm>
              <a:off x="10710144" y="1652616"/>
              <a:ext cx="318600" cy="311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13A5E5-E97D-AF2B-FB5A-78875070A5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01144" y="1643616"/>
                <a:ext cx="33624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07040FE-4BA8-8A9D-5EB0-E4B30D5A2BC1}"/>
              </a:ext>
            </a:extLst>
          </p:cNvPr>
          <p:cNvGrpSpPr/>
          <p:nvPr/>
        </p:nvGrpSpPr>
        <p:grpSpPr>
          <a:xfrm>
            <a:off x="10349424" y="2109456"/>
            <a:ext cx="1168200" cy="329760"/>
            <a:chOff x="10349424" y="2109456"/>
            <a:chExt cx="116820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82C5CE-C9DF-5E98-4121-F4DA92731016}"/>
                    </a:ext>
                  </a:extLst>
                </p14:cNvPr>
                <p14:cNvContentPartPr/>
                <p14:nvPr/>
              </p14:nvContentPartPr>
              <p14:xfrm>
                <a:off x="10349424" y="2109456"/>
                <a:ext cx="1168200" cy="6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82C5CE-C9DF-5E98-4121-F4DA927310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40424" y="2100456"/>
                  <a:ext cx="1185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7B54E0-A522-E73E-FA59-FC2E29D86334}"/>
                    </a:ext>
                  </a:extLst>
                </p14:cNvPr>
                <p14:cNvContentPartPr/>
                <p14:nvPr/>
              </p14:nvContentPartPr>
              <p14:xfrm>
                <a:off x="10675224" y="2212416"/>
                <a:ext cx="79200" cy="221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7B54E0-A522-E73E-FA59-FC2E29D863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66584" y="2203776"/>
                  <a:ext cx="96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6A7C32-7DD8-9637-1FCB-4DEDC3FE3745}"/>
                    </a:ext>
                  </a:extLst>
                </p14:cNvPr>
                <p14:cNvContentPartPr/>
                <p14:nvPr/>
              </p14:nvContentPartPr>
              <p14:xfrm>
                <a:off x="10666584" y="2182176"/>
                <a:ext cx="395640" cy="25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6A7C32-7DD8-9637-1FCB-4DEDC3FE37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57584" y="2173176"/>
                  <a:ext cx="41328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E6A3C1F-2C58-3E13-0980-7000E540CF8C}"/>
                  </a:ext>
                </a:extLst>
              </p14:cNvPr>
              <p14:cNvContentPartPr/>
              <p14:nvPr/>
            </p14:nvContentPartPr>
            <p14:xfrm>
              <a:off x="9196704" y="2776536"/>
              <a:ext cx="312480" cy="23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E6A3C1F-2C58-3E13-0980-7000E540CF8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87704" y="2767536"/>
                <a:ext cx="3301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654698C-ED1C-DF04-4FEE-C5A2630A117A}"/>
              </a:ext>
            </a:extLst>
          </p:cNvPr>
          <p:cNvGrpSpPr/>
          <p:nvPr/>
        </p:nvGrpSpPr>
        <p:grpSpPr>
          <a:xfrm>
            <a:off x="9937584" y="2699496"/>
            <a:ext cx="834120" cy="794880"/>
            <a:chOff x="9937584" y="2699496"/>
            <a:chExt cx="834120" cy="79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4D3051-1426-64BB-1323-8F972430F108}"/>
                    </a:ext>
                  </a:extLst>
                </p14:cNvPr>
                <p14:cNvContentPartPr/>
                <p14:nvPr/>
              </p14:nvContentPartPr>
              <p14:xfrm>
                <a:off x="10419984" y="2699496"/>
                <a:ext cx="7200" cy="3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4D3051-1426-64BB-1323-8F972430F1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11344" y="2690496"/>
                  <a:ext cx="24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36C72A-F9C6-B08A-344A-A3BC7A276D12}"/>
                    </a:ext>
                  </a:extLst>
                </p14:cNvPr>
                <p14:cNvContentPartPr/>
                <p14:nvPr/>
              </p14:nvContentPartPr>
              <p14:xfrm>
                <a:off x="10419984" y="2717496"/>
                <a:ext cx="17280" cy="256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36C72A-F9C6-B08A-344A-A3BC7A276D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11344" y="2708856"/>
                  <a:ext cx="34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EA7DBD-0396-3E00-947E-4FD9476F5986}"/>
                    </a:ext>
                  </a:extLst>
                </p14:cNvPr>
                <p14:cNvContentPartPr/>
                <p14:nvPr/>
              </p14:nvContentPartPr>
              <p14:xfrm>
                <a:off x="10511424" y="2751696"/>
                <a:ext cx="260280" cy="19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EA7DBD-0396-3E00-947E-4FD9476F59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02424" y="2742696"/>
                  <a:ext cx="277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37864A-96FD-CA85-10B1-5A5A866CC0B0}"/>
                    </a:ext>
                  </a:extLst>
                </p14:cNvPr>
                <p14:cNvContentPartPr/>
                <p14:nvPr/>
              </p14:nvContentPartPr>
              <p14:xfrm>
                <a:off x="9937584" y="3080016"/>
                <a:ext cx="584280" cy="82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37864A-96FD-CA85-10B1-5A5A866CC0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28944" y="3071376"/>
                  <a:ext cx="601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70DBAA-E605-BDE4-AF52-1E68FFE56577}"/>
                    </a:ext>
                  </a:extLst>
                </p14:cNvPr>
                <p14:cNvContentPartPr/>
                <p14:nvPr/>
              </p14:nvContentPartPr>
              <p14:xfrm>
                <a:off x="10349424" y="3243456"/>
                <a:ext cx="27360" cy="250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70DBAA-E605-BDE4-AF52-1E68FFE565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40424" y="3234456"/>
                  <a:ext cx="45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CDDCAA-7E2F-94E0-5B61-790459DD4CAE}"/>
                    </a:ext>
                  </a:extLst>
                </p14:cNvPr>
                <p14:cNvContentPartPr/>
                <p14:nvPr/>
              </p14:nvContentPartPr>
              <p14:xfrm>
                <a:off x="10470744" y="3290976"/>
                <a:ext cx="230040" cy="199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CDDCAA-7E2F-94E0-5B61-790459DD4CA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62104" y="3281976"/>
                  <a:ext cx="247680" cy="21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755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31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470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873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614F-AF28-FC4A-ACD7-DB91A338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8F027-C23B-90B3-FC9E-4FF1EB5B3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mahnoor salman</dc:creator>
  <cp:lastModifiedBy>mahnoor salman</cp:lastModifiedBy>
  <cp:revision>1</cp:revision>
  <dcterms:created xsi:type="dcterms:W3CDTF">2025-07-02T15:52:15Z</dcterms:created>
  <dcterms:modified xsi:type="dcterms:W3CDTF">2025-07-02T15:52:16Z</dcterms:modified>
</cp:coreProperties>
</file>