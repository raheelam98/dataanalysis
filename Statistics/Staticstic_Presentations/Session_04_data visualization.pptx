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cwbGXh3tBwRIzZ8sTbg9VJGy7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787891" y="4210528"/>
            <a:ext cx="14712218" cy="167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473790" y="440050"/>
            <a:ext cx="17340300" cy="9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powerful tool to understand, interpret, and present data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4186" lvl="1" marL="92837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Char char="•"/>
            </a:pPr>
            <a: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Transforms complex datasets into clear, actionable insights</a:t>
            </a:r>
            <a:endParaRPr/>
          </a:p>
          <a:p>
            <a:pPr indent="-464186" lvl="1" marL="92837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Char char="•"/>
            </a:pPr>
            <a: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uncover patterns, trends, and outliers</a:t>
            </a:r>
            <a:endParaRPr/>
          </a:p>
          <a:p>
            <a:pPr indent="-464186" lvl="1" marL="92837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Char char="•"/>
            </a:pPr>
            <a: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Essential for communicating data findings to stakeholders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4186" lvl="1" marL="92837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Char char="•"/>
            </a:pPr>
            <a:r>
              <a:rPr i="1" lang="en-US" sz="4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Enables faster decision-making and data-driven conclusions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947580" y="1980304"/>
            <a:ext cx="16392841" cy="6430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61339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•"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Histograms: </a:t>
            </a:r>
            <a:r>
              <a:rPr b="0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data distribution</a:t>
            </a:r>
            <a:endParaRPr/>
          </a:p>
          <a:p>
            <a:pPr indent="-561339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•"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Boxplots: </a:t>
            </a:r>
            <a:r>
              <a:rPr b="0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data spread and outliers</a:t>
            </a:r>
            <a:endParaRPr/>
          </a:p>
          <a:p>
            <a:pPr indent="-561339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•"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Scatter Plots: </a:t>
            </a:r>
            <a:r>
              <a:rPr b="0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relationships between two variables</a:t>
            </a:r>
            <a:endParaRPr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877049" y="434340"/>
            <a:ext cx="16207448" cy="882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Histograms: 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Visualizes the frequency distribution of continuous data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in Data Science: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identify data patterns, distributions, and outliers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Monthly sales data: $100, $200, $300, $400, $500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Histogram shows the frequency of sales in each price range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Important: Essential for exploratory data analysis (EDA) and understanding data distribution before modeling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842471" y="1509209"/>
            <a:ext cx="9855205" cy="8400389"/>
          </a:xfrm>
          <a:custGeom>
            <a:rect b="b" l="l" r="r" t="t"/>
            <a:pathLst>
              <a:path extrusionOk="0" h="8400389" w="9855205">
                <a:moveTo>
                  <a:pt x="0" y="0"/>
                </a:moveTo>
                <a:lnTo>
                  <a:pt x="9855205" y="0"/>
                </a:lnTo>
                <a:lnTo>
                  <a:pt x="9855205" y="8400389"/>
                </a:lnTo>
                <a:lnTo>
                  <a:pt x="0" y="84003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877049" y="434340"/>
            <a:ext cx="16207448" cy="308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Histograms: 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15234868" y="3706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7259300" y="9210675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802525" y="1071650"/>
            <a:ext cx="16731600" cy="84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Boxplots: </a:t>
            </a:r>
            <a:endParaRPr b="1" sz="50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32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Summarizes data distribution, highlighting central tendency and potential outliers</a:t>
            </a:r>
            <a:endParaRPr sz="3200"/>
          </a:p>
          <a:p>
            <a:pPr indent="-3632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in Data Science: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for comparing datasets and detecting outliers in data analysis</a:t>
            </a:r>
            <a:endParaRPr sz="32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32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3200"/>
          </a:p>
          <a:p>
            <a:pPr indent="-3632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Data: {10, 20, 30, 40, 50}</a:t>
            </a:r>
            <a:endParaRPr sz="3200"/>
          </a:p>
          <a:p>
            <a:pPr indent="-3632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Boxplot shows the median, quartiles, and any data points outside of the upper and lower whiskers (outliers)</a:t>
            </a:r>
            <a:endParaRPr sz="32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32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Important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Essential for data cleaning and identifying data anomalies that may need to be handled before analysis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" y="3006528"/>
            <a:ext cx="6918584" cy="3988991"/>
          </a:xfrm>
          <a:custGeom>
            <a:rect b="b" l="l" r="r" t="t"/>
            <a:pathLst>
              <a:path extrusionOk="0" h="6356958" w="10603194">
                <a:moveTo>
                  <a:pt x="0" y="0"/>
                </a:moveTo>
                <a:lnTo>
                  <a:pt x="10603194" y="0"/>
                </a:lnTo>
                <a:lnTo>
                  <a:pt x="10603194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3395" l="0" r="0" t="-333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1028700" y="805184"/>
            <a:ext cx="16207448" cy="880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Boxplots: </a:t>
            </a:r>
            <a:endParaRPr/>
          </a:p>
        </p:txBody>
      </p:sp>
      <p:pic>
        <p:nvPicPr>
          <p:cNvPr id="131" name="Google Shape;13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8600" y="1841012"/>
            <a:ext cx="11116300" cy="555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559325" y="7448825"/>
            <a:ext cx="60555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chemeClr val="dk1"/>
                </a:solidFill>
              </a:rPr>
              <a:t>Example</a:t>
            </a:r>
            <a:r>
              <a:rPr b="1" i="1" lang="en-US" sz="3200">
                <a:solidFill>
                  <a:schemeClr val="dk1"/>
                </a:solidFill>
              </a:rPr>
              <a:t>:</a:t>
            </a:r>
            <a:endParaRPr b="1" i="1" sz="3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</a:rPr>
              <a:t>Data: {10, 20, 30, 40, 50}</a:t>
            </a:r>
            <a:endParaRPr i="1"/>
          </a:p>
        </p:txBody>
      </p:sp>
      <p:sp>
        <p:nvSpPr>
          <p:cNvPr id="133" name="Google Shape;133;p7"/>
          <p:cNvSpPr txBox="1"/>
          <p:nvPr/>
        </p:nvSpPr>
        <p:spPr>
          <a:xfrm>
            <a:off x="9588225" y="7554875"/>
            <a:ext cx="6055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chemeClr val="dk1"/>
                </a:solidFill>
              </a:rPr>
              <a:t>Features of a</a:t>
            </a:r>
            <a:r>
              <a:rPr b="1" i="1" lang="en-US" sz="3200">
                <a:solidFill>
                  <a:schemeClr val="dk1"/>
                </a:solidFill>
              </a:rPr>
              <a:t> boxplot</a:t>
            </a:r>
            <a:endParaRPr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742513" y="269002"/>
            <a:ext cx="16803000" cy="9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Scatterplots: 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Visualizes the relationship between two continuous variables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in Data Science: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to identify correlations and trends between variables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Data: Advertising spend ($) vs Sales ($)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Scatter plot shows whether higher ad spend correlates with higher sales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Important: Critical for feature selection, correlation analysis, and identifying trends for predictive modeling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9134411" y="2196427"/>
            <a:ext cx="8991295" cy="5518407"/>
          </a:xfrm>
          <a:custGeom>
            <a:rect b="b" l="l" r="r" t="t"/>
            <a:pathLst>
              <a:path extrusionOk="0" h="5518407" w="8991295">
                <a:moveTo>
                  <a:pt x="0" y="0"/>
                </a:moveTo>
                <a:lnTo>
                  <a:pt x="8991295" y="0"/>
                </a:lnTo>
                <a:lnTo>
                  <a:pt x="8991295" y="5518407"/>
                </a:lnTo>
                <a:lnTo>
                  <a:pt x="0" y="55184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0" y="2007044"/>
            <a:ext cx="9134411" cy="6692028"/>
          </a:xfrm>
          <a:custGeom>
            <a:rect b="b" l="l" r="r" t="t"/>
            <a:pathLst>
              <a:path extrusionOk="0" h="6692028" w="9134411">
                <a:moveTo>
                  <a:pt x="0" y="0"/>
                </a:moveTo>
                <a:lnTo>
                  <a:pt x="9134411" y="0"/>
                </a:lnTo>
                <a:lnTo>
                  <a:pt x="9134411" y="6692027"/>
                </a:lnTo>
                <a:lnTo>
                  <a:pt x="0" y="6692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99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1028700" y="933450"/>
            <a:ext cx="15567918" cy="846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38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Scatter Plots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